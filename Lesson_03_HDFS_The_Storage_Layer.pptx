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3" r:id="rId32"/>
    <p:sldId id="304" r:id="rId33"/>
    <p:sldId id="287" r:id="rId34"/>
    <p:sldId id="288" r:id="rId35"/>
    <p:sldId id="296" r:id="rId36"/>
    <p:sldId id="297" r:id="rId37"/>
    <p:sldId id="298" r:id="rId38"/>
    <p:sldId id="299" r:id="rId39"/>
    <p:sldId id="300" r:id="rId40"/>
    <p:sldId id="301" r:id="rId41"/>
    <p:sldId id="295" r:id="rId42"/>
  </p:sldIdLst>
  <p:sldSz cx="16256000" cy="9144000"/>
  <p:notesSz cx="6858000" cy="9144000"/>
  <p:embeddedFontLst>
    <p:embeddedFont>
      <p:font typeface="Open Sans" pitchFamily="2" charset="0"/>
      <p:regular r:id="rId44"/>
      <p:bold r:id="rId45"/>
      <p:italic r:id="rId46"/>
      <p:boldItalic r:id="rId47"/>
    </p:embeddedFont>
    <p:embeddedFont>
      <p:font typeface="Open Sans ExtraBold" pitchFamily="2" charset="0"/>
      <p:bold r:id="rId48"/>
      <p:boldItalic r:id="rId49"/>
    </p:embeddedFont>
    <p:embeddedFont>
      <p:font typeface="Open Sans SemiBold" pitchFamily="2" charset="0"/>
      <p:bold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w9Yc95ASH4x2dqNfOJH36A==" hashData="3QnQFHI4xYP3/dwx/ZopswRZZTuZ8LV0/efq5QxkcxBzSC/zvEmlLWYAPXM5wX/TYa+Z/3kIfF032V0EOi4z3g=="/>
  <p:extLst>
    <p:ext uri="{EFAFB233-063F-42B5-8137-9DF3F51BA10A}">
      <p15:sldGuideLst xmlns:p15="http://schemas.microsoft.com/office/powerpoint/2012/main">
        <p15:guide id="1" orient="horz" pos="5520">
          <p15:clr>
            <a:srgbClr val="A4A3A4"/>
          </p15:clr>
        </p15:guide>
        <p15:guide id="2" pos="9724" userDrawn="1">
          <p15:clr>
            <a:srgbClr val="A4A3A4"/>
          </p15:clr>
        </p15:guide>
        <p15:guide id="3" pos="471" userDrawn="1">
          <p15:clr>
            <a:srgbClr val="A4A3A4"/>
          </p15:clr>
        </p15:guide>
        <p15:guide id="4" orient="horz" pos="431" userDrawn="1">
          <p15:clr>
            <a:srgbClr val="A4A3A4"/>
          </p15:clr>
        </p15:guide>
        <p15:guide id="5" orient="horz" pos="612" userDrawn="1">
          <p15:clr>
            <a:srgbClr val="A4A3A4"/>
          </p15:clr>
        </p15:guide>
        <p15:guide id="6" orient="horz" pos="1111" userDrawn="1">
          <p15:clr>
            <a:srgbClr val="A4A3A4"/>
          </p15:clr>
        </p15:guide>
        <p15:guide id="7" pos="1446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4ML8qPY1skybczvqH5wLwNm0Sr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40AC38-2664-05E0-B402-A19237358FE9}" name="Sreelakshmi C V" initials="SC" userId="S::sreelakshmi.cv@simplilearn.com::9536a640-3660-4b90-8982-e23c8a964739" providerId="AD"/>
  <p188:author id="{E91DC18D-4F61-12BB-5344-712BEA149C5E}" name="Vishnu Shanthakumar" initials="VS" userId="S::vishnu.shanthakumar@simplilearn.com::fb93e2ee-9c21-475b-bcec-87cb2b6c7957" providerId="AD"/>
  <p188:author id="{D2A221F6-95F1-1DF4-3B4D-13653E8F15A7}" name="Rashi Jain" initials="RJ" userId="S::rashi.jain@simplilearn.com::a5d69524-d872-4246-9a0d-ed17f2b349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E189C-FFE6-491E-82D9-F21BB4109DF2}" v="19" dt="2024-03-07T08:45:28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9" d="100"/>
          <a:sy n="49" d="100"/>
        </p:scale>
        <p:origin x="888" y="42"/>
      </p:cViewPr>
      <p:guideLst>
        <p:guide orient="horz" pos="5520"/>
        <p:guide pos="9724"/>
        <p:guide pos="471"/>
        <p:guide orient="horz" pos="431"/>
        <p:guide orient="horz" pos="612"/>
        <p:guide orient="horz" pos="1111"/>
        <p:guide pos="1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i Jain" userId="a5d69524-d872-4246-9a0d-ed17f2b349e8" providerId="ADAL" clId="{ED2E189C-FFE6-491E-82D9-F21BB4109DF2}"/>
    <pc:docChg chg="custSel modSld">
      <pc:chgData name="Rashi Jain" userId="a5d69524-d872-4246-9a0d-ed17f2b349e8" providerId="ADAL" clId="{ED2E189C-FFE6-491E-82D9-F21BB4109DF2}" dt="2024-03-14T12:04:52.689" v="61" actId="20577"/>
      <pc:docMkLst>
        <pc:docMk/>
      </pc:docMkLst>
      <pc:sldChg chg="modSp mod">
        <pc:chgData name="Rashi Jain" userId="a5d69524-d872-4246-9a0d-ed17f2b349e8" providerId="ADAL" clId="{ED2E189C-FFE6-491E-82D9-F21BB4109DF2}" dt="2024-03-14T12:04:52.689" v="61" actId="20577"/>
        <pc:sldMkLst>
          <pc:docMk/>
          <pc:sldMk cId="2215352855" sldId="304"/>
        </pc:sldMkLst>
        <pc:spChg chg="mod">
          <ac:chgData name="Rashi Jain" userId="a5d69524-d872-4246-9a0d-ed17f2b349e8" providerId="ADAL" clId="{ED2E189C-FFE6-491E-82D9-F21BB4109DF2}" dt="2024-03-14T12:04:52.689" v="61" actId="20577"/>
          <ac:spMkLst>
            <pc:docMk/>
            <pc:sldMk cId="2215352855" sldId="304"/>
            <ac:spMk id="6" creationId="{D665BB58-3598-B7C8-79FC-A9A43D37FD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Explain the learning objectives at the start of the session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32" name="Google Shape;13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following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HDFS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Hadoop cluster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c</a:t>
            </a:r>
            <a:r>
              <a:rPr lang="en-US"/>
              <a:t>hallenges of traditional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need for HDFS w.r.t traditional file systems</a:t>
            </a:r>
            <a:endParaRPr dirty="0"/>
          </a:p>
        </p:txBody>
      </p:sp>
      <p:sp>
        <p:nvSpPr>
          <p:cNvPr id="177" name="Google Shape;177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HDFS storage works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c</a:t>
            </a:r>
            <a:r>
              <a:rPr lang="en-US" dirty="0"/>
              <a:t>haracteristics of HDFS using real-time examples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Explain the HDFS HA architecture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Also, briefly explain the role of the components.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Explain the HDFS HA architecture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Also, briefly explain the role of the components.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2 types of HDFS HA architecture and how different components work together.</a:t>
            </a:r>
            <a:endParaRPr dirty="0"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 stands for Data Disk</a:t>
            </a:r>
            <a:endParaRPr dirty="0"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 stands for 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Quorum-based Storage refers to the HA implementation that uses a Quorum Journal Manager and </a:t>
            </a:r>
            <a:r>
              <a:rPr lang="en-US" sz="1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JournalNode</a:t>
            </a:r>
            <a:r>
              <a:rPr lang="en-US" sz="1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whereas the NFS Gateway for HDFS allows clients to mount HDFS and interact with it through NFS, as if it were part of their local file system.</a:t>
            </a:r>
            <a:endParaRPr sz="1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working of NameNode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working of DataNode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working of DataNode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6" name="Google Shape;666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working of Zookeeper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b="1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Leader: </a:t>
            </a:r>
            <a:r>
              <a:rPr lang="en-US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One of the servers is designated a Leader. It gives all the information to the clients as well as an acknowledgment that the server is alive. It would performs automatic recovery if any of the connected nodes failed.</a:t>
            </a:r>
            <a:endParaRPr/>
          </a:p>
        </p:txBody>
      </p:sp>
      <p:sp>
        <p:nvSpPr>
          <p:cNvPr id="667" name="Google Shape;667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importance of Zookeeper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characteristics of HDFS file system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4" name="Google Shape;844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NameNode operates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data blocks are split, stored and replicated in DataNodes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block replication architecture</a:t>
            </a: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replication of blocks works</a:t>
            </a: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5" name="Google Shape;1055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replication of blocks 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first replica on the same node as that of the client</a:t>
            </a: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second replica on a different rack from that of the first replica</a:t>
            </a: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the third replica on the same rack as that of the second one, but on a different node.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6" name="Google Shape;1056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0" name="Google Shape;320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6" name="Google Shape;3236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various ways HDFS can be accessed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37" name="Google Shape;3237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4" name="Google Shape;327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5" name="Google Shape;3275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Trainer Notes: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some of basic commands of HDFS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these commands in the Simplilearn Lab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76" name="Google Shape;3276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0" name="Google Shape;330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Trainer Notes: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the Hue file browser in the Simplilearn Lab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1" name="Google Shape;3301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0" name="Google Shape;331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5" name="Google Shape;331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30" name="Google Shape;333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1" name="Google Shape;334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5" name="Google Shape;334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55599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5" name="Google Shape;335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3795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7" name="Google Shape;3367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5669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25652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9" name="Google Shape;338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9243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9" name="Google Shape;3399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32306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1" name="Google Shape;341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854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1_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0251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55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0167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292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665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28600" lvl="0" indent="-228600"/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5922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1_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84E7AB-95CF-3870-72EE-80D1C6CB17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875" y="2758746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0792C23-1841-F349-D944-8E77CAED4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2356" y="3558751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46234C-6D4D-7050-90E1-5A68C8523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1837" y="4383470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F9AB914-01CE-78D6-02EB-58EA39C5A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873" y="5195833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5648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1_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059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1_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4730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2745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49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" name="Q_No">
            <a:extLst>
              <a:ext uri="{FF2B5EF4-FFF2-40B4-BE49-F238E27FC236}">
                <a16:creationId xmlns:a16="http://schemas.microsoft.com/office/drawing/2014/main" id="{60E48CF6-ADFB-CA4C-5E8B-AE3CD5F217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99271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0" name="Q">
            <a:extLst>
              <a:ext uri="{FF2B5EF4-FFF2-40B4-BE49-F238E27FC236}">
                <a16:creationId xmlns:a16="http://schemas.microsoft.com/office/drawing/2014/main" id="{F963B27F-8F18-67BB-B561-399E9B718B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56C84790-83B0-039F-DB11-90A54FCA41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1633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1" name="Q">
            <a:extLst>
              <a:ext uri="{FF2B5EF4-FFF2-40B4-BE49-F238E27FC236}">
                <a16:creationId xmlns:a16="http://schemas.microsoft.com/office/drawing/2014/main" id="{32B26A31-7ADA-92C4-0EC9-7FBCC4B0F2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6AEFDC33-934D-D32C-A2F5-91C510E8C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95390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1_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55999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6AF3B2F-06F8-C0B9-F594-763BF82CA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875" y="1967907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16BD-1678-AAEB-705C-ACC6F4E63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2356" y="2755555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A0B994-BAF5-3871-1AE2-295509094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1837" y="3567917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153C8D8-C81D-C688-AD6D-054C831ED8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2873" y="4392637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656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52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79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31607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22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29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36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9533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00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308753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8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1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70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86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86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whatnext_next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EACA45-46CE-3149-F1F8-368C0B35F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0649" y="1377162"/>
            <a:ext cx="8439490" cy="681516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396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1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1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1117600" y="8475663"/>
            <a:ext cx="36576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5384800" y="8475663"/>
            <a:ext cx="5486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11480800" y="8475663"/>
            <a:ext cx="36576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>
                <a:sym typeface="Open Sans"/>
              </a:rPr>
              <a:t>Big Data Hadoop and Spark Develope</a:t>
            </a:r>
            <a:r>
              <a:rPr lang="en-US"/>
              <a:t>r</a:t>
            </a:r>
            <a:endParaRPr lang="en-US"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 HDFS: The Storage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4"/>
          <p:cNvSpPr txBox="1">
            <a:spLocks noGrp="1"/>
          </p:cNvSpPr>
          <p:nvPr>
            <p:ph type="body" sz="quarter" idx="11"/>
          </p:nvPr>
        </p:nvSpPr>
        <p:spPr>
          <a:xfrm>
            <a:off x="1350887" y="2787975"/>
            <a:ext cx="9034963" cy="7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Summarize how the Hadoop Distributed File System (HDFS) stores data across a cluster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5" name="Google Shape;135;p54"/>
          <p:cNvSpPr txBox="1">
            <a:spLocks noGrp="1"/>
          </p:cNvSpPr>
          <p:nvPr>
            <p:ph type="body" sz="quarter" idx="12"/>
          </p:nvPr>
        </p:nvSpPr>
        <p:spPr>
          <a:xfrm>
            <a:off x="1350887" y="3943651"/>
            <a:ext cx="9036000" cy="48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0000"/>
              </a:lnSpc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Illustrate the HDFS architecture and its components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6" name="Google Shape;136;p54"/>
          <p:cNvSpPr txBox="1">
            <a:spLocks noGrp="1"/>
          </p:cNvSpPr>
          <p:nvPr>
            <p:ph type="body" sz="quarter" idx="13"/>
          </p:nvPr>
        </p:nvSpPr>
        <p:spPr>
          <a:xfrm>
            <a:off x="1350887" y="4803234"/>
            <a:ext cx="9036000" cy="48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0000"/>
              </a:lnSpc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Demonstrate the use of the HDFS Command Line Interface (CLI)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54"/>
          <p:cNvPicPr preferRelativeResize="0"/>
          <p:nvPr/>
        </p:nvPicPr>
        <p:blipFill>
          <a:blip r:embed="rId3"/>
          <a:srcRect/>
          <a:stretch/>
        </p:blipFill>
        <p:spPr>
          <a:xfrm>
            <a:off x="701144" y="2790395"/>
            <a:ext cx="489335" cy="47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4"/>
          <p:cNvPicPr preferRelativeResize="0"/>
          <p:nvPr/>
        </p:nvPicPr>
        <p:blipFill>
          <a:blip r:embed="rId3"/>
          <a:srcRect/>
          <a:stretch/>
        </p:blipFill>
        <p:spPr>
          <a:xfrm>
            <a:off x="701144" y="3907971"/>
            <a:ext cx="489335" cy="47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4"/>
          <p:cNvPicPr preferRelativeResize="0"/>
          <p:nvPr/>
        </p:nvPicPr>
        <p:blipFill>
          <a:blip r:embed="rId3"/>
          <a:srcRect/>
          <a:stretch/>
        </p:blipFill>
        <p:spPr>
          <a:xfrm>
            <a:off x="701144" y="4805654"/>
            <a:ext cx="489335" cy="479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5"/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ym typeface="Open Sans"/>
              </a:rPr>
              <a:t>Hadoop Distributed File System (HDFS)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 Is HDFS?</a:t>
            </a:r>
            <a:endParaRPr sz="28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56"/>
          <p:cNvSpPr/>
          <p:nvPr/>
        </p:nvSpPr>
        <p:spPr>
          <a:xfrm>
            <a:off x="3257683" y="6623140"/>
            <a:ext cx="9753961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It manages and supports the analyses of large volumes of big data.</a:t>
            </a:r>
            <a:endParaRPr sz="2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6"/>
          <p:cNvSpPr/>
          <p:nvPr/>
        </p:nvSpPr>
        <p:spPr>
          <a:xfrm>
            <a:off x="2278863" y="1435896"/>
            <a:ext cx="1134364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is a distributed file system that provides access to data across Hadoop clusters. 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6"/>
          <p:cNvPicPr preferRelativeResize="0"/>
          <p:nvPr/>
        </p:nvPicPr>
        <p:blipFill rotWithShape="1">
          <a:blip r:embed="rId3">
            <a:alphaModFix/>
          </a:blip>
          <a:srcRect l="27164" t="29959" r="28185" b="23294"/>
          <a:stretch/>
        </p:blipFill>
        <p:spPr>
          <a:xfrm>
            <a:off x="4498974" y="2107688"/>
            <a:ext cx="7258050" cy="42745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randline_LVC">
            <a:extLst>
              <a:ext uri="{FF2B5EF4-FFF2-40B4-BE49-F238E27FC236}">
                <a16:creationId xmlns:a16="http://schemas.microsoft.com/office/drawing/2014/main" id="{0E9A9FE7-CDAD-AA84-89AA-7DD4E7626831}"/>
              </a:ext>
            </a:extLst>
          </p:cNvPr>
          <p:cNvSpPr/>
          <p:nvPr/>
        </p:nvSpPr>
        <p:spPr>
          <a:xfrm>
            <a:off x="6553200" y="816324"/>
            <a:ext cx="3149283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57"/>
          <p:cNvPicPr preferRelativeResize="0"/>
          <p:nvPr/>
        </p:nvPicPr>
        <p:blipFill rotWithShape="1">
          <a:blip r:embed="rId3">
            <a:alphaModFix/>
          </a:blip>
          <a:srcRect l="67551" t="30000" r="9764" b="19709"/>
          <a:stretch/>
        </p:blipFill>
        <p:spPr>
          <a:xfrm>
            <a:off x="11124486" y="2813814"/>
            <a:ext cx="3687443" cy="4598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Challenges of Traditional Systems</a:t>
            </a:r>
            <a:endParaRPr sz="2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57"/>
          <p:cNvPicPr preferRelativeResize="0"/>
          <p:nvPr/>
        </p:nvPicPr>
        <p:blipFill rotWithShape="1">
          <a:blip r:embed="rId3">
            <a:alphaModFix/>
          </a:blip>
          <a:srcRect l="9814" t="30000" r="68908" b="19709"/>
          <a:stretch/>
        </p:blipFill>
        <p:spPr>
          <a:xfrm>
            <a:off x="1680519" y="2714065"/>
            <a:ext cx="3458843" cy="4598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7"/>
          <p:cNvSpPr txBox="1"/>
          <p:nvPr/>
        </p:nvSpPr>
        <p:spPr>
          <a:xfrm>
            <a:off x="1423463" y="1482692"/>
            <a:ext cx="13409074" cy="37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In the traditional system, storing and retrieving volumes of data had three major issues: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57" descr="Image result for hdfs architecture diagram"/>
          <p:cNvSpPr/>
          <p:nvPr/>
        </p:nvSpPr>
        <p:spPr>
          <a:xfrm>
            <a:off x="1566219" y="1682751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57"/>
          <p:cNvSpPr/>
          <p:nvPr/>
        </p:nvSpPr>
        <p:spPr>
          <a:xfrm>
            <a:off x="2251451" y="3187857"/>
            <a:ext cx="23897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Cost </a:t>
            </a:r>
            <a:endParaRPr sz="24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57"/>
          <p:cNvSpPr/>
          <p:nvPr/>
        </p:nvSpPr>
        <p:spPr>
          <a:xfrm>
            <a:off x="7419891" y="3187857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Speed</a:t>
            </a:r>
            <a:endParaRPr sz="24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57"/>
          <p:cNvSpPr/>
          <p:nvPr/>
        </p:nvSpPr>
        <p:spPr>
          <a:xfrm>
            <a:off x="12009698" y="3187857"/>
            <a:ext cx="19170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Reliability</a:t>
            </a:r>
            <a:endParaRPr sz="24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57"/>
          <p:cNvSpPr/>
          <p:nvPr/>
        </p:nvSpPr>
        <p:spPr>
          <a:xfrm>
            <a:off x="1602588" y="6376067"/>
            <a:ext cx="368744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$10,000 to $14,000 </a:t>
            </a:r>
            <a:b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per terabyte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57"/>
          <p:cNvSpPr/>
          <p:nvPr/>
        </p:nvSpPr>
        <p:spPr>
          <a:xfrm>
            <a:off x="6160758" y="6376067"/>
            <a:ext cx="393448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Search and analysis </a:t>
            </a:r>
            <a:b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is time-consuming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57"/>
          <p:cNvSpPr/>
          <p:nvPr/>
        </p:nvSpPr>
        <p:spPr>
          <a:xfrm>
            <a:off x="10723282" y="6400451"/>
            <a:ext cx="44898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Fetching data is difficult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3" name="Google Shape;17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9708" y="4071101"/>
            <a:ext cx="1884433" cy="18844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randline_LVC">
            <a:extLst>
              <a:ext uri="{FF2B5EF4-FFF2-40B4-BE49-F238E27FC236}">
                <a16:creationId xmlns:a16="http://schemas.microsoft.com/office/drawing/2014/main" id="{BECB067A-F26C-6E01-1AB1-DE5E5F8A91F2}"/>
              </a:ext>
            </a:extLst>
          </p:cNvPr>
          <p:cNvSpPr/>
          <p:nvPr/>
        </p:nvSpPr>
        <p:spPr>
          <a:xfrm>
            <a:off x="4394200" y="816324"/>
            <a:ext cx="7465296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Need for HDFS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58"/>
          <p:cNvPicPr preferRelativeResize="0"/>
          <p:nvPr/>
        </p:nvPicPr>
        <p:blipFill rotWithShape="1">
          <a:blip r:embed="rId3">
            <a:alphaModFix/>
          </a:blip>
          <a:srcRect l="43115" t="37967" r="42732" b="35927"/>
          <a:stretch/>
        </p:blipFill>
        <p:spPr>
          <a:xfrm>
            <a:off x="6977621" y="2739082"/>
            <a:ext cx="2300758" cy="2386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8"/>
          <p:cNvSpPr/>
          <p:nvPr/>
        </p:nvSpPr>
        <p:spPr>
          <a:xfrm>
            <a:off x="2784573" y="3005853"/>
            <a:ext cx="11333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Cost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58"/>
          <p:cNvSpPr/>
          <p:nvPr/>
        </p:nvSpPr>
        <p:spPr>
          <a:xfrm>
            <a:off x="7525448" y="6697473"/>
            <a:ext cx="120510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Speed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58"/>
          <p:cNvSpPr/>
          <p:nvPr/>
        </p:nvSpPr>
        <p:spPr>
          <a:xfrm>
            <a:off x="11829104" y="3005853"/>
            <a:ext cx="1781469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Reliability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58"/>
          <p:cNvSpPr/>
          <p:nvPr/>
        </p:nvSpPr>
        <p:spPr>
          <a:xfrm>
            <a:off x="2688475" y="1443145"/>
            <a:ext cx="119451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resolves all the three major issues of the traditional file system. </a:t>
            </a:r>
            <a:endParaRPr sz="22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58"/>
          <p:cNvSpPr/>
          <p:nvPr/>
        </p:nvSpPr>
        <p:spPr>
          <a:xfrm>
            <a:off x="1608760" y="3445552"/>
            <a:ext cx="348492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Has zero licensing and support costs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58"/>
          <p:cNvSpPr/>
          <p:nvPr/>
        </p:nvSpPr>
        <p:spPr>
          <a:xfrm>
            <a:off x="6079180" y="7149763"/>
            <a:ext cx="409764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Reads or writes more than one terabyte of data per second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8"/>
          <p:cNvSpPr/>
          <p:nvPr/>
        </p:nvSpPr>
        <p:spPr>
          <a:xfrm>
            <a:off x="10274851" y="3445552"/>
            <a:ext cx="488997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Copies </a:t>
            </a:r>
            <a:b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multiple times 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8" name="Google Shape;188;p58"/>
          <p:cNvPicPr preferRelativeResize="0"/>
          <p:nvPr/>
        </p:nvPicPr>
        <p:blipFill rotWithShape="1">
          <a:blip r:embed="rId3">
            <a:alphaModFix/>
          </a:blip>
          <a:srcRect l="32527" t="32506" r="56165" b="45580"/>
          <a:stretch/>
        </p:blipFill>
        <p:spPr>
          <a:xfrm>
            <a:off x="4746080" y="2565027"/>
            <a:ext cx="1838197" cy="200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8"/>
          <p:cNvPicPr preferRelativeResize="0"/>
          <p:nvPr/>
        </p:nvPicPr>
        <p:blipFill rotWithShape="1">
          <a:blip r:embed="rId3">
            <a:alphaModFix/>
          </a:blip>
          <a:srcRect l="57270" t="32507" r="33560" b="43384"/>
          <a:stretch/>
        </p:blipFill>
        <p:spPr>
          <a:xfrm>
            <a:off x="9902037" y="2544718"/>
            <a:ext cx="1490590" cy="220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2957" y="5326616"/>
            <a:ext cx="1170085" cy="11700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randline_LVC">
            <a:extLst>
              <a:ext uri="{FF2B5EF4-FFF2-40B4-BE49-F238E27FC236}">
                <a16:creationId xmlns:a16="http://schemas.microsoft.com/office/drawing/2014/main" id="{38E021A8-2565-9694-36E8-4FCCCAB5FF9C}"/>
              </a:ext>
            </a:extLst>
          </p:cNvPr>
          <p:cNvSpPr/>
          <p:nvPr/>
        </p:nvSpPr>
        <p:spPr>
          <a:xfrm>
            <a:off x="6527800" y="816324"/>
            <a:ext cx="320484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Storage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8" name="Google Shape;198;p59"/>
          <p:cNvGrpSpPr/>
          <p:nvPr/>
        </p:nvGrpSpPr>
        <p:grpSpPr>
          <a:xfrm>
            <a:off x="1986875" y="2593802"/>
            <a:ext cx="12282250" cy="5945471"/>
            <a:chOff x="1929712" y="1935451"/>
            <a:chExt cx="13007268" cy="6510654"/>
          </a:xfrm>
        </p:grpSpPr>
        <p:sp>
          <p:nvSpPr>
            <p:cNvPr id="199" name="Google Shape;199;p59"/>
            <p:cNvSpPr/>
            <p:nvPr/>
          </p:nvSpPr>
          <p:spPr>
            <a:xfrm>
              <a:off x="11334272" y="2979609"/>
              <a:ext cx="3602708" cy="1201053"/>
            </a:xfrm>
            <a:prstGeom prst="wedgeRoundRectCallout">
              <a:avLst>
                <a:gd name="adj1" fmla="val -61540"/>
                <a:gd name="adj2" fmla="val 3833"/>
                <a:gd name="adj3" fmla="val 16667"/>
              </a:avLst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Metadata keeps the information about the block and its replication. </a:t>
              </a:r>
              <a:br>
                <a:rPr lang="en-US" sz="16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16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It is stored in the NameNode.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9"/>
            <p:cNvSpPr/>
            <p:nvPr/>
          </p:nvSpPr>
          <p:spPr>
            <a:xfrm>
              <a:off x="6975456" y="1935451"/>
              <a:ext cx="3275189" cy="1012849"/>
            </a:xfrm>
            <a:custGeom>
              <a:avLst/>
              <a:gdLst/>
              <a:ahLst/>
              <a:cxnLst/>
              <a:rect l="l" t="t" r="r" b="b"/>
              <a:pathLst>
                <a:path w="3275189" h="1051259" extrusionOk="0">
                  <a:moveTo>
                    <a:pt x="0" y="150398"/>
                  </a:moveTo>
                  <a:cubicBezTo>
                    <a:pt x="0" y="67335"/>
                    <a:pt x="67335" y="0"/>
                    <a:pt x="150398" y="0"/>
                  </a:cubicBezTo>
                  <a:lnTo>
                    <a:pt x="545865" y="0"/>
                  </a:lnTo>
                  <a:lnTo>
                    <a:pt x="545865" y="0"/>
                  </a:lnTo>
                  <a:lnTo>
                    <a:pt x="1364662" y="0"/>
                  </a:lnTo>
                  <a:lnTo>
                    <a:pt x="3124791" y="0"/>
                  </a:lnTo>
                  <a:cubicBezTo>
                    <a:pt x="3207854" y="0"/>
                    <a:pt x="3275189" y="67335"/>
                    <a:pt x="3275189" y="150398"/>
                  </a:cubicBezTo>
                  <a:lnTo>
                    <a:pt x="3275189" y="526381"/>
                  </a:lnTo>
                  <a:lnTo>
                    <a:pt x="3275189" y="526381"/>
                  </a:lnTo>
                  <a:lnTo>
                    <a:pt x="3275189" y="751973"/>
                  </a:lnTo>
                  <a:lnTo>
                    <a:pt x="3275189" y="751970"/>
                  </a:lnTo>
                  <a:cubicBezTo>
                    <a:pt x="3275189" y="835033"/>
                    <a:pt x="3207854" y="902368"/>
                    <a:pt x="3124791" y="902368"/>
                  </a:cubicBezTo>
                  <a:lnTo>
                    <a:pt x="1364662" y="902368"/>
                  </a:lnTo>
                  <a:lnTo>
                    <a:pt x="1462863" y="1051259"/>
                  </a:lnTo>
                  <a:lnTo>
                    <a:pt x="1147115" y="889842"/>
                  </a:lnTo>
                  <a:cubicBezTo>
                    <a:pt x="1015293" y="889842"/>
                    <a:pt x="282220" y="902368"/>
                    <a:pt x="150398" y="902368"/>
                  </a:cubicBezTo>
                  <a:cubicBezTo>
                    <a:pt x="67335" y="902368"/>
                    <a:pt x="0" y="835033"/>
                    <a:pt x="0" y="751970"/>
                  </a:cubicBezTo>
                  <a:lnTo>
                    <a:pt x="0" y="751973"/>
                  </a:lnTo>
                  <a:lnTo>
                    <a:pt x="0" y="526381"/>
                  </a:lnTo>
                  <a:lnTo>
                    <a:pt x="0" y="526381"/>
                  </a:lnTo>
                  <a:lnTo>
                    <a:pt x="0" y="150398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is divided into 128 MB blocks.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59"/>
            <p:cNvSpPr/>
            <p:nvPr/>
          </p:nvSpPr>
          <p:spPr>
            <a:xfrm>
              <a:off x="1929712" y="4041984"/>
              <a:ext cx="2586431" cy="1534488"/>
            </a:xfrm>
            <a:custGeom>
              <a:avLst/>
              <a:gdLst/>
              <a:ahLst/>
              <a:cxnLst/>
              <a:rect l="l" t="t" r="r" b="b"/>
              <a:pathLst>
                <a:path w="2586431" h="1592680" extrusionOk="0">
                  <a:moveTo>
                    <a:pt x="0" y="150398"/>
                  </a:moveTo>
                  <a:cubicBezTo>
                    <a:pt x="0" y="67335"/>
                    <a:pt x="67335" y="0"/>
                    <a:pt x="150398" y="0"/>
                  </a:cubicBezTo>
                  <a:lnTo>
                    <a:pt x="1508751" y="0"/>
                  </a:lnTo>
                  <a:lnTo>
                    <a:pt x="1508751" y="0"/>
                  </a:lnTo>
                  <a:lnTo>
                    <a:pt x="2155359" y="0"/>
                  </a:lnTo>
                  <a:lnTo>
                    <a:pt x="2436033" y="0"/>
                  </a:lnTo>
                  <a:cubicBezTo>
                    <a:pt x="2519096" y="0"/>
                    <a:pt x="2586431" y="67335"/>
                    <a:pt x="2586431" y="150398"/>
                  </a:cubicBezTo>
                  <a:lnTo>
                    <a:pt x="2586431" y="526381"/>
                  </a:lnTo>
                  <a:lnTo>
                    <a:pt x="2586431" y="526381"/>
                  </a:lnTo>
                  <a:lnTo>
                    <a:pt x="2586431" y="751973"/>
                  </a:lnTo>
                  <a:lnTo>
                    <a:pt x="2586431" y="751970"/>
                  </a:lnTo>
                  <a:cubicBezTo>
                    <a:pt x="2586431" y="835033"/>
                    <a:pt x="2519096" y="902368"/>
                    <a:pt x="2436033" y="902368"/>
                  </a:cubicBezTo>
                  <a:lnTo>
                    <a:pt x="1770349" y="890336"/>
                  </a:lnTo>
                  <a:lnTo>
                    <a:pt x="1433426" y="1592680"/>
                  </a:lnTo>
                  <a:lnTo>
                    <a:pt x="1508751" y="902368"/>
                  </a:lnTo>
                  <a:lnTo>
                    <a:pt x="150398" y="902368"/>
                  </a:lnTo>
                  <a:cubicBezTo>
                    <a:pt x="67335" y="902368"/>
                    <a:pt x="0" y="835033"/>
                    <a:pt x="0" y="751970"/>
                  </a:cubicBezTo>
                  <a:lnTo>
                    <a:pt x="0" y="751973"/>
                  </a:lnTo>
                  <a:lnTo>
                    <a:pt x="0" y="526381"/>
                  </a:lnTo>
                  <a:lnTo>
                    <a:pt x="0" y="526381"/>
                  </a:lnTo>
                  <a:lnTo>
                    <a:pt x="0" y="150398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00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HDFS stores files in a number of blocks.</a:t>
              </a: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59"/>
            <p:cNvSpPr/>
            <p:nvPr/>
          </p:nvSpPr>
          <p:spPr>
            <a:xfrm>
              <a:off x="2342693" y="7175264"/>
              <a:ext cx="3182347" cy="1270841"/>
            </a:xfrm>
            <a:custGeom>
              <a:avLst/>
              <a:gdLst/>
              <a:ahLst/>
              <a:cxnLst/>
              <a:rect l="l" t="t" r="r" b="b"/>
              <a:pathLst>
                <a:path w="2572893" h="1270841" extrusionOk="0">
                  <a:moveTo>
                    <a:pt x="0" y="518871"/>
                  </a:moveTo>
                  <a:cubicBezTo>
                    <a:pt x="0" y="435808"/>
                    <a:pt x="67335" y="368473"/>
                    <a:pt x="150398" y="368473"/>
                  </a:cubicBezTo>
                  <a:lnTo>
                    <a:pt x="1500854" y="368473"/>
                  </a:lnTo>
                  <a:lnTo>
                    <a:pt x="1828452" y="0"/>
                  </a:lnTo>
                  <a:lnTo>
                    <a:pt x="1795162" y="392536"/>
                  </a:lnTo>
                  <a:cubicBezTo>
                    <a:pt x="1887968" y="392536"/>
                    <a:pt x="2329689" y="368473"/>
                    <a:pt x="2422495" y="368473"/>
                  </a:cubicBezTo>
                  <a:cubicBezTo>
                    <a:pt x="2505558" y="368473"/>
                    <a:pt x="2572893" y="435808"/>
                    <a:pt x="2572893" y="518871"/>
                  </a:cubicBezTo>
                  <a:lnTo>
                    <a:pt x="2572893" y="518868"/>
                  </a:lnTo>
                  <a:lnTo>
                    <a:pt x="2572893" y="518868"/>
                  </a:lnTo>
                  <a:lnTo>
                    <a:pt x="2572893" y="744460"/>
                  </a:lnTo>
                  <a:lnTo>
                    <a:pt x="2572893" y="1120443"/>
                  </a:lnTo>
                  <a:cubicBezTo>
                    <a:pt x="2572893" y="1203506"/>
                    <a:pt x="2505558" y="1270841"/>
                    <a:pt x="2422495" y="1270841"/>
                  </a:cubicBezTo>
                  <a:lnTo>
                    <a:pt x="2144078" y="1270841"/>
                  </a:lnTo>
                  <a:lnTo>
                    <a:pt x="1500854" y="1270841"/>
                  </a:lnTo>
                  <a:lnTo>
                    <a:pt x="1500854" y="1270841"/>
                  </a:lnTo>
                  <a:lnTo>
                    <a:pt x="150398" y="1270841"/>
                  </a:lnTo>
                  <a:cubicBezTo>
                    <a:pt x="67335" y="1270841"/>
                    <a:pt x="0" y="1203506"/>
                    <a:pt x="0" y="1120443"/>
                  </a:cubicBezTo>
                  <a:lnTo>
                    <a:pt x="0" y="744460"/>
                  </a:lnTo>
                  <a:lnTo>
                    <a:pt x="0" y="518868"/>
                  </a:lnTo>
                  <a:lnTo>
                    <a:pt x="0" y="518868"/>
                  </a:lnTo>
                  <a:lnTo>
                    <a:pt x="0" y="518871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block is replicated on a few separate computers.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Google Shape;203;p59"/>
            <p:cNvGrpSpPr/>
            <p:nvPr/>
          </p:nvGrpSpPr>
          <p:grpSpPr>
            <a:xfrm>
              <a:off x="2869060" y="2788917"/>
              <a:ext cx="8378382" cy="5274638"/>
              <a:chOff x="2811910" y="2163234"/>
              <a:chExt cx="8378382" cy="5274638"/>
            </a:xfrm>
          </p:grpSpPr>
          <p:grpSp>
            <p:nvGrpSpPr>
              <p:cNvPr id="204" name="Google Shape;204;p59"/>
              <p:cNvGrpSpPr/>
              <p:nvPr/>
            </p:nvGrpSpPr>
            <p:grpSpPr>
              <a:xfrm>
                <a:off x="2811910" y="2163234"/>
                <a:ext cx="8378382" cy="5274638"/>
                <a:chOff x="2763346" y="1981735"/>
                <a:chExt cx="8378382" cy="5274638"/>
              </a:xfrm>
            </p:grpSpPr>
            <p:sp>
              <p:nvSpPr>
                <p:cNvPr id="205" name="Google Shape;205;p59"/>
                <p:cNvSpPr/>
                <p:nvPr/>
              </p:nvSpPr>
              <p:spPr>
                <a:xfrm>
                  <a:off x="2763346" y="4072043"/>
                  <a:ext cx="1423630" cy="1583244"/>
                </a:xfrm>
                <a:prstGeom prst="foldedCorner">
                  <a:avLst>
                    <a:gd name="adj" fmla="val 14225"/>
                  </a:avLst>
                </a:prstGeom>
                <a:solidFill>
                  <a:srgbClr val="EFF5FB"/>
                </a:solidFill>
                <a:ln w="25400" cap="flat" cmpd="sng">
                  <a:solidFill>
                    <a:srgbClr val="DDEA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900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Large data file</a:t>
                  </a:r>
                  <a:endParaRPr sz="14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59"/>
                <p:cNvSpPr/>
                <p:nvPr/>
              </p:nvSpPr>
              <p:spPr>
                <a:xfrm>
                  <a:off x="4105777" y="5072925"/>
                  <a:ext cx="396998" cy="275423"/>
                </a:xfrm>
                <a:prstGeom prst="cube">
                  <a:avLst>
                    <a:gd name="adj" fmla="val 3097"/>
                  </a:avLst>
                </a:prstGeom>
                <a:solidFill>
                  <a:srgbClr val="FF505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7" name="Google Shape;207;p59"/>
                <p:cNvGrpSpPr/>
                <p:nvPr/>
              </p:nvGrpSpPr>
              <p:grpSpPr>
                <a:xfrm>
                  <a:off x="5781811" y="3768261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08" name="Google Shape;208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551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A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09" name="Google Shape;209;p5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10" name="Google Shape;210;p59"/>
                <p:cNvGrpSpPr/>
                <p:nvPr/>
              </p:nvGrpSpPr>
              <p:grpSpPr>
                <a:xfrm>
                  <a:off x="5750885" y="5005420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11" name="Google Shape;211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551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B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12" name="Google Shape;212;p5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13" name="Google Shape;213;p59"/>
                <p:cNvGrpSpPr/>
                <p:nvPr/>
              </p:nvGrpSpPr>
              <p:grpSpPr>
                <a:xfrm>
                  <a:off x="5781811" y="6227676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14" name="Google Shape;214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551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C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15" name="Google Shape;215;p5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pic>
            </p:grpSp>
            <p:grpSp>
              <p:nvGrpSpPr>
                <p:cNvPr id="216" name="Google Shape;216;p59"/>
                <p:cNvGrpSpPr/>
                <p:nvPr/>
              </p:nvGrpSpPr>
              <p:grpSpPr>
                <a:xfrm>
                  <a:off x="8484698" y="3768261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17" name="Google Shape;217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D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18" name="Google Shape;218;p5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19" name="Google Shape;219;p59"/>
                <p:cNvGrpSpPr/>
                <p:nvPr/>
              </p:nvGrpSpPr>
              <p:grpSpPr>
                <a:xfrm>
                  <a:off x="8484698" y="5005420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20" name="Google Shape;220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551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E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21" name="Google Shape;221;p5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222" name="Google Shape;222;p59"/>
                <p:cNvSpPr/>
                <p:nvPr/>
              </p:nvSpPr>
              <p:spPr>
                <a:xfrm>
                  <a:off x="8659748" y="5428961"/>
                  <a:ext cx="265076" cy="233795"/>
                </a:xfrm>
                <a:prstGeom prst="rect">
                  <a:avLst/>
                </a:prstGeom>
                <a:solidFill>
                  <a:srgbClr val="FBE4D4"/>
                </a:solidFill>
                <a:ln w="25400" cap="flat" cmpd="sng">
                  <a:solidFill>
                    <a:srgbClr val="F7CAAC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59"/>
                <p:cNvSpPr/>
                <p:nvPr/>
              </p:nvSpPr>
              <p:spPr>
                <a:xfrm>
                  <a:off x="8993990" y="5729794"/>
                  <a:ext cx="265076" cy="233795"/>
                </a:xfrm>
                <a:prstGeom prst="rect">
                  <a:avLst/>
                </a:prstGeom>
                <a:solidFill>
                  <a:srgbClr val="FFBDBD"/>
                </a:solidFill>
                <a:ln w="25400" cap="flat" cmpd="sng">
                  <a:solidFill>
                    <a:srgbClr val="FF8B8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59"/>
                <p:cNvSpPr/>
                <p:nvPr/>
              </p:nvSpPr>
              <p:spPr>
                <a:xfrm>
                  <a:off x="8659748" y="5729794"/>
                  <a:ext cx="265076" cy="233795"/>
                </a:xfrm>
                <a:prstGeom prst="rect">
                  <a:avLst/>
                </a:prstGeom>
                <a:solidFill>
                  <a:srgbClr val="E1EFD8"/>
                </a:solidFill>
                <a:ln w="25400" cap="flat" cmpd="sng">
                  <a:solidFill>
                    <a:srgbClr val="C4E0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59"/>
                <p:cNvSpPr/>
                <p:nvPr/>
              </p:nvSpPr>
              <p:spPr>
                <a:xfrm>
                  <a:off x="8993990" y="5428961"/>
                  <a:ext cx="265076" cy="233795"/>
                </a:xfrm>
                <a:prstGeom prst="rect">
                  <a:avLst/>
                </a:prstGeom>
                <a:solidFill>
                  <a:srgbClr val="FEE599"/>
                </a:solidFill>
                <a:ln w="25400" cap="flat" cmpd="sng">
                  <a:solidFill>
                    <a:srgbClr val="FFD9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p59"/>
                <p:cNvSpPr/>
                <p:nvPr/>
              </p:nvSpPr>
              <p:spPr>
                <a:xfrm>
                  <a:off x="4105777" y="4799377"/>
                  <a:ext cx="396998" cy="275423"/>
                </a:xfrm>
                <a:prstGeom prst="cube">
                  <a:avLst>
                    <a:gd name="adj" fmla="val 1944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" name="Google Shape;227;p59"/>
                <p:cNvSpPr/>
                <p:nvPr/>
              </p:nvSpPr>
              <p:spPr>
                <a:xfrm>
                  <a:off x="4105777" y="4511912"/>
                  <a:ext cx="396998" cy="275423"/>
                </a:xfrm>
                <a:prstGeom prst="cube">
                  <a:avLst>
                    <a:gd name="adj" fmla="val 1944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59"/>
                <p:cNvSpPr/>
                <p:nvPr/>
              </p:nvSpPr>
              <p:spPr>
                <a:xfrm>
                  <a:off x="4105777" y="4248748"/>
                  <a:ext cx="396998" cy="251584"/>
                </a:xfrm>
                <a:prstGeom prst="cube">
                  <a:avLst>
                    <a:gd name="adj" fmla="val 3807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29" name="Google Shape;229;p59"/>
                <p:cNvGrpSpPr/>
                <p:nvPr/>
              </p:nvGrpSpPr>
              <p:grpSpPr>
                <a:xfrm>
                  <a:off x="8484698" y="5005420"/>
                  <a:ext cx="2556216" cy="1028697"/>
                  <a:chOff x="4836051" y="1365565"/>
                  <a:chExt cx="1889560" cy="760415"/>
                </a:xfrm>
              </p:grpSpPr>
              <p:sp>
                <p:nvSpPr>
                  <p:cNvPr id="230" name="Google Shape;230;p59"/>
                  <p:cNvSpPr/>
                  <p:nvPr/>
                </p:nvSpPr>
                <p:spPr>
                  <a:xfrm>
                    <a:off x="4836051" y="1365565"/>
                    <a:ext cx="1889560" cy="760415"/>
                  </a:xfrm>
                  <a:prstGeom prst="roundRect">
                    <a:avLst>
                      <a:gd name="adj" fmla="val 5510"/>
                    </a:avLst>
                  </a:prstGeom>
                  <a:solidFill>
                    <a:srgbClr val="F9F9F9"/>
                  </a:solidFill>
                  <a:ln w="1270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Node E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31" name="Google Shape;231;p5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6327679" y="1436180"/>
                    <a:ext cx="301712" cy="549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32" name="Google Shape;232;p59"/>
                <p:cNvGrpSpPr/>
                <p:nvPr/>
              </p:nvGrpSpPr>
              <p:grpSpPr>
                <a:xfrm>
                  <a:off x="5508938" y="2208069"/>
                  <a:ext cx="1797246" cy="1350019"/>
                  <a:chOff x="8233054" y="1473836"/>
                  <a:chExt cx="1328527" cy="997936"/>
                </a:xfrm>
              </p:grpSpPr>
              <p:pic>
                <p:nvPicPr>
                  <p:cNvPr id="233" name="Google Shape;233;p5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8505834" y="1473836"/>
                    <a:ext cx="375408" cy="6842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4" name="Google Shape;234;p59"/>
                  <p:cNvSpPr txBox="1"/>
                  <p:nvPr/>
                </p:nvSpPr>
                <p:spPr>
                  <a:xfrm>
                    <a:off x="8233054" y="2147928"/>
                    <a:ext cx="1328527" cy="323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lang="en-US" sz="2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NameNode</a:t>
                    </a:r>
                    <a:endParaRPr sz="2000" b="0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  <p:sp>
              <p:nvSpPr>
                <p:cNvPr id="235" name="Google Shape;235;p59"/>
                <p:cNvSpPr/>
                <p:nvPr/>
              </p:nvSpPr>
              <p:spPr>
                <a:xfrm>
                  <a:off x="7105333" y="2158616"/>
                  <a:ext cx="3829661" cy="1228675"/>
                </a:xfrm>
                <a:prstGeom prst="roundRect">
                  <a:avLst>
                    <a:gd name="adj" fmla="val 1194"/>
                  </a:avLst>
                </a:prstGeom>
                <a:solidFill>
                  <a:srgbClr val="EFF5FB"/>
                </a:solidFill>
                <a:ln w="9525" cap="flat" cmpd="sng">
                  <a:solidFill>
                    <a:srgbClr val="DDEA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lang="en-US" sz="2000" b="0" i="0" u="none" strike="noStrike" cap="none">
                      <a:solidFill>
                        <a:srgbClr val="00B0F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Metadata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59"/>
                <p:cNvSpPr/>
                <p:nvPr/>
              </p:nvSpPr>
              <p:spPr>
                <a:xfrm>
                  <a:off x="5547761" y="1981735"/>
                  <a:ext cx="5593967" cy="1611486"/>
                </a:xfrm>
                <a:prstGeom prst="roundRect">
                  <a:avLst>
                    <a:gd name="adj" fmla="val 1194"/>
                  </a:avLst>
                </a:prstGeom>
                <a:noFill/>
                <a:ln w="12700" cap="flat" cmpd="sng">
                  <a:solidFill>
                    <a:srgbClr val="BFBFB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cxnSp>
              <p:nvCxnSpPr>
                <p:cNvPr id="237" name="Google Shape;237;p59"/>
                <p:cNvCxnSpPr/>
                <p:nvPr/>
              </p:nvCxnSpPr>
              <p:spPr>
                <a:xfrm rot="10800000" flipH="1">
                  <a:off x="4508370" y="4324286"/>
                  <a:ext cx="1444253" cy="324294"/>
                </a:xfrm>
                <a:prstGeom prst="bentConnector3">
                  <a:avLst>
                    <a:gd name="adj1" fmla="val 6056"/>
                  </a:avLst>
                </a:prstGeom>
                <a:noFill/>
                <a:ln w="19050" cap="flat" cmpd="sng">
                  <a:solidFill>
                    <a:srgbClr val="ED7D3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38" name="Google Shape;238;p59"/>
                <p:cNvCxnSpPr/>
                <p:nvPr/>
              </p:nvCxnSpPr>
              <p:spPr>
                <a:xfrm>
                  <a:off x="4508370" y="4648580"/>
                  <a:ext cx="4296749" cy="42758"/>
                </a:xfrm>
                <a:prstGeom prst="bentConnector4">
                  <a:avLst>
                    <a:gd name="adj1" fmla="val 1957"/>
                    <a:gd name="adj2" fmla="val -450182"/>
                  </a:avLst>
                </a:prstGeom>
                <a:noFill/>
                <a:ln w="19050" cap="flat" cmpd="sng">
                  <a:solidFill>
                    <a:srgbClr val="ED7D3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39" name="Google Shape;239;p59"/>
                <p:cNvCxnSpPr>
                  <a:stCxn id="240" idx="3"/>
                  <a:endCxn id="241" idx="0"/>
                </p:cNvCxnSpPr>
                <p:nvPr/>
              </p:nvCxnSpPr>
              <p:spPr>
                <a:xfrm rot="-5400000" flipH="1">
                  <a:off x="8832869" y="4660639"/>
                  <a:ext cx="692400" cy="801900"/>
                </a:xfrm>
                <a:prstGeom prst="bentConnector3">
                  <a:avLst>
                    <a:gd name="adj1" fmla="val 23790"/>
                  </a:avLst>
                </a:prstGeom>
                <a:noFill/>
                <a:ln w="19050" cap="flat" cmpd="sng">
                  <a:solidFill>
                    <a:srgbClr val="ED7D3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2" name="Google Shape;242;p59"/>
                <p:cNvCxnSpPr/>
                <p:nvPr/>
              </p:nvCxnSpPr>
              <p:spPr>
                <a:xfrm>
                  <a:off x="4501804" y="4398869"/>
                  <a:ext cx="1434499" cy="1072607"/>
                </a:xfrm>
                <a:prstGeom prst="bentConnector3">
                  <a:avLst>
                    <a:gd name="adj1" fmla="val -5307"/>
                  </a:avLst>
                </a:prstGeom>
                <a:noFill/>
                <a:ln w="1905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3" name="Google Shape;243;p59"/>
                <p:cNvCxnSpPr/>
                <p:nvPr/>
              </p:nvCxnSpPr>
              <p:spPr>
                <a:xfrm>
                  <a:off x="4493658" y="4394556"/>
                  <a:ext cx="1444253" cy="2302058"/>
                </a:xfrm>
                <a:prstGeom prst="bentConnector3">
                  <a:avLst>
                    <a:gd name="adj1" fmla="val -4586"/>
                  </a:avLst>
                </a:prstGeom>
                <a:noFill/>
                <a:ln w="1905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4" name="Google Shape;244;p59"/>
                <p:cNvCxnSpPr/>
                <p:nvPr/>
              </p:nvCxnSpPr>
              <p:spPr>
                <a:xfrm rot="10800000" flipH="1">
                  <a:off x="4508370" y="4443666"/>
                  <a:ext cx="2052000" cy="396000"/>
                </a:xfrm>
                <a:prstGeom prst="bentConnector2">
                  <a:avLst/>
                </a:prstGeom>
                <a:noFill/>
                <a:ln w="19050" cap="flat" cmpd="sng">
                  <a:solidFill>
                    <a:srgbClr val="548235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5" name="Google Shape;245;p59"/>
                <p:cNvCxnSpPr>
                  <a:endCxn id="246" idx="1"/>
                </p:cNvCxnSpPr>
                <p:nvPr/>
              </p:nvCxnSpPr>
              <p:spPr>
                <a:xfrm>
                  <a:off x="4521223" y="4854059"/>
                  <a:ext cx="2037600" cy="503100"/>
                </a:xfrm>
                <a:prstGeom prst="bentConnector2">
                  <a:avLst/>
                </a:prstGeom>
                <a:noFill/>
                <a:ln w="19050" cap="flat" cmpd="sng">
                  <a:solidFill>
                    <a:srgbClr val="548235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7" name="Google Shape;247;p59"/>
                <p:cNvCxnSpPr/>
                <p:nvPr/>
              </p:nvCxnSpPr>
              <p:spPr>
                <a:xfrm>
                  <a:off x="4508370" y="4857196"/>
                  <a:ext cx="1444253" cy="2096173"/>
                </a:xfrm>
                <a:prstGeom prst="bentConnector3">
                  <a:avLst>
                    <a:gd name="adj1" fmla="val 34009"/>
                  </a:avLst>
                </a:prstGeom>
                <a:noFill/>
                <a:ln w="19050" cap="flat" cmpd="sng">
                  <a:solidFill>
                    <a:srgbClr val="548235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48" name="Google Shape;248;p59"/>
                <p:cNvCxnSpPr>
                  <a:endCxn id="249" idx="2"/>
                </p:cNvCxnSpPr>
                <p:nvPr/>
              </p:nvCxnSpPr>
              <p:spPr>
                <a:xfrm rot="10800000" flipH="1">
                  <a:off x="4481173" y="4574992"/>
                  <a:ext cx="1451100" cy="637500"/>
                </a:xfrm>
                <a:prstGeom prst="bentConnector3">
                  <a:avLst>
                    <a:gd name="adj1" fmla="val 14752"/>
                  </a:avLst>
                </a:prstGeom>
                <a:noFill/>
                <a:ln w="19050" cap="flat" cmpd="sng">
                  <a:solidFill>
                    <a:srgbClr val="FF505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50" name="Google Shape;250;p59"/>
                <p:cNvCxnSpPr>
                  <a:endCxn id="251" idx="2"/>
                </p:cNvCxnSpPr>
                <p:nvPr/>
              </p:nvCxnSpPr>
              <p:spPr>
                <a:xfrm>
                  <a:off x="4498377" y="5213029"/>
                  <a:ext cx="1451700" cy="547200"/>
                </a:xfrm>
                <a:prstGeom prst="bentConnector3">
                  <a:avLst>
                    <a:gd name="adj1" fmla="val 12733"/>
                  </a:avLst>
                </a:prstGeom>
                <a:noFill/>
                <a:ln w="19050" cap="flat" cmpd="sng">
                  <a:solidFill>
                    <a:srgbClr val="FF505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52" name="Google Shape;252;p59"/>
                <p:cNvCxnSpPr>
                  <a:endCxn id="253" idx="3"/>
                </p:cNvCxnSpPr>
                <p:nvPr/>
              </p:nvCxnSpPr>
              <p:spPr>
                <a:xfrm>
                  <a:off x="4480575" y="5215068"/>
                  <a:ext cx="5091900" cy="750300"/>
                </a:xfrm>
                <a:prstGeom prst="bentConnector4">
                  <a:avLst>
                    <a:gd name="adj1" fmla="val 3968"/>
                    <a:gd name="adj2" fmla="val 50915"/>
                  </a:avLst>
                </a:prstGeom>
                <a:noFill/>
                <a:ln w="19050" cap="flat" cmpd="sng">
                  <a:solidFill>
                    <a:srgbClr val="FF505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254" name="Google Shape;254;p59"/>
                <p:cNvSpPr/>
                <p:nvPr/>
              </p:nvSpPr>
              <p:spPr>
                <a:xfrm>
                  <a:off x="5932273" y="4145858"/>
                  <a:ext cx="396998" cy="275423"/>
                </a:xfrm>
                <a:prstGeom prst="cube">
                  <a:avLst>
                    <a:gd name="adj" fmla="val 1945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59"/>
                <p:cNvSpPr/>
                <p:nvPr/>
              </p:nvSpPr>
              <p:spPr>
                <a:xfrm>
                  <a:off x="5932273" y="4433412"/>
                  <a:ext cx="396998" cy="275423"/>
                </a:xfrm>
                <a:prstGeom prst="cube">
                  <a:avLst>
                    <a:gd name="adj" fmla="val 2809"/>
                  </a:avLst>
                </a:prstGeom>
                <a:solidFill>
                  <a:srgbClr val="FF505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59"/>
                <p:cNvSpPr/>
                <p:nvPr/>
              </p:nvSpPr>
              <p:spPr>
                <a:xfrm>
                  <a:off x="6353602" y="4151323"/>
                  <a:ext cx="396998" cy="275423"/>
                </a:xfrm>
                <a:prstGeom prst="cube">
                  <a:avLst>
                    <a:gd name="adj" fmla="val 1367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59"/>
                <p:cNvSpPr/>
                <p:nvPr/>
              </p:nvSpPr>
              <p:spPr>
                <a:xfrm>
                  <a:off x="5950077" y="5353830"/>
                  <a:ext cx="396998" cy="251584"/>
                </a:xfrm>
                <a:prstGeom prst="cube">
                  <a:avLst>
                    <a:gd name="adj" fmla="val 2545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59"/>
                <p:cNvSpPr/>
                <p:nvPr/>
              </p:nvSpPr>
              <p:spPr>
                <a:xfrm>
                  <a:off x="5950077" y="5621030"/>
                  <a:ext cx="396998" cy="275423"/>
                </a:xfrm>
                <a:prstGeom prst="cube">
                  <a:avLst>
                    <a:gd name="adj" fmla="val 1080"/>
                  </a:avLst>
                </a:prstGeom>
                <a:solidFill>
                  <a:srgbClr val="FF505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59"/>
                <p:cNvSpPr/>
                <p:nvPr/>
              </p:nvSpPr>
              <p:spPr>
                <a:xfrm>
                  <a:off x="6366302" y="5353830"/>
                  <a:ext cx="388261" cy="243384"/>
                </a:xfrm>
                <a:prstGeom prst="cube">
                  <a:avLst>
                    <a:gd name="adj" fmla="val 1368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59"/>
                <p:cNvSpPr/>
                <p:nvPr/>
              </p:nvSpPr>
              <p:spPr>
                <a:xfrm>
                  <a:off x="5918109" y="6580923"/>
                  <a:ext cx="396998" cy="251584"/>
                </a:xfrm>
                <a:prstGeom prst="cube">
                  <a:avLst>
                    <a:gd name="adj" fmla="val 2545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59"/>
                <p:cNvSpPr/>
                <p:nvPr/>
              </p:nvSpPr>
              <p:spPr>
                <a:xfrm>
                  <a:off x="5918109" y="6843700"/>
                  <a:ext cx="396998" cy="275423"/>
                </a:xfrm>
                <a:prstGeom prst="cube">
                  <a:avLst>
                    <a:gd name="adj" fmla="val 0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59"/>
                <p:cNvSpPr/>
                <p:nvPr/>
              </p:nvSpPr>
              <p:spPr>
                <a:xfrm>
                  <a:off x="9376565" y="5689945"/>
                  <a:ext cx="396998" cy="275423"/>
                </a:xfrm>
                <a:prstGeom prst="cube">
                  <a:avLst>
                    <a:gd name="adj" fmla="val 1944"/>
                  </a:avLst>
                </a:prstGeom>
                <a:solidFill>
                  <a:srgbClr val="FF505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59"/>
                <p:cNvSpPr/>
                <p:nvPr/>
              </p:nvSpPr>
              <p:spPr>
                <a:xfrm>
                  <a:off x="9377280" y="5407874"/>
                  <a:ext cx="396998" cy="275423"/>
                </a:xfrm>
                <a:prstGeom prst="cube">
                  <a:avLst>
                    <a:gd name="adj" fmla="val 3097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59"/>
                <p:cNvSpPr/>
                <p:nvPr/>
              </p:nvSpPr>
              <p:spPr>
                <a:xfrm>
                  <a:off x="8583745" y="4439966"/>
                  <a:ext cx="396998" cy="275423"/>
                </a:xfrm>
                <a:prstGeom prst="cube">
                  <a:avLst>
                    <a:gd name="adj" fmla="val 3097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59"/>
                <p:cNvSpPr/>
                <p:nvPr/>
              </p:nvSpPr>
              <p:spPr>
                <a:xfrm>
                  <a:off x="8581224" y="4191617"/>
                  <a:ext cx="396998" cy="251584"/>
                </a:xfrm>
                <a:prstGeom prst="cube">
                  <a:avLst>
                    <a:gd name="adj" fmla="val 2545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0" name="Google Shape;260;p59"/>
                <p:cNvCxnSpPr/>
                <p:nvPr/>
              </p:nvCxnSpPr>
              <p:spPr>
                <a:xfrm rot="10800000" flipH="1">
                  <a:off x="4481258" y="4210507"/>
                  <a:ext cx="3924000" cy="181309"/>
                </a:xfrm>
                <a:prstGeom prst="bentConnector4">
                  <a:avLst>
                    <a:gd name="adj1" fmla="val -1470"/>
                    <a:gd name="adj2" fmla="val 447573"/>
                  </a:avLst>
                </a:prstGeom>
                <a:noFill/>
                <a:ln w="1905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261" name="Google Shape;261;p59"/>
              <p:cNvGrpSpPr/>
              <p:nvPr/>
            </p:nvGrpSpPr>
            <p:grpSpPr>
              <a:xfrm>
                <a:off x="8453821" y="4373116"/>
                <a:ext cx="199779" cy="132669"/>
                <a:chOff x="8453821" y="4373116"/>
                <a:chExt cx="199779" cy="132669"/>
              </a:xfrm>
            </p:grpSpPr>
            <p:cxnSp>
              <p:nvCxnSpPr>
                <p:cNvPr id="262" name="Google Shape;262;p59"/>
                <p:cNvCxnSpPr/>
                <p:nvPr/>
              </p:nvCxnSpPr>
              <p:spPr>
                <a:xfrm>
                  <a:off x="8458200" y="4505785"/>
                  <a:ext cx="195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263" name="Google Shape;263;p59"/>
                <p:cNvCxnSpPr/>
                <p:nvPr/>
              </p:nvCxnSpPr>
              <p:spPr>
                <a:xfrm flipH="1">
                  <a:off x="8453821" y="4373116"/>
                  <a:ext cx="1" cy="125792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sp>
        <p:nvSpPr>
          <p:cNvPr id="265" name="Google Shape;265;p59"/>
          <p:cNvSpPr txBox="1"/>
          <p:nvPr/>
        </p:nvSpPr>
        <p:spPr>
          <a:xfrm>
            <a:off x="2047378" y="1415896"/>
            <a:ext cx="12161244" cy="84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is a distributed file system that uses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architectures to allow high-performance data access across highly scalable Hadoop clusters.</a:t>
            </a:r>
            <a:endParaRPr dirty="0"/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C606B4EB-DF08-FF18-ACDB-98B6586B5D6E}"/>
              </a:ext>
            </a:extLst>
          </p:cNvPr>
          <p:cNvSpPr/>
          <p:nvPr/>
        </p:nvSpPr>
        <p:spPr>
          <a:xfrm>
            <a:off x="6642101" y="816324"/>
            <a:ext cx="296870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Characteristics of HDFS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DF85C7-47AB-DCE1-F17E-F4679AD9CBDB}"/>
              </a:ext>
            </a:extLst>
          </p:cNvPr>
          <p:cNvGrpSpPr/>
          <p:nvPr/>
        </p:nvGrpSpPr>
        <p:grpSpPr>
          <a:xfrm>
            <a:off x="2417445" y="1751075"/>
            <a:ext cx="10134567" cy="5561800"/>
            <a:chOff x="549805" y="415785"/>
            <a:chExt cx="13257982" cy="7275915"/>
          </a:xfrm>
        </p:grpSpPr>
        <p:sp>
          <p:nvSpPr>
            <p:cNvPr id="272" name="Google Shape;272;p60"/>
            <p:cNvSpPr txBox="1"/>
            <p:nvPr/>
          </p:nvSpPr>
          <p:spPr>
            <a:xfrm>
              <a:off x="6287137" y="415785"/>
              <a:ext cx="3445093" cy="1006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Fault-tolerant system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60"/>
            <p:cNvSpPr txBox="1"/>
            <p:nvPr/>
          </p:nvSpPr>
          <p:spPr>
            <a:xfrm>
              <a:off x="549805" y="6608633"/>
              <a:ext cx="5338861" cy="1006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 for </a:t>
              </a:r>
              <a:b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heterogeneous clusters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60"/>
            <p:cNvSpPr txBox="1"/>
            <p:nvPr/>
          </p:nvSpPr>
          <p:spPr>
            <a:xfrm>
              <a:off x="11675185" y="4286108"/>
              <a:ext cx="2132602" cy="563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Scalable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60"/>
            <p:cNvSpPr txBox="1"/>
            <p:nvPr/>
          </p:nvSpPr>
          <p:spPr>
            <a:xfrm>
              <a:off x="2470972" y="4258147"/>
              <a:ext cx="2974289" cy="563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Rack-aware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60"/>
            <p:cNvSpPr txBox="1"/>
            <p:nvPr/>
          </p:nvSpPr>
          <p:spPr>
            <a:xfrm>
              <a:off x="10342148" y="6685174"/>
              <a:ext cx="3318156" cy="1006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Built for large datasets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60"/>
            <p:cNvSpPr/>
            <p:nvPr/>
          </p:nvSpPr>
          <p:spPr>
            <a:xfrm>
              <a:off x="5261784" y="1955563"/>
              <a:ext cx="5732431" cy="573243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0"/>
            <p:cNvSpPr/>
            <p:nvPr/>
          </p:nvSpPr>
          <p:spPr>
            <a:xfrm>
              <a:off x="7662195" y="1508117"/>
              <a:ext cx="666796" cy="686618"/>
            </a:xfrm>
            <a:prstGeom prst="ellipse">
              <a:avLst/>
            </a:prstGeom>
            <a:solidFill>
              <a:srgbClr val="4472C4"/>
            </a:solidFill>
            <a:ln w="12700" cap="flat" cmpd="sng">
              <a:solidFill>
                <a:srgbClr val="E7E6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sz="2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60"/>
            <p:cNvSpPr/>
            <p:nvPr/>
          </p:nvSpPr>
          <p:spPr>
            <a:xfrm>
              <a:off x="10528412" y="4105407"/>
              <a:ext cx="933186" cy="933186"/>
            </a:xfrm>
            <a:prstGeom prst="ellipse">
              <a:avLst/>
            </a:prstGeom>
            <a:solidFill>
              <a:srgbClr val="ED7D31"/>
            </a:solidFill>
            <a:ln w="12700" cap="flat" cmpd="sng">
              <a:solidFill>
                <a:srgbClr val="E7E6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sz="2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60"/>
            <p:cNvSpPr/>
            <p:nvPr/>
          </p:nvSpPr>
          <p:spPr>
            <a:xfrm>
              <a:off x="9408963" y="6533542"/>
              <a:ext cx="933186" cy="933186"/>
            </a:xfrm>
            <a:prstGeom prst="ellipse">
              <a:avLst/>
            </a:prstGeom>
            <a:solidFill>
              <a:srgbClr val="70B353"/>
            </a:solidFill>
            <a:ln w="12700" cap="flat" cmpd="sng">
              <a:solidFill>
                <a:srgbClr val="E7E6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1" name="Google Shape;281;p60"/>
            <p:cNvSpPr/>
            <p:nvPr/>
          </p:nvSpPr>
          <p:spPr>
            <a:xfrm>
              <a:off x="4795980" y="4105407"/>
              <a:ext cx="933186" cy="933186"/>
            </a:xfrm>
            <a:prstGeom prst="ellipse">
              <a:avLst/>
            </a:prstGeom>
            <a:solidFill>
              <a:srgbClr val="2DA99D"/>
            </a:solidFill>
            <a:ln w="12700" cap="flat" cmpd="sng">
              <a:solidFill>
                <a:srgbClr val="E7E6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sz="2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2" name="Google Shape;282;p60"/>
            <p:cNvSpPr/>
            <p:nvPr/>
          </p:nvSpPr>
          <p:spPr>
            <a:xfrm>
              <a:off x="5950166" y="6533542"/>
              <a:ext cx="933186" cy="933186"/>
            </a:xfrm>
            <a:prstGeom prst="ellipse">
              <a:avLst/>
            </a:prstGeom>
            <a:solidFill>
              <a:srgbClr val="FF8F7B"/>
            </a:solidFill>
            <a:ln w="12700" cap="flat" cmpd="sng">
              <a:solidFill>
                <a:srgbClr val="E7E6E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sz="2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A6C575C8-CE69-3B00-2418-07E5CEF0456A}"/>
              </a:ext>
            </a:extLst>
          </p:cNvPr>
          <p:cNvSpPr/>
          <p:nvPr/>
        </p:nvSpPr>
        <p:spPr>
          <a:xfrm>
            <a:off x="5549900" y="816324"/>
            <a:ext cx="5165408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1"/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>
                <a:sym typeface="Open Sans"/>
              </a:rPr>
              <a:t>HDFS Architecture and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2"/>
          <p:cNvSpPr/>
          <p:nvPr/>
        </p:nvSpPr>
        <p:spPr>
          <a:xfrm>
            <a:off x="1289722" y="1478621"/>
            <a:ext cx="13676557" cy="160180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Hadoop's high-availability functionality ensures that the Hadoop cluster remains operational despite unfavorable conditions, such as NameNode failure, DataNode failure, or computer crashes. It indicates that the data will be available through a standby NameNode when the NameNode fails.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7" name="Google Shape;297;p62"/>
          <p:cNvGrpSpPr/>
          <p:nvPr/>
        </p:nvGrpSpPr>
        <p:grpSpPr>
          <a:xfrm>
            <a:off x="4592278" y="4087207"/>
            <a:ext cx="7071444" cy="3685194"/>
            <a:chOff x="3262465" y="1210656"/>
            <a:chExt cx="10727855" cy="6281898"/>
          </a:xfrm>
        </p:grpSpPr>
        <p:sp>
          <p:nvSpPr>
            <p:cNvPr id="298" name="Google Shape;298;p62"/>
            <p:cNvSpPr/>
            <p:nvPr/>
          </p:nvSpPr>
          <p:spPr>
            <a:xfrm>
              <a:off x="3262465" y="1210656"/>
              <a:ext cx="10727855" cy="6281898"/>
            </a:xfrm>
            <a:prstGeom prst="roundRect">
              <a:avLst>
                <a:gd name="adj" fmla="val 3764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2"/>
            <p:cNvSpPr/>
            <p:nvPr/>
          </p:nvSpPr>
          <p:spPr>
            <a:xfrm>
              <a:off x="10792376" y="2340652"/>
              <a:ext cx="1884910" cy="1884910"/>
            </a:xfrm>
            <a:prstGeom prst="flowChartConnector">
              <a:avLst/>
            </a:prstGeom>
            <a:solidFill>
              <a:srgbClr val="7617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2"/>
            <p:cNvSpPr/>
            <p:nvPr/>
          </p:nvSpPr>
          <p:spPr>
            <a:xfrm>
              <a:off x="8295293" y="1663524"/>
              <a:ext cx="3173652" cy="3173652"/>
            </a:xfrm>
            <a:prstGeom prst="flowChartConnector">
              <a:avLst/>
            </a:prstGeom>
            <a:solidFill>
              <a:srgbClr val="D829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2"/>
            <p:cNvSpPr/>
            <p:nvPr/>
          </p:nvSpPr>
          <p:spPr>
            <a:xfrm>
              <a:off x="10242338" y="4673662"/>
              <a:ext cx="1554069" cy="1554069"/>
            </a:xfrm>
            <a:prstGeom prst="flowChartConnector">
              <a:avLst/>
            </a:prstGeom>
            <a:solidFill>
              <a:srgbClr val="BA0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2"/>
            <p:cNvSpPr/>
            <p:nvPr/>
          </p:nvSpPr>
          <p:spPr>
            <a:xfrm>
              <a:off x="11803047" y="5450696"/>
              <a:ext cx="905718" cy="905718"/>
            </a:xfrm>
            <a:prstGeom prst="flowChartConnector">
              <a:avLst/>
            </a:prstGeom>
            <a:solidFill>
              <a:srgbClr val="9A8E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" name="Google Shape;303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85028" y="1477184"/>
              <a:ext cx="2542930" cy="293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24942" y="3608854"/>
              <a:ext cx="2090016" cy="2410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298384" y="2214609"/>
              <a:ext cx="623175" cy="7187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10228" y="4814139"/>
              <a:ext cx="623175" cy="7187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601915" y="5794693"/>
              <a:ext cx="341308" cy="393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06391" y="4579058"/>
              <a:ext cx="623175" cy="7187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62"/>
            <p:cNvSpPr txBox="1"/>
            <p:nvPr/>
          </p:nvSpPr>
          <p:spPr>
            <a:xfrm>
              <a:off x="4169161" y="3902395"/>
              <a:ext cx="3762578" cy="1311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Hadoop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high-availability</a:t>
              </a:r>
              <a:endParaRPr sz="22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310" name="Google Shape;310;p6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7342" y="3223819"/>
              <a:ext cx="1026725" cy="7700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62"/>
            <p:cNvSpPr txBox="1"/>
            <p:nvPr/>
          </p:nvSpPr>
          <p:spPr>
            <a:xfrm>
              <a:off x="8378311" y="2315354"/>
              <a:ext cx="2625354" cy="1573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endPara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high-availability</a:t>
              </a:r>
              <a:endPara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2" name="Google Shape;312;p62"/>
            <p:cNvSpPr txBox="1"/>
            <p:nvPr/>
          </p:nvSpPr>
          <p:spPr>
            <a:xfrm>
              <a:off x="10761742" y="4401097"/>
              <a:ext cx="1707655" cy="1101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What is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Failover?</a:t>
              </a:r>
              <a:endPara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" name="Google Shape;296;p62">
            <a:extLst>
              <a:ext uri="{FF2B5EF4-FFF2-40B4-BE49-F238E27FC236}">
                <a16:creationId xmlns:a16="http://schemas.microsoft.com/office/drawing/2014/main" id="{B71CF6A0-A3D2-E1C2-A221-BFC6DF855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High-Availability Architecture</a:t>
            </a:r>
            <a:endParaRPr sz="2800" dirty="0"/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16CD7E82-0112-71EE-7483-D8FF70D5BC87}"/>
              </a:ext>
            </a:extLst>
          </p:cNvPr>
          <p:cNvSpPr/>
          <p:nvPr/>
        </p:nvSpPr>
        <p:spPr>
          <a:xfrm>
            <a:off x="4216400" y="816324"/>
            <a:ext cx="784034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63"/>
          <p:cNvGrpSpPr/>
          <p:nvPr/>
        </p:nvGrpSpPr>
        <p:grpSpPr>
          <a:xfrm>
            <a:off x="1091096" y="1411889"/>
            <a:ext cx="14073809" cy="6917099"/>
            <a:chOff x="643294" y="1419755"/>
            <a:chExt cx="15238208" cy="7129083"/>
          </a:xfrm>
        </p:grpSpPr>
        <p:grpSp>
          <p:nvGrpSpPr>
            <p:cNvPr id="319" name="Google Shape;319;p63"/>
            <p:cNvGrpSpPr/>
            <p:nvPr/>
          </p:nvGrpSpPr>
          <p:grpSpPr>
            <a:xfrm>
              <a:off x="7313590" y="7461440"/>
              <a:ext cx="2119913" cy="1087398"/>
              <a:chOff x="3990957" y="6099366"/>
              <a:chExt cx="3109262" cy="1442308"/>
            </a:xfrm>
          </p:grpSpPr>
          <p:sp>
            <p:nvSpPr>
              <p:cNvPr id="320" name="Google Shape;320;p63"/>
              <p:cNvSpPr/>
              <p:nvPr/>
            </p:nvSpPr>
            <p:spPr>
              <a:xfrm>
                <a:off x="3990957" y="6099366"/>
                <a:ext cx="3109262" cy="1442308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 Node 2</a:t>
                </a: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1" name="Google Shape;321;p6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424273" y="6176348"/>
                <a:ext cx="530544" cy="966960"/>
              </a:xfrm>
              <a:prstGeom prst="rect">
                <a:avLst/>
              </a:prstGeom>
              <a:noFill/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22" name="Google Shape;322;p63"/>
              <p:cNvSpPr/>
              <p:nvPr/>
            </p:nvSpPr>
            <p:spPr>
              <a:xfrm>
                <a:off x="5024383" y="6745499"/>
                <a:ext cx="629198" cy="436515"/>
              </a:xfrm>
              <a:prstGeom prst="cube">
                <a:avLst>
                  <a:gd name="adj" fmla="val 2640"/>
                </a:avLst>
              </a:prstGeom>
              <a:solidFill>
                <a:srgbClr val="548135"/>
              </a:solidFill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63"/>
              <p:cNvSpPr/>
              <p:nvPr/>
            </p:nvSpPr>
            <p:spPr>
              <a:xfrm>
                <a:off x="4325643" y="6745499"/>
                <a:ext cx="629198" cy="436515"/>
              </a:xfrm>
              <a:prstGeom prst="cube">
                <a:avLst>
                  <a:gd name="adj" fmla="val 2640"/>
                </a:avLst>
              </a:prstGeom>
              <a:solidFill>
                <a:srgbClr val="00B0F0"/>
              </a:solidFill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63"/>
            <p:cNvGrpSpPr/>
            <p:nvPr/>
          </p:nvGrpSpPr>
          <p:grpSpPr>
            <a:xfrm>
              <a:off x="11250061" y="7461440"/>
              <a:ext cx="2119913" cy="1087398"/>
              <a:chOff x="7792587" y="5826483"/>
              <a:chExt cx="2119913" cy="1087398"/>
            </a:xfrm>
          </p:grpSpPr>
          <p:sp>
            <p:nvSpPr>
              <p:cNvPr id="325" name="Google Shape;325;p63"/>
              <p:cNvSpPr/>
              <p:nvPr/>
            </p:nvSpPr>
            <p:spPr>
              <a:xfrm>
                <a:off x="7792587" y="5826483"/>
                <a:ext cx="2119913" cy="1087398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 Node 3</a:t>
                </a: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6" name="Google Shape;326;p6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451636" y="5910360"/>
                <a:ext cx="361728" cy="729019"/>
              </a:xfrm>
              <a:prstGeom prst="rect">
                <a:avLst/>
              </a:prstGeom>
              <a:noFill/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27" name="Google Shape;327;p63"/>
              <p:cNvSpPr/>
              <p:nvPr/>
            </p:nvSpPr>
            <p:spPr>
              <a:xfrm>
                <a:off x="8020778" y="6339459"/>
                <a:ext cx="428991" cy="329101"/>
              </a:xfrm>
              <a:prstGeom prst="cube">
                <a:avLst>
                  <a:gd name="adj" fmla="val 1463"/>
                </a:avLst>
              </a:prstGeom>
              <a:solidFill>
                <a:srgbClr val="00B0F0"/>
              </a:solidFill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63"/>
              <p:cNvSpPr/>
              <p:nvPr/>
            </p:nvSpPr>
            <p:spPr>
              <a:xfrm>
                <a:off x="8505814" y="6326044"/>
                <a:ext cx="428991" cy="329101"/>
              </a:xfrm>
              <a:prstGeom prst="cube">
                <a:avLst>
                  <a:gd name="adj" fmla="val 2640"/>
                </a:avLst>
              </a:prstGeom>
              <a:solidFill>
                <a:srgbClr val="548135"/>
              </a:solidFill>
              <a:ln w="9525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" name="Google Shape;329;p63"/>
            <p:cNvSpPr/>
            <p:nvPr/>
          </p:nvSpPr>
          <p:spPr>
            <a:xfrm>
              <a:off x="742861" y="2343387"/>
              <a:ext cx="3913433" cy="1124871"/>
            </a:xfrm>
            <a:prstGeom prst="round2DiagRect">
              <a:avLst>
                <a:gd name="adj1" fmla="val 16667"/>
                <a:gd name="adj2" fmla="val 50000"/>
              </a:avLst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Failover Controller </a:t>
              </a:r>
              <a:r>
                <a:rPr lang="en-US" sz="2200" b="1" i="0" u="none" strike="noStrike" cap="none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Active</a:t>
              </a:r>
              <a:endParaRPr sz="2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3"/>
            <p:cNvSpPr txBox="1"/>
            <p:nvPr/>
          </p:nvSpPr>
          <p:spPr>
            <a:xfrm>
              <a:off x="13697156" y="4330052"/>
              <a:ext cx="2184346" cy="412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 health </a:t>
              </a:r>
              <a:endPara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63"/>
            <p:cNvSpPr txBox="1"/>
            <p:nvPr/>
          </p:nvSpPr>
          <p:spPr>
            <a:xfrm>
              <a:off x="643294" y="4330242"/>
              <a:ext cx="2184346" cy="412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 health </a:t>
              </a:r>
              <a:endPara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" name="Google Shape;332;p63"/>
            <p:cNvGrpSpPr/>
            <p:nvPr/>
          </p:nvGrpSpPr>
          <p:grpSpPr>
            <a:xfrm>
              <a:off x="2699578" y="1419755"/>
              <a:ext cx="12714667" cy="7069448"/>
              <a:chOff x="2699578" y="1419755"/>
              <a:chExt cx="12714667" cy="7069448"/>
            </a:xfrm>
          </p:grpSpPr>
          <p:grpSp>
            <p:nvGrpSpPr>
              <p:cNvPr id="333" name="Google Shape;333;p63"/>
              <p:cNvGrpSpPr/>
              <p:nvPr/>
            </p:nvGrpSpPr>
            <p:grpSpPr>
              <a:xfrm>
                <a:off x="3208200" y="7401805"/>
                <a:ext cx="2119913" cy="1087398"/>
                <a:chOff x="3990957" y="6013458"/>
                <a:chExt cx="3109262" cy="1442308"/>
              </a:xfrm>
            </p:grpSpPr>
            <p:sp>
              <p:nvSpPr>
                <p:cNvPr id="334" name="Google Shape;334;p63"/>
                <p:cNvSpPr/>
                <p:nvPr/>
              </p:nvSpPr>
              <p:spPr>
                <a:xfrm>
                  <a:off x="3990957" y="6013458"/>
                  <a:ext cx="3109262" cy="1442308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5B9BD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500"/>
                    <a:buFont typeface="Arial"/>
                    <a:buNone/>
                  </a:pPr>
                  <a:r>
                    <a:rPr lang="en-US" sz="15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Data Node 1</a:t>
                  </a:r>
                  <a:endParaRPr sz="14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335" name="Google Shape;335;p6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24273" y="6176348"/>
                  <a:ext cx="530544" cy="966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6" name="Google Shape;336;p63"/>
                <p:cNvSpPr/>
                <p:nvPr/>
              </p:nvSpPr>
              <p:spPr>
                <a:xfrm>
                  <a:off x="502438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63"/>
                <p:cNvSpPr/>
                <p:nvPr/>
              </p:nvSpPr>
              <p:spPr>
                <a:xfrm>
                  <a:off x="432564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" name="Google Shape;338;p63"/>
              <p:cNvGrpSpPr/>
              <p:nvPr/>
            </p:nvGrpSpPr>
            <p:grpSpPr>
              <a:xfrm>
                <a:off x="9564005" y="4672105"/>
                <a:ext cx="1536053" cy="1619126"/>
                <a:chOff x="5406897" y="4366841"/>
                <a:chExt cx="1536053" cy="1619126"/>
              </a:xfrm>
            </p:grpSpPr>
            <p:grpSp>
              <p:nvGrpSpPr>
                <p:cNvPr id="339" name="Google Shape;339;p63"/>
                <p:cNvGrpSpPr/>
                <p:nvPr/>
              </p:nvGrpSpPr>
              <p:grpSpPr>
                <a:xfrm>
                  <a:off x="5406897" y="4366841"/>
                  <a:ext cx="1536053" cy="1551861"/>
                  <a:chOff x="5962923" y="3584170"/>
                  <a:chExt cx="1261686" cy="1206316"/>
                </a:xfrm>
              </p:grpSpPr>
              <p:sp>
                <p:nvSpPr>
                  <p:cNvPr id="340" name="Google Shape;340;p63"/>
                  <p:cNvSpPr/>
                  <p:nvPr/>
                </p:nvSpPr>
                <p:spPr>
                  <a:xfrm>
                    <a:off x="5962923" y="3584170"/>
                    <a:ext cx="1261686" cy="1206316"/>
                  </a:xfrm>
                  <a:prstGeom prst="roundRect">
                    <a:avLst>
                      <a:gd name="adj" fmla="val 4885"/>
                    </a:avLst>
                  </a:prstGeom>
                  <a:solidFill>
                    <a:srgbClr val="FFFBEF"/>
                  </a:solidFill>
                  <a:ln w="25400" cap="flat" cmpd="sng">
                    <a:solidFill>
                      <a:srgbClr val="F7CAAC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500"/>
                      <a:buFont typeface="Arial"/>
                      <a:buNone/>
                    </a:pPr>
                    <a:endParaRPr sz="1500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341" name="Google Shape;341;p6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403982" y="3647875"/>
                    <a:ext cx="431586" cy="7865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342" name="Google Shape;342;p63"/>
                <p:cNvSpPr txBox="1"/>
                <p:nvPr/>
              </p:nvSpPr>
              <p:spPr>
                <a:xfrm>
                  <a:off x="5526955" y="5415033"/>
                  <a:ext cx="1379387" cy="5709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500"/>
                    <a:buFont typeface="Arial"/>
                    <a:buNone/>
                  </a:pPr>
                  <a:r>
                    <a:rPr lang="en-US" sz="15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Standby </a:t>
                  </a:r>
                  <a:br>
                    <a:rPr lang="en-US" sz="15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</a:br>
                  <a:r>
                    <a:rPr lang="en-US" sz="15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NameNode</a:t>
                  </a:r>
                  <a:endParaRPr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43" name="Google Shape;343;p63"/>
              <p:cNvGrpSpPr/>
              <p:nvPr/>
            </p:nvGrpSpPr>
            <p:grpSpPr>
              <a:xfrm>
                <a:off x="4560087" y="4789812"/>
                <a:ext cx="1590953" cy="1563524"/>
                <a:chOff x="5375514" y="2282627"/>
                <a:chExt cx="1590953" cy="1563524"/>
              </a:xfrm>
            </p:grpSpPr>
            <p:sp>
              <p:nvSpPr>
                <p:cNvPr id="344" name="Google Shape;344;p63"/>
                <p:cNvSpPr/>
                <p:nvPr/>
              </p:nvSpPr>
              <p:spPr>
                <a:xfrm>
                  <a:off x="5375514" y="2282627"/>
                  <a:ext cx="1536052" cy="1489093"/>
                </a:xfrm>
                <a:prstGeom prst="roundRect">
                  <a:avLst>
                    <a:gd name="adj" fmla="val 6432"/>
                  </a:avLst>
                </a:prstGeom>
                <a:solidFill>
                  <a:srgbClr val="F2F2F2"/>
                </a:solidFill>
                <a:ln w="25400" cap="flat" cmpd="sng">
                  <a:solidFill>
                    <a:srgbClr val="D8D8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345" name="Google Shape;345;p6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5925021" y="2377833"/>
                  <a:ext cx="490527" cy="8940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46" name="Google Shape;346;p63"/>
                <p:cNvSpPr txBox="1"/>
                <p:nvPr/>
              </p:nvSpPr>
              <p:spPr>
                <a:xfrm>
                  <a:off x="5471722" y="3243496"/>
                  <a:ext cx="1494745" cy="602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Active</a:t>
                  </a:r>
                  <a:endParaRPr sz="14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NameNode</a:t>
                  </a:r>
                  <a:endParaRPr sz="16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cxnSp>
            <p:nvCxnSpPr>
              <p:cNvPr id="347" name="Google Shape;347;p63"/>
              <p:cNvCxnSpPr/>
              <p:nvPr/>
            </p:nvCxnSpPr>
            <p:spPr>
              <a:xfrm rot="10800000">
                <a:off x="5128787" y="63354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48" name="Google Shape;348;p63"/>
              <p:cNvCxnSpPr/>
              <p:nvPr/>
            </p:nvCxnSpPr>
            <p:spPr>
              <a:xfrm rot="10800000">
                <a:off x="5358770" y="63354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B792A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49" name="Google Shape;349;p63"/>
              <p:cNvCxnSpPr/>
              <p:nvPr/>
            </p:nvCxnSpPr>
            <p:spPr>
              <a:xfrm rot="10800000">
                <a:off x="5588752" y="63354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350" name="Google Shape;350;p63"/>
              <p:cNvCxnSpPr/>
              <p:nvPr/>
            </p:nvCxnSpPr>
            <p:spPr>
              <a:xfrm rot="10800000">
                <a:off x="10123370" y="63608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1" name="Google Shape;351;p63"/>
              <p:cNvCxnSpPr/>
              <p:nvPr/>
            </p:nvCxnSpPr>
            <p:spPr>
              <a:xfrm rot="10800000">
                <a:off x="10353353" y="63608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B792A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2" name="Google Shape;352;p63"/>
              <p:cNvCxnSpPr/>
              <p:nvPr/>
            </p:nvCxnSpPr>
            <p:spPr>
              <a:xfrm rot="10800000">
                <a:off x="10583335" y="6360856"/>
                <a:ext cx="0" cy="7425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353" name="Google Shape;353;p63"/>
              <p:cNvCxnSpPr/>
              <p:nvPr/>
            </p:nvCxnSpPr>
            <p:spPr>
              <a:xfrm>
                <a:off x="4268156" y="7073960"/>
                <a:ext cx="8041857" cy="2891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4" name="Google Shape;354;p63"/>
              <p:cNvCxnSpPr/>
              <p:nvPr/>
            </p:nvCxnSpPr>
            <p:spPr>
              <a:xfrm>
                <a:off x="4268155" y="7076461"/>
                <a:ext cx="1" cy="341186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355" name="Google Shape;355;p63"/>
              <p:cNvCxnSpPr/>
              <p:nvPr/>
            </p:nvCxnSpPr>
            <p:spPr>
              <a:xfrm>
                <a:off x="8289085" y="7089955"/>
                <a:ext cx="1" cy="341186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cxnSp>
            <p:nvCxnSpPr>
              <p:cNvPr id="356" name="Google Shape;356;p63"/>
              <p:cNvCxnSpPr/>
              <p:nvPr/>
            </p:nvCxnSpPr>
            <p:spPr>
              <a:xfrm>
                <a:off x="12297313" y="7102874"/>
                <a:ext cx="1" cy="341186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357" name="Google Shape;357;p63"/>
              <p:cNvSpPr/>
              <p:nvPr/>
            </p:nvSpPr>
            <p:spPr>
              <a:xfrm>
                <a:off x="6465294" y="1419755"/>
                <a:ext cx="3010955" cy="902916"/>
              </a:xfrm>
              <a:prstGeom prst="roundRect">
                <a:avLst>
                  <a:gd name="adj" fmla="val 31520"/>
                </a:avLst>
              </a:prstGeom>
              <a:solidFill>
                <a:srgbClr val="0D95B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Zookeeper Service</a:t>
                </a:r>
                <a:endParaRPr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(leader election)</a:t>
                </a:r>
                <a:endParaRPr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63"/>
              <p:cNvSpPr/>
              <p:nvPr/>
            </p:nvSpPr>
            <p:spPr>
              <a:xfrm>
                <a:off x="11478252" y="2343387"/>
                <a:ext cx="3935993" cy="1124871"/>
              </a:xfrm>
              <a:prstGeom prst="round2DiagRect">
                <a:avLst>
                  <a:gd name="adj1" fmla="val 16667"/>
                  <a:gd name="adj2" fmla="val 50000"/>
                </a:avLst>
              </a:prstGeom>
              <a:solidFill>
                <a:srgbClr val="F4B08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Failover Controller </a:t>
                </a:r>
                <a:r>
                  <a:rPr lang="en-US" sz="2200" b="1" i="0" u="none" strike="noStrike" cap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Standby</a:t>
                </a:r>
                <a:endParaRPr sz="2200" b="0" i="0" u="none" strike="noStrike" cap="none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63"/>
              <p:cNvSpPr/>
              <p:nvPr/>
            </p:nvSpPr>
            <p:spPr>
              <a:xfrm>
                <a:off x="6413136" y="3438337"/>
                <a:ext cx="3150869" cy="998692"/>
              </a:xfrm>
              <a:prstGeom prst="roundRect">
                <a:avLst>
                  <a:gd name="adj" fmla="val 31520"/>
                </a:avLst>
              </a:prstGeom>
              <a:solidFill>
                <a:srgbClr val="355E7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Metadata</a:t>
                </a:r>
                <a:endParaRPr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(shared edit logs)</a:t>
                </a:r>
                <a:endParaRPr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0" name="Google Shape;360;p63"/>
              <p:cNvCxnSpPr/>
              <p:nvPr/>
            </p:nvCxnSpPr>
            <p:spPr>
              <a:xfrm>
                <a:off x="6096139" y="5534358"/>
                <a:ext cx="166013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p63"/>
              <p:cNvCxnSpPr/>
              <p:nvPr/>
            </p:nvCxnSpPr>
            <p:spPr>
              <a:xfrm rot="10800000">
                <a:off x="7756276" y="4572000"/>
                <a:ext cx="0" cy="962358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2" name="Google Shape;362;p63"/>
              <p:cNvCxnSpPr>
                <a:stCxn id="329" idx="3"/>
              </p:cNvCxnSpPr>
              <p:nvPr/>
            </p:nvCxnSpPr>
            <p:spPr>
              <a:xfrm rot="-5400000">
                <a:off x="4299178" y="229287"/>
                <a:ext cx="514500" cy="3713700"/>
              </a:xfrm>
              <a:prstGeom prst="bentConnector2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3" name="Google Shape;363;p63"/>
              <p:cNvCxnSpPr>
                <a:stCxn id="358" idx="3"/>
              </p:cNvCxnSpPr>
              <p:nvPr/>
            </p:nvCxnSpPr>
            <p:spPr>
              <a:xfrm rot="5400000" flipH="1">
                <a:off x="11204498" y="101637"/>
                <a:ext cx="508800" cy="3974700"/>
              </a:xfrm>
              <a:prstGeom prst="bentConnector2">
                <a:avLst/>
              </a:prstGeom>
              <a:noFill/>
              <a:ln w="9525" cap="flat" cmpd="sng">
                <a:solidFill>
                  <a:srgbClr val="5597D3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4" name="Google Shape;364;p63"/>
              <p:cNvCxnSpPr/>
              <p:nvPr/>
            </p:nvCxnSpPr>
            <p:spPr>
              <a:xfrm rot="-5400000" flipH="1">
                <a:off x="2596828" y="3571008"/>
                <a:ext cx="2066100" cy="1860600"/>
              </a:xfrm>
              <a:prstGeom prst="bentConnector2">
                <a:avLst/>
              </a:prstGeom>
              <a:noFill/>
              <a:ln w="9525" cap="flat" cmpd="sng">
                <a:solidFill>
                  <a:srgbClr val="C55A1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5" name="Google Shape;365;p63"/>
              <p:cNvCxnSpPr/>
              <p:nvPr/>
            </p:nvCxnSpPr>
            <p:spPr>
              <a:xfrm rot="5400000">
                <a:off x="11225645" y="3313767"/>
                <a:ext cx="2095017" cy="2346191"/>
              </a:xfrm>
              <a:prstGeom prst="bentConnector2">
                <a:avLst/>
              </a:prstGeom>
              <a:noFill/>
              <a:ln w="9525" cap="flat" cmpd="sng">
                <a:solidFill>
                  <a:srgbClr val="C55A1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6" name="Google Shape;366;p63"/>
              <p:cNvCxnSpPr/>
              <p:nvPr/>
            </p:nvCxnSpPr>
            <p:spPr>
              <a:xfrm>
                <a:off x="8111876" y="4572000"/>
                <a:ext cx="0" cy="962358"/>
              </a:xfrm>
              <a:prstGeom prst="straightConnector1">
                <a:avLst/>
              </a:prstGeom>
              <a:noFill/>
              <a:ln w="9525" cap="flat" cmpd="sng">
                <a:solidFill>
                  <a:srgbClr val="355E7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p63"/>
              <p:cNvCxnSpPr/>
              <p:nvPr/>
            </p:nvCxnSpPr>
            <p:spPr>
              <a:xfrm>
                <a:off x="8111876" y="5534358"/>
                <a:ext cx="139722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55E7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368" name="Google Shape;368;p63"/>
              <p:cNvSpPr txBox="1"/>
              <p:nvPr/>
            </p:nvSpPr>
            <p:spPr>
              <a:xfrm>
                <a:off x="4036614" y="1812981"/>
                <a:ext cx="2184346" cy="412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Heartbeat</a:t>
                </a:r>
                <a:endParaRPr sz="20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63"/>
              <p:cNvSpPr txBox="1"/>
              <p:nvPr/>
            </p:nvSpPr>
            <p:spPr>
              <a:xfrm>
                <a:off x="10207933" y="1826235"/>
                <a:ext cx="2184346" cy="412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Heartbeat</a:t>
                </a:r>
                <a:endParaRPr sz="20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0" name="Google Shape;370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High-Availability Architecture</a:t>
            </a:r>
            <a:endParaRPr sz="2800" dirty="0"/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13640ABD-B787-F84C-EA8A-B364599593AA}"/>
              </a:ext>
            </a:extLst>
          </p:cNvPr>
          <p:cNvSpPr/>
          <p:nvPr/>
        </p:nvSpPr>
        <p:spPr>
          <a:xfrm>
            <a:off x="4216400" y="816324"/>
            <a:ext cx="784034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Types of HDFS Architectures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64"/>
          <p:cNvSpPr/>
          <p:nvPr/>
        </p:nvSpPr>
        <p:spPr>
          <a:xfrm>
            <a:off x="2328978" y="2079413"/>
            <a:ext cx="37190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Quorum-based storage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4"/>
          <p:cNvSpPr/>
          <p:nvPr/>
        </p:nvSpPr>
        <p:spPr>
          <a:xfrm>
            <a:off x="8930789" y="2079412"/>
            <a:ext cx="47917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Shared storage using NFS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64"/>
          <p:cNvGrpSpPr/>
          <p:nvPr/>
        </p:nvGrpSpPr>
        <p:grpSpPr>
          <a:xfrm>
            <a:off x="978932" y="1925949"/>
            <a:ext cx="14413268" cy="6813612"/>
            <a:chOff x="978932" y="1367800"/>
            <a:chExt cx="14152142" cy="7238411"/>
          </a:xfrm>
        </p:grpSpPr>
        <p:cxnSp>
          <p:nvCxnSpPr>
            <p:cNvPr id="381" name="Google Shape;381;p64"/>
            <p:cNvCxnSpPr/>
            <p:nvPr/>
          </p:nvCxnSpPr>
          <p:spPr>
            <a:xfrm>
              <a:off x="7081106" y="1367800"/>
              <a:ext cx="0" cy="7238411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82" name="Google Shape;382;p64"/>
            <p:cNvGrpSpPr/>
            <p:nvPr/>
          </p:nvGrpSpPr>
          <p:grpSpPr>
            <a:xfrm>
              <a:off x="10031249" y="6099888"/>
              <a:ext cx="3997849" cy="338554"/>
              <a:chOff x="10031249" y="6099888"/>
              <a:chExt cx="3997849" cy="338554"/>
            </a:xfrm>
          </p:grpSpPr>
          <p:sp>
            <p:nvSpPr>
              <p:cNvPr id="383" name="Google Shape;383;p64"/>
              <p:cNvSpPr txBox="1"/>
              <p:nvPr/>
            </p:nvSpPr>
            <p:spPr>
              <a:xfrm>
                <a:off x="10031249" y="6099888"/>
                <a:ext cx="6740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DN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64"/>
              <p:cNvSpPr txBox="1"/>
              <p:nvPr/>
            </p:nvSpPr>
            <p:spPr>
              <a:xfrm>
                <a:off x="11139192" y="6099888"/>
                <a:ext cx="6740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DN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64"/>
              <p:cNvSpPr txBox="1"/>
              <p:nvPr/>
            </p:nvSpPr>
            <p:spPr>
              <a:xfrm>
                <a:off x="12247135" y="6099888"/>
                <a:ext cx="6740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DN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64"/>
              <p:cNvSpPr txBox="1"/>
              <p:nvPr/>
            </p:nvSpPr>
            <p:spPr>
              <a:xfrm>
                <a:off x="13355078" y="6099888"/>
                <a:ext cx="6740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DN</a:t>
                </a: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7" name="Google Shape;387;p64"/>
            <p:cNvSpPr/>
            <p:nvPr/>
          </p:nvSpPr>
          <p:spPr>
            <a:xfrm>
              <a:off x="2640536" y="5767057"/>
              <a:ext cx="1349218" cy="1222392"/>
            </a:xfrm>
            <a:prstGeom prst="roundRect">
              <a:avLst>
                <a:gd name="adj" fmla="val 5510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" name="Google Shape;388;p64"/>
            <p:cNvGrpSpPr/>
            <p:nvPr/>
          </p:nvGrpSpPr>
          <p:grpSpPr>
            <a:xfrm>
              <a:off x="1001077" y="2154551"/>
              <a:ext cx="1692715" cy="1704356"/>
              <a:chOff x="1097329" y="2899907"/>
              <a:chExt cx="1692715" cy="1704953"/>
            </a:xfrm>
          </p:grpSpPr>
          <p:sp>
            <p:nvSpPr>
              <p:cNvPr id="389" name="Google Shape;389;p64"/>
              <p:cNvSpPr/>
              <p:nvPr/>
            </p:nvSpPr>
            <p:spPr>
              <a:xfrm>
                <a:off x="1097329" y="2899907"/>
                <a:ext cx="1692715" cy="1704953"/>
              </a:xfrm>
              <a:prstGeom prst="roundRect">
                <a:avLst>
                  <a:gd name="adj" fmla="val 6432"/>
                </a:avLst>
              </a:prstGeom>
              <a:solidFill>
                <a:srgbClr val="F2F2F2"/>
              </a:solidFill>
              <a:ln w="25400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0" name="Google Shape;390;p6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03987" y="2995114"/>
                <a:ext cx="490527" cy="8940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1" name="Google Shape;391;p64"/>
              <p:cNvSpPr txBox="1"/>
              <p:nvPr/>
            </p:nvSpPr>
            <p:spPr>
              <a:xfrm>
                <a:off x="1279262" y="3860777"/>
                <a:ext cx="134363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Active</a:t>
                </a: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16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92" name="Google Shape;392;p64"/>
            <p:cNvGrpSpPr/>
            <p:nvPr/>
          </p:nvGrpSpPr>
          <p:grpSpPr>
            <a:xfrm>
              <a:off x="4847304" y="2097003"/>
              <a:ext cx="1692712" cy="1729044"/>
              <a:chOff x="4943556" y="2757302"/>
              <a:chExt cx="1692712" cy="1729044"/>
            </a:xfrm>
          </p:grpSpPr>
          <p:sp>
            <p:nvSpPr>
              <p:cNvPr id="393" name="Google Shape;393;p64"/>
              <p:cNvSpPr/>
              <p:nvPr/>
            </p:nvSpPr>
            <p:spPr>
              <a:xfrm>
                <a:off x="4943556" y="2757302"/>
                <a:ext cx="1692712" cy="1729044"/>
              </a:xfrm>
              <a:prstGeom prst="roundRect">
                <a:avLst>
                  <a:gd name="adj" fmla="val 4885"/>
                </a:avLst>
              </a:prstGeom>
              <a:solidFill>
                <a:srgbClr val="FFFBEF"/>
              </a:solidFill>
              <a:ln w="25400" cap="flat" cmpd="sng">
                <a:solidFill>
                  <a:srgbClr val="FFF2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4" name="Google Shape;394;p6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41419" y="2899908"/>
                <a:ext cx="525439" cy="10119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5" name="Google Shape;395;p64"/>
              <p:cNvSpPr txBox="1"/>
              <p:nvPr/>
            </p:nvSpPr>
            <p:spPr>
              <a:xfrm>
                <a:off x="5161112" y="3870659"/>
                <a:ext cx="1271502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Standby </a:t>
                </a:r>
                <a:b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</a:b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96" name="Google Shape;396;p64"/>
            <p:cNvSpPr/>
            <p:nvPr/>
          </p:nvSpPr>
          <p:spPr>
            <a:xfrm>
              <a:off x="4847303" y="3834622"/>
              <a:ext cx="1714860" cy="956581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254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 Journal Manager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" name="Google Shape;397;p64"/>
            <p:cNvCxnSpPr/>
            <p:nvPr/>
          </p:nvCxnSpPr>
          <p:spPr>
            <a:xfrm>
              <a:off x="1748318" y="4815490"/>
              <a:ext cx="409832" cy="1077329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8" name="Google Shape;398;p64"/>
            <p:cNvCxnSpPr/>
            <p:nvPr/>
          </p:nvCxnSpPr>
          <p:spPr>
            <a:xfrm>
              <a:off x="1748318" y="4821316"/>
              <a:ext cx="1951520" cy="1052371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9" name="Google Shape;399;p64"/>
            <p:cNvCxnSpPr/>
            <p:nvPr/>
          </p:nvCxnSpPr>
          <p:spPr>
            <a:xfrm>
              <a:off x="1748318" y="4819777"/>
              <a:ext cx="3642485" cy="1078246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0" name="Google Shape;400;p64"/>
            <p:cNvCxnSpPr>
              <a:stCxn id="396" idx="2"/>
              <a:endCxn id="401" idx="0"/>
            </p:cNvCxnSpPr>
            <p:nvPr/>
          </p:nvCxnSpPr>
          <p:spPr>
            <a:xfrm flipH="1">
              <a:off x="5529833" y="4791203"/>
              <a:ext cx="174900" cy="11223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2" name="Google Shape;402;p64"/>
            <p:cNvCxnSpPr>
              <a:stCxn id="396" idx="2"/>
            </p:cNvCxnSpPr>
            <p:nvPr/>
          </p:nvCxnSpPr>
          <p:spPr>
            <a:xfrm flipH="1">
              <a:off x="3953033" y="4791203"/>
              <a:ext cx="1751700" cy="10860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3" name="Google Shape;403;p64"/>
            <p:cNvCxnSpPr>
              <a:stCxn id="396" idx="2"/>
            </p:cNvCxnSpPr>
            <p:nvPr/>
          </p:nvCxnSpPr>
          <p:spPr>
            <a:xfrm flipH="1">
              <a:off x="2206433" y="4791203"/>
              <a:ext cx="3498300" cy="10935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04" name="Google Shape;404;p64"/>
            <p:cNvSpPr/>
            <p:nvPr/>
          </p:nvSpPr>
          <p:spPr>
            <a:xfrm>
              <a:off x="1531886" y="5913598"/>
              <a:ext cx="1349218" cy="1222392"/>
            </a:xfrm>
            <a:prstGeom prst="roundRect">
              <a:avLst>
                <a:gd name="adj" fmla="val 5510"/>
              </a:avLst>
            </a:prstGeom>
            <a:solidFill>
              <a:srgbClr val="F3F3F3"/>
            </a:solidFill>
            <a:ln w="127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5" name="Google Shape;405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07193" y="6020961"/>
              <a:ext cx="398605" cy="726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64"/>
            <p:cNvSpPr txBox="1"/>
            <p:nvPr/>
          </p:nvSpPr>
          <p:spPr>
            <a:xfrm>
              <a:off x="1509830" y="6792046"/>
              <a:ext cx="1393331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JournalNode</a:t>
              </a:r>
              <a:endParaRPr sz="15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07" name="Google Shape;407;p64"/>
            <p:cNvGrpSpPr/>
            <p:nvPr/>
          </p:nvGrpSpPr>
          <p:grpSpPr>
            <a:xfrm>
              <a:off x="3171434" y="5913598"/>
              <a:ext cx="1393331" cy="1222392"/>
              <a:chOff x="1840468" y="4993932"/>
              <a:chExt cx="1393331" cy="1222392"/>
            </a:xfrm>
          </p:grpSpPr>
          <p:sp>
            <p:nvSpPr>
              <p:cNvPr id="408" name="Google Shape;408;p64"/>
              <p:cNvSpPr/>
              <p:nvPr/>
            </p:nvSpPr>
            <p:spPr>
              <a:xfrm>
                <a:off x="1862524" y="4993932"/>
                <a:ext cx="1349218" cy="1222392"/>
              </a:xfrm>
              <a:prstGeom prst="roundRect">
                <a:avLst>
                  <a:gd name="adj" fmla="val 5510"/>
                </a:avLst>
              </a:prstGeom>
              <a:solidFill>
                <a:srgbClr val="F3F3F3"/>
              </a:solidFill>
              <a:ln w="12700" cap="flat" cmpd="sng">
                <a:solidFill>
                  <a:srgbClr val="A5A5A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9" name="Google Shape;409;p6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337831" y="5101295"/>
                <a:ext cx="398605" cy="72649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410" name="Google Shape;410;p64"/>
              <p:cNvSpPr txBox="1"/>
              <p:nvPr/>
            </p:nvSpPr>
            <p:spPr>
              <a:xfrm>
                <a:off x="1840468" y="5872380"/>
                <a:ext cx="13933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JournalNode</a:t>
                </a: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11" name="Google Shape;411;p64"/>
            <p:cNvGrpSpPr/>
            <p:nvPr/>
          </p:nvGrpSpPr>
          <p:grpSpPr>
            <a:xfrm>
              <a:off x="4833038" y="5913598"/>
              <a:ext cx="1393331" cy="1222392"/>
              <a:chOff x="1840468" y="4993932"/>
              <a:chExt cx="1393331" cy="1222392"/>
            </a:xfrm>
          </p:grpSpPr>
          <p:sp>
            <p:nvSpPr>
              <p:cNvPr id="401" name="Google Shape;401;p64"/>
              <p:cNvSpPr/>
              <p:nvPr/>
            </p:nvSpPr>
            <p:spPr>
              <a:xfrm>
                <a:off x="1862524" y="4993932"/>
                <a:ext cx="1349218" cy="1222392"/>
              </a:xfrm>
              <a:prstGeom prst="roundRect">
                <a:avLst>
                  <a:gd name="adj" fmla="val 5510"/>
                </a:avLst>
              </a:prstGeom>
              <a:solidFill>
                <a:srgbClr val="F3F3F3"/>
              </a:solidFill>
              <a:ln w="12700" cap="flat" cmpd="sng">
                <a:solidFill>
                  <a:srgbClr val="A5A5A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2" name="Google Shape;412;p6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337831" y="5101295"/>
                <a:ext cx="398605" cy="72649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413" name="Google Shape;413;p64"/>
              <p:cNvSpPr txBox="1"/>
              <p:nvPr/>
            </p:nvSpPr>
            <p:spPr>
              <a:xfrm>
                <a:off x="1840468" y="5872380"/>
                <a:ext cx="13933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JournalNode</a:t>
                </a: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14" name="Google Shape;414;p64"/>
            <p:cNvSpPr/>
            <p:nvPr/>
          </p:nvSpPr>
          <p:spPr>
            <a:xfrm>
              <a:off x="1944935" y="7477575"/>
              <a:ext cx="534919" cy="410363"/>
            </a:xfrm>
            <a:prstGeom prst="cube">
              <a:avLst>
                <a:gd name="adj" fmla="val 1789"/>
              </a:avLst>
            </a:prstGeom>
            <a:gradFill>
              <a:gsLst>
                <a:gs pos="0">
                  <a:srgbClr val="6CB06C"/>
                </a:gs>
                <a:gs pos="50000">
                  <a:srgbClr val="A8D08C"/>
                </a:gs>
                <a:gs pos="100000">
                  <a:srgbClr val="81BA5A"/>
                </a:gs>
              </a:gsLst>
              <a:path path="circle">
                <a:fillToRect l="100000" b="100000"/>
              </a:path>
              <a:tileRect t="-100000" r="-100000"/>
            </a:gradFill>
            <a:ln w="9525" cap="flat" cmpd="sng">
              <a:solidFill>
                <a:srgbClr val="A1B8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DD</a:t>
              </a:r>
              <a:endParaRPr sz="15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5" name="Google Shape;415;p64"/>
            <p:cNvSpPr/>
            <p:nvPr/>
          </p:nvSpPr>
          <p:spPr>
            <a:xfrm>
              <a:off x="3620528" y="7477575"/>
              <a:ext cx="534919" cy="410363"/>
            </a:xfrm>
            <a:prstGeom prst="cube">
              <a:avLst>
                <a:gd name="adj" fmla="val 1789"/>
              </a:avLst>
            </a:prstGeom>
            <a:gradFill>
              <a:gsLst>
                <a:gs pos="0">
                  <a:srgbClr val="6CB06C"/>
                </a:gs>
                <a:gs pos="50000">
                  <a:srgbClr val="A8D08C"/>
                </a:gs>
                <a:gs pos="100000">
                  <a:srgbClr val="81BA5A"/>
                </a:gs>
              </a:gsLst>
              <a:path path="circle">
                <a:fillToRect l="100000" b="100000"/>
              </a:path>
              <a:tileRect t="-100000" r="-100000"/>
            </a:gradFill>
            <a:ln w="9525" cap="flat" cmpd="sng">
              <a:solidFill>
                <a:srgbClr val="A1B8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DD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64"/>
            <p:cNvSpPr/>
            <p:nvPr/>
          </p:nvSpPr>
          <p:spPr>
            <a:xfrm>
              <a:off x="5262243" y="7477575"/>
              <a:ext cx="534919" cy="410363"/>
            </a:xfrm>
            <a:prstGeom prst="cube">
              <a:avLst>
                <a:gd name="adj" fmla="val 1789"/>
              </a:avLst>
            </a:prstGeom>
            <a:gradFill>
              <a:gsLst>
                <a:gs pos="0">
                  <a:srgbClr val="6CB06C"/>
                </a:gs>
                <a:gs pos="50000">
                  <a:srgbClr val="A8D08C"/>
                </a:gs>
                <a:gs pos="100000">
                  <a:srgbClr val="81BA5A"/>
                </a:gs>
              </a:gsLst>
              <a:path path="circle">
                <a:fillToRect l="100000" b="100000"/>
              </a:path>
              <a:tileRect t="-100000" r="-100000"/>
            </a:gradFill>
            <a:ln w="9525" cap="flat" cmpd="sng">
              <a:solidFill>
                <a:srgbClr val="A1B8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DD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7" name="Google Shape;417;p64"/>
            <p:cNvCxnSpPr/>
            <p:nvPr/>
          </p:nvCxnSpPr>
          <p:spPr>
            <a:xfrm>
              <a:off x="2206495" y="7135989"/>
              <a:ext cx="0" cy="360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8" name="Google Shape;418;p64"/>
            <p:cNvCxnSpPr/>
            <p:nvPr/>
          </p:nvCxnSpPr>
          <p:spPr>
            <a:xfrm>
              <a:off x="3903811" y="7135990"/>
              <a:ext cx="0" cy="360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9" name="Google Shape;419;p64"/>
            <p:cNvCxnSpPr/>
            <p:nvPr/>
          </p:nvCxnSpPr>
          <p:spPr>
            <a:xfrm>
              <a:off x="5556917" y="7135989"/>
              <a:ext cx="0" cy="360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20" name="Google Shape;420;p64"/>
            <p:cNvSpPr/>
            <p:nvPr/>
          </p:nvSpPr>
          <p:spPr>
            <a:xfrm>
              <a:off x="978932" y="3858909"/>
              <a:ext cx="1714860" cy="956581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254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 Journal Manager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64"/>
            <p:cNvGrpSpPr/>
            <p:nvPr/>
          </p:nvGrpSpPr>
          <p:grpSpPr>
            <a:xfrm>
              <a:off x="7593626" y="2577226"/>
              <a:ext cx="7537448" cy="3691939"/>
              <a:chOff x="1090242" y="794326"/>
              <a:chExt cx="13664901" cy="7368156"/>
            </a:xfrm>
          </p:grpSpPr>
          <p:sp>
            <p:nvSpPr>
              <p:cNvPr id="422" name="Google Shape;422;p64"/>
              <p:cNvSpPr/>
              <p:nvPr/>
            </p:nvSpPr>
            <p:spPr>
              <a:xfrm>
                <a:off x="4813393" y="6713442"/>
                <a:ext cx="1691640" cy="1449040"/>
              </a:xfrm>
              <a:prstGeom prst="roundRect">
                <a:avLst>
                  <a:gd name="adj" fmla="val 16667"/>
                </a:avLst>
              </a:prstGeom>
              <a:solidFill>
                <a:srgbClr val="B1A7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DN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3" name="Google Shape;423;p64"/>
              <p:cNvSpPr/>
              <p:nvPr/>
            </p:nvSpPr>
            <p:spPr>
              <a:xfrm>
                <a:off x="6874011" y="794326"/>
                <a:ext cx="2826642" cy="1916188"/>
              </a:xfrm>
              <a:prstGeom prst="can">
                <a:avLst>
                  <a:gd name="adj" fmla="val 25000"/>
                </a:avLst>
              </a:prstGeom>
              <a:solidFill>
                <a:srgbClr val="F4B1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Shared dir </a:t>
                </a:r>
                <a:br>
                  <a:rPr lang="en-US" sz="14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</a:br>
                <a:r>
                  <a:rPr lang="en-US" sz="14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on NFS</a:t>
                </a:r>
                <a:endParaRPr sz="12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4" name="Google Shape;424;p64"/>
              <p:cNvSpPr/>
              <p:nvPr/>
            </p:nvSpPr>
            <p:spPr>
              <a:xfrm>
                <a:off x="10230203" y="3017520"/>
                <a:ext cx="2521291" cy="1554480"/>
              </a:xfrm>
              <a:prstGeom prst="roundRect">
                <a:avLst>
                  <a:gd name="adj" fmla="val 16667"/>
                </a:avLst>
              </a:prstGeom>
              <a:solidFill>
                <a:srgbClr val="CB9DB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5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Standby 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5" name="Google Shape;425;p64"/>
              <p:cNvSpPr/>
              <p:nvPr/>
            </p:nvSpPr>
            <p:spPr>
              <a:xfrm>
                <a:off x="6675978" y="6713442"/>
                <a:ext cx="1691640" cy="1449040"/>
              </a:xfrm>
              <a:prstGeom prst="roundRect">
                <a:avLst>
                  <a:gd name="adj" fmla="val 16667"/>
                </a:avLst>
              </a:prstGeom>
              <a:solidFill>
                <a:srgbClr val="B1A7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DN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6" name="Google Shape;426;p64"/>
              <p:cNvSpPr/>
              <p:nvPr/>
            </p:nvSpPr>
            <p:spPr>
              <a:xfrm>
                <a:off x="8538563" y="6688255"/>
                <a:ext cx="1691640" cy="1449040"/>
              </a:xfrm>
              <a:prstGeom prst="roundRect">
                <a:avLst>
                  <a:gd name="adj" fmla="val 16667"/>
                </a:avLst>
              </a:prstGeom>
              <a:solidFill>
                <a:srgbClr val="B1A7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DN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7" name="Google Shape;427;p64"/>
              <p:cNvSpPr/>
              <p:nvPr/>
            </p:nvSpPr>
            <p:spPr>
              <a:xfrm>
                <a:off x="10320862" y="6688255"/>
                <a:ext cx="1691640" cy="1449040"/>
              </a:xfrm>
              <a:prstGeom prst="roundRect">
                <a:avLst>
                  <a:gd name="adj" fmla="val 16667"/>
                </a:avLst>
              </a:prstGeom>
              <a:solidFill>
                <a:srgbClr val="B1A7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DN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8" name="Google Shape;428;p64"/>
              <p:cNvSpPr/>
              <p:nvPr/>
            </p:nvSpPr>
            <p:spPr>
              <a:xfrm>
                <a:off x="3727108" y="3017520"/>
                <a:ext cx="2521291" cy="1554480"/>
              </a:xfrm>
              <a:prstGeom prst="roundRect">
                <a:avLst>
                  <a:gd name="adj" fmla="val 16667"/>
                </a:avLst>
              </a:prstGeom>
              <a:solidFill>
                <a:srgbClr val="CB9DB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5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Active 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429" name="Google Shape;429;p64"/>
              <p:cNvCxnSpPr>
                <a:stCxn id="428" idx="3"/>
              </p:cNvCxnSpPr>
              <p:nvPr/>
            </p:nvCxnSpPr>
            <p:spPr>
              <a:xfrm rot="10800000" flipH="1">
                <a:off x="6248399" y="2710560"/>
                <a:ext cx="1390800" cy="1084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0" name="Google Shape;430;p64"/>
              <p:cNvCxnSpPr>
                <a:stCxn id="424" idx="1"/>
              </p:cNvCxnSpPr>
              <p:nvPr/>
            </p:nvCxnSpPr>
            <p:spPr>
              <a:xfrm rot="10800000">
                <a:off x="8970503" y="2710560"/>
                <a:ext cx="1259700" cy="1084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1" name="Google Shape;431;p64"/>
              <p:cNvCxnSpPr>
                <a:stCxn id="422" idx="0"/>
                <a:endCxn id="428" idx="2"/>
              </p:cNvCxnSpPr>
              <p:nvPr/>
            </p:nvCxnSpPr>
            <p:spPr>
              <a:xfrm rot="10800000">
                <a:off x="4987813" y="4572042"/>
                <a:ext cx="671400" cy="214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2" name="Google Shape;432;p64"/>
              <p:cNvCxnSpPr>
                <a:stCxn id="425" idx="0"/>
                <a:endCxn id="428" idx="2"/>
              </p:cNvCxnSpPr>
              <p:nvPr/>
            </p:nvCxnSpPr>
            <p:spPr>
              <a:xfrm rot="10800000">
                <a:off x="4987698" y="4572042"/>
                <a:ext cx="2534100" cy="214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3" name="Google Shape;433;p64"/>
              <p:cNvCxnSpPr>
                <a:stCxn id="426" idx="0"/>
                <a:endCxn id="428" idx="2"/>
              </p:cNvCxnSpPr>
              <p:nvPr/>
            </p:nvCxnSpPr>
            <p:spPr>
              <a:xfrm rot="10800000">
                <a:off x="4987883" y="4572055"/>
                <a:ext cx="4396500" cy="2116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4" name="Google Shape;434;p64"/>
              <p:cNvCxnSpPr>
                <a:stCxn id="427" idx="0"/>
                <a:endCxn id="428" idx="2"/>
              </p:cNvCxnSpPr>
              <p:nvPr/>
            </p:nvCxnSpPr>
            <p:spPr>
              <a:xfrm rot="10800000">
                <a:off x="4987882" y="4572055"/>
                <a:ext cx="6178800" cy="2116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5" name="Google Shape;435;p64"/>
              <p:cNvCxnSpPr>
                <a:stCxn id="422" idx="0"/>
                <a:endCxn id="424" idx="2"/>
              </p:cNvCxnSpPr>
              <p:nvPr/>
            </p:nvCxnSpPr>
            <p:spPr>
              <a:xfrm rot="10800000" flipH="1">
                <a:off x="5659213" y="4572042"/>
                <a:ext cx="5831700" cy="214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6" name="Google Shape;436;p64"/>
              <p:cNvCxnSpPr>
                <a:stCxn id="425" idx="0"/>
                <a:endCxn id="424" idx="2"/>
              </p:cNvCxnSpPr>
              <p:nvPr/>
            </p:nvCxnSpPr>
            <p:spPr>
              <a:xfrm rot="10800000" flipH="1">
                <a:off x="7521798" y="4572042"/>
                <a:ext cx="3969000" cy="214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7" name="Google Shape;437;p64"/>
              <p:cNvCxnSpPr>
                <a:stCxn id="426" idx="0"/>
                <a:endCxn id="424" idx="2"/>
              </p:cNvCxnSpPr>
              <p:nvPr/>
            </p:nvCxnSpPr>
            <p:spPr>
              <a:xfrm rot="10800000" flipH="1">
                <a:off x="9384383" y="4572055"/>
                <a:ext cx="2106600" cy="2116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8" name="Google Shape;438;p64"/>
              <p:cNvCxnSpPr>
                <a:stCxn id="427" idx="0"/>
                <a:endCxn id="424" idx="2"/>
              </p:cNvCxnSpPr>
              <p:nvPr/>
            </p:nvCxnSpPr>
            <p:spPr>
              <a:xfrm rot="10800000" flipH="1">
                <a:off x="11166682" y="4572055"/>
                <a:ext cx="324300" cy="2116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439" name="Google Shape;439;p64"/>
              <p:cNvSpPr txBox="1"/>
              <p:nvPr/>
            </p:nvSpPr>
            <p:spPr>
              <a:xfrm>
                <a:off x="10200403" y="1091425"/>
                <a:ext cx="4554740" cy="12398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All namespace edits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logged to shared storage</a:t>
                </a:r>
                <a:endParaRPr sz="16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0" name="Google Shape;440;p64"/>
              <p:cNvSpPr txBox="1"/>
              <p:nvPr/>
            </p:nvSpPr>
            <p:spPr>
              <a:xfrm>
                <a:off x="1090242" y="5630127"/>
                <a:ext cx="4136020" cy="1167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reports are sent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to both NameNodes</a:t>
                </a:r>
                <a:endParaRPr sz="16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41" name="Google Shape;441;p64"/>
          <p:cNvSpPr txBox="1"/>
          <p:nvPr/>
        </p:nvSpPr>
        <p:spPr>
          <a:xfrm>
            <a:off x="4164304" y="1414844"/>
            <a:ext cx="8036250" cy="45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There are two types of HDFS high-availability architectures: </a:t>
            </a:r>
            <a:endParaRPr sz="22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32487924-A303-E759-4C5B-4D414626FB81}"/>
              </a:ext>
            </a:extLst>
          </p:cNvPr>
          <p:cNvSpPr/>
          <p:nvPr/>
        </p:nvSpPr>
        <p:spPr>
          <a:xfrm>
            <a:off x="5016500" y="816324"/>
            <a:ext cx="6240939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>
                <a:sym typeface="Open Sans"/>
              </a:rPr>
              <a:t>HDFS Component: </a:t>
            </a:r>
            <a:r>
              <a:rPr lang="en-US" dirty="0" err="1">
                <a:sym typeface="Open Sans"/>
              </a:rPr>
              <a:t>NameNode</a:t>
            </a:r>
            <a:endParaRPr lang="en-US" dirty="0">
              <a:sym typeface="Open Sans"/>
            </a:endParaRPr>
          </a:p>
        </p:txBody>
      </p:sp>
      <p:sp>
        <p:nvSpPr>
          <p:cNvPr id="449" name="Google Shape;449;p65"/>
          <p:cNvSpPr txBox="1"/>
          <p:nvPr/>
        </p:nvSpPr>
        <p:spPr>
          <a:xfrm>
            <a:off x="1766957" y="1414927"/>
            <a:ext cx="12722087" cy="87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HDFS components comprise different servers like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b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Secondary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" name="Google Shape;451;p65"/>
          <p:cNvGrpSpPr/>
          <p:nvPr/>
        </p:nvGrpSpPr>
        <p:grpSpPr>
          <a:xfrm>
            <a:off x="3544698" y="2788390"/>
            <a:ext cx="9204715" cy="5473231"/>
            <a:chOff x="3474622" y="2654417"/>
            <a:chExt cx="9204715" cy="5473231"/>
          </a:xfrm>
        </p:grpSpPr>
        <p:sp>
          <p:nvSpPr>
            <p:cNvPr id="452" name="Google Shape;452;p65"/>
            <p:cNvSpPr txBox="1"/>
            <p:nvPr/>
          </p:nvSpPr>
          <p:spPr>
            <a:xfrm>
              <a:off x="3504754" y="7649834"/>
              <a:ext cx="9174583" cy="470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The </a:t>
              </a:r>
              <a:r>
                <a:rPr lang="en-US" sz="2200" b="0" i="0" u="none" strike="noStrike" cap="none" dirty="0" err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server— core component of an HDFS cluster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" name="Google Shape;453;p65"/>
            <p:cNvGrpSpPr/>
            <p:nvPr/>
          </p:nvGrpSpPr>
          <p:grpSpPr>
            <a:xfrm>
              <a:off x="3474622" y="2654417"/>
              <a:ext cx="9174586" cy="5473231"/>
              <a:chOff x="2794941" y="2183459"/>
              <a:chExt cx="7343775" cy="3402789"/>
            </a:xfrm>
          </p:grpSpPr>
          <p:sp>
            <p:nvSpPr>
              <p:cNvPr id="454" name="Google Shape;454;p65"/>
              <p:cNvSpPr/>
              <p:nvPr/>
            </p:nvSpPr>
            <p:spPr>
              <a:xfrm>
                <a:off x="7903457" y="3071331"/>
                <a:ext cx="1107180" cy="532028"/>
              </a:xfrm>
              <a:prstGeom prst="foldedCorner">
                <a:avLst>
                  <a:gd name="adj" fmla="val 14225"/>
                </a:avLst>
              </a:prstGeom>
              <a:solidFill>
                <a:srgbClr val="EFF5FB"/>
              </a:solidFill>
              <a:ln w="25400" cap="flat" cmpd="sng">
                <a:solidFill>
                  <a:srgbClr val="DDEA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7500" tIns="67500" rIns="6855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1" i="0" u="none" strike="noStrike" cap="none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File.txt = AC</a:t>
                </a:r>
                <a:endPara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5"/>
              <p:cNvSpPr txBox="1"/>
              <p:nvPr/>
            </p:nvSpPr>
            <p:spPr>
              <a:xfrm>
                <a:off x="6064723" y="2471981"/>
                <a:ext cx="1011634" cy="242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50" tIns="34275" rIns="68550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Metadata</a:t>
                </a:r>
                <a:endPara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5"/>
              <p:cNvSpPr txBox="1"/>
              <p:nvPr/>
            </p:nvSpPr>
            <p:spPr>
              <a:xfrm>
                <a:off x="7885021" y="2716492"/>
                <a:ext cx="1144054" cy="242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50" tIns="34275" rIns="68550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File system</a:t>
                </a:r>
                <a:endPara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5"/>
              <p:cNvSpPr/>
              <p:nvPr/>
            </p:nvSpPr>
            <p:spPr>
              <a:xfrm>
                <a:off x="7552156" y="4590468"/>
                <a:ext cx="467401" cy="242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50" tIns="34275" rIns="68550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1" i="0" u="none" strike="noStrike" cap="non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……</a:t>
                </a:r>
                <a:endPara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8" name="Google Shape;458;p65"/>
              <p:cNvCxnSpPr/>
              <p:nvPr/>
            </p:nvCxnSpPr>
            <p:spPr>
              <a:xfrm rot="10800000">
                <a:off x="5092543" y="3293055"/>
                <a:ext cx="973293" cy="540427"/>
              </a:xfrm>
              <a:prstGeom prst="bentConnector3">
                <a:avLst>
                  <a:gd name="adj1" fmla="val 33107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459" name="Google Shape;459;p65"/>
              <p:cNvGrpSpPr/>
              <p:nvPr/>
            </p:nvGrpSpPr>
            <p:grpSpPr>
              <a:xfrm>
                <a:off x="7390291" y="2993840"/>
                <a:ext cx="643746" cy="714890"/>
                <a:chOff x="7018945" y="3944560"/>
                <a:chExt cx="1657046" cy="1741495"/>
              </a:xfrm>
            </p:grpSpPr>
            <p:cxnSp>
              <p:nvCxnSpPr>
                <p:cNvPr id="460" name="Google Shape;460;p65"/>
                <p:cNvCxnSpPr>
                  <a:cxnSpLocks/>
                </p:cNvCxnSpPr>
                <p:nvPr/>
              </p:nvCxnSpPr>
              <p:spPr>
                <a:xfrm flipH="1">
                  <a:off x="7018945" y="3944560"/>
                  <a:ext cx="1657046" cy="870747"/>
                </a:xfrm>
                <a:prstGeom prst="bentConnector3">
                  <a:avLst>
                    <a:gd name="adj1" fmla="val 644023"/>
                  </a:avLst>
                </a:prstGeom>
                <a:noFill/>
                <a:ln w="19050" cap="flat" cmpd="sng">
                  <a:solidFill>
                    <a:srgbClr val="222A3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61" name="Google Shape;461;p65"/>
                <p:cNvCxnSpPr>
                  <a:cxnSpLocks/>
                </p:cNvCxnSpPr>
                <p:nvPr/>
              </p:nvCxnSpPr>
              <p:spPr>
                <a:xfrm rot="10800000">
                  <a:off x="7018945" y="4815308"/>
                  <a:ext cx="1657046" cy="870747"/>
                </a:xfrm>
                <a:prstGeom prst="bentConnector3">
                  <a:avLst>
                    <a:gd name="adj1" fmla="val 644023"/>
                  </a:avLst>
                </a:prstGeom>
                <a:noFill/>
                <a:ln w="19050" cap="flat" cmpd="sng">
                  <a:solidFill>
                    <a:srgbClr val="222A3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462" name="Google Shape;462;p65"/>
              <p:cNvCxnSpPr/>
              <p:nvPr/>
            </p:nvCxnSpPr>
            <p:spPr>
              <a:xfrm rot="-5400000" flipH="1">
                <a:off x="6464017" y="2272493"/>
                <a:ext cx="640080" cy="3657600"/>
              </a:xfrm>
              <a:prstGeom prst="bentConnector3">
                <a:avLst>
                  <a:gd name="adj1" fmla="val 41800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63" name="Google Shape;463;p65"/>
              <p:cNvCxnSpPr/>
              <p:nvPr/>
            </p:nvCxnSpPr>
            <p:spPr>
              <a:xfrm rot="5400000">
                <a:off x="3765244" y="3941626"/>
                <a:ext cx="633719" cy="374949"/>
              </a:xfrm>
              <a:prstGeom prst="bentConnector3">
                <a:avLst>
                  <a:gd name="adj1" fmla="val 50251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64" name="Google Shape;464;p65"/>
              <p:cNvCxnSpPr/>
              <p:nvPr/>
            </p:nvCxnSpPr>
            <p:spPr>
              <a:xfrm rot="-5400000" flipH="1">
                <a:off x="4620666" y="3750091"/>
                <a:ext cx="640080" cy="722648"/>
              </a:xfrm>
              <a:prstGeom prst="bentConnector3">
                <a:avLst>
                  <a:gd name="adj1" fmla="val 38620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65" name="Google Shape;465;p65"/>
              <p:cNvCxnSpPr/>
              <p:nvPr/>
            </p:nvCxnSpPr>
            <p:spPr>
              <a:xfrm rot="-5400000" flipH="1">
                <a:off x="5416814" y="3154396"/>
                <a:ext cx="640080" cy="1920240"/>
              </a:xfrm>
              <a:prstGeom prst="bentConnector3">
                <a:avLst>
                  <a:gd name="adj1" fmla="val 38837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466" name="Google Shape;466;p65"/>
              <p:cNvSpPr txBox="1"/>
              <p:nvPr/>
            </p:nvSpPr>
            <p:spPr>
              <a:xfrm>
                <a:off x="4230626" y="3537218"/>
                <a:ext cx="790121" cy="207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50" tIns="34275" rIns="68550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 i="0" u="none" strike="noStrike" cap="non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9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7" name="Google Shape;467;p65"/>
              <p:cNvSpPr/>
              <p:nvPr/>
            </p:nvSpPr>
            <p:spPr>
              <a:xfrm>
                <a:off x="2794941" y="2183459"/>
                <a:ext cx="7343775" cy="3402789"/>
              </a:xfrm>
              <a:prstGeom prst="roundRect">
                <a:avLst>
                  <a:gd name="adj" fmla="val 4041"/>
                </a:avLst>
              </a:prstGeom>
              <a:noFill/>
              <a:ln w="127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50" tIns="34275" rIns="6855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468" name="Google Shape;468;p65"/>
              <p:cNvCxnSpPr/>
              <p:nvPr/>
            </p:nvCxnSpPr>
            <p:spPr>
              <a:xfrm rot="10800000" flipH="1">
                <a:off x="5092537" y="2765343"/>
                <a:ext cx="972186" cy="527710"/>
              </a:xfrm>
              <a:prstGeom prst="bentConnector3">
                <a:avLst>
                  <a:gd name="adj1" fmla="val 67084"/>
                </a:avLst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469" name="Google Shape;469;p65"/>
              <p:cNvGrpSpPr/>
              <p:nvPr/>
            </p:nvGrpSpPr>
            <p:grpSpPr>
              <a:xfrm>
                <a:off x="4148116" y="2794085"/>
                <a:ext cx="944421" cy="997935"/>
                <a:chOff x="5962923" y="3528800"/>
                <a:chExt cx="1261686" cy="1261686"/>
              </a:xfrm>
            </p:grpSpPr>
            <p:sp>
              <p:nvSpPr>
                <p:cNvPr id="470" name="Google Shape;470;p65"/>
                <p:cNvSpPr/>
                <p:nvPr/>
              </p:nvSpPr>
              <p:spPr>
                <a:xfrm>
                  <a:off x="5962923" y="3528800"/>
                  <a:ext cx="1261686" cy="1261686"/>
                </a:xfrm>
                <a:prstGeom prst="roundRect">
                  <a:avLst>
                    <a:gd name="adj" fmla="val 10616"/>
                  </a:avLst>
                </a:prstGeom>
                <a:solidFill>
                  <a:schemeClr val="lt1"/>
                </a:solidFill>
                <a:ln w="25400" cap="flat" cmpd="sng">
                  <a:solidFill>
                    <a:srgbClr val="222A3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25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71" name="Google Shape;471;p6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414884" y="3650096"/>
                  <a:ext cx="431586" cy="7865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72" name="Google Shape;472;p65"/>
              <p:cNvGrpSpPr/>
              <p:nvPr/>
            </p:nvGrpSpPr>
            <p:grpSpPr>
              <a:xfrm>
                <a:off x="5858846" y="2850651"/>
                <a:ext cx="1531445" cy="922220"/>
                <a:chOff x="7784030" y="4703627"/>
                <a:chExt cx="2607313" cy="1485900"/>
              </a:xfrm>
            </p:grpSpPr>
            <p:sp>
              <p:nvSpPr>
                <p:cNvPr id="473" name="Google Shape;473;p65"/>
                <p:cNvSpPr/>
                <p:nvPr/>
              </p:nvSpPr>
              <p:spPr>
                <a:xfrm>
                  <a:off x="7784030" y="4703627"/>
                  <a:ext cx="2607313" cy="1485900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2700" cap="flat" cmpd="sng">
                  <a:solidFill>
                    <a:srgbClr val="A5A5A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DN1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DN2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DN3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74" name="Google Shape;474;p6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9972418" y="5259407"/>
                  <a:ext cx="378646" cy="7221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75" name="Google Shape;475;p65"/>
                <p:cNvGrpSpPr/>
                <p:nvPr/>
              </p:nvGrpSpPr>
              <p:grpSpPr>
                <a:xfrm>
                  <a:off x="8573850" y="4889892"/>
                  <a:ext cx="801720" cy="275788"/>
                  <a:chOff x="8156013" y="3528306"/>
                  <a:chExt cx="947741" cy="326019"/>
                </a:xfrm>
              </p:grpSpPr>
              <p:sp>
                <p:nvSpPr>
                  <p:cNvPr id="476" name="Google Shape;476;p65"/>
                  <p:cNvSpPr/>
                  <p:nvPr/>
                </p:nvSpPr>
                <p:spPr>
                  <a:xfrm>
                    <a:off x="8654699" y="3528306"/>
                    <a:ext cx="449055" cy="326019"/>
                  </a:xfrm>
                  <a:prstGeom prst="cube">
                    <a:avLst>
                      <a:gd name="adj" fmla="val 2741"/>
                    </a:avLst>
                  </a:prstGeom>
                  <a:solidFill>
                    <a:srgbClr val="548135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3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65"/>
                  <p:cNvSpPr/>
                  <p:nvPr/>
                </p:nvSpPr>
                <p:spPr>
                  <a:xfrm>
                    <a:off x="8156013" y="3528306"/>
                    <a:ext cx="449055" cy="326019"/>
                  </a:xfrm>
                  <a:prstGeom prst="cube">
                    <a:avLst>
                      <a:gd name="adj" fmla="val 4132"/>
                    </a:avLst>
                  </a:pr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1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8" name="Google Shape;478;p65"/>
                <p:cNvGrpSpPr/>
                <p:nvPr/>
              </p:nvGrpSpPr>
              <p:grpSpPr>
                <a:xfrm>
                  <a:off x="8573850" y="5325049"/>
                  <a:ext cx="801720" cy="275788"/>
                  <a:chOff x="8156013" y="3528306"/>
                  <a:chExt cx="947741" cy="326019"/>
                </a:xfrm>
              </p:grpSpPr>
              <p:sp>
                <p:nvSpPr>
                  <p:cNvPr id="479" name="Google Shape;479;p65"/>
                  <p:cNvSpPr/>
                  <p:nvPr/>
                </p:nvSpPr>
                <p:spPr>
                  <a:xfrm>
                    <a:off x="8654699" y="3528306"/>
                    <a:ext cx="449055" cy="326019"/>
                  </a:xfrm>
                  <a:prstGeom prst="cube">
                    <a:avLst>
                      <a:gd name="adj" fmla="val 2741"/>
                    </a:avLst>
                  </a:prstGeom>
                  <a:solidFill>
                    <a:srgbClr val="548135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3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" name="Google Shape;480;p65"/>
                  <p:cNvSpPr/>
                  <p:nvPr/>
                </p:nvSpPr>
                <p:spPr>
                  <a:xfrm>
                    <a:off x="8156013" y="3528306"/>
                    <a:ext cx="449055" cy="326019"/>
                  </a:xfrm>
                  <a:prstGeom prst="cube">
                    <a:avLst>
                      <a:gd name="adj" fmla="val 2741"/>
                    </a:avLst>
                  </a:pr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1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81" name="Google Shape;481;p65"/>
                <p:cNvGrpSpPr/>
                <p:nvPr/>
              </p:nvGrpSpPr>
              <p:grpSpPr>
                <a:xfrm>
                  <a:off x="8573850" y="5725355"/>
                  <a:ext cx="801720" cy="275788"/>
                  <a:chOff x="8156013" y="3528306"/>
                  <a:chExt cx="947741" cy="326019"/>
                </a:xfrm>
              </p:grpSpPr>
              <p:sp>
                <p:nvSpPr>
                  <p:cNvPr id="482" name="Google Shape;482;p65"/>
                  <p:cNvSpPr/>
                  <p:nvPr/>
                </p:nvSpPr>
                <p:spPr>
                  <a:xfrm>
                    <a:off x="8654699" y="3528306"/>
                    <a:ext cx="449055" cy="326019"/>
                  </a:xfrm>
                  <a:prstGeom prst="cube">
                    <a:avLst>
                      <a:gd name="adj" fmla="val 4132"/>
                    </a:avLst>
                  </a:prstGeom>
                  <a:solidFill>
                    <a:srgbClr val="548135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3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3" name="Google Shape;483;p65"/>
                  <p:cNvSpPr/>
                  <p:nvPr/>
                </p:nvSpPr>
                <p:spPr>
                  <a:xfrm>
                    <a:off x="8156013" y="3528306"/>
                    <a:ext cx="449055" cy="326019"/>
                  </a:xfrm>
                  <a:prstGeom prst="cube">
                    <a:avLst>
                      <a:gd name="adj" fmla="val 2741"/>
                    </a:avLst>
                  </a:pr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spcFirstLastPara="1" wrap="square" lIns="68550" tIns="34275" rIns="68550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75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1</a:t>
                    </a:r>
                    <a:endParaRPr sz="105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84" name="Google Shape;484;p65"/>
              <p:cNvGrpSpPr/>
              <p:nvPr/>
            </p:nvGrpSpPr>
            <p:grpSpPr>
              <a:xfrm>
                <a:off x="3251479" y="4424581"/>
                <a:ext cx="1303400" cy="668572"/>
                <a:chOff x="3990957" y="6031154"/>
                <a:chExt cx="3109262" cy="1442308"/>
              </a:xfrm>
            </p:grpSpPr>
            <p:sp>
              <p:nvSpPr>
                <p:cNvPr id="485" name="Google Shape;485;p65"/>
                <p:cNvSpPr/>
                <p:nvPr/>
              </p:nvSpPr>
              <p:spPr>
                <a:xfrm>
                  <a:off x="3990957" y="6031154"/>
                  <a:ext cx="3109262" cy="1442308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2700" cap="flat" cmpd="sng">
                  <a:solidFill>
                    <a:srgbClr val="A5A5A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Data Node 1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86" name="Google Shape;486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24273" y="6176348"/>
                  <a:ext cx="530544" cy="966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7" name="Google Shape;487;p65"/>
                <p:cNvSpPr/>
                <p:nvPr/>
              </p:nvSpPr>
              <p:spPr>
                <a:xfrm>
                  <a:off x="502438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75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3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65"/>
                <p:cNvSpPr/>
                <p:nvPr/>
              </p:nvSpPr>
              <p:spPr>
                <a:xfrm>
                  <a:off x="432564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75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1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9" name="Google Shape;489;p65"/>
              <p:cNvGrpSpPr/>
              <p:nvPr/>
            </p:nvGrpSpPr>
            <p:grpSpPr>
              <a:xfrm>
                <a:off x="4669184" y="4424581"/>
                <a:ext cx="1303400" cy="668572"/>
                <a:chOff x="3990957" y="6031154"/>
                <a:chExt cx="3109262" cy="1442308"/>
              </a:xfrm>
            </p:grpSpPr>
            <p:sp>
              <p:nvSpPr>
                <p:cNvPr id="490" name="Google Shape;490;p65"/>
                <p:cNvSpPr/>
                <p:nvPr/>
              </p:nvSpPr>
              <p:spPr>
                <a:xfrm>
                  <a:off x="3990957" y="6031154"/>
                  <a:ext cx="3109262" cy="1442308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2700" cap="flat" cmpd="sng">
                  <a:solidFill>
                    <a:srgbClr val="A5A5A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Data Node 2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91" name="Google Shape;491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24273" y="6176348"/>
                  <a:ext cx="530544" cy="966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2" name="Google Shape;492;p65"/>
                <p:cNvSpPr/>
                <p:nvPr/>
              </p:nvSpPr>
              <p:spPr>
                <a:xfrm>
                  <a:off x="502438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548135"/>
                </a:solidFill>
                <a:ln>
                  <a:noFill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75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3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65"/>
                <p:cNvSpPr/>
                <p:nvPr/>
              </p:nvSpPr>
              <p:spPr>
                <a:xfrm>
                  <a:off x="432564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75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1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4" name="Google Shape;494;p65"/>
              <p:cNvGrpSpPr/>
              <p:nvPr/>
            </p:nvGrpSpPr>
            <p:grpSpPr>
              <a:xfrm>
                <a:off x="6086891" y="4424581"/>
                <a:ext cx="1303400" cy="668572"/>
                <a:chOff x="3990957" y="6031154"/>
                <a:chExt cx="3109262" cy="1442308"/>
              </a:xfrm>
            </p:grpSpPr>
            <p:sp>
              <p:nvSpPr>
                <p:cNvPr id="495" name="Google Shape;495;p65"/>
                <p:cNvSpPr/>
                <p:nvPr/>
              </p:nvSpPr>
              <p:spPr>
                <a:xfrm>
                  <a:off x="3990957" y="6031154"/>
                  <a:ext cx="3109262" cy="1442308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2700" cap="flat" cmpd="sng">
                  <a:solidFill>
                    <a:srgbClr val="A5A5A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Data Node 3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96" name="Google Shape;496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24273" y="6176348"/>
                  <a:ext cx="530544" cy="966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7" name="Google Shape;497;p65"/>
                <p:cNvSpPr/>
                <p:nvPr/>
              </p:nvSpPr>
              <p:spPr>
                <a:xfrm>
                  <a:off x="5024383" y="6745499"/>
                  <a:ext cx="629198" cy="436515"/>
                </a:xfrm>
                <a:prstGeom prst="cube">
                  <a:avLst>
                    <a:gd name="adj" fmla="val 2640"/>
                  </a:avLst>
                </a:prstGeom>
                <a:gradFill>
                  <a:gsLst>
                    <a:gs pos="0">
                      <a:srgbClr val="6CB06C"/>
                    </a:gs>
                    <a:gs pos="50000">
                      <a:srgbClr val="A8D08C"/>
                    </a:gs>
                    <a:gs pos="100000">
                      <a:srgbClr val="81BA5A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9525" cap="flat" cmpd="sng">
                  <a:solidFill>
                    <a:srgbClr val="A1B8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6666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3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65"/>
                <p:cNvSpPr/>
                <p:nvPr/>
              </p:nvSpPr>
              <p:spPr>
                <a:xfrm>
                  <a:off x="4325643" y="6745499"/>
                  <a:ext cx="629198" cy="436515"/>
                </a:xfrm>
                <a:prstGeom prst="cube">
                  <a:avLst>
                    <a:gd name="adj" fmla="val 1463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68550" tIns="34275" rIns="68550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750" b="1" i="0" u="none" strike="noStrike" cap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1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9" name="Google Shape;499;p65"/>
              <p:cNvGrpSpPr/>
              <p:nvPr/>
            </p:nvGrpSpPr>
            <p:grpSpPr>
              <a:xfrm>
                <a:off x="8054753" y="4429631"/>
                <a:ext cx="1303400" cy="668572"/>
                <a:chOff x="3990957" y="6031154"/>
                <a:chExt cx="3109262" cy="1442308"/>
              </a:xfrm>
            </p:grpSpPr>
            <p:sp>
              <p:nvSpPr>
                <p:cNvPr id="500" name="Google Shape;500;p65"/>
                <p:cNvSpPr/>
                <p:nvPr/>
              </p:nvSpPr>
              <p:spPr>
                <a:xfrm>
                  <a:off x="3990957" y="6031154"/>
                  <a:ext cx="3109262" cy="1442308"/>
                </a:xfrm>
                <a:prstGeom prst="roundRect">
                  <a:avLst>
                    <a:gd name="adj" fmla="val 5510"/>
                  </a:avLst>
                </a:prstGeom>
                <a:solidFill>
                  <a:srgbClr val="F9F9F9"/>
                </a:solidFill>
                <a:ln w="12700" cap="flat" cmpd="sng">
                  <a:solidFill>
                    <a:srgbClr val="A5A5A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50" tIns="34275" rIns="68550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25" b="1" i="0" u="none" strike="noStrike" cap="none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Data Node N</a:t>
                  </a:r>
                  <a:endParaRPr sz="10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501" name="Google Shape;501;p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424273" y="6176348"/>
                  <a:ext cx="530544" cy="966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69935C63-9BAC-13C8-53C0-34BD122F25C5}"/>
              </a:ext>
            </a:extLst>
          </p:cNvPr>
          <p:cNvSpPr/>
          <p:nvPr/>
        </p:nvSpPr>
        <p:spPr>
          <a:xfrm>
            <a:off x="4826000" y="816324"/>
            <a:ext cx="66140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Component: </a:t>
            </a:r>
            <a:r>
              <a:rPr lang="en-US" sz="28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endParaRPr sz="28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66"/>
          <p:cNvSpPr txBox="1"/>
          <p:nvPr/>
        </p:nvSpPr>
        <p:spPr>
          <a:xfrm>
            <a:off x="2203450" y="1422534"/>
            <a:ext cx="11849100" cy="106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DataNode is a multiple instance server. DataNode servers are responsible for storing and maintaining the data blocks. 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9" name="Google Shape;509;p66"/>
          <p:cNvGrpSpPr/>
          <p:nvPr/>
        </p:nvGrpSpPr>
        <p:grpSpPr>
          <a:xfrm>
            <a:off x="5496756" y="5686956"/>
            <a:ext cx="1445423" cy="775139"/>
            <a:chOff x="7990520" y="6692978"/>
            <a:chExt cx="1445423" cy="775139"/>
          </a:xfrm>
        </p:grpSpPr>
        <p:sp>
          <p:nvSpPr>
            <p:cNvPr id="510" name="Google Shape;510;p66"/>
            <p:cNvSpPr/>
            <p:nvPr/>
          </p:nvSpPr>
          <p:spPr>
            <a:xfrm>
              <a:off x="7990520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2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1" name="Google Shape;511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21712" y="6767615"/>
              <a:ext cx="246637" cy="497068"/>
            </a:xfrm>
            <a:prstGeom prst="rect">
              <a:avLst/>
            </a:prstGeom>
            <a:noFill/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12" name="Google Shape;512;p66"/>
            <p:cNvSpPr/>
            <p:nvPr/>
          </p:nvSpPr>
          <p:spPr>
            <a:xfrm>
              <a:off x="8493391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3" name="Google Shape;513;p66"/>
            <p:cNvSpPr/>
            <p:nvPr/>
          </p:nvSpPr>
          <p:spPr>
            <a:xfrm>
              <a:off x="8146108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00B0F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14" name="Google Shape;514;p66"/>
          <p:cNvSpPr/>
          <p:nvPr/>
        </p:nvSpPr>
        <p:spPr>
          <a:xfrm>
            <a:off x="9530091" y="2692407"/>
            <a:ext cx="2969833" cy="1204298"/>
          </a:xfrm>
          <a:prstGeom prst="foldedCorner">
            <a:avLst>
              <a:gd name="adj" fmla="val 14225"/>
            </a:avLst>
          </a:prstGeom>
          <a:solidFill>
            <a:srgbClr val="EFF5FB"/>
          </a:solidFill>
          <a:ln w="25400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5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Metadata (Name, replicas, …):</a:t>
            </a:r>
            <a:endParaRPr sz="15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5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/home/foo/data, 3, …</a:t>
            </a:r>
            <a:endParaRPr sz="15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15" name="Google Shape;515;p66"/>
          <p:cNvGrpSpPr/>
          <p:nvPr/>
        </p:nvGrpSpPr>
        <p:grpSpPr>
          <a:xfrm>
            <a:off x="7526617" y="2600001"/>
            <a:ext cx="1397355" cy="1354260"/>
            <a:chOff x="10247247" y="3989303"/>
            <a:chExt cx="1397355" cy="1354260"/>
          </a:xfrm>
        </p:grpSpPr>
        <p:grpSp>
          <p:nvGrpSpPr>
            <p:cNvPr id="516" name="Google Shape;516;p66"/>
            <p:cNvGrpSpPr/>
            <p:nvPr/>
          </p:nvGrpSpPr>
          <p:grpSpPr>
            <a:xfrm>
              <a:off x="10247247" y="3989303"/>
              <a:ext cx="1397355" cy="1354260"/>
              <a:chOff x="5962922" y="3528800"/>
              <a:chExt cx="1400083" cy="1284140"/>
            </a:xfrm>
          </p:grpSpPr>
          <p:sp>
            <p:nvSpPr>
              <p:cNvPr id="517" name="Google Shape;517;p66"/>
              <p:cNvSpPr/>
              <p:nvPr/>
            </p:nvSpPr>
            <p:spPr>
              <a:xfrm>
                <a:off x="5962922" y="3528800"/>
                <a:ext cx="1400083" cy="1284140"/>
              </a:xfrm>
              <a:prstGeom prst="roundRect">
                <a:avLst>
                  <a:gd name="adj" fmla="val 8227"/>
                </a:avLst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18" name="Google Shape;518;p66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465783" y="3650096"/>
                <a:ext cx="431586" cy="786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9" name="Google Shape;519;p66"/>
            <p:cNvSpPr txBox="1"/>
            <p:nvPr/>
          </p:nvSpPr>
          <p:spPr>
            <a:xfrm>
              <a:off x="10342977" y="4927958"/>
              <a:ext cx="11977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endParaRPr sz="1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0" name="Google Shape;520;p66"/>
          <p:cNvGrpSpPr/>
          <p:nvPr/>
        </p:nvGrpSpPr>
        <p:grpSpPr>
          <a:xfrm>
            <a:off x="3953149" y="5686956"/>
            <a:ext cx="1445423" cy="775139"/>
            <a:chOff x="6418337" y="6692978"/>
            <a:chExt cx="1445423" cy="775139"/>
          </a:xfrm>
        </p:grpSpPr>
        <p:sp>
          <p:nvSpPr>
            <p:cNvPr id="521" name="Google Shape;521;p66"/>
            <p:cNvSpPr/>
            <p:nvPr/>
          </p:nvSpPr>
          <p:spPr>
            <a:xfrm>
              <a:off x="6418337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2" name="Google Shape;522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9529" y="6767615"/>
              <a:ext cx="246637" cy="497068"/>
            </a:xfrm>
            <a:prstGeom prst="rect">
              <a:avLst/>
            </a:prstGeom>
            <a:noFill/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23" name="Google Shape;523;p66"/>
            <p:cNvSpPr/>
            <p:nvPr/>
          </p:nvSpPr>
          <p:spPr>
            <a:xfrm>
              <a:off x="6839872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4" name="Google Shape;524;p66"/>
            <p:cNvSpPr/>
            <p:nvPr/>
          </p:nvSpPr>
          <p:spPr>
            <a:xfrm>
              <a:off x="6498784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00B0F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5" name="Google Shape;525;p66"/>
            <p:cNvSpPr/>
            <p:nvPr/>
          </p:nvSpPr>
          <p:spPr>
            <a:xfrm>
              <a:off x="718096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6" name="Google Shape;526;p66"/>
          <p:cNvGrpSpPr/>
          <p:nvPr/>
        </p:nvGrpSpPr>
        <p:grpSpPr>
          <a:xfrm>
            <a:off x="9760498" y="5686956"/>
            <a:ext cx="1445423" cy="775139"/>
            <a:chOff x="11365715" y="6692978"/>
            <a:chExt cx="1445423" cy="775139"/>
          </a:xfrm>
        </p:grpSpPr>
        <p:sp>
          <p:nvSpPr>
            <p:cNvPr id="527" name="Google Shape;527;p66"/>
            <p:cNvSpPr/>
            <p:nvPr/>
          </p:nvSpPr>
          <p:spPr>
            <a:xfrm>
              <a:off x="11365715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4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8" name="Google Shape;528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496907" y="6767615"/>
              <a:ext cx="246637" cy="497068"/>
            </a:xfrm>
            <a:prstGeom prst="rect">
              <a:avLst/>
            </a:prstGeom>
            <a:noFill/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29" name="Google Shape;529;p66"/>
            <p:cNvSpPr/>
            <p:nvPr/>
          </p:nvSpPr>
          <p:spPr>
            <a:xfrm>
              <a:off x="1146681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0" name="Google Shape;530;p66"/>
            <p:cNvSpPr/>
            <p:nvPr/>
          </p:nvSpPr>
          <p:spPr>
            <a:xfrm>
              <a:off x="11795927" y="7040291"/>
              <a:ext cx="292499" cy="224391"/>
            </a:xfrm>
            <a:prstGeom prst="cube">
              <a:avLst>
                <a:gd name="adj" fmla="val 1463"/>
              </a:avLst>
            </a:prstGeom>
            <a:solidFill>
              <a:srgbClr val="00B0F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31" name="Google Shape;531;p66"/>
          <p:cNvGrpSpPr/>
          <p:nvPr/>
        </p:nvGrpSpPr>
        <p:grpSpPr>
          <a:xfrm>
            <a:off x="7068939" y="5686956"/>
            <a:ext cx="1445423" cy="775139"/>
            <a:chOff x="9562703" y="6692978"/>
            <a:chExt cx="1445423" cy="775139"/>
          </a:xfrm>
        </p:grpSpPr>
        <p:sp>
          <p:nvSpPr>
            <p:cNvPr id="532" name="Google Shape;532;p66"/>
            <p:cNvSpPr/>
            <p:nvPr/>
          </p:nvSpPr>
          <p:spPr>
            <a:xfrm>
              <a:off x="9562703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3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3" name="Google Shape;533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93895" y="6767615"/>
              <a:ext cx="246637" cy="497068"/>
            </a:xfrm>
            <a:prstGeom prst="rect">
              <a:avLst/>
            </a:prstGeom>
            <a:noFill/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34" name="Google Shape;534;p66"/>
            <p:cNvSpPr/>
            <p:nvPr/>
          </p:nvSpPr>
          <p:spPr>
            <a:xfrm>
              <a:off x="10043119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5" name="Google Shape;535;p66"/>
            <p:cNvSpPr/>
            <p:nvPr/>
          </p:nvSpPr>
          <p:spPr>
            <a:xfrm>
              <a:off x="969416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36" name="Google Shape;536;p66"/>
          <p:cNvGrpSpPr/>
          <p:nvPr/>
        </p:nvGrpSpPr>
        <p:grpSpPr>
          <a:xfrm>
            <a:off x="11326004" y="5686956"/>
            <a:ext cx="1445423" cy="775139"/>
            <a:chOff x="13114102" y="6692978"/>
            <a:chExt cx="1445423" cy="775139"/>
          </a:xfrm>
        </p:grpSpPr>
        <p:sp>
          <p:nvSpPr>
            <p:cNvPr id="537" name="Google Shape;537;p66"/>
            <p:cNvSpPr/>
            <p:nvPr/>
          </p:nvSpPr>
          <p:spPr>
            <a:xfrm>
              <a:off x="13114102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5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8" name="Google Shape;538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245294" y="6767615"/>
              <a:ext cx="246637" cy="497067"/>
            </a:xfrm>
            <a:prstGeom prst="rect">
              <a:avLst/>
            </a:prstGeom>
            <a:noFill/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39" name="Google Shape;539;p66"/>
            <p:cNvSpPr/>
            <p:nvPr/>
          </p:nvSpPr>
          <p:spPr>
            <a:xfrm>
              <a:off x="13830777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222A35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0" name="Google Shape;540;p66"/>
            <p:cNvSpPr/>
            <p:nvPr/>
          </p:nvSpPr>
          <p:spPr>
            <a:xfrm>
              <a:off x="13507933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chemeClr val="accent2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1" name="Google Shape;541;p66"/>
            <p:cNvSpPr/>
            <p:nvPr/>
          </p:nvSpPr>
          <p:spPr>
            <a:xfrm>
              <a:off x="13185089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DBDBDB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2" name="Google Shape;542;p66"/>
            <p:cNvSpPr/>
            <p:nvPr/>
          </p:nvSpPr>
          <p:spPr>
            <a:xfrm>
              <a:off x="13185089" y="7194464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C4E0B2"/>
            </a:solidFill>
            <a:ln w="25400" cap="flat" cmpd="sng">
              <a:solidFill>
                <a:srgbClr val="DDEA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543" name="Google Shape;543;p66"/>
          <p:cNvCxnSpPr>
            <a:stCxn id="521" idx="0"/>
          </p:cNvCxnSpPr>
          <p:nvPr/>
        </p:nvCxnSpPr>
        <p:spPr>
          <a:xfrm rot="10800000">
            <a:off x="4675861" y="4999356"/>
            <a:ext cx="0" cy="687600"/>
          </a:xfrm>
          <a:prstGeom prst="straightConnector1">
            <a:avLst/>
          </a:prstGeom>
          <a:noFill/>
          <a:ln w="25400" cap="flat" cmpd="sng">
            <a:solidFill>
              <a:srgbClr val="222A3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4" name="Google Shape;544;p66"/>
          <p:cNvCxnSpPr>
            <a:stCxn id="521" idx="2"/>
            <a:endCxn id="532" idx="2"/>
          </p:cNvCxnSpPr>
          <p:nvPr/>
        </p:nvCxnSpPr>
        <p:spPr>
          <a:xfrm rot="-5400000" flipH="1">
            <a:off x="6233461" y="4904495"/>
            <a:ext cx="600" cy="3115800"/>
          </a:xfrm>
          <a:prstGeom prst="bentConnector3">
            <a:avLst>
              <a:gd name="adj1" fmla="val 37041667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66"/>
          <p:cNvCxnSpPr/>
          <p:nvPr/>
        </p:nvCxnSpPr>
        <p:spPr>
          <a:xfrm>
            <a:off x="6297842" y="6681325"/>
            <a:ext cx="0" cy="361155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66"/>
          <p:cNvSpPr txBox="1"/>
          <p:nvPr/>
        </p:nvSpPr>
        <p:spPr>
          <a:xfrm>
            <a:off x="3862697" y="3087549"/>
            <a:ext cx="1662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Metadata ops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66"/>
          <p:cNvCxnSpPr>
            <a:stCxn id="548" idx="0"/>
          </p:cNvCxnSpPr>
          <p:nvPr/>
        </p:nvCxnSpPr>
        <p:spPr>
          <a:xfrm rot="10800000" flipH="1">
            <a:off x="4667183" y="3384110"/>
            <a:ext cx="15000" cy="54330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9" name="Google Shape;549;p66"/>
          <p:cNvSpPr txBox="1"/>
          <p:nvPr/>
        </p:nvSpPr>
        <p:spPr>
          <a:xfrm>
            <a:off x="5850071" y="7023535"/>
            <a:ext cx="878767" cy="369332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Rack 1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66"/>
          <p:cNvCxnSpPr>
            <a:endCxn id="535" idx="3"/>
          </p:cNvCxnSpPr>
          <p:nvPr/>
        </p:nvCxnSpPr>
        <p:spPr>
          <a:xfrm rot="10800000">
            <a:off x="7344572" y="6258660"/>
            <a:ext cx="9300" cy="67080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1" name="Google Shape;551;p66"/>
          <p:cNvCxnSpPr>
            <a:endCxn id="529" idx="3"/>
          </p:cNvCxnSpPr>
          <p:nvPr/>
        </p:nvCxnSpPr>
        <p:spPr>
          <a:xfrm rot="10800000" flipH="1">
            <a:off x="8247769" y="6258660"/>
            <a:ext cx="1758000" cy="1041900"/>
          </a:xfrm>
          <a:prstGeom prst="bentConnector2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2" name="Google Shape;552;p66"/>
          <p:cNvCxnSpPr>
            <a:stCxn id="527" idx="2"/>
            <a:endCxn id="537" idx="2"/>
          </p:cNvCxnSpPr>
          <p:nvPr/>
        </p:nvCxnSpPr>
        <p:spPr>
          <a:xfrm rot="-5400000" flipH="1">
            <a:off x="11265610" y="5679695"/>
            <a:ext cx="600" cy="1565400"/>
          </a:xfrm>
          <a:prstGeom prst="bentConnector3">
            <a:avLst>
              <a:gd name="adj1" fmla="val 39460657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3" name="Google Shape;553;p66"/>
          <p:cNvCxnSpPr/>
          <p:nvPr/>
        </p:nvCxnSpPr>
        <p:spPr>
          <a:xfrm>
            <a:off x="11278512" y="6707076"/>
            <a:ext cx="0" cy="361155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4" name="Google Shape;554;p66"/>
          <p:cNvSpPr txBox="1"/>
          <p:nvPr/>
        </p:nvSpPr>
        <p:spPr>
          <a:xfrm>
            <a:off x="10830719" y="7052567"/>
            <a:ext cx="8787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Rack 1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6"/>
          <p:cNvSpPr txBox="1"/>
          <p:nvPr/>
        </p:nvSpPr>
        <p:spPr>
          <a:xfrm>
            <a:off x="12982688" y="5819029"/>
            <a:ext cx="7633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Block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66"/>
          <p:cNvCxnSpPr>
            <a:stCxn id="546" idx="3"/>
          </p:cNvCxnSpPr>
          <p:nvPr/>
        </p:nvCxnSpPr>
        <p:spPr>
          <a:xfrm>
            <a:off x="5525332" y="3272215"/>
            <a:ext cx="1994400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7" name="Google Shape;557;p66"/>
          <p:cNvCxnSpPr/>
          <p:nvPr/>
        </p:nvCxnSpPr>
        <p:spPr>
          <a:xfrm>
            <a:off x="8940750" y="3278329"/>
            <a:ext cx="576000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58" name="Google Shape;558;p66"/>
          <p:cNvGrpSpPr/>
          <p:nvPr/>
        </p:nvGrpSpPr>
        <p:grpSpPr>
          <a:xfrm>
            <a:off x="4143519" y="3927410"/>
            <a:ext cx="1047328" cy="1049450"/>
            <a:chOff x="6299192" y="4933432"/>
            <a:chExt cx="1047328" cy="1049450"/>
          </a:xfrm>
        </p:grpSpPr>
        <p:grpSp>
          <p:nvGrpSpPr>
            <p:cNvPr id="559" name="Google Shape;559;p66"/>
            <p:cNvGrpSpPr/>
            <p:nvPr/>
          </p:nvGrpSpPr>
          <p:grpSpPr>
            <a:xfrm>
              <a:off x="6299192" y="4933432"/>
              <a:ext cx="1047328" cy="1049450"/>
              <a:chOff x="8970012" y="4878844"/>
              <a:chExt cx="1047328" cy="1049450"/>
            </a:xfrm>
          </p:grpSpPr>
          <p:sp>
            <p:nvSpPr>
              <p:cNvPr id="548" name="Google Shape;548;p66"/>
              <p:cNvSpPr/>
              <p:nvPr/>
            </p:nvSpPr>
            <p:spPr>
              <a:xfrm>
                <a:off x="8970012" y="4878844"/>
                <a:ext cx="1047328" cy="1049450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6"/>
              <p:cNvSpPr txBox="1"/>
              <p:nvPr/>
            </p:nvSpPr>
            <p:spPr>
              <a:xfrm>
                <a:off x="9408177" y="5273532"/>
                <a:ext cx="1847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61" name="Google Shape;561;p66"/>
            <p:cNvGrpSpPr/>
            <p:nvPr/>
          </p:nvGrpSpPr>
          <p:grpSpPr>
            <a:xfrm>
              <a:off x="6445136" y="5167323"/>
              <a:ext cx="785496" cy="519541"/>
              <a:chOff x="2622866" y="1461619"/>
              <a:chExt cx="1581720" cy="1046177"/>
            </a:xfrm>
          </p:grpSpPr>
          <p:pic>
            <p:nvPicPr>
              <p:cNvPr id="562" name="Google Shape;562;p66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22866" y="1461619"/>
                <a:ext cx="1581720" cy="1046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66"/>
              <p:cNvSpPr txBox="1"/>
              <p:nvPr/>
            </p:nvSpPr>
            <p:spPr>
              <a:xfrm>
                <a:off x="2951416" y="1569434"/>
                <a:ext cx="890584" cy="929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4" name="Google Shape;564;p66"/>
          <p:cNvGrpSpPr/>
          <p:nvPr/>
        </p:nvGrpSpPr>
        <p:grpSpPr>
          <a:xfrm>
            <a:off x="7191793" y="6732261"/>
            <a:ext cx="1047328" cy="1049450"/>
            <a:chOff x="6299192" y="4933432"/>
            <a:chExt cx="1047328" cy="1049450"/>
          </a:xfrm>
        </p:grpSpPr>
        <p:grpSp>
          <p:nvGrpSpPr>
            <p:cNvPr id="565" name="Google Shape;565;p66"/>
            <p:cNvGrpSpPr/>
            <p:nvPr/>
          </p:nvGrpSpPr>
          <p:grpSpPr>
            <a:xfrm>
              <a:off x="6299192" y="4933432"/>
              <a:ext cx="1047328" cy="1049450"/>
              <a:chOff x="8970012" y="4878844"/>
              <a:chExt cx="1047328" cy="1049450"/>
            </a:xfrm>
          </p:grpSpPr>
          <p:sp>
            <p:nvSpPr>
              <p:cNvPr id="566" name="Google Shape;566;p66"/>
              <p:cNvSpPr/>
              <p:nvPr/>
            </p:nvSpPr>
            <p:spPr>
              <a:xfrm>
                <a:off x="8970012" y="4878844"/>
                <a:ext cx="1047328" cy="1049450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6"/>
              <p:cNvSpPr txBox="1"/>
              <p:nvPr/>
            </p:nvSpPr>
            <p:spPr>
              <a:xfrm>
                <a:off x="9408177" y="5273532"/>
                <a:ext cx="1847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68" name="Google Shape;568;p66"/>
            <p:cNvGrpSpPr/>
            <p:nvPr/>
          </p:nvGrpSpPr>
          <p:grpSpPr>
            <a:xfrm>
              <a:off x="6445136" y="5167323"/>
              <a:ext cx="785496" cy="766567"/>
              <a:chOff x="2622866" y="1461619"/>
              <a:chExt cx="1581720" cy="1543602"/>
            </a:xfrm>
          </p:grpSpPr>
          <p:pic>
            <p:nvPicPr>
              <p:cNvPr id="569" name="Google Shape;569;p66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22866" y="1461619"/>
                <a:ext cx="1581720" cy="1046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0" name="Google Shape;570;p66"/>
              <p:cNvSpPr txBox="1"/>
              <p:nvPr/>
            </p:nvSpPr>
            <p:spPr>
              <a:xfrm>
                <a:off x="2638048" y="2447521"/>
                <a:ext cx="1452494" cy="5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71" name="Google Shape;571;p66"/>
          <p:cNvCxnSpPr/>
          <p:nvPr/>
        </p:nvCxnSpPr>
        <p:spPr>
          <a:xfrm rot="-5400000" flipH="1">
            <a:off x="8443216" y="4267314"/>
            <a:ext cx="1735500" cy="1101300"/>
          </a:xfrm>
          <a:prstGeom prst="bentConnector3">
            <a:avLst>
              <a:gd name="adj1" fmla="val 50002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72" name="Google Shape;572;p66"/>
          <p:cNvSpPr txBox="1"/>
          <p:nvPr/>
        </p:nvSpPr>
        <p:spPr>
          <a:xfrm>
            <a:off x="8844598" y="4298709"/>
            <a:ext cx="121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Block ops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6"/>
          <p:cNvSpPr txBox="1"/>
          <p:nvPr/>
        </p:nvSpPr>
        <p:spPr>
          <a:xfrm>
            <a:off x="8453853" y="6887654"/>
            <a:ext cx="759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Write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66"/>
          <p:cNvSpPr txBox="1"/>
          <p:nvPr/>
        </p:nvSpPr>
        <p:spPr>
          <a:xfrm>
            <a:off x="3816604" y="5119500"/>
            <a:ext cx="726481" cy="369332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Read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66"/>
          <p:cNvCxnSpPr/>
          <p:nvPr/>
        </p:nvCxnSpPr>
        <p:spPr>
          <a:xfrm>
            <a:off x="8541366" y="6034269"/>
            <a:ext cx="1219132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76" name="Google Shape;576;p66"/>
          <p:cNvSpPr txBox="1"/>
          <p:nvPr/>
        </p:nvSpPr>
        <p:spPr>
          <a:xfrm>
            <a:off x="8541539" y="6117436"/>
            <a:ext cx="12394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Replication</a:t>
            </a:r>
            <a:endParaRPr sz="16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3D23D2FE-F602-B1F4-D6C6-9D9A013BE6B9}"/>
              </a:ext>
            </a:extLst>
          </p:cNvPr>
          <p:cNvSpPr/>
          <p:nvPr/>
        </p:nvSpPr>
        <p:spPr>
          <a:xfrm>
            <a:off x="4953000" y="816324"/>
            <a:ext cx="6344126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Component: SNN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67"/>
          <p:cNvSpPr txBox="1"/>
          <p:nvPr/>
        </p:nvSpPr>
        <p:spPr>
          <a:xfrm>
            <a:off x="1030824" y="1479551"/>
            <a:ext cx="14574936" cy="49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In the event of data loss or any disaster, NameNode acts as a backup node.</a:t>
            </a:r>
            <a:endParaRPr/>
          </a:p>
        </p:txBody>
      </p:sp>
      <p:grpSp>
        <p:nvGrpSpPr>
          <p:cNvPr id="585" name="Google Shape;585;p67"/>
          <p:cNvGrpSpPr/>
          <p:nvPr/>
        </p:nvGrpSpPr>
        <p:grpSpPr>
          <a:xfrm>
            <a:off x="5496756" y="5686956"/>
            <a:ext cx="1445423" cy="775139"/>
            <a:chOff x="7990520" y="6692978"/>
            <a:chExt cx="1445423" cy="775139"/>
          </a:xfrm>
        </p:grpSpPr>
        <p:sp>
          <p:nvSpPr>
            <p:cNvPr id="586" name="Google Shape;586;p67"/>
            <p:cNvSpPr/>
            <p:nvPr/>
          </p:nvSpPr>
          <p:spPr>
            <a:xfrm>
              <a:off x="7990520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A5A5A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7" name="Google Shape;587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21712" y="6767615"/>
              <a:ext cx="246637" cy="497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67"/>
            <p:cNvSpPr/>
            <p:nvPr/>
          </p:nvSpPr>
          <p:spPr>
            <a:xfrm>
              <a:off x="8493391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9" name="Google Shape;589;p67"/>
            <p:cNvSpPr/>
            <p:nvPr/>
          </p:nvSpPr>
          <p:spPr>
            <a:xfrm>
              <a:off x="8146108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90" name="Google Shape;590;p67"/>
          <p:cNvSpPr/>
          <p:nvPr/>
        </p:nvSpPr>
        <p:spPr>
          <a:xfrm>
            <a:off x="9530091" y="2692407"/>
            <a:ext cx="2969833" cy="1204298"/>
          </a:xfrm>
          <a:prstGeom prst="foldedCorner">
            <a:avLst>
              <a:gd name="adj" fmla="val 14225"/>
            </a:avLst>
          </a:prstGeom>
          <a:solidFill>
            <a:srgbClr val="EFF5FB"/>
          </a:solidFill>
          <a:ln w="25400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Metadata (Name, replicas, …):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/home/foo/data, 3, …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91" name="Google Shape;591;p67"/>
          <p:cNvGrpSpPr/>
          <p:nvPr/>
        </p:nvGrpSpPr>
        <p:grpSpPr>
          <a:xfrm>
            <a:off x="13364363" y="2585727"/>
            <a:ext cx="1397355" cy="1940553"/>
            <a:chOff x="10247247" y="3989303"/>
            <a:chExt cx="1397355" cy="1461835"/>
          </a:xfrm>
        </p:grpSpPr>
        <p:grpSp>
          <p:nvGrpSpPr>
            <p:cNvPr id="592" name="Google Shape;592;p67"/>
            <p:cNvGrpSpPr/>
            <p:nvPr/>
          </p:nvGrpSpPr>
          <p:grpSpPr>
            <a:xfrm>
              <a:off x="10247247" y="3989303"/>
              <a:ext cx="1397355" cy="1354260"/>
              <a:chOff x="5962922" y="3528800"/>
              <a:chExt cx="1400083" cy="1284140"/>
            </a:xfrm>
          </p:grpSpPr>
          <p:sp>
            <p:nvSpPr>
              <p:cNvPr id="593" name="Google Shape;593;p67"/>
              <p:cNvSpPr/>
              <p:nvPr/>
            </p:nvSpPr>
            <p:spPr>
              <a:xfrm>
                <a:off x="5962922" y="3528800"/>
                <a:ext cx="1400083" cy="1284140"/>
              </a:xfrm>
              <a:prstGeom prst="roundRect">
                <a:avLst>
                  <a:gd name="adj" fmla="val 8227"/>
                </a:avLst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4" name="Google Shape;594;p6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465783" y="3650096"/>
                <a:ext cx="431586" cy="786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5" name="Google Shape;595;p67"/>
            <p:cNvSpPr txBox="1"/>
            <p:nvPr/>
          </p:nvSpPr>
          <p:spPr>
            <a:xfrm>
              <a:off x="10342977" y="4927958"/>
              <a:ext cx="119776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Secondary NameNode</a:t>
              </a:r>
              <a:endParaRPr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96" name="Google Shape;596;p67"/>
          <p:cNvGrpSpPr/>
          <p:nvPr/>
        </p:nvGrpSpPr>
        <p:grpSpPr>
          <a:xfrm>
            <a:off x="3953149" y="5686956"/>
            <a:ext cx="1445423" cy="775139"/>
            <a:chOff x="6418337" y="6692978"/>
            <a:chExt cx="1445423" cy="775139"/>
          </a:xfrm>
        </p:grpSpPr>
        <p:sp>
          <p:nvSpPr>
            <p:cNvPr id="597" name="Google Shape;597;p67"/>
            <p:cNvSpPr/>
            <p:nvPr/>
          </p:nvSpPr>
          <p:spPr>
            <a:xfrm>
              <a:off x="6418337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A5A5A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8" name="Google Shape;598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49529" y="6767615"/>
              <a:ext cx="246637" cy="497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67"/>
            <p:cNvSpPr/>
            <p:nvPr/>
          </p:nvSpPr>
          <p:spPr>
            <a:xfrm>
              <a:off x="6839872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0" name="Google Shape;600;p67"/>
            <p:cNvSpPr/>
            <p:nvPr/>
          </p:nvSpPr>
          <p:spPr>
            <a:xfrm>
              <a:off x="6498784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1" name="Google Shape;601;p67"/>
            <p:cNvSpPr/>
            <p:nvPr/>
          </p:nvSpPr>
          <p:spPr>
            <a:xfrm>
              <a:off x="718096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02" name="Google Shape;602;p67"/>
          <p:cNvGrpSpPr/>
          <p:nvPr/>
        </p:nvGrpSpPr>
        <p:grpSpPr>
          <a:xfrm>
            <a:off x="9760498" y="5686956"/>
            <a:ext cx="1445423" cy="775139"/>
            <a:chOff x="11365715" y="6692978"/>
            <a:chExt cx="1445423" cy="775139"/>
          </a:xfrm>
        </p:grpSpPr>
        <p:sp>
          <p:nvSpPr>
            <p:cNvPr id="603" name="Google Shape;603;p67"/>
            <p:cNvSpPr/>
            <p:nvPr/>
          </p:nvSpPr>
          <p:spPr>
            <a:xfrm>
              <a:off x="11365715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A5A5A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4" name="Google Shape;604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496907" y="6767615"/>
              <a:ext cx="246637" cy="497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67"/>
            <p:cNvSpPr/>
            <p:nvPr/>
          </p:nvSpPr>
          <p:spPr>
            <a:xfrm>
              <a:off x="1146681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6" name="Google Shape;606;p67"/>
            <p:cNvSpPr/>
            <p:nvPr/>
          </p:nvSpPr>
          <p:spPr>
            <a:xfrm>
              <a:off x="11795927" y="7040291"/>
              <a:ext cx="292499" cy="224391"/>
            </a:xfrm>
            <a:prstGeom prst="cube">
              <a:avLst>
                <a:gd name="adj" fmla="val 1463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07" name="Google Shape;607;p67"/>
          <p:cNvGrpSpPr/>
          <p:nvPr/>
        </p:nvGrpSpPr>
        <p:grpSpPr>
          <a:xfrm>
            <a:off x="7068939" y="5686956"/>
            <a:ext cx="1445423" cy="775139"/>
            <a:chOff x="9562703" y="6692978"/>
            <a:chExt cx="1445423" cy="775139"/>
          </a:xfrm>
        </p:grpSpPr>
        <p:sp>
          <p:nvSpPr>
            <p:cNvPr id="608" name="Google Shape;608;p67"/>
            <p:cNvSpPr/>
            <p:nvPr/>
          </p:nvSpPr>
          <p:spPr>
            <a:xfrm>
              <a:off x="9562703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A5A5A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9" name="Google Shape;609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93895" y="6767615"/>
              <a:ext cx="246637" cy="497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67"/>
            <p:cNvSpPr/>
            <p:nvPr/>
          </p:nvSpPr>
          <p:spPr>
            <a:xfrm>
              <a:off x="10043119" y="7040291"/>
              <a:ext cx="292499" cy="224391"/>
            </a:xfrm>
            <a:prstGeom prst="cube">
              <a:avLst>
                <a:gd name="adj" fmla="val 264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1" name="Google Shape;611;p67"/>
            <p:cNvSpPr/>
            <p:nvPr/>
          </p:nvSpPr>
          <p:spPr>
            <a:xfrm>
              <a:off x="9694160" y="7040291"/>
              <a:ext cx="290775" cy="224391"/>
            </a:xfrm>
            <a:prstGeom prst="cube">
              <a:avLst>
                <a:gd name="adj" fmla="val 1080"/>
              </a:avLst>
            </a:prstGeom>
            <a:solidFill>
              <a:srgbClr val="FF5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12" name="Google Shape;612;p67"/>
          <p:cNvGrpSpPr/>
          <p:nvPr/>
        </p:nvGrpSpPr>
        <p:grpSpPr>
          <a:xfrm>
            <a:off x="11326004" y="5686956"/>
            <a:ext cx="1445423" cy="775139"/>
            <a:chOff x="13114102" y="6692978"/>
            <a:chExt cx="1445423" cy="775139"/>
          </a:xfrm>
        </p:grpSpPr>
        <p:sp>
          <p:nvSpPr>
            <p:cNvPr id="613" name="Google Shape;613;p67"/>
            <p:cNvSpPr/>
            <p:nvPr/>
          </p:nvSpPr>
          <p:spPr>
            <a:xfrm>
              <a:off x="13114102" y="6692978"/>
              <a:ext cx="1445423" cy="775139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A5A5A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4" name="Google Shape;614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245294" y="6767615"/>
              <a:ext cx="246637" cy="497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67"/>
            <p:cNvSpPr/>
            <p:nvPr/>
          </p:nvSpPr>
          <p:spPr>
            <a:xfrm>
              <a:off x="13830777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222A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6" name="Google Shape;616;p67"/>
            <p:cNvSpPr/>
            <p:nvPr/>
          </p:nvSpPr>
          <p:spPr>
            <a:xfrm>
              <a:off x="13507933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7" name="Google Shape;617;p67"/>
            <p:cNvSpPr/>
            <p:nvPr/>
          </p:nvSpPr>
          <p:spPr>
            <a:xfrm>
              <a:off x="13185089" y="6924657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8" name="Google Shape;618;p67"/>
            <p:cNvSpPr/>
            <p:nvPr/>
          </p:nvSpPr>
          <p:spPr>
            <a:xfrm>
              <a:off x="13185089" y="7194464"/>
              <a:ext cx="286709" cy="241762"/>
            </a:xfrm>
            <a:prstGeom prst="cube">
              <a:avLst>
                <a:gd name="adj" fmla="val 1963"/>
              </a:avLst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619" name="Google Shape;619;p67"/>
          <p:cNvCxnSpPr>
            <a:stCxn id="597" idx="0"/>
          </p:cNvCxnSpPr>
          <p:nvPr/>
        </p:nvCxnSpPr>
        <p:spPr>
          <a:xfrm rot="10800000">
            <a:off x="4675861" y="4999356"/>
            <a:ext cx="0" cy="687600"/>
          </a:xfrm>
          <a:prstGeom prst="straightConnector1">
            <a:avLst/>
          </a:prstGeom>
          <a:noFill/>
          <a:ln w="25400" cap="flat" cmpd="sng">
            <a:solidFill>
              <a:srgbClr val="222A3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0" name="Google Shape;620;p67"/>
          <p:cNvCxnSpPr>
            <a:stCxn id="597" idx="2"/>
            <a:endCxn id="608" idx="2"/>
          </p:cNvCxnSpPr>
          <p:nvPr/>
        </p:nvCxnSpPr>
        <p:spPr>
          <a:xfrm rot="-5400000" flipH="1">
            <a:off x="6233461" y="4904495"/>
            <a:ext cx="600" cy="3115800"/>
          </a:xfrm>
          <a:prstGeom prst="bentConnector3">
            <a:avLst>
              <a:gd name="adj1" fmla="val 37041667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1" name="Google Shape;621;p67"/>
          <p:cNvCxnSpPr/>
          <p:nvPr/>
        </p:nvCxnSpPr>
        <p:spPr>
          <a:xfrm>
            <a:off x="6297842" y="6681325"/>
            <a:ext cx="0" cy="361155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2" name="Google Shape;622;p67"/>
          <p:cNvSpPr txBox="1"/>
          <p:nvPr/>
        </p:nvSpPr>
        <p:spPr>
          <a:xfrm>
            <a:off x="3862697" y="3087549"/>
            <a:ext cx="1662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Metadata 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67"/>
          <p:cNvCxnSpPr/>
          <p:nvPr/>
        </p:nvCxnSpPr>
        <p:spPr>
          <a:xfrm rot="10800000">
            <a:off x="4682211" y="3479397"/>
            <a:ext cx="0" cy="43200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24" name="Google Shape;624;p67"/>
          <p:cNvSpPr txBox="1"/>
          <p:nvPr/>
        </p:nvSpPr>
        <p:spPr>
          <a:xfrm>
            <a:off x="5850071" y="7023535"/>
            <a:ext cx="8787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Rack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67"/>
          <p:cNvCxnSpPr>
            <a:endCxn id="611" idx="3"/>
          </p:cNvCxnSpPr>
          <p:nvPr/>
        </p:nvCxnSpPr>
        <p:spPr>
          <a:xfrm rot="10800000">
            <a:off x="7344572" y="6258660"/>
            <a:ext cx="9300" cy="670800"/>
          </a:xfrm>
          <a:prstGeom prst="straightConnector1">
            <a:avLst/>
          </a:prstGeom>
          <a:noFill/>
          <a:ln w="25400" cap="flat" cmpd="sng">
            <a:solidFill>
              <a:srgbClr val="222A3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6" name="Google Shape;626;p67"/>
          <p:cNvCxnSpPr>
            <a:endCxn id="605" idx="3"/>
          </p:cNvCxnSpPr>
          <p:nvPr/>
        </p:nvCxnSpPr>
        <p:spPr>
          <a:xfrm rot="10800000" flipH="1">
            <a:off x="8247769" y="6258660"/>
            <a:ext cx="1758000" cy="1041900"/>
          </a:xfrm>
          <a:prstGeom prst="bentConnector2">
            <a:avLst/>
          </a:prstGeom>
          <a:noFill/>
          <a:ln w="25400" cap="flat" cmpd="sng">
            <a:solidFill>
              <a:srgbClr val="222A3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7" name="Google Shape;627;p67"/>
          <p:cNvCxnSpPr>
            <a:stCxn id="603" idx="2"/>
            <a:endCxn id="613" idx="2"/>
          </p:cNvCxnSpPr>
          <p:nvPr/>
        </p:nvCxnSpPr>
        <p:spPr>
          <a:xfrm rot="-5400000" flipH="1">
            <a:off x="11265610" y="5679695"/>
            <a:ext cx="600" cy="1565400"/>
          </a:xfrm>
          <a:prstGeom prst="bentConnector3">
            <a:avLst>
              <a:gd name="adj1" fmla="val 39460657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8" name="Google Shape;628;p67"/>
          <p:cNvCxnSpPr/>
          <p:nvPr/>
        </p:nvCxnSpPr>
        <p:spPr>
          <a:xfrm>
            <a:off x="11278512" y="6707076"/>
            <a:ext cx="0" cy="361155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9" name="Google Shape;629;p67"/>
          <p:cNvSpPr txBox="1"/>
          <p:nvPr/>
        </p:nvSpPr>
        <p:spPr>
          <a:xfrm>
            <a:off x="10830719" y="7052567"/>
            <a:ext cx="8787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Rack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7"/>
          <p:cNvSpPr txBox="1"/>
          <p:nvPr/>
        </p:nvSpPr>
        <p:spPr>
          <a:xfrm>
            <a:off x="12982688" y="5819029"/>
            <a:ext cx="7633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67"/>
          <p:cNvCxnSpPr>
            <a:stCxn id="622" idx="3"/>
          </p:cNvCxnSpPr>
          <p:nvPr/>
        </p:nvCxnSpPr>
        <p:spPr>
          <a:xfrm>
            <a:off x="5525332" y="3272215"/>
            <a:ext cx="1994400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32" name="Google Shape;632;p67"/>
          <p:cNvCxnSpPr/>
          <p:nvPr/>
        </p:nvCxnSpPr>
        <p:spPr>
          <a:xfrm>
            <a:off x="8940750" y="3278329"/>
            <a:ext cx="576000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3" name="Google Shape;633;p67"/>
          <p:cNvGrpSpPr/>
          <p:nvPr/>
        </p:nvGrpSpPr>
        <p:grpSpPr>
          <a:xfrm>
            <a:off x="4143519" y="3927410"/>
            <a:ext cx="1047328" cy="1049450"/>
            <a:chOff x="6299192" y="4933432"/>
            <a:chExt cx="1047328" cy="1049450"/>
          </a:xfrm>
        </p:grpSpPr>
        <p:grpSp>
          <p:nvGrpSpPr>
            <p:cNvPr id="634" name="Google Shape;634;p67"/>
            <p:cNvGrpSpPr/>
            <p:nvPr/>
          </p:nvGrpSpPr>
          <p:grpSpPr>
            <a:xfrm>
              <a:off x="6299192" y="4933432"/>
              <a:ext cx="1047328" cy="1049450"/>
              <a:chOff x="8970012" y="4878844"/>
              <a:chExt cx="1047328" cy="1049450"/>
            </a:xfrm>
          </p:grpSpPr>
          <p:sp>
            <p:nvSpPr>
              <p:cNvPr id="635" name="Google Shape;635;p67"/>
              <p:cNvSpPr/>
              <p:nvPr/>
            </p:nvSpPr>
            <p:spPr>
              <a:xfrm>
                <a:off x="8970012" y="4878844"/>
                <a:ext cx="1047328" cy="1049450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7"/>
              <p:cNvSpPr txBox="1"/>
              <p:nvPr/>
            </p:nvSpPr>
            <p:spPr>
              <a:xfrm>
                <a:off x="9408177" y="5273532"/>
                <a:ext cx="1847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37" name="Google Shape;637;p67"/>
            <p:cNvGrpSpPr/>
            <p:nvPr/>
          </p:nvGrpSpPr>
          <p:grpSpPr>
            <a:xfrm>
              <a:off x="6445136" y="5167323"/>
              <a:ext cx="785496" cy="519541"/>
              <a:chOff x="2622866" y="1461619"/>
              <a:chExt cx="1581720" cy="1046177"/>
            </a:xfrm>
          </p:grpSpPr>
          <p:pic>
            <p:nvPicPr>
              <p:cNvPr id="638" name="Google Shape;638;p6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22866" y="1461619"/>
                <a:ext cx="1581720" cy="1046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9" name="Google Shape;639;p67"/>
              <p:cNvSpPr txBox="1"/>
              <p:nvPr/>
            </p:nvSpPr>
            <p:spPr>
              <a:xfrm>
                <a:off x="2951416" y="1569434"/>
                <a:ext cx="890584" cy="388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0" name="Google Shape;640;p67"/>
          <p:cNvGrpSpPr/>
          <p:nvPr/>
        </p:nvGrpSpPr>
        <p:grpSpPr>
          <a:xfrm>
            <a:off x="7191793" y="6732261"/>
            <a:ext cx="1047328" cy="1049450"/>
            <a:chOff x="6299192" y="4933432"/>
            <a:chExt cx="1047328" cy="1049450"/>
          </a:xfrm>
        </p:grpSpPr>
        <p:grpSp>
          <p:nvGrpSpPr>
            <p:cNvPr id="641" name="Google Shape;641;p67"/>
            <p:cNvGrpSpPr/>
            <p:nvPr/>
          </p:nvGrpSpPr>
          <p:grpSpPr>
            <a:xfrm>
              <a:off x="6299192" y="4933432"/>
              <a:ext cx="1047328" cy="1049450"/>
              <a:chOff x="8970012" y="4878844"/>
              <a:chExt cx="1047328" cy="1049450"/>
            </a:xfrm>
          </p:grpSpPr>
          <p:sp>
            <p:nvSpPr>
              <p:cNvPr id="642" name="Google Shape;642;p67"/>
              <p:cNvSpPr/>
              <p:nvPr/>
            </p:nvSpPr>
            <p:spPr>
              <a:xfrm>
                <a:off x="8970012" y="4878844"/>
                <a:ext cx="1047328" cy="1049450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67"/>
              <p:cNvSpPr txBox="1"/>
              <p:nvPr/>
            </p:nvSpPr>
            <p:spPr>
              <a:xfrm>
                <a:off x="9408177" y="5273532"/>
                <a:ext cx="18473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44" name="Google Shape;644;p67"/>
            <p:cNvGrpSpPr/>
            <p:nvPr/>
          </p:nvGrpSpPr>
          <p:grpSpPr>
            <a:xfrm>
              <a:off x="6445136" y="5167323"/>
              <a:ext cx="785496" cy="519541"/>
              <a:chOff x="2622866" y="1461619"/>
              <a:chExt cx="1581720" cy="1046177"/>
            </a:xfrm>
          </p:grpSpPr>
          <p:pic>
            <p:nvPicPr>
              <p:cNvPr id="645" name="Google Shape;645;p6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622866" y="1461619"/>
                <a:ext cx="1581720" cy="1046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67"/>
              <p:cNvSpPr txBox="1"/>
              <p:nvPr/>
            </p:nvSpPr>
            <p:spPr>
              <a:xfrm>
                <a:off x="2951416" y="1569434"/>
                <a:ext cx="890584" cy="388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647" name="Google Shape;647;p67"/>
          <p:cNvCxnSpPr/>
          <p:nvPr/>
        </p:nvCxnSpPr>
        <p:spPr>
          <a:xfrm rot="-5400000" flipH="1">
            <a:off x="8443216" y="4267314"/>
            <a:ext cx="1735500" cy="1101300"/>
          </a:xfrm>
          <a:prstGeom prst="bentConnector3">
            <a:avLst>
              <a:gd name="adj1" fmla="val 50002"/>
            </a:avLst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48" name="Google Shape;648;p67"/>
          <p:cNvSpPr txBox="1"/>
          <p:nvPr/>
        </p:nvSpPr>
        <p:spPr>
          <a:xfrm>
            <a:off x="8844598" y="4298709"/>
            <a:ext cx="121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Block 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7"/>
          <p:cNvSpPr txBox="1"/>
          <p:nvPr/>
        </p:nvSpPr>
        <p:spPr>
          <a:xfrm>
            <a:off x="8453853" y="6887654"/>
            <a:ext cx="759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Write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7"/>
          <p:cNvSpPr txBox="1"/>
          <p:nvPr/>
        </p:nvSpPr>
        <p:spPr>
          <a:xfrm>
            <a:off x="3987165" y="5145697"/>
            <a:ext cx="7264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67"/>
          <p:cNvCxnSpPr/>
          <p:nvPr/>
        </p:nvCxnSpPr>
        <p:spPr>
          <a:xfrm>
            <a:off x="8541366" y="6034269"/>
            <a:ext cx="1219132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52" name="Google Shape;652;p67"/>
          <p:cNvSpPr txBox="1"/>
          <p:nvPr/>
        </p:nvSpPr>
        <p:spPr>
          <a:xfrm>
            <a:off x="8541539" y="6117436"/>
            <a:ext cx="12394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Replication</a:t>
            </a: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54" name="Google Shape;654;p67"/>
          <p:cNvGrpSpPr/>
          <p:nvPr/>
        </p:nvGrpSpPr>
        <p:grpSpPr>
          <a:xfrm>
            <a:off x="7679017" y="2752401"/>
            <a:ext cx="1397355" cy="1354260"/>
            <a:chOff x="10247247" y="3989303"/>
            <a:chExt cx="1397355" cy="1354260"/>
          </a:xfrm>
        </p:grpSpPr>
        <p:grpSp>
          <p:nvGrpSpPr>
            <p:cNvPr id="655" name="Google Shape;655;p67"/>
            <p:cNvGrpSpPr/>
            <p:nvPr/>
          </p:nvGrpSpPr>
          <p:grpSpPr>
            <a:xfrm>
              <a:off x="10247247" y="3989303"/>
              <a:ext cx="1397355" cy="1354260"/>
              <a:chOff x="5962922" y="3528800"/>
              <a:chExt cx="1400083" cy="1284140"/>
            </a:xfrm>
          </p:grpSpPr>
          <p:sp>
            <p:nvSpPr>
              <p:cNvPr id="656" name="Google Shape;656;p67"/>
              <p:cNvSpPr/>
              <p:nvPr/>
            </p:nvSpPr>
            <p:spPr>
              <a:xfrm>
                <a:off x="5962922" y="3528800"/>
                <a:ext cx="1400083" cy="1284140"/>
              </a:xfrm>
              <a:prstGeom prst="roundRect">
                <a:avLst>
                  <a:gd name="adj" fmla="val 8227"/>
                </a:avLst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57" name="Google Shape;657;p6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465783" y="3650096"/>
                <a:ext cx="431586" cy="786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8" name="Google Shape;658;p67"/>
            <p:cNvSpPr txBox="1"/>
            <p:nvPr/>
          </p:nvSpPr>
          <p:spPr>
            <a:xfrm>
              <a:off x="10342977" y="4927958"/>
              <a:ext cx="11977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endParaRPr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659" name="Google Shape;659;p67"/>
          <p:cNvCxnSpPr/>
          <p:nvPr/>
        </p:nvCxnSpPr>
        <p:spPr>
          <a:xfrm>
            <a:off x="12580514" y="3087549"/>
            <a:ext cx="783849" cy="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60" name="Google Shape;660;p67"/>
          <p:cNvCxnSpPr>
            <a:stCxn id="593" idx="1"/>
          </p:cNvCxnSpPr>
          <p:nvPr/>
        </p:nvCxnSpPr>
        <p:spPr>
          <a:xfrm rot="10800000">
            <a:off x="12580463" y="3262902"/>
            <a:ext cx="783900" cy="221700"/>
          </a:xfrm>
          <a:prstGeom prst="straightConnector1">
            <a:avLst/>
          </a:prstGeom>
          <a:noFill/>
          <a:ln w="25400" cap="flat" cmpd="sng">
            <a:solidFill>
              <a:srgbClr val="83838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61" name="Google Shape;661;p67"/>
          <p:cNvSpPr txBox="1"/>
          <p:nvPr/>
        </p:nvSpPr>
        <p:spPr>
          <a:xfrm>
            <a:off x="12042679" y="2215500"/>
            <a:ext cx="166263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FsImage and edit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67"/>
          <p:cNvSpPr txBox="1"/>
          <p:nvPr/>
        </p:nvSpPr>
        <p:spPr>
          <a:xfrm>
            <a:off x="12025220" y="4008418"/>
            <a:ext cx="166263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Merged FsImage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67"/>
          <p:cNvSpPr/>
          <p:nvPr/>
        </p:nvSpPr>
        <p:spPr>
          <a:xfrm>
            <a:off x="2112479" y="8088706"/>
            <a:ext cx="12031043" cy="6650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It takes hourly snapshots of data stored by an active NameNode and stores it in FsImage.</a:t>
            </a:r>
            <a:endParaRPr sz="2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91744164-1B59-A407-F608-2ABF64813921}"/>
              </a:ext>
            </a:extLst>
          </p:cNvPr>
          <p:cNvSpPr/>
          <p:nvPr/>
        </p:nvSpPr>
        <p:spPr>
          <a:xfrm>
            <a:off x="5600700" y="816324"/>
            <a:ext cx="5072142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Component: </a:t>
            </a:r>
            <a:r>
              <a:rPr lang="en-US" sz="28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ZooKeeper</a:t>
            </a:r>
            <a:endParaRPr sz="28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0" name="Google Shape;670;p68"/>
          <p:cNvSpPr txBox="1"/>
          <p:nvPr/>
        </p:nvSpPr>
        <p:spPr>
          <a:xfrm>
            <a:off x="1191197" y="6951124"/>
            <a:ext cx="14886663" cy="106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ZooKeeper implementation is simple and replicated, which puts a premium on high performance, high availability, and a strictly ordered access.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68"/>
          <p:cNvSpPr/>
          <p:nvPr/>
        </p:nvSpPr>
        <p:spPr>
          <a:xfrm>
            <a:off x="3535733" y="2590785"/>
            <a:ext cx="8880712" cy="2106940"/>
          </a:xfrm>
          <a:prstGeom prst="roundRect">
            <a:avLst>
              <a:gd name="adj" fmla="val 16667"/>
            </a:avLst>
          </a:prstGeom>
          <a:solidFill>
            <a:srgbClr val="9C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3" name="Google Shape;673;p68"/>
          <p:cNvGrpSpPr/>
          <p:nvPr/>
        </p:nvGrpSpPr>
        <p:grpSpPr>
          <a:xfrm>
            <a:off x="1996793" y="4712199"/>
            <a:ext cx="12262415" cy="1663881"/>
            <a:chOff x="2272461" y="4535312"/>
            <a:chExt cx="12262415" cy="1663881"/>
          </a:xfrm>
        </p:grpSpPr>
        <p:sp>
          <p:nvSpPr>
            <p:cNvPr id="674" name="Google Shape;674;p68"/>
            <p:cNvSpPr/>
            <p:nvPr/>
          </p:nvSpPr>
          <p:spPr>
            <a:xfrm>
              <a:off x="2272461" y="5615922"/>
              <a:ext cx="1203954" cy="583271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8"/>
            <p:cNvSpPr txBox="1"/>
            <p:nvPr/>
          </p:nvSpPr>
          <p:spPr>
            <a:xfrm>
              <a:off x="2362355" y="5692114"/>
              <a:ext cx="10241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</a:t>
              </a: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676" name="Google Shape;676;p68"/>
            <p:cNvGrpSpPr/>
            <p:nvPr/>
          </p:nvGrpSpPr>
          <p:grpSpPr>
            <a:xfrm>
              <a:off x="3725677" y="5615922"/>
              <a:ext cx="1203954" cy="583271"/>
              <a:chOff x="2316551" y="5553452"/>
              <a:chExt cx="1203954" cy="583271"/>
            </a:xfrm>
          </p:grpSpPr>
          <p:sp>
            <p:nvSpPr>
              <p:cNvPr id="677" name="Google Shape;677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79" name="Google Shape;679;p68"/>
            <p:cNvGrpSpPr/>
            <p:nvPr/>
          </p:nvGrpSpPr>
          <p:grpSpPr>
            <a:xfrm>
              <a:off x="5238090" y="5615922"/>
              <a:ext cx="1203954" cy="583271"/>
              <a:chOff x="2316551" y="5553452"/>
              <a:chExt cx="1203954" cy="583271"/>
            </a:xfrm>
          </p:grpSpPr>
          <p:sp>
            <p:nvSpPr>
              <p:cNvPr id="680" name="Google Shape;680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82" name="Google Shape;682;p68"/>
            <p:cNvGrpSpPr/>
            <p:nvPr/>
          </p:nvGrpSpPr>
          <p:grpSpPr>
            <a:xfrm>
              <a:off x="6750503" y="5615922"/>
              <a:ext cx="1203954" cy="583271"/>
              <a:chOff x="2316551" y="5553452"/>
              <a:chExt cx="1203954" cy="583271"/>
            </a:xfrm>
          </p:grpSpPr>
          <p:sp>
            <p:nvSpPr>
              <p:cNvPr id="683" name="Google Shape;683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85" name="Google Shape;685;p68"/>
            <p:cNvGrpSpPr/>
            <p:nvPr/>
          </p:nvGrpSpPr>
          <p:grpSpPr>
            <a:xfrm>
              <a:off x="8324311" y="5615922"/>
              <a:ext cx="1203954" cy="583271"/>
              <a:chOff x="2316551" y="5553452"/>
              <a:chExt cx="1203954" cy="583271"/>
            </a:xfrm>
          </p:grpSpPr>
          <p:sp>
            <p:nvSpPr>
              <p:cNvPr id="686" name="Google Shape;686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88" name="Google Shape;688;p68"/>
            <p:cNvGrpSpPr/>
            <p:nvPr/>
          </p:nvGrpSpPr>
          <p:grpSpPr>
            <a:xfrm>
              <a:off x="13330922" y="5615922"/>
              <a:ext cx="1203954" cy="583271"/>
              <a:chOff x="2316551" y="5553452"/>
              <a:chExt cx="1203954" cy="583271"/>
            </a:xfrm>
          </p:grpSpPr>
          <p:sp>
            <p:nvSpPr>
              <p:cNvPr id="689" name="Google Shape;689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91" name="Google Shape;691;p68"/>
            <p:cNvGrpSpPr/>
            <p:nvPr/>
          </p:nvGrpSpPr>
          <p:grpSpPr>
            <a:xfrm>
              <a:off x="10000295" y="5615922"/>
              <a:ext cx="1203954" cy="583271"/>
              <a:chOff x="2316551" y="5553452"/>
              <a:chExt cx="1203954" cy="583271"/>
            </a:xfrm>
          </p:grpSpPr>
          <p:sp>
            <p:nvSpPr>
              <p:cNvPr id="692" name="Google Shape;692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94" name="Google Shape;694;p68"/>
            <p:cNvGrpSpPr/>
            <p:nvPr/>
          </p:nvGrpSpPr>
          <p:grpSpPr>
            <a:xfrm>
              <a:off x="11728615" y="5615922"/>
              <a:ext cx="1203954" cy="583271"/>
              <a:chOff x="2316551" y="5553452"/>
              <a:chExt cx="1203954" cy="583271"/>
            </a:xfrm>
          </p:grpSpPr>
          <p:sp>
            <p:nvSpPr>
              <p:cNvPr id="695" name="Google Shape;695;p68"/>
              <p:cNvSpPr/>
              <p:nvPr/>
            </p:nvSpPr>
            <p:spPr>
              <a:xfrm>
                <a:off x="2316551" y="5553452"/>
                <a:ext cx="1203954" cy="583271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68"/>
              <p:cNvSpPr txBox="1"/>
              <p:nvPr/>
            </p:nvSpPr>
            <p:spPr>
              <a:xfrm>
                <a:off x="2406445" y="5629644"/>
                <a:ext cx="102416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Client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97" name="Google Shape;697;p68"/>
            <p:cNvSpPr/>
            <p:nvPr/>
          </p:nvSpPr>
          <p:spPr>
            <a:xfrm rot="-5400000">
              <a:off x="7749552" y="-529846"/>
              <a:ext cx="1080609" cy="11210925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68"/>
            <p:cNvCxnSpPr>
              <a:stCxn id="677" idx="0"/>
            </p:cNvCxnSpPr>
            <p:nvPr/>
          </p:nvCxnSpPr>
          <p:spPr>
            <a:xfrm rot="10800000">
              <a:off x="4327654" y="5075622"/>
              <a:ext cx="0" cy="540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9" name="Google Shape;699;p68"/>
            <p:cNvCxnSpPr/>
            <p:nvPr/>
          </p:nvCxnSpPr>
          <p:spPr>
            <a:xfrm rot="10800000">
              <a:off x="10618276" y="5075615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0" name="Google Shape;700;p68"/>
            <p:cNvCxnSpPr/>
            <p:nvPr/>
          </p:nvCxnSpPr>
          <p:spPr>
            <a:xfrm rot="10800000">
              <a:off x="8923910" y="5075615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1" name="Google Shape;701;p68"/>
            <p:cNvCxnSpPr/>
            <p:nvPr/>
          </p:nvCxnSpPr>
          <p:spPr>
            <a:xfrm rot="10800000">
              <a:off x="7487057" y="5075615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2" name="Google Shape;702;p68"/>
            <p:cNvCxnSpPr/>
            <p:nvPr/>
          </p:nvCxnSpPr>
          <p:spPr>
            <a:xfrm rot="10800000">
              <a:off x="5840067" y="5075615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3" name="Google Shape;703;p68"/>
            <p:cNvCxnSpPr/>
            <p:nvPr/>
          </p:nvCxnSpPr>
          <p:spPr>
            <a:xfrm rot="10800000">
              <a:off x="12428026" y="5087383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4" name="Google Shape;704;p68"/>
            <p:cNvCxnSpPr/>
            <p:nvPr/>
          </p:nvCxnSpPr>
          <p:spPr>
            <a:xfrm rot="10800000">
              <a:off x="12428026" y="5070576"/>
              <a:ext cx="0" cy="54030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05" name="Google Shape;705;p68"/>
          <p:cNvSpPr txBox="1"/>
          <p:nvPr/>
        </p:nvSpPr>
        <p:spPr>
          <a:xfrm>
            <a:off x="6576801" y="2577421"/>
            <a:ext cx="279857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ZooKeeper Service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6" name="Google Shape;706;p68"/>
          <p:cNvCxnSpPr>
            <a:stCxn id="707" idx="2"/>
            <a:endCxn id="708" idx="2"/>
          </p:cNvCxnSpPr>
          <p:nvPr/>
        </p:nvCxnSpPr>
        <p:spPr>
          <a:xfrm rot="-5400000">
            <a:off x="6332600" y="2568033"/>
            <a:ext cx="9900" cy="3276900"/>
          </a:xfrm>
          <a:prstGeom prst="curvedConnector3">
            <a:avLst>
              <a:gd name="adj1" fmla="val -2309091"/>
            </a:avLst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09" name="Google Shape;709;p68"/>
          <p:cNvCxnSpPr/>
          <p:nvPr/>
        </p:nvCxnSpPr>
        <p:spPr>
          <a:xfrm rot="10800000" flipH="1">
            <a:off x="7991363" y="4177192"/>
            <a:ext cx="3276900" cy="15300"/>
          </a:xfrm>
          <a:prstGeom prst="curvedConnector3">
            <a:avLst>
              <a:gd name="adj1" fmla="val 0"/>
            </a:avLst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10" name="Google Shape;710;p68"/>
          <p:cNvSpPr txBox="1"/>
          <p:nvPr/>
        </p:nvSpPr>
        <p:spPr>
          <a:xfrm>
            <a:off x="1278682" y="1470660"/>
            <a:ext cx="13698637" cy="106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ZooKeeper allows distributed processes to coordinate with each other through a shared hierarchical namespace.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1" name="Google Shape;711;p68"/>
          <p:cNvGrpSpPr/>
          <p:nvPr/>
        </p:nvGrpSpPr>
        <p:grpSpPr>
          <a:xfrm>
            <a:off x="4026947" y="3691249"/>
            <a:ext cx="7898285" cy="520185"/>
            <a:chOff x="4026947" y="3786499"/>
            <a:chExt cx="7898285" cy="520185"/>
          </a:xfrm>
        </p:grpSpPr>
        <p:grpSp>
          <p:nvGrpSpPr>
            <p:cNvPr id="712" name="Google Shape;712;p68"/>
            <p:cNvGrpSpPr/>
            <p:nvPr/>
          </p:nvGrpSpPr>
          <p:grpSpPr>
            <a:xfrm>
              <a:off x="4026947" y="3801716"/>
              <a:ext cx="1344305" cy="504967"/>
              <a:chOff x="4302615" y="3579085"/>
              <a:chExt cx="1344305" cy="504967"/>
            </a:xfrm>
          </p:grpSpPr>
          <p:sp>
            <p:nvSpPr>
              <p:cNvPr id="707" name="Google Shape;707;p68"/>
              <p:cNvSpPr/>
              <p:nvPr/>
            </p:nvSpPr>
            <p:spPr>
              <a:xfrm>
                <a:off x="4302615" y="3579085"/>
                <a:ext cx="1344305" cy="504967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5400" cap="flat" cmpd="sng">
                <a:solidFill>
                  <a:srgbClr val="1E4E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68"/>
              <p:cNvSpPr txBox="1"/>
              <p:nvPr/>
            </p:nvSpPr>
            <p:spPr>
              <a:xfrm>
                <a:off x="4462684" y="3616125"/>
                <a:ext cx="1024167" cy="43088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Server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14" name="Google Shape;714;p68"/>
            <p:cNvGrpSpPr/>
            <p:nvPr/>
          </p:nvGrpSpPr>
          <p:grpSpPr>
            <a:xfrm>
              <a:off x="8942432" y="3801717"/>
              <a:ext cx="1344305" cy="504967"/>
              <a:chOff x="9218100" y="3579086"/>
              <a:chExt cx="1344305" cy="504967"/>
            </a:xfrm>
          </p:grpSpPr>
          <p:sp>
            <p:nvSpPr>
              <p:cNvPr id="715" name="Google Shape;715;p68"/>
              <p:cNvSpPr/>
              <p:nvPr/>
            </p:nvSpPr>
            <p:spPr>
              <a:xfrm>
                <a:off x="9218100" y="3579086"/>
                <a:ext cx="1344305" cy="504967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5400" cap="flat" cmpd="sng">
                <a:solidFill>
                  <a:srgbClr val="1E4E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68"/>
              <p:cNvSpPr txBox="1"/>
              <p:nvPr/>
            </p:nvSpPr>
            <p:spPr>
              <a:xfrm>
                <a:off x="9378169" y="3616126"/>
                <a:ext cx="1024167" cy="43088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Server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17" name="Google Shape;717;p68"/>
            <p:cNvGrpSpPr/>
            <p:nvPr/>
          </p:nvGrpSpPr>
          <p:grpSpPr>
            <a:xfrm>
              <a:off x="7303937" y="3791672"/>
              <a:ext cx="1344305" cy="504967"/>
              <a:chOff x="7303937" y="3829772"/>
              <a:chExt cx="1344305" cy="504967"/>
            </a:xfrm>
          </p:grpSpPr>
          <p:sp>
            <p:nvSpPr>
              <p:cNvPr id="708" name="Google Shape;708;p68"/>
              <p:cNvSpPr/>
              <p:nvPr/>
            </p:nvSpPr>
            <p:spPr>
              <a:xfrm>
                <a:off x="7303937" y="3829772"/>
                <a:ext cx="1344305" cy="504967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68"/>
              <p:cNvSpPr txBox="1"/>
              <p:nvPr/>
            </p:nvSpPr>
            <p:spPr>
              <a:xfrm>
                <a:off x="7464006" y="3866812"/>
                <a:ext cx="1024167" cy="43088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Server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19" name="Google Shape;719;p68"/>
            <p:cNvGrpSpPr/>
            <p:nvPr/>
          </p:nvGrpSpPr>
          <p:grpSpPr>
            <a:xfrm>
              <a:off x="10580927" y="3796428"/>
              <a:ext cx="1344305" cy="504967"/>
              <a:chOff x="10856595" y="3573797"/>
              <a:chExt cx="1344305" cy="504967"/>
            </a:xfrm>
          </p:grpSpPr>
          <p:sp>
            <p:nvSpPr>
              <p:cNvPr id="720" name="Google Shape;720;p68"/>
              <p:cNvSpPr/>
              <p:nvPr/>
            </p:nvSpPr>
            <p:spPr>
              <a:xfrm>
                <a:off x="10856595" y="3573797"/>
                <a:ext cx="1344305" cy="504967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5400" cap="flat" cmpd="sng">
                <a:solidFill>
                  <a:srgbClr val="1E4E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68"/>
              <p:cNvSpPr txBox="1"/>
              <p:nvPr/>
            </p:nvSpPr>
            <p:spPr>
              <a:xfrm>
                <a:off x="11016664" y="3610837"/>
                <a:ext cx="1024167" cy="43088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Server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22" name="Google Shape;722;p68"/>
            <p:cNvGrpSpPr/>
            <p:nvPr/>
          </p:nvGrpSpPr>
          <p:grpSpPr>
            <a:xfrm>
              <a:off x="5665442" y="3786499"/>
              <a:ext cx="1344305" cy="504967"/>
              <a:chOff x="5665442" y="3786499"/>
              <a:chExt cx="1344305" cy="504967"/>
            </a:xfrm>
          </p:grpSpPr>
          <p:sp>
            <p:nvSpPr>
              <p:cNvPr id="723" name="Google Shape;723;p68"/>
              <p:cNvSpPr/>
              <p:nvPr/>
            </p:nvSpPr>
            <p:spPr>
              <a:xfrm>
                <a:off x="5665442" y="3786499"/>
                <a:ext cx="1344305" cy="504967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5400" cap="flat" cmpd="sng">
                <a:solidFill>
                  <a:srgbClr val="1E4E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68"/>
              <p:cNvSpPr txBox="1"/>
              <p:nvPr/>
            </p:nvSpPr>
            <p:spPr>
              <a:xfrm>
                <a:off x="5825511" y="3823539"/>
                <a:ext cx="1024167" cy="43088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Server</a:t>
                </a: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725" name="Google Shape;725;p68"/>
          <p:cNvGrpSpPr/>
          <p:nvPr/>
        </p:nvGrpSpPr>
        <p:grpSpPr>
          <a:xfrm>
            <a:off x="7147746" y="3077076"/>
            <a:ext cx="1269736" cy="430887"/>
            <a:chOff x="7423414" y="2949695"/>
            <a:chExt cx="1269736" cy="430887"/>
          </a:xfrm>
        </p:grpSpPr>
        <p:sp>
          <p:nvSpPr>
            <p:cNvPr id="726" name="Google Shape;726;p68"/>
            <p:cNvSpPr/>
            <p:nvPr/>
          </p:nvSpPr>
          <p:spPr>
            <a:xfrm>
              <a:off x="7423414" y="2968361"/>
              <a:ext cx="1269736" cy="393554"/>
            </a:xfrm>
            <a:prstGeom prst="wedgeRoundRectCallout">
              <a:avLst>
                <a:gd name="adj1" fmla="val -20833"/>
                <a:gd name="adj2" fmla="val 100195"/>
                <a:gd name="adj3" fmla="val 16667"/>
              </a:avLst>
            </a:prstGeom>
            <a:solidFill>
              <a:srgbClr val="355E71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8"/>
            <p:cNvSpPr txBox="1"/>
            <p:nvPr/>
          </p:nvSpPr>
          <p:spPr>
            <a:xfrm>
              <a:off x="7499090" y="2949695"/>
              <a:ext cx="111838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Leader</a:t>
              </a:r>
              <a:endParaRPr sz="2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2652FFE1-F23C-569F-F7AA-A5D569519E49}"/>
              </a:ext>
            </a:extLst>
          </p:cNvPr>
          <p:cNvSpPr/>
          <p:nvPr/>
        </p:nvSpPr>
        <p:spPr>
          <a:xfrm>
            <a:off x="4889500" y="816324"/>
            <a:ext cx="6481046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Component: </a:t>
            </a:r>
            <a:r>
              <a:rPr lang="en-US" sz="2800" dirty="0" err="1">
                <a:latin typeface="Open Sans"/>
                <a:ea typeface="Open Sans"/>
                <a:cs typeface="Open Sans"/>
                <a:sym typeface="Open Sans"/>
              </a:rPr>
              <a:t>ZooKeeper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669547" y="1470660"/>
            <a:ext cx="14886663" cy="106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Automatic HDFS Failover relies on </a:t>
            </a:r>
            <a:r>
              <a:rPr lang="en-US" sz="2200" b="0" i="0" u="none" strike="noStrike" cap="none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ZooKeeper</a:t>
            </a: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for the following: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1520762" y="7128272"/>
            <a:ext cx="4928177" cy="1063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sz="2200" i="0" u="none" strike="noStrike" cap="none">
                <a:solidFill>
                  <a:srgbClr val="3F3F3F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Open Sans"/>
              </a:rPr>
              <a:t>Failure detection</a:t>
            </a:r>
            <a:endParaRPr lang="en-US" sz="2200" i="0" u="none" strike="noStrike" cap="none">
              <a:solidFill>
                <a:srgbClr val="000000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  <a:sym typeface="Arial"/>
            </a:endParaRPr>
          </a:p>
        </p:txBody>
      </p:sp>
      <p:grpSp>
        <p:nvGrpSpPr>
          <p:cNvPr id="736" name="Google Shape;736;p69"/>
          <p:cNvGrpSpPr/>
          <p:nvPr/>
        </p:nvGrpSpPr>
        <p:grpSpPr>
          <a:xfrm>
            <a:off x="9263434" y="3464260"/>
            <a:ext cx="5521136" cy="4727444"/>
            <a:chOff x="9263434" y="3553557"/>
            <a:chExt cx="5521136" cy="4727444"/>
          </a:xfrm>
        </p:grpSpPr>
        <p:sp>
          <p:nvSpPr>
            <p:cNvPr id="737" name="Google Shape;737;p69"/>
            <p:cNvSpPr txBox="1"/>
            <p:nvPr/>
          </p:nvSpPr>
          <p:spPr>
            <a:xfrm>
              <a:off x="9559915" y="7217569"/>
              <a:ext cx="4928177" cy="1063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800"/>
                <a:buFont typeface="Arial"/>
                <a:buNone/>
              </a:pPr>
              <a:r>
                <a:rPr lang="en-US" sz="2200" i="0" u="none" strike="noStrike" cap="none">
                  <a:solidFill>
                    <a:srgbClr val="3F3F3F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  <a:sym typeface="Open Sans"/>
                </a:rPr>
                <a:t>Active NameNode election</a:t>
              </a:r>
              <a:endParaRPr sz="2200" i="0" u="none" strike="noStrike" cap="none">
                <a:solidFill>
                  <a:srgbClr val="000000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Arial"/>
              </a:endParaRPr>
            </a:p>
          </p:txBody>
        </p:sp>
        <p:grpSp>
          <p:nvGrpSpPr>
            <p:cNvPr id="738" name="Google Shape;738;p69"/>
            <p:cNvGrpSpPr/>
            <p:nvPr/>
          </p:nvGrpSpPr>
          <p:grpSpPr>
            <a:xfrm>
              <a:off x="9263434" y="3553557"/>
              <a:ext cx="5521136" cy="3664014"/>
              <a:chOff x="9452869" y="3788456"/>
              <a:chExt cx="4650288" cy="3086089"/>
            </a:xfrm>
          </p:grpSpPr>
          <p:pic>
            <p:nvPicPr>
              <p:cNvPr id="739" name="Google Shape;739;p6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629765" y="6050107"/>
                <a:ext cx="636539" cy="6365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0" name="Google Shape;740;p6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856854" y="6050107"/>
                <a:ext cx="636539" cy="6365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1" name="Google Shape;741;p6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3311031" y="6050107"/>
                <a:ext cx="636539" cy="6365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2" name="Google Shape;742;p6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1919787" y="5909696"/>
                <a:ext cx="964849" cy="96484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43" name="Google Shape;743;p69"/>
              <p:cNvGrpSpPr/>
              <p:nvPr/>
            </p:nvGrpSpPr>
            <p:grpSpPr>
              <a:xfrm>
                <a:off x="9452869" y="3788456"/>
                <a:ext cx="4650288" cy="1778216"/>
                <a:chOff x="9434932" y="3778102"/>
                <a:chExt cx="4650288" cy="1778216"/>
              </a:xfrm>
            </p:grpSpPr>
            <p:pic>
              <p:nvPicPr>
                <p:cNvPr id="744" name="Google Shape;744;p6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0659808" y="3778102"/>
                  <a:ext cx="923340" cy="17782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45" name="Google Shape;745;p69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11884684" y="3778102"/>
                  <a:ext cx="975659" cy="17782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46" name="Google Shape;746;p6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9434932" y="3778102"/>
                  <a:ext cx="923340" cy="17782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47" name="Google Shape;747;p6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3161880" y="3778102"/>
                  <a:ext cx="923340" cy="17782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749" name="Google Shape;749;p69"/>
          <p:cNvGrpSpPr/>
          <p:nvPr/>
        </p:nvGrpSpPr>
        <p:grpSpPr>
          <a:xfrm>
            <a:off x="2152844" y="3115282"/>
            <a:ext cx="3664013" cy="3664013"/>
            <a:chOff x="2152844" y="3210532"/>
            <a:chExt cx="3664013" cy="3664013"/>
          </a:xfrm>
        </p:grpSpPr>
        <p:grpSp>
          <p:nvGrpSpPr>
            <p:cNvPr id="750" name="Google Shape;750;p69"/>
            <p:cNvGrpSpPr/>
            <p:nvPr/>
          </p:nvGrpSpPr>
          <p:grpSpPr>
            <a:xfrm>
              <a:off x="2152844" y="3210532"/>
              <a:ext cx="3664013" cy="3664013"/>
              <a:chOff x="2152844" y="3210532"/>
              <a:chExt cx="3664013" cy="3664013"/>
            </a:xfrm>
          </p:grpSpPr>
          <p:pic>
            <p:nvPicPr>
              <p:cNvPr id="751" name="Google Shape;751;p6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152844" y="3210532"/>
                <a:ext cx="3664013" cy="3664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9"/>
              <p:cNvSpPr/>
              <p:nvPr/>
            </p:nvSpPr>
            <p:spPr>
              <a:xfrm>
                <a:off x="3619500" y="3464096"/>
                <a:ext cx="1980836" cy="1958804"/>
              </a:xfrm>
              <a:prstGeom prst="ellipse">
                <a:avLst/>
              </a:prstGeom>
              <a:solidFill>
                <a:srgbClr val="FFEBB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53" name="Google Shape;753;p6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055482" y="3647347"/>
              <a:ext cx="1412635" cy="14126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D6A3E942-5830-E2A6-1A41-8CAFDD256A4F}"/>
              </a:ext>
            </a:extLst>
          </p:cNvPr>
          <p:cNvSpPr/>
          <p:nvPr/>
        </p:nvSpPr>
        <p:spPr>
          <a:xfrm>
            <a:off x="4889500" y="816324"/>
            <a:ext cx="6481046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 Component: File System Namespace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70"/>
          <p:cNvSpPr txBox="1"/>
          <p:nvPr/>
        </p:nvSpPr>
        <p:spPr>
          <a:xfrm>
            <a:off x="7568297" y="2538644"/>
            <a:ext cx="8124779" cy="494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HDFS file system: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165" marR="0" lvl="0" indent="-304165" algn="l" rtl="0">
              <a:lnSpc>
                <a:spcPct val="150000"/>
              </a:lnSpc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Allows user data to be stored in files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165" marR="0" lvl="0" indent="-304165" algn="l" rtl="0">
              <a:lnSpc>
                <a:spcPct val="150000"/>
              </a:lnSpc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Follows a hierarchical file system with directories and files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165" marR="0" lvl="0" indent="-304165" algn="l" rtl="0">
              <a:lnSpc>
                <a:spcPct val="150000"/>
              </a:lnSpc>
              <a:spcBef>
                <a:spcPts val="1333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Supports operations like create, remove, move, and rename 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2" name="Google Shape;762;p70"/>
          <p:cNvGrpSpPr/>
          <p:nvPr/>
        </p:nvGrpSpPr>
        <p:grpSpPr>
          <a:xfrm>
            <a:off x="1168313" y="1987392"/>
            <a:ext cx="4841573" cy="6042639"/>
            <a:chOff x="9074063" y="2269030"/>
            <a:chExt cx="4841573" cy="6042639"/>
          </a:xfrm>
        </p:grpSpPr>
        <p:cxnSp>
          <p:nvCxnSpPr>
            <p:cNvPr id="840" name="Google Shape;840;p70"/>
            <p:cNvCxnSpPr>
              <a:cxnSpLocks/>
              <a:stCxn id="834" idx="2"/>
            </p:cNvCxnSpPr>
            <p:nvPr/>
          </p:nvCxnSpPr>
          <p:spPr>
            <a:xfrm>
              <a:off x="13439998" y="5724604"/>
              <a:ext cx="0" cy="1894915"/>
            </a:xfrm>
            <a:prstGeom prst="straightConnector1">
              <a:avLst/>
            </a:prstGeom>
            <a:noFill/>
            <a:ln w="25400" cap="flat" cmpd="sng">
              <a:solidFill>
                <a:srgbClr val="8383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763" name="Google Shape;763;p70"/>
            <p:cNvGrpSpPr/>
            <p:nvPr/>
          </p:nvGrpSpPr>
          <p:grpSpPr>
            <a:xfrm>
              <a:off x="10993429" y="2269030"/>
              <a:ext cx="1633781" cy="1438926"/>
              <a:chOff x="9685329" y="2294430"/>
              <a:chExt cx="1633781" cy="1438926"/>
            </a:xfrm>
          </p:grpSpPr>
          <p:pic>
            <p:nvPicPr>
              <p:cNvPr id="764" name="Google Shape;764;p7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03015" y="2703246"/>
                <a:ext cx="534887" cy="10301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5" name="Google Shape;765;p70"/>
              <p:cNvSpPr txBox="1"/>
              <p:nvPr/>
            </p:nvSpPr>
            <p:spPr>
              <a:xfrm>
                <a:off x="9685329" y="2294430"/>
                <a:ext cx="163378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Open Sans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20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766" name="Google Shape;766;p70"/>
            <p:cNvSpPr/>
            <p:nvPr/>
          </p:nvSpPr>
          <p:spPr>
            <a:xfrm>
              <a:off x="11461050" y="4157214"/>
              <a:ext cx="835025" cy="451757"/>
            </a:xfrm>
            <a:prstGeom prst="roundRect">
              <a:avLst>
                <a:gd name="adj" fmla="val 10342"/>
              </a:avLst>
            </a:prstGeom>
            <a:solidFill>
              <a:srgbClr val="FFF2CC"/>
            </a:solidFill>
            <a:ln w="9525" cap="flat" cmpd="sng">
              <a:solidFill>
                <a:srgbClr val="FEE5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7"/>
                <a:buFont typeface="Calibri"/>
                <a:buNone/>
              </a:pPr>
              <a:r>
                <a:rPr lang="en-US" sz="2457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7" name="Google Shape;767;p70"/>
            <p:cNvGrpSpPr/>
            <p:nvPr/>
          </p:nvGrpSpPr>
          <p:grpSpPr>
            <a:xfrm>
              <a:off x="9074063" y="6276011"/>
              <a:ext cx="923651" cy="744215"/>
              <a:chOff x="7765963" y="6675760"/>
              <a:chExt cx="923651" cy="744215"/>
            </a:xfrm>
          </p:grpSpPr>
          <p:sp>
            <p:nvSpPr>
              <p:cNvPr id="768" name="Google Shape;768;p70"/>
              <p:cNvSpPr/>
              <p:nvPr/>
            </p:nvSpPr>
            <p:spPr>
              <a:xfrm>
                <a:off x="7824791" y="6675760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9" name="Google Shape;769;p70"/>
              <p:cNvGrpSpPr/>
              <p:nvPr/>
            </p:nvGrpSpPr>
            <p:grpSpPr>
              <a:xfrm>
                <a:off x="8039111" y="6744346"/>
                <a:ext cx="439143" cy="355845"/>
                <a:chOff x="9799803" y="4661657"/>
                <a:chExt cx="1138236" cy="922335"/>
              </a:xfrm>
            </p:grpSpPr>
            <p:sp>
              <p:nvSpPr>
                <p:cNvPr id="770" name="Google Shape;770;p70"/>
                <p:cNvSpPr/>
                <p:nvPr/>
              </p:nvSpPr>
              <p:spPr>
                <a:xfrm>
                  <a:off x="9799803" y="4972806"/>
                  <a:ext cx="1138236" cy="611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00" extrusionOk="0">
                      <a:moveTo>
                        <a:pt x="149" y="100"/>
                      </a:move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3" y="100"/>
                        <a:pt x="0" y="97"/>
                        <a:pt x="1" y="93"/>
                      </a:cubicBezTo>
                      <a:cubicBezTo>
                        <a:pt x="34" y="4"/>
                        <a:pt x="34" y="4"/>
                        <a:pt x="34" y="4"/>
                      </a:cubicBezTo>
                      <a:cubicBezTo>
                        <a:pt x="34" y="2"/>
                        <a:pt x="36" y="0"/>
                        <a:pt x="39" y="0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5" y="0"/>
                        <a:pt x="187" y="4"/>
                        <a:pt x="187" y="7"/>
                      </a:cubicBezTo>
                      <a:cubicBezTo>
                        <a:pt x="154" y="96"/>
                        <a:pt x="154" y="96"/>
                        <a:pt x="154" y="96"/>
                      </a:cubicBezTo>
                      <a:cubicBezTo>
                        <a:pt x="153" y="98"/>
                        <a:pt x="152" y="100"/>
                        <a:pt x="149" y="100"/>
                      </a:cubicBezTo>
                      <a:close/>
                      <a:moveTo>
                        <a:pt x="149" y="100"/>
                      </a:moveTo>
                      <a:cubicBezTo>
                        <a:pt x="149" y="100"/>
                        <a:pt x="149" y="100"/>
                        <a:pt x="149" y="100"/>
                      </a:cubicBezTo>
                    </a:path>
                  </a:pathLst>
                </a:custGeom>
                <a:solidFill>
                  <a:srgbClr val="EFCE4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70"/>
                <p:cNvSpPr/>
                <p:nvPr/>
              </p:nvSpPr>
              <p:spPr>
                <a:xfrm>
                  <a:off x="9806151" y="4661657"/>
                  <a:ext cx="1009652" cy="87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43" extrusionOk="0">
                      <a:moveTo>
                        <a:pt x="161" y="23"/>
                      </a:moveTo>
                      <a:cubicBezTo>
                        <a:pt x="80" y="23"/>
                        <a:pt x="80" y="23"/>
                        <a:pt x="80" y="23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3"/>
                        <a:pt x="0" y="143"/>
                        <a:pt x="1" y="143"/>
                      </a:cubicBezTo>
                      <a:cubicBezTo>
                        <a:pt x="33" y="55"/>
                        <a:pt x="33" y="55"/>
                        <a:pt x="33" y="55"/>
                      </a:cubicBezTo>
                      <a:cubicBezTo>
                        <a:pt x="33" y="53"/>
                        <a:pt x="35" y="51"/>
                        <a:pt x="38" y="51"/>
                      </a:cubicBezTo>
                      <a:cubicBezTo>
                        <a:pt x="166" y="51"/>
                        <a:pt x="166" y="51"/>
                        <a:pt x="166" y="51"/>
                      </a:cubicBezTo>
                      <a:cubicBezTo>
                        <a:pt x="166" y="28"/>
                        <a:pt x="166" y="28"/>
                        <a:pt x="166" y="28"/>
                      </a:cubicBezTo>
                      <a:cubicBezTo>
                        <a:pt x="166" y="25"/>
                        <a:pt x="164" y="23"/>
                        <a:pt x="161" y="23"/>
                      </a:cubicBezTo>
                      <a:close/>
                      <a:moveTo>
                        <a:pt x="161" y="23"/>
                      </a:moveTo>
                      <a:cubicBezTo>
                        <a:pt x="161" y="23"/>
                        <a:pt x="161" y="23"/>
                        <a:pt x="161" y="23"/>
                      </a:cubicBezTo>
                    </a:path>
                  </a:pathLst>
                </a:custGeom>
                <a:solidFill>
                  <a:srgbClr val="EBBA1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" name="Google Shape;772;p70"/>
              <p:cNvSpPr txBox="1"/>
              <p:nvPr/>
            </p:nvSpPr>
            <p:spPr>
              <a:xfrm>
                <a:off x="7765963" y="7077241"/>
                <a:ext cx="9236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/Dir 1.1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3" name="Google Shape;773;p70"/>
            <p:cNvGrpSpPr/>
            <p:nvPr/>
          </p:nvGrpSpPr>
          <p:grpSpPr>
            <a:xfrm>
              <a:off x="10492761" y="6267465"/>
              <a:ext cx="824626" cy="748581"/>
              <a:chOff x="6220829" y="7201771"/>
              <a:chExt cx="824626" cy="748581"/>
            </a:xfrm>
          </p:grpSpPr>
          <p:sp>
            <p:nvSpPr>
              <p:cNvPr id="774" name="Google Shape;774;p70"/>
              <p:cNvSpPr/>
              <p:nvPr/>
            </p:nvSpPr>
            <p:spPr>
              <a:xfrm>
                <a:off x="6220829" y="7201771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70"/>
              <p:cNvSpPr txBox="1"/>
              <p:nvPr/>
            </p:nvSpPr>
            <p:spPr>
              <a:xfrm>
                <a:off x="6254976" y="7611798"/>
                <a:ext cx="7377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File 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" name="Google Shape;776;p70"/>
              <p:cNvGrpSpPr/>
              <p:nvPr/>
            </p:nvGrpSpPr>
            <p:grpSpPr>
              <a:xfrm>
                <a:off x="6423600" y="7262382"/>
                <a:ext cx="374809" cy="383350"/>
                <a:chOff x="7907338" y="3587749"/>
                <a:chExt cx="1246362" cy="1274764"/>
              </a:xfrm>
            </p:grpSpPr>
            <p:sp>
              <p:nvSpPr>
                <p:cNvPr id="777" name="Google Shape;777;p70"/>
                <p:cNvSpPr/>
                <p:nvPr/>
              </p:nvSpPr>
              <p:spPr>
                <a:xfrm>
                  <a:off x="8163102" y="3587749"/>
                  <a:ext cx="990598" cy="1274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803" extrusionOk="0">
                      <a:moveTo>
                        <a:pt x="624" y="195"/>
                      </a:moveTo>
                      <a:lnTo>
                        <a:pt x="429" y="0"/>
                      </a:lnTo>
                      <a:lnTo>
                        <a:pt x="0" y="0"/>
                      </a:lnTo>
                      <a:lnTo>
                        <a:pt x="0" y="803"/>
                      </a:lnTo>
                      <a:lnTo>
                        <a:pt x="624" y="803"/>
                      </a:lnTo>
                      <a:lnTo>
                        <a:pt x="624" y="195"/>
                      </a:lnTo>
                      <a:close/>
                      <a:moveTo>
                        <a:pt x="624" y="195"/>
                      </a:moveTo>
                      <a:lnTo>
                        <a:pt x="624" y="195"/>
                      </a:lnTo>
                      <a:close/>
                    </a:path>
                  </a:pathLst>
                </a:custGeom>
                <a:solidFill>
                  <a:srgbClr val="EDEAD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70"/>
                <p:cNvSpPr/>
                <p:nvPr/>
              </p:nvSpPr>
              <p:spPr>
                <a:xfrm>
                  <a:off x="7907338" y="3587750"/>
                  <a:ext cx="990600" cy="1274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803" extrusionOk="0">
                      <a:moveTo>
                        <a:pt x="624" y="195"/>
                      </a:moveTo>
                      <a:lnTo>
                        <a:pt x="429" y="0"/>
                      </a:lnTo>
                      <a:lnTo>
                        <a:pt x="0" y="0"/>
                      </a:lnTo>
                      <a:lnTo>
                        <a:pt x="0" y="803"/>
                      </a:lnTo>
                      <a:lnTo>
                        <a:pt x="624" y="803"/>
                      </a:lnTo>
                      <a:lnTo>
                        <a:pt x="624" y="195"/>
                      </a:lnTo>
                      <a:moveTo>
                        <a:pt x="624" y="195"/>
                      </a:moveTo>
                      <a:lnTo>
                        <a:pt x="624" y="195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9" name="Google Shape;779;p70"/>
                <p:cNvSpPr/>
                <p:nvPr/>
              </p:nvSpPr>
              <p:spPr>
                <a:xfrm>
                  <a:off x="8588376" y="3587750"/>
                  <a:ext cx="309563" cy="309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" h="195" extrusionOk="0">
                      <a:moveTo>
                        <a:pt x="0" y="0"/>
                      </a:moveTo>
                      <a:lnTo>
                        <a:pt x="0" y="195"/>
                      </a:lnTo>
                      <a:lnTo>
                        <a:pt x="195" y="195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0" name="Google Shape;780;p70"/>
                <p:cNvSpPr/>
                <p:nvPr/>
              </p:nvSpPr>
              <p:spPr>
                <a:xfrm>
                  <a:off x="8588376" y="3587750"/>
                  <a:ext cx="309563" cy="309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" h="195" extrusionOk="0">
                      <a:moveTo>
                        <a:pt x="0" y="0"/>
                      </a:moveTo>
                      <a:lnTo>
                        <a:pt x="0" y="195"/>
                      </a:lnTo>
                      <a:lnTo>
                        <a:pt x="195" y="195"/>
                      </a:lnTo>
                      <a:lnTo>
                        <a:pt x="0" y="0"/>
                      </a:lnTo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1" name="Google Shape;781;p70"/>
                <p:cNvSpPr/>
                <p:nvPr/>
              </p:nvSpPr>
              <p:spPr>
                <a:xfrm>
                  <a:off x="8086726" y="3897313"/>
                  <a:ext cx="239713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6" extrusionOk="0">
                      <a:moveTo>
                        <a:pt x="3" y="6"/>
                      </a:move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3" y="6"/>
                        <a:pt x="35" y="5"/>
                        <a:pt x="35" y="3"/>
                      </a:cubicBezTo>
                      <a:cubicBezTo>
                        <a:pt x="35" y="1"/>
                        <a:pt x="33" y="0"/>
                        <a:pt x="3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lose/>
                      <a:moveTo>
                        <a:pt x="3" y="6"/>
                      </a:moveTo>
                      <a:cubicBezTo>
                        <a:pt x="3" y="6"/>
                        <a:pt x="3" y="6"/>
                        <a:pt x="3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2" name="Google Shape;782;p70"/>
                <p:cNvSpPr/>
                <p:nvPr/>
              </p:nvSpPr>
              <p:spPr>
                <a:xfrm>
                  <a:off x="8086726" y="4376738"/>
                  <a:ext cx="4127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" h="7" extrusionOk="0">
                      <a:moveTo>
                        <a:pt x="5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7"/>
                        <a:pt x="3" y="7"/>
                      </a:cubicBezTo>
                      <a:cubicBezTo>
                        <a:pt x="57" y="7"/>
                        <a:pt x="57" y="7"/>
                        <a:pt x="57" y="7"/>
                      </a:cubicBezTo>
                      <a:cubicBezTo>
                        <a:pt x="59" y="7"/>
                        <a:pt x="60" y="5"/>
                        <a:pt x="60" y="3"/>
                      </a:cubicBezTo>
                      <a:cubicBezTo>
                        <a:pt x="60" y="2"/>
                        <a:pt x="59" y="0"/>
                        <a:pt x="57" y="0"/>
                      </a:cubicBezTo>
                      <a:close/>
                      <a:moveTo>
                        <a:pt x="57" y="0"/>
                      </a:moveTo>
                      <a:cubicBezTo>
                        <a:pt x="57" y="0"/>
                        <a:pt x="57" y="0"/>
                        <a:pt x="57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70"/>
                <p:cNvSpPr/>
                <p:nvPr/>
              </p:nvSpPr>
              <p:spPr>
                <a:xfrm>
                  <a:off x="8526463" y="4225925"/>
                  <a:ext cx="19208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6" extrusionOk="0">
                      <a:moveTo>
                        <a:pt x="2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7" y="6"/>
                        <a:pt x="28" y="5"/>
                        <a:pt x="28" y="3"/>
                      </a:cubicBezTo>
                      <a:cubicBezTo>
                        <a:pt x="28" y="1"/>
                        <a:pt x="27" y="0"/>
                        <a:pt x="25" y="0"/>
                      </a:cubicBezTo>
                      <a:close/>
                      <a:moveTo>
                        <a:pt x="25" y="0"/>
                      </a:moveTo>
                      <a:cubicBezTo>
                        <a:pt x="25" y="0"/>
                        <a:pt x="25" y="0"/>
                        <a:pt x="2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70"/>
                <p:cNvSpPr/>
                <p:nvPr/>
              </p:nvSpPr>
              <p:spPr>
                <a:xfrm>
                  <a:off x="8086726" y="4068763"/>
                  <a:ext cx="150813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7" extrusionOk="0">
                      <a:moveTo>
                        <a:pt x="3" y="7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21" y="7"/>
                        <a:pt x="22" y="5"/>
                        <a:pt x="22" y="4"/>
                      </a:cubicBezTo>
                      <a:cubicBezTo>
                        <a:pt x="22" y="2"/>
                        <a:pt x="21" y="0"/>
                        <a:pt x="19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5"/>
                        <a:pt x="1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5" name="Google Shape;785;p70"/>
                <p:cNvSpPr/>
                <p:nvPr/>
              </p:nvSpPr>
              <p:spPr>
                <a:xfrm>
                  <a:off x="8416926" y="4068763"/>
                  <a:ext cx="1920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7" extrusionOk="0">
                      <a:moveTo>
                        <a:pt x="3" y="7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7" y="7"/>
                        <a:pt x="28" y="5"/>
                        <a:pt x="28" y="4"/>
                      </a:cubicBezTo>
                      <a:cubicBezTo>
                        <a:pt x="28" y="2"/>
                        <a:pt x="27" y="0"/>
                        <a:pt x="25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5"/>
                        <a:pt x="1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" name="Google Shape;786;p70"/>
                <p:cNvSpPr/>
                <p:nvPr/>
              </p:nvSpPr>
              <p:spPr>
                <a:xfrm>
                  <a:off x="8305801" y="4068763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0" y="4"/>
                      </a:move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1" y="6"/>
                        <a:pt x="2" y="7"/>
                        <a:pt x="3" y="7"/>
                      </a:cubicBezTo>
                      <a:cubicBezTo>
                        <a:pt x="4" y="7"/>
                        <a:pt x="4" y="6"/>
                        <a:pt x="5" y="6"/>
                      </a:cubicBezTo>
                      <a:cubicBezTo>
                        <a:pt x="6" y="5"/>
                        <a:pt x="6" y="4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lose/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70"/>
                <p:cNvSpPr/>
                <p:nvPr/>
              </p:nvSpPr>
              <p:spPr>
                <a:xfrm>
                  <a:off x="8196263" y="4225925"/>
                  <a:ext cx="26193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" extrusionOk="0">
                      <a:moveTo>
                        <a:pt x="3" y="0"/>
                      </a:move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37" y="6"/>
                        <a:pt x="38" y="5"/>
                        <a:pt x="38" y="3"/>
                      </a:cubicBezTo>
                      <a:cubicBezTo>
                        <a:pt x="38" y="1"/>
                        <a:pt x="37" y="0"/>
                        <a:pt x="35" y="0"/>
                      </a:cubicBezTo>
                      <a:lnTo>
                        <a:pt x="3" y="0"/>
                      </a:lnTo>
                      <a:close/>
                      <a:moveTo>
                        <a:pt x="3" y="0"/>
                      </a:move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70"/>
                <p:cNvSpPr/>
                <p:nvPr/>
              </p:nvSpPr>
              <p:spPr>
                <a:xfrm>
                  <a:off x="8086726" y="42259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6" extrusionOk="0">
                      <a:moveTo>
                        <a:pt x="3" y="6"/>
                      </a:moveTo>
                      <a:cubicBezTo>
                        <a:pt x="4" y="6"/>
                        <a:pt x="4" y="6"/>
                        <a:pt x="5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2"/>
                        <a:pt x="6" y="1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4"/>
                        <a:pt x="0" y="5"/>
                        <a:pt x="1" y="5"/>
                      </a:cubicBezTo>
                      <a:cubicBezTo>
                        <a:pt x="1" y="6"/>
                        <a:pt x="2" y="6"/>
                        <a:pt x="3" y="6"/>
                      </a:cubicBezTo>
                      <a:close/>
                      <a:moveTo>
                        <a:pt x="3" y="6"/>
                      </a:moveTo>
                      <a:cubicBezTo>
                        <a:pt x="3" y="6"/>
                        <a:pt x="3" y="6"/>
                        <a:pt x="3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70"/>
                <p:cNvSpPr/>
                <p:nvPr/>
              </p:nvSpPr>
              <p:spPr>
                <a:xfrm>
                  <a:off x="8526463" y="4533900"/>
                  <a:ext cx="19208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6" extrusionOk="0">
                      <a:moveTo>
                        <a:pt x="2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7" y="6"/>
                        <a:pt x="28" y="5"/>
                        <a:pt x="28" y="3"/>
                      </a:cubicBezTo>
                      <a:cubicBezTo>
                        <a:pt x="28" y="1"/>
                        <a:pt x="27" y="0"/>
                        <a:pt x="25" y="0"/>
                      </a:cubicBezTo>
                      <a:close/>
                      <a:moveTo>
                        <a:pt x="25" y="0"/>
                      </a:moveTo>
                      <a:cubicBezTo>
                        <a:pt x="25" y="0"/>
                        <a:pt x="25" y="0"/>
                        <a:pt x="2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70"/>
                <p:cNvSpPr/>
                <p:nvPr/>
              </p:nvSpPr>
              <p:spPr>
                <a:xfrm>
                  <a:off x="8196263" y="4533900"/>
                  <a:ext cx="26193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" extrusionOk="0">
                      <a:moveTo>
                        <a:pt x="3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37" y="6"/>
                        <a:pt x="38" y="5"/>
                        <a:pt x="38" y="3"/>
                      </a:cubicBezTo>
                      <a:cubicBezTo>
                        <a:pt x="38" y="1"/>
                        <a:pt x="37" y="0"/>
                        <a:pt x="35" y="0"/>
                      </a:cubicBezTo>
                      <a:close/>
                      <a:moveTo>
                        <a:pt x="35" y="0"/>
                      </a:moveTo>
                      <a:cubicBezTo>
                        <a:pt x="35" y="0"/>
                        <a:pt x="35" y="0"/>
                        <a:pt x="3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70"/>
                <p:cNvSpPr/>
                <p:nvPr/>
              </p:nvSpPr>
              <p:spPr>
                <a:xfrm>
                  <a:off x="8086726" y="4527550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1" y="2"/>
                      </a:move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5"/>
                        <a:pt x="0" y="5"/>
                        <a:pt x="1" y="6"/>
                      </a:cubicBez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4" y="7"/>
                        <a:pt x="4" y="7"/>
                        <a:pt x="5" y="6"/>
                      </a:cubicBezTo>
                      <a:cubicBezTo>
                        <a:pt x="6" y="5"/>
                        <a:pt x="6" y="5"/>
                        <a:pt x="6" y="4"/>
                      </a:cubicBezTo>
                      <a:cubicBezTo>
                        <a:pt x="6" y="3"/>
                        <a:pt x="6" y="2"/>
                        <a:pt x="5" y="2"/>
                      </a:cubicBezTo>
                      <a:cubicBezTo>
                        <a:pt x="4" y="0"/>
                        <a:pt x="2" y="0"/>
                        <a:pt x="1" y="2"/>
                      </a:cubicBezTo>
                      <a:close/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70"/>
                <p:cNvSpPr/>
                <p:nvPr/>
              </p:nvSpPr>
              <p:spPr>
                <a:xfrm>
                  <a:off x="8677276" y="4068763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3" y="7"/>
                      </a:moveTo>
                      <a:cubicBezTo>
                        <a:pt x="4" y="7"/>
                        <a:pt x="5" y="6"/>
                        <a:pt x="5" y="6"/>
                      </a:cubicBezTo>
                      <a:cubicBezTo>
                        <a:pt x="6" y="5"/>
                        <a:pt x="6" y="4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p70"/>
                <p:cNvSpPr/>
                <p:nvPr/>
              </p:nvSpPr>
              <p:spPr>
                <a:xfrm>
                  <a:off x="8567738" y="4376738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5" y="6"/>
                      </a:move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ubicBezTo>
                        <a:pt x="4" y="7"/>
                        <a:pt x="5" y="6"/>
                        <a:pt x="5" y="6"/>
                      </a:cubicBezTo>
                      <a:close/>
                      <a:moveTo>
                        <a:pt x="5" y="6"/>
                      </a:moveTo>
                      <a:cubicBezTo>
                        <a:pt x="5" y="6"/>
                        <a:pt x="5" y="6"/>
                        <a:pt x="5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70"/>
                <p:cNvSpPr/>
                <p:nvPr/>
              </p:nvSpPr>
              <p:spPr>
                <a:xfrm>
                  <a:off x="8677276" y="4376738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1" y="1"/>
                      </a:move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ubicBezTo>
                        <a:pt x="4" y="7"/>
                        <a:pt x="5" y="6"/>
                        <a:pt x="5" y="6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95" name="Google Shape;795;p70"/>
            <p:cNvGrpSpPr/>
            <p:nvPr/>
          </p:nvGrpSpPr>
          <p:grpSpPr>
            <a:xfrm>
              <a:off x="9842578" y="4975863"/>
              <a:ext cx="824626" cy="744215"/>
              <a:chOff x="8705987" y="5001263"/>
              <a:chExt cx="824626" cy="744215"/>
            </a:xfrm>
          </p:grpSpPr>
          <p:sp>
            <p:nvSpPr>
              <p:cNvPr id="796" name="Google Shape;796;p70"/>
              <p:cNvSpPr/>
              <p:nvPr/>
            </p:nvSpPr>
            <p:spPr>
              <a:xfrm>
                <a:off x="8705987" y="5001263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7" name="Google Shape;797;p70"/>
              <p:cNvGrpSpPr/>
              <p:nvPr/>
            </p:nvGrpSpPr>
            <p:grpSpPr>
              <a:xfrm>
                <a:off x="8898728" y="5069849"/>
                <a:ext cx="439144" cy="355845"/>
                <a:chOff x="10065612" y="4661657"/>
                <a:chExt cx="1138237" cy="922335"/>
              </a:xfrm>
            </p:grpSpPr>
            <p:sp>
              <p:nvSpPr>
                <p:cNvPr id="798" name="Google Shape;798;p70"/>
                <p:cNvSpPr/>
                <p:nvPr/>
              </p:nvSpPr>
              <p:spPr>
                <a:xfrm>
                  <a:off x="10065612" y="4972805"/>
                  <a:ext cx="1138237" cy="611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00" extrusionOk="0">
                      <a:moveTo>
                        <a:pt x="149" y="100"/>
                      </a:move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3" y="100"/>
                        <a:pt x="0" y="97"/>
                        <a:pt x="1" y="93"/>
                      </a:cubicBezTo>
                      <a:cubicBezTo>
                        <a:pt x="34" y="4"/>
                        <a:pt x="34" y="4"/>
                        <a:pt x="34" y="4"/>
                      </a:cubicBezTo>
                      <a:cubicBezTo>
                        <a:pt x="34" y="2"/>
                        <a:pt x="36" y="0"/>
                        <a:pt x="39" y="0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5" y="0"/>
                        <a:pt x="187" y="4"/>
                        <a:pt x="187" y="7"/>
                      </a:cubicBezTo>
                      <a:cubicBezTo>
                        <a:pt x="154" y="96"/>
                        <a:pt x="154" y="96"/>
                        <a:pt x="154" y="96"/>
                      </a:cubicBezTo>
                      <a:cubicBezTo>
                        <a:pt x="153" y="98"/>
                        <a:pt x="152" y="100"/>
                        <a:pt x="149" y="100"/>
                      </a:cubicBezTo>
                      <a:close/>
                      <a:moveTo>
                        <a:pt x="149" y="100"/>
                      </a:moveTo>
                      <a:cubicBezTo>
                        <a:pt x="149" y="100"/>
                        <a:pt x="149" y="100"/>
                        <a:pt x="149" y="100"/>
                      </a:cubicBezTo>
                    </a:path>
                  </a:pathLst>
                </a:custGeom>
                <a:solidFill>
                  <a:srgbClr val="EFCE4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9" name="Google Shape;799;p70"/>
                <p:cNvSpPr/>
                <p:nvPr/>
              </p:nvSpPr>
              <p:spPr>
                <a:xfrm>
                  <a:off x="10071962" y="4661657"/>
                  <a:ext cx="1009650" cy="873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43" extrusionOk="0">
                      <a:moveTo>
                        <a:pt x="161" y="23"/>
                      </a:moveTo>
                      <a:cubicBezTo>
                        <a:pt x="80" y="23"/>
                        <a:pt x="80" y="23"/>
                        <a:pt x="80" y="23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3"/>
                        <a:pt x="0" y="143"/>
                        <a:pt x="1" y="143"/>
                      </a:cubicBezTo>
                      <a:cubicBezTo>
                        <a:pt x="33" y="55"/>
                        <a:pt x="33" y="55"/>
                        <a:pt x="33" y="55"/>
                      </a:cubicBezTo>
                      <a:cubicBezTo>
                        <a:pt x="33" y="53"/>
                        <a:pt x="35" y="51"/>
                        <a:pt x="38" y="51"/>
                      </a:cubicBezTo>
                      <a:cubicBezTo>
                        <a:pt x="166" y="51"/>
                        <a:pt x="166" y="51"/>
                        <a:pt x="166" y="51"/>
                      </a:cubicBezTo>
                      <a:cubicBezTo>
                        <a:pt x="166" y="28"/>
                        <a:pt x="166" y="28"/>
                        <a:pt x="166" y="28"/>
                      </a:cubicBezTo>
                      <a:cubicBezTo>
                        <a:pt x="166" y="25"/>
                        <a:pt x="164" y="23"/>
                        <a:pt x="161" y="23"/>
                      </a:cubicBezTo>
                      <a:close/>
                      <a:moveTo>
                        <a:pt x="161" y="23"/>
                      </a:moveTo>
                      <a:cubicBezTo>
                        <a:pt x="161" y="23"/>
                        <a:pt x="161" y="23"/>
                        <a:pt x="161" y="23"/>
                      </a:cubicBezTo>
                    </a:path>
                  </a:pathLst>
                </a:custGeom>
                <a:solidFill>
                  <a:srgbClr val="EBBA1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0" name="Google Shape;800;p70"/>
              <p:cNvSpPr txBox="1"/>
              <p:nvPr/>
            </p:nvSpPr>
            <p:spPr>
              <a:xfrm>
                <a:off x="8744641" y="5402744"/>
                <a:ext cx="7473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/Dir 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p70"/>
            <p:cNvGrpSpPr/>
            <p:nvPr/>
          </p:nvGrpSpPr>
          <p:grpSpPr>
            <a:xfrm>
              <a:off x="12991986" y="6276011"/>
              <a:ext cx="923650" cy="744215"/>
              <a:chOff x="7877061" y="6675760"/>
              <a:chExt cx="923650" cy="744215"/>
            </a:xfrm>
          </p:grpSpPr>
          <p:sp>
            <p:nvSpPr>
              <p:cNvPr id="802" name="Google Shape;802;p70"/>
              <p:cNvSpPr/>
              <p:nvPr/>
            </p:nvSpPr>
            <p:spPr>
              <a:xfrm>
                <a:off x="7935889" y="6675760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3" name="Google Shape;803;p70"/>
              <p:cNvGrpSpPr/>
              <p:nvPr/>
            </p:nvGrpSpPr>
            <p:grpSpPr>
              <a:xfrm>
                <a:off x="8141669" y="6744346"/>
                <a:ext cx="439144" cy="355845"/>
                <a:chOff x="10065612" y="4661657"/>
                <a:chExt cx="1138237" cy="922335"/>
              </a:xfrm>
            </p:grpSpPr>
            <p:sp>
              <p:nvSpPr>
                <p:cNvPr id="804" name="Google Shape;804;p70"/>
                <p:cNvSpPr/>
                <p:nvPr/>
              </p:nvSpPr>
              <p:spPr>
                <a:xfrm>
                  <a:off x="10065612" y="4972805"/>
                  <a:ext cx="1138237" cy="611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00" extrusionOk="0">
                      <a:moveTo>
                        <a:pt x="149" y="100"/>
                      </a:move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3" y="100"/>
                        <a:pt x="0" y="97"/>
                        <a:pt x="1" y="93"/>
                      </a:cubicBezTo>
                      <a:cubicBezTo>
                        <a:pt x="34" y="4"/>
                        <a:pt x="34" y="4"/>
                        <a:pt x="34" y="4"/>
                      </a:cubicBezTo>
                      <a:cubicBezTo>
                        <a:pt x="34" y="2"/>
                        <a:pt x="36" y="0"/>
                        <a:pt x="39" y="0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5" y="0"/>
                        <a:pt x="187" y="4"/>
                        <a:pt x="187" y="7"/>
                      </a:cubicBezTo>
                      <a:cubicBezTo>
                        <a:pt x="154" y="96"/>
                        <a:pt x="154" y="96"/>
                        <a:pt x="154" y="96"/>
                      </a:cubicBezTo>
                      <a:cubicBezTo>
                        <a:pt x="153" y="98"/>
                        <a:pt x="152" y="100"/>
                        <a:pt x="149" y="100"/>
                      </a:cubicBezTo>
                      <a:close/>
                      <a:moveTo>
                        <a:pt x="149" y="100"/>
                      </a:moveTo>
                      <a:cubicBezTo>
                        <a:pt x="149" y="100"/>
                        <a:pt x="149" y="100"/>
                        <a:pt x="149" y="100"/>
                      </a:cubicBezTo>
                    </a:path>
                  </a:pathLst>
                </a:custGeom>
                <a:solidFill>
                  <a:srgbClr val="EFCE4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70"/>
                <p:cNvSpPr/>
                <p:nvPr/>
              </p:nvSpPr>
              <p:spPr>
                <a:xfrm>
                  <a:off x="10071962" y="4661657"/>
                  <a:ext cx="1009650" cy="873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43" extrusionOk="0">
                      <a:moveTo>
                        <a:pt x="161" y="23"/>
                      </a:moveTo>
                      <a:cubicBezTo>
                        <a:pt x="80" y="23"/>
                        <a:pt x="80" y="23"/>
                        <a:pt x="80" y="23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3"/>
                        <a:pt x="0" y="143"/>
                        <a:pt x="1" y="143"/>
                      </a:cubicBezTo>
                      <a:cubicBezTo>
                        <a:pt x="33" y="55"/>
                        <a:pt x="33" y="55"/>
                        <a:pt x="33" y="55"/>
                      </a:cubicBezTo>
                      <a:cubicBezTo>
                        <a:pt x="33" y="53"/>
                        <a:pt x="35" y="51"/>
                        <a:pt x="38" y="51"/>
                      </a:cubicBezTo>
                      <a:cubicBezTo>
                        <a:pt x="166" y="51"/>
                        <a:pt x="166" y="51"/>
                        <a:pt x="166" y="51"/>
                      </a:cubicBezTo>
                      <a:cubicBezTo>
                        <a:pt x="166" y="28"/>
                        <a:pt x="166" y="28"/>
                        <a:pt x="166" y="28"/>
                      </a:cubicBezTo>
                      <a:cubicBezTo>
                        <a:pt x="166" y="25"/>
                        <a:pt x="164" y="23"/>
                        <a:pt x="161" y="23"/>
                      </a:cubicBezTo>
                      <a:close/>
                      <a:moveTo>
                        <a:pt x="161" y="23"/>
                      </a:moveTo>
                      <a:cubicBezTo>
                        <a:pt x="161" y="23"/>
                        <a:pt x="161" y="23"/>
                        <a:pt x="161" y="23"/>
                      </a:cubicBezTo>
                    </a:path>
                  </a:pathLst>
                </a:custGeom>
                <a:solidFill>
                  <a:srgbClr val="EBBA1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6" name="Google Shape;806;p70"/>
              <p:cNvSpPr txBox="1"/>
              <p:nvPr/>
            </p:nvSpPr>
            <p:spPr>
              <a:xfrm>
                <a:off x="7877061" y="7077241"/>
                <a:ext cx="92365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/Dir 2.1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" name="Google Shape;807;p70"/>
            <p:cNvGrpSpPr/>
            <p:nvPr/>
          </p:nvGrpSpPr>
          <p:grpSpPr>
            <a:xfrm>
              <a:off x="13059915" y="7567454"/>
              <a:ext cx="824626" cy="744215"/>
              <a:chOff x="6169553" y="7210317"/>
              <a:chExt cx="824626" cy="744215"/>
            </a:xfrm>
          </p:grpSpPr>
          <p:sp>
            <p:nvSpPr>
              <p:cNvPr id="808" name="Google Shape;808;p70"/>
              <p:cNvSpPr/>
              <p:nvPr/>
            </p:nvSpPr>
            <p:spPr>
              <a:xfrm>
                <a:off x="6169553" y="7210317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70"/>
              <p:cNvSpPr txBox="1"/>
              <p:nvPr/>
            </p:nvSpPr>
            <p:spPr>
              <a:xfrm>
                <a:off x="6205303" y="7611798"/>
                <a:ext cx="73449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File 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0" name="Google Shape;810;p70"/>
              <p:cNvGrpSpPr/>
              <p:nvPr/>
            </p:nvGrpSpPr>
            <p:grpSpPr>
              <a:xfrm>
                <a:off x="6423602" y="7262382"/>
                <a:ext cx="297896" cy="383350"/>
                <a:chOff x="7907338" y="3587749"/>
                <a:chExt cx="990601" cy="1274764"/>
              </a:xfrm>
            </p:grpSpPr>
            <p:sp>
              <p:nvSpPr>
                <p:cNvPr id="811" name="Google Shape;811;p70"/>
                <p:cNvSpPr/>
                <p:nvPr/>
              </p:nvSpPr>
              <p:spPr>
                <a:xfrm>
                  <a:off x="7907338" y="3587749"/>
                  <a:ext cx="990599" cy="1274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803" extrusionOk="0">
                      <a:moveTo>
                        <a:pt x="624" y="195"/>
                      </a:moveTo>
                      <a:lnTo>
                        <a:pt x="429" y="0"/>
                      </a:lnTo>
                      <a:lnTo>
                        <a:pt x="0" y="0"/>
                      </a:lnTo>
                      <a:lnTo>
                        <a:pt x="0" y="803"/>
                      </a:lnTo>
                      <a:lnTo>
                        <a:pt x="624" y="803"/>
                      </a:lnTo>
                      <a:lnTo>
                        <a:pt x="624" y="195"/>
                      </a:lnTo>
                      <a:close/>
                      <a:moveTo>
                        <a:pt x="624" y="195"/>
                      </a:moveTo>
                      <a:lnTo>
                        <a:pt x="624" y="195"/>
                      </a:lnTo>
                      <a:close/>
                    </a:path>
                  </a:pathLst>
                </a:custGeom>
                <a:solidFill>
                  <a:srgbClr val="EDEAD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" name="Google Shape;812;p70"/>
                <p:cNvSpPr/>
                <p:nvPr/>
              </p:nvSpPr>
              <p:spPr>
                <a:xfrm>
                  <a:off x="7907338" y="3587750"/>
                  <a:ext cx="990600" cy="1274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803" extrusionOk="0">
                      <a:moveTo>
                        <a:pt x="624" y="195"/>
                      </a:moveTo>
                      <a:lnTo>
                        <a:pt x="429" y="0"/>
                      </a:lnTo>
                      <a:lnTo>
                        <a:pt x="0" y="0"/>
                      </a:lnTo>
                      <a:lnTo>
                        <a:pt x="0" y="803"/>
                      </a:lnTo>
                      <a:lnTo>
                        <a:pt x="624" y="803"/>
                      </a:lnTo>
                      <a:lnTo>
                        <a:pt x="624" y="195"/>
                      </a:lnTo>
                      <a:moveTo>
                        <a:pt x="624" y="195"/>
                      </a:moveTo>
                      <a:lnTo>
                        <a:pt x="624" y="195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p70"/>
                <p:cNvSpPr/>
                <p:nvPr/>
              </p:nvSpPr>
              <p:spPr>
                <a:xfrm>
                  <a:off x="8588376" y="3587750"/>
                  <a:ext cx="309563" cy="309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" h="195" extrusionOk="0">
                      <a:moveTo>
                        <a:pt x="0" y="0"/>
                      </a:moveTo>
                      <a:lnTo>
                        <a:pt x="0" y="195"/>
                      </a:lnTo>
                      <a:lnTo>
                        <a:pt x="195" y="195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" name="Google Shape;814;p70"/>
                <p:cNvSpPr/>
                <p:nvPr/>
              </p:nvSpPr>
              <p:spPr>
                <a:xfrm>
                  <a:off x="8588376" y="3587750"/>
                  <a:ext cx="309563" cy="309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" h="195" extrusionOk="0">
                      <a:moveTo>
                        <a:pt x="0" y="0"/>
                      </a:moveTo>
                      <a:lnTo>
                        <a:pt x="0" y="195"/>
                      </a:lnTo>
                      <a:lnTo>
                        <a:pt x="195" y="195"/>
                      </a:lnTo>
                      <a:lnTo>
                        <a:pt x="0" y="0"/>
                      </a:lnTo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p70"/>
                <p:cNvSpPr/>
                <p:nvPr/>
              </p:nvSpPr>
              <p:spPr>
                <a:xfrm>
                  <a:off x="8086726" y="3897313"/>
                  <a:ext cx="239713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6" extrusionOk="0">
                      <a:moveTo>
                        <a:pt x="3" y="6"/>
                      </a:move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3" y="6"/>
                        <a:pt x="35" y="5"/>
                        <a:pt x="35" y="3"/>
                      </a:cubicBezTo>
                      <a:cubicBezTo>
                        <a:pt x="35" y="1"/>
                        <a:pt x="33" y="0"/>
                        <a:pt x="3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lose/>
                      <a:moveTo>
                        <a:pt x="3" y="6"/>
                      </a:moveTo>
                      <a:cubicBezTo>
                        <a:pt x="3" y="6"/>
                        <a:pt x="3" y="6"/>
                        <a:pt x="3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p70"/>
                <p:cNvSpPr/>
                <p:nvPr/>
              </p:nvSpPr>
              <p:spPr>
                <a:xfrm>
                  <a:off x="8086726" y="4376738"/>
                  <a:ext cx="4127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" h="7" extrusionOk="0">
                      <a:moveTo>
                        <a:pt x="5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7"/>
                        <a:pt x="3" y="7"/>
                      </a:cubicBezTo>
                      <a:cubicBezTo>
                        <a:pt x="57" y="7"/>
                        <a:pt x="57" y="7"/>
                        <a:pt x="57" y="7"/>
                      </a:cubicBezTo>
                      <a:cubicBezTo>
                        <a:pt x="59" y="7"/>
                        <a:pt x="60" y="5"/>
                        <a:pt x="60" y="3"/>
                      </a:cubicBezTo>
                      <a:cubicBezTo>
                        <a:pt x="60" y="2"/>
                        <a:pt x="59" y="0"/>
                        <a:pt x="57" y="0"/>
                      </a:cubicBezTo>
                      <a:close/>
                      <a:moveTo>
                        <a:pt x="57" y="0"/>
                      </a:moveTo>
                      <a:cubicBezTo>
                        <a:pt x="57" y="0"/>
                        <a:pt x="57" y="0"/>
                        <a:pt x="57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p70"/>
                <p:cNvSpPr/>
                <p:nvPr/>
              </p:nvSpPr>
              <p:spPr>
                <a:xfrm>
                  <a:off x="8526463" y="4225925"/>
                  <a:ext cx="19208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6" extrusionOk="0">
                      <a:moveTo>
                        <a:pt x="2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7" y="6"/>
                        <a:pt x="28" y="5"/>
                        <a:pt x="28" y="3"/>
                      </a:cubicBezTo>
                      <a:cubicBezTo>
                        <a:pt x="28" y="1"/>
                        <a:pt x="27" y="0"/>
                        <a:pt x="25" y="0"/>
                      </a:cubicBezTo>
                      <a:close/>
                      <a:moveTo>
                        <a:pt x="25" y="0"/>
                      </a:moveTo>
                      <a:cubicBezTo>
                        <a:pt x="25" y="0"/>
                        <a:pt x="25" y="0"/>
                        <a:pt x="2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p70"/>
                <p:cNvSpPr/>
                <p:nvPr/>
              </p:nvSpPr>
              <p:spPr>
                <a:xfrm>
                  <a:off x="8086726" y="4068763"/>
                  <a:ext cx="150813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7" extrusionOk="0">
                      <a:moveTo>
                        <a:pt x="3" y="7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21" y="7"/>
                        <a:pt x="22" y="5"/>
                        <a:pt x="22" y="4"/>
                      </a:cubicBezTo>
                      <a:cubicBezTo>
                        <a:pt x="22" y="2"/>
                        <a:pt x="21" y="0"/>
                        <a:pt x="19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5"/>
                        <a:pt x="1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" name="Google Shape;819;p70"/>
                <p:cNvSpPr/>
                <p:nvPr/>
              </p:nvSpPr>
              <p:spPr>
                <a:xfrm>
                  <a:off x="8416926" y="4068763"/>
                  <a:ext cx="1920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7" extrusionOk="0">
                      <a:moveTo>
                        <a:pt x="3" y="7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7" y="7"/>
                        <a:pt x="28" y="5"/>
                        <a:pt x="28" y="4"/>
                      </a:cubicBezTo>
                      <a:cubicBezTo>
                        <a:pt x="28" y="2"/>
                        <a:pt x="27" y="0"/>
                        <a:pt x="25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5"/>
                        <a:pt x="1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Google Shape;820;p70"/>
                <p:cNvSpPr/>
                <p:nvPr/>
              </p:nvSpPr>
              <p:spPr>
                <a:xfrm>
                  <a:off x="8305801" y="4068763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0" y="4"/>
                      </a:move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1" y="6"/>
                        <a:pt x="2" y="7"/>
                        <a:pt x="3" y="7"/>
                      </a:cubicBezTo>
                      <a:cubicBezTo>
                        <a:pt x="4" y="7"/>
                        <a:pt x="4" y="6"/>
                        <a:pt x="5" y="6"/>
                      </a:cubicBezTo>
                      <a:cubicBezTo>
                        <a:pt x="6" y="5"/>
                        <a:pt x="6" y="4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lose/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70"/>
                <p:cNvSpPr/>
                <p:nvPr/>
              </p:nvSpPr>
              <p:spPr>
                <a:xfrm>
                  <a:off x="8196263" y="4225925"/>
                  <a:ext cx="26193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" extrusionOk="0">
                      <a:moveTo>
                        <a:pt x="3" y="0"/>
                      </a:move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37" y="6"/>
                        <a:pt x="38" y="5"/>
                        <a:pt x="38" y="3"/>
                      </a:cubicBezTo>
                      <a:cubicBezTo>
                        <a:pt x="38" y="1"/>
                        <a:pt x="37" y="0"/>
                        <a:pt x="35" y="0"/>
                      </a:cubicBezTo>
                      <a:lnTo>
                        <a:pt x="3" y="0"/>
                      </a:lnTo>
                      <a:close/>
                      <a:moveTo>
                        <a:pt x="3" y="0"/>
                      </a:move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2" name="Google Shape;822;p70"/>
                <p:cNvSpPr/>
                <p:nvPr/>
              </p:nvSpPr>
              <p:spPr>
                <a:xfrm>
                  <a:off x="8086726" y="42259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6" extrusionOk="0">
                      <a:moveTo>
                        <a:pt x="3" y="6"/>
                      </a:moveTo>
                      <a:cubicBezTo>
                        <a:pt x="4" y="6"/>
                        <a:pt x="4" y="6"/>
                        <a:pt x="5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2"/>
                        <a:pt x="6" y="1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4"/>
                        <a:pt x="0" y="5"/>
                        <a:pt x="1" y="5"/>
                      </a:cubicBezTo>
                      <a:cubicBezTo>
                        <a:pt x="1" y="6"/>
                        <a:pt x="2" y="6"/>
                        <a:pt x="3" y="6"/>
                      </a:cubicBezTo>
                      <a:close/>
                      <a:moveTo>
                        <a:pt x="3" y="6"/>
                      </a:moveTo>
                      <a:cubicBezTo>
                        <a:pt x="3" y="6"/>
                        <a:pt x="3" y="6"/>
                        <a:pt x="3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" name="Google Shape;823;p70"/>
                <p:cNvSpPr/>
                <p:nvPr/>
              </p:nvSpPr>
              <p:spPr>
                <a:xfrm>
                  <a:off x="8526463" y="4533900"/>
                  <a:ext cx="19208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6" extrusionOk="0">
                      <a:moveTo>
                        <a:pt x="2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7" y="6"/>
                        <a:pt x="28" y="5"/>
                        <a:pt x="28" y="3"/>
                      </a:cubicBezTo>
                      <a:cubicBezTo>
                        <a:pt x="28" y="1"/>
                        <a:pt x="27" y="0"/>
                        <a:pt x="25" y="0"/>
                      </a:cubicBezTo>
                      <a:close/>
                      <a:moveTo>
                        <a:pt x="25" y="0"/>
                      </a:moveTo>
                      <a:cubicBezTo>
                        <a:pt x="25" y="0"/>
                        <a:pt x="25" y="0"/>
                        <a:pt x="2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" name="Google Shape;824;p70"/>
                <p:cNvSpPr/>
                <p:nvPr/>
              </p:nvSpPr>
              <p:spPr>
                <a:xfrm>
                  <a:off x="8196263" y="4533900"/>
                  <a:ext cx="261938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6" extrusionOk="0">
                      <a:moveTo>
                        <a:pt x="35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37" y="6"/>
                        <a:pt x="38" y="5"/>
                        <a:pt x="38" y="3"/>
                      </a:cubicBezTo>
                      <a:cubicBezTo>
                        <a:pt x="38" y="1"/>
                        <a:pt x="37" y="0"/>
                        <a:pt x="35" y="0"/>
                      </a:cubicBezTo>
                      <a:close/>
                      <a:moveTo>
                        <a:pt x="35" y="0"/>
                      </a:moveTo>
                      <a:cubicBezTo>
                        <a:pt x="35" y="0"/>
                        <a:pt x="35" y="0"/>
                        <a:pt x="35" y="0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" name="Google Shape;825;p70"/>
                <p:cNvSpPr/>
                <p:nvPr/>
              </p:nvSpPr>
              <p:spPr>
                <a:xfrm>
                  <a:off x="8086726" y="4527550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1" y="2"/>
                      </a:move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5"/>
                        <a:pt x="0" y="5"/>
                        <a:pt x="1" y="6"/>
                      </a:cubicBez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4" y="7"/>
                        <a:pt x="4" y="7"/>
                        <a:pt x="5" y="6"/>
                      </a:cubicBezTo>
                      <a:cubicBezTo>
                        <a:pt x="6" y="5"/>
                        <a:pt x="6" y="5"/>
                        <a:pt x="6" y="4"/>
                      </a:cubicBezTo>
                      <a:cubicBezTo>
                        <a:pt x="6" y="3"/>
                        <a:pt x="6" y="2"/>
                        <a:pt x="5" y="2"/>
                      </a:cubicBezTo>
                      <a:cubicBezTo>
                        <a:pt x="4" y="0"/>
                        <a:pt x="2" y="0"/>
                        <a:pt x="1" y="2"/>
                      </a:cubicBezTo>
                      <a:close/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" name="Google Shape;826;p70"/>
                <p:cNvSpPr/>
                <p:nvPr/>
              </p:nvSpPr>
              <p:spPr>
                <a:xfrm>
                  <a:off x="8677276" y="4068763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3" y="7"/>
                      </a:moveTo>
                      <a:cubicBezTo>
                        <a:pt x="4" y="7"/>
                        <a:pt x="5" y="6"/>
                        <a:pt x="5" y="6"/>
                      </a:cubicBezTo>
                      <a:cubicBezTo>
                        <a:pt x="6" y="5"/>
                        <a:pt x="6" y="4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lose/>
                      <a:moveTo>
                        <a:pt x="3" y="7"/>
                      </a:moveTo>
                      <a:cubicBezTo>
                        <a:pt x="3" y="7"/>
                        <a:pt x="3" y="7"/>
                        <a:pt x="3" y="7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" name="Google Shape;827;p70"/>
                <p:cNvSpPr/>
                <p:nvPr/>
              </p:nvSpPr>
              <p:spPr>
                <a:xfrm>
                  <a:off x="8567738" y="4376738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5" y="6"/>
                      </a:move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ubicBezTo>
                        <a:pt x="4" y="7"/>
                        <a:pt x="5" y="6"/>
                        <a:pt x="5" y="6"/>
                      </a:cubicBezTo>
                      <a:close/>
                      <a:moveTo>
                        <a:pt x="5" y="6"/>
                      </a:moveTo>
                      <a:cubicBezTo>
                        <a:pt x="5" y="6"/>
                        <a:pt x="5" y="6"/>
                        <a:pt x="5" y="6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" name="Google Shape;828;p70"/>
                <p:cNvSpPr/>
                <p:nvPr/>
              </p:nvSpPr>
              <p:spPr>
                <a:xfrm>
                  <a:off x="8677276" y="4376738"/>
                  <a:ext cx="412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1" y="1"/>
                      </a:move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6"/>
                        <a:pt x="2" y="7"/>
                        <a:pt x="3" y="7"/>
                      </a:cubicBezTo>
                      <a:cubicBezTo>
                        <a:pt x="4" y="7"/>
                        <a:pt x="5" y="6"/>
                        <a:pt x="5" y="6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1" y="1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</a:path>
                  </a:pathLst>
                </a:custGeom>
                <a:solidFill>
                  <a:srgbClr val="CEC9A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9" name="Google Shape;829;p70"/>
            <p:cNvGrpSpPr/>
            <p:nvPr/>
          </p:nvGrpSpPr>
          <p:grpSpPr>
            <a:xfrm>
              <a:off x="13027684" y="4984569"/>
              <a:ext cx="824626" cy="744215"/>
              <a:chOff x="8705987" y="5001263"/>
              <a:chExt cx="824626" cy="744215"/>
            </a:xfrm>
          </p:grpSpPr>
          <p:sp>
            <p:nvSpPr>
              <p:cNvPr id="830" name="Google Shape;830;p70"/>
              <p:cNvSpPr/>
              <p:nvPr/>
            </p:nvSpPr>
            <p:spPr>
              <a:xfrm>
                <a:off x="8705987" y="5001263"/>
                <a:ext cx="824626" cy="744215"/>
              </a:xfrm>
              <a:prstGeom prst="roundRect">
                <a:avLst>
                  <a:gd name="adj" fmla="val 6428"/>
                </a:avLst>
              </a:prstGeom>
              <a:solidFill>
                <a:srgbClr val="FFFFFF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1" name="Google Shape;831;p70"/>
              <p:cNvGrpSpPr/>
              <p:nvPr/>
            </p:nvGrpSpPr>
            <p:grpSpPr>
              <a:xfrm>
                <a:off x="8898728" y="5069849"/>
                <a:ext cx="439144" cy="355845"/>
                <a:chOff x="10065612" y="4661657"/>
                <a:chExt cx="1138237" cy="922335"/>
              </a:xfrm>
            </p:grpSpPr>
            <p:sp>
              <p:nvSpPr>
                <p:cNvPr id="832" name="Google Shape;832;p70"/>
                <p:cNvSpPr/>
                <p:nvPr/>
              </p:nvSpPr>
              <p:spPr>
                <a:xfrm>
                  <a:off x="10065612" y="4972805"/>
                  <a:ext cx="1138237" cy="611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00" extrusionOk="0">
                      <a:moveTo>
                        <a:pt x="149" y="100"/>
                      </a:move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3" y="100"/>
                        <a:pt x="0" y="97"/>
                        <a:pt x="1" y="93"/>
                      </a:cubicBezTo>
                      <a:cubicBezTo>
                        <a:pt x="34" y="4"/>
                        <a:pt x="34" y="4"/>
                        <a:pt x="34" y="4"/>
                      </a:cubicBezTo>
                      <a:cubicBezTo>
                        <a:pt x="34" y="2"/>
                        <a:pt x="36" y="0"/>
                        <a:pt x="39" y="0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5" y="0"/>
                        <a:pt x="187" y="4"/>
                        <a:pt x="187" y="7"/>
                      </a:cubicBezTo>
                      <a:cubicBezTo>
                        <a:pt x="154" y="96"/>
                        <a:pt x="154" y="96"/>
                        <a:pt x="154" y="96"/>
                      </a:cubicBezTo>
                      <a:cubicBezTo>
                        <a:pt x="153" y="98"/>
                        <a:pt x="152" y="100"/>
                        <a:pt x="149" y="100"/>
                      </a:cubicBezTo>
                      <a:close/>
                      <a:moveTo>
                        <a:pt x="149" y="100"/>
                      </a:moveTo>
                      <a:cubicBezTo>
                        <a:pt x="149" y="100"/>
                        <a:pt x="149" y="100"/>
                        <a:pt x="149" y="100"/>
                      </a:cubicBezTo>
                    </a:path>
                  </a:pathLst>
                </a:custGeom>
                <a:solidFill>
                  <a:srgbClr val="EFCE4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3" name="Google Shape;833;p70"/>
                <p:cNvSpPr/>
                <p:nvPr/>
              </p:nvSpPr>
              <p:spPr>
                <a:xfrm>
                  <a:off x="10071962" y="4661657"/>
                  <a:ext cx="1009650" cy="873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43" extrusionOk="0">
                      <a:moveTo>
                        <a:pt x="161" y="23"/>
                      </a:moveTo>
                      <a:cubicBezTo>
                        <a:pt x="80" y="23"/>
                        <a:pt x="80" y="23"/>
                        <a:pt x="80" y="23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3"/>
                        <a:pt x="0" y="143"/>
                        <a:pt x="1" y="143"/>
                      </a:cubicBezTo>
                      <a:cubicBezTo>
                        <a:pt x="33" y="55"/>
                        <a:pt x="33" y="55"/>
                        <a:pt x="33" y="55"/>
                      </a:cubicBezTo>
                      <a:cubicBezTo>
                        <a:pt x="33" y="53"/>
                        <a:pt x="35" y="51"/>
                        <a:pt x="38" y="51"/>
                      </a:cubicBezTo>
                      <a:cubicBezTo>
                        <a:pt x="166" y="51"/>
                        <a:pt x="166" y="51"/>
                        <a:pt x="166" y="51"/>
                      </a:cubicBezTo>
                      <a:cubicBezTo>
                        <a:pt x="166" y="28"/>
                        <a:pt x="166" y="28"/>
                        <a:pt x="166" y="28"/>
                      </a:cubicBezTo>
                      <a:cubicBezTo>
                        <a:pt x="166" y="25"/>
                        <a:pt x="164" y="23"/>
                        <a:pt x="161" y="23"/>
                      </a:cubicBezTo>
                      <a:close/>
                      <a:moveTo>
                        <a:pt x="161" y="23"/>
                      </a:moveTo>
                      <a:cubicBezTo>
                        <a:pt x="161" y="23"/>
                        <a:pt x="161" y="23"/>
                        <a:pt x="161" y="23"/>
                      </a:cubicBezTo>
                    </a:path>
                  </a:pathLst>
                </a:custGeom>
                <a:solidFill>
                  <a:srgbClr val="EBBA1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57"/>
                    <a:buFont typeface="Arial"/>
                    <a:buNone/>
                  </a:pPr>
                  <a:endParaRPr sz="245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4" name="Google Shape;834;p70"/>
              <p:cNvSpPr txBox="1"/>
              <p:nvPr/>
            </p:nvSpPr>
            <p:spPr>
              <a:xfrm>
                <a:off x="8744641" y="5402744"/>
                <a:ext cx="7473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Open Sans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/Dir 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5" name="Google Shape;835;p70"/>
            <p:cNvCxnSpPr>
              <a:endCxn id="766" idx="0"/>
            </p:cNvCxnSpPr>
            <p:nvPr/>
          </p:nvCxnSpPr>
          <p:spPr>
            <a:xfrm>
              <a:off x="11878563" y="3716514"/>
              <a:ext cx="0" cy="440700"/>
            </a:xfrm>
            <a:prstGeom prst="straightConnector1">
              <a:avLst/>
            </a:prstGeom>
            <a:noFill/>
            <a:ln w="25400" cap="flat" cmpd="sng">
              <a:solidFill>
                <a:srgbClr val="8383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6" name="Google Shape;836;p70"/>
            <p:cNvCxnSpPr>
              <a:cxnSpLocks/>
            </p:cNvCxnSpPr>
            <p:nvPr/>
          </p:nvCxnSpPr>
          <p:spPr>
            <a:xfrm rot="5400000">
              <a:off x="10870411" y="3993311"/>
              <a:ext cx="358451" cy="1623672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rgbClr val="8383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" name="Brandline_LVC">
            <a:extLst>
              <a:ext uri="{FF2B5EF4-FFF2-40B4-BE49-F238E27FC236}">
                <a16:creationId xmlns:a16="http://schemas.microsoft.com/office/drawing/2014/main" id="{1DEB6EEA-F730-6E3A-BCBC-B0994B8EA58F}"/>
              </a:ext>
            </a:extLst>
          </p:cNvPr>
          <p:cNvSpPr/>
          <p:nvPr/>
        </p:nvSpPr>
        <p:spPr>
          <a:xfrm>
            <a:off x="3479800" y="816324"/>
            <a:ext cx="9306796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Google Shape;836;p70">
            <a:extLst>
              <a:ext uri="{FF2B5EF4-FFF2-40B4-BE49-F238E27FC236}">
                <a16:creationId xmlns:a16="http://schemas.microsoft.com/office/drawing/2014/main" id="{38398405-DDF8-A867-CD59-F156795DDF9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87367" y="3710058"/>
            <a:ext cx="358451" cy="1623672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83838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836;p70">
            <a:extLst>
              <a:ext uri="{FF2B5EF4-FFF2-40B4-BE49-F238E27FC236}">
                <a16:creationId xmlns:a16="http://schemas.microsoft.com/office/drawing/2014/main" id="{6CD26B18-F11E-3981-81C2-D033BA3949FA}"/>
              </a:ext>
            </a:extLst>
          </p:cNvPr>
          <p:cNvCxnSpPr>
            <a:cxnSpLocks/>
          </p:cNvCxnSpPr>
          <p:nvPr/>
        </p:nvCxnSpPr>
        <p:spPr>
          <a:xfrm rot="5400000">
            <a:off x="1705134" y="5357853"/>
            <a:ext cx="524810" cy="688595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83838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" name="Google Shape;836;p70">
            <a:extLst>
              <a:ext uri="{FF2B5EF4-FFF2-40B4-BE49-F238E27FC236}">
                <a16:creationId xmlns:a16="http://schemas.microsoft.com/office/drawing/2014/main" id="{6DB1F81C-172B-8313-950A-4B6E99C7686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87885" y="5364729"/>
            <a:ext cx="524810" cy="688595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838383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 Operation </a:t>
            </a:r>
            <a:endParaRPr sz="2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9667591" y="3124241"/>
            <a:ext cx="5281588" cy="396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4165" marR="0" lvl="0" indent="-30416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 transaction log called EditLog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04165" marR="0" lvl="0" indent="-30416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 namespace image called FsImage 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0" name="Google Shape;850;p71"/>
          <p:cNvGrpSpPr/>
          <p:nvPr/>
        </p:nvGrpSpPr>
        <p:grpSpPr>
          <a:xfrm>
            <a:off x="1911945" y="2826525"/>
            <a:ext cx="10271644" cy="4187599"/>
            <a:chOff x="2604974" y="3606822"/>
            <a:chExt cx="10271644" cy="5205953"/>
          </a:xfrm>
        </p:grpSpPr>
        <p:cxnSp>
          <p:nvCxnSpPr>
            <p:cNvPr id="851" name="Google Shape;851;p71"/>
            <p:cNvCxnSpPr/>
            <p:nvPr/>
          </p:nvCxnSpPr>
          <p:spPr>
            <a:xfrm>
              <a:off x="9979288" y="5610284"/>
              <a:ext cx="0" cy="1155371"/>
            </a:xfrm>
            <a:prstGeom prst="straightConnector1">
              <a:avLst/>
            </a:prstGeom>
            <a:noFill/>
            <a:ln w="254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52" name="Google Shape;852;p71"/>
            <p:cNvCxnSpPr/>
            <p:nvPr/>
          </p:nvCxnSpPr>
          <p:spPr>
            <a:xfrm>
              <a:off x="8651259" y="5645374"/>
              <a:ext cx="0" cy="1155371"/>
            </a:xfrm>
            <a:prstGeom prst="straightConnector1">
              <a:avLst/>
            </a:prstGeom>
            <a:noFill/>
            <a:ln w="254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53" name="Google Shape;853;p71"/>
            <p:cNvSpPr txBox="1"/>
            <p:nvPr/>
          </p:nvSpPr>
          <p:spPr>
            <a:xfrm>
              <a:off x="5926744" y="5919393"/>
              <a:ext cx="2569298" cy="803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Retrieves the EditLog at startup</a:t>
              </a: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71"/>
            <p:cNvSpPr txBox="1"/>
            <p:nvPr/>
          </p:nvSpPr>
          <p:spPr>
            <a:xfrm>
              <a:off x="10046701" y="5919393"/>
              <a:ext cx="2829917" cy="803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Updates with EditLog information</a:t>
              </a: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71"/>
            <p:cNvSpPr/>
            <p:nvPr/>
          </p:nvSpPr>
          <p:spPr>
            <a:xfrm>
              <a:off x="8028947" y="6915725"/>
              <a:ext cx="1219660" cy="586077"/>
            </a:xfrm>
            <a:prstGeom prst="foldedCorner">
              <a:avLst>
                <a:gd name="adj" fmla="val 14225"/>
              </a:avLst>
            </a:prstGeom>
            <a:solidFill>
              <a:srgbClr val="FEE599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000" tIns="900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Open Sans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EditLog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71"/>
            <p:cNvSpPr/>
            <p:nvPr/>
          </p:nvSpPr>
          <p:spPr>
            <a:xfrm>
              <a:off x="9348238" y="6915725"/>
              <a:ext cx="1354560" cy="586077"/>
            </a:xfrm>
            <a:prstGeom prst="foldedCorner">
              <a:avLst>
                <a:gd name="adj" fmla="val 14225"/>
              </a:avLst>
            </a:prstGeom>
            <a:solidFill>
              <a:srgbClr val="F7CAAC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000" tIns="900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Open Sans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FsImage</a:t>
              </a:r>
              <a:endParaRPr sz="15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857" name="Google Shape;857;p71"/>
            <p:cNvGrpSpPr/>
            <p:nvPr/>
          </p:nvGrpSpPr>
          <p:grpSpPr>
            <a:xfrm>
              <a:off x="8287094" y="3620149"/>
              <a:ext cx="2057107" cy="2173668"/>
              <a:chOff x="7458852" y="2797106"/>
              <a:chExt cx="2057107" cy="2173668"/>
            </a:xfrm>
          </p:grpSpPr>
          <p:grpSp>
            <p:nvGrpSpPr>
              <p:cNvPr id="858" name="Google Shape;858;p71"/>
              <p:cNvGrpSpPr/>
              <p:nvPr/>
            </p:nvGrpSpPr>
            <p:grpSpPr>
              <a:xfrm>
                <a:off x="7458852" y="2797106"/>
                <a:ext cx="2057107" cy="2173668"/>
                <a:chOff x="6201522" y="5188740"/>
                <a:chExt cx="1040367" cy="1099317"/>
              </a:xfrm>
            </p:grpSpPr>
            <p:sp>
              <p:nvSpPr>
                <p:cNvPr id="859" name="Google Shape;859;p71"/>
                <p:cNvSpPr/>
                <p:nvPr/>
              </p:nvSpPr>
              <p:spPr>
                <a:xfrm>
                  <a:off x="6201522" y="5188740"/>
                  <a:ext cx="1040367" cy="1099317"/>
                </a:xfrm>
                <a:prstGeom prst="roundRect">
                  <a:avLst>
                    <a:gd name="adj" fmla="val 7406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7570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500"/>
                    <a:buFont typeface="Arial"/>
                    <a:buNone/>
                  </a:pPr>
                  <a:endParaRPr sz="1500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860" name="Google Shape;860;p7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6531945" y="5285366"/>
                  <a:ext cx="407916" cy="7855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861" name="Google Shape;861;p71"/>
              <p:cNvSpPr txBox="1"/>
              <p:nvPr/>
            </p:nvSpPr>
            <p:spPr>
              <a:xfrm>
                <a:off x="7662531" y="4498401"/>
                <a:ext cx="1692376" cy="401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Open Sans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862" name="Google Shape;862;p71"/>
            <p:cNvCxnSpPr/>
            <p:nvPr/>
          </p:nvCxnSpPr>
          <p:spPr>
            <a:xfrm>
              <a:off x="4840345" y="4862058"/>
              <a:ext cx="3002022" cy="0"/>
            </a:xfrm>
            <a:prstGeom prst="straightConnector1">
              <a:avLst/>
            </a:prstGeom>
            <a:noFill/>
            <a:ln w="254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863" name="Google Shape;863;p71"/>
            <p:cNvGrpSpPr/>
            <p:nvPr/>
          </p:nvGrpSpPr>
          <p:grpSpPr>
            <a:xfrm>
              <a:off x="2604974" y="3606822"/>
              <a:ext cx="1961449" cy="2173668"/>
              <a:chOff x="996989" y="3751200"/>
              <a:chExt cx="1961449" cy="2173668"/>
            </a:xfrm>
          </p:grpSpPr>
          <p:sp>
            <p:nvSpPr>
              <p:cNvPr id="864" name="Google Shape;864;p71"/>
              <p:cNvSpPr/>
              <p:nvPr/>
            </p:nvSpPr>
            <p:spPr>
              <a:xfrm>
                <a:off x="996989" y="3751200"/>
                <a:ext cx="1961449" cy="2173668"/>
              </a:xfrm>
              <a:prstGeom prst="roundRect">
                <a:avLst>
                  <a:gd name="adj" fmla="val 7406"/>
                </a:avLst>
              </a:prstGeom>
              <a:noFill/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65" name="Google Shape;865;p7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046448" y="4201627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6" name="Google Shape;866;p7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046449" y="5086613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7" name="Google Shape;867;p7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506941" y="4216945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p7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506940" y="5086613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9" name="Google Shape;869;p71"/>
              <p:cNvSpPr txBox="1"/>
              <p:nvPr/>
            </p:nvSpPr>
            <p:spPr>
              <a:xfrm>
                <a:off x="1110728" y="3818521"/>
                <a:ext cx="1683247" cy="398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Open Sans"/>
                  <a:buNone/>
                </a:pPr>
                <a:r>
                  <a:rPr lang="en-US" sz="15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DataNodes</a:t>
                </a:r>
                <a:endParaRPr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870" name="Google Shape;870;p71"/>
            <p:cNvSpPr txBox="1"/>
            <p:nvPr/>
          </p:nvSpPr>
          <p:spPr>
            <a:xfrm>
              <a:off x="4358410" y="4314393"/>
              <a:ext cx="3319266" cy="459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Load into memory</a:t>
              </a: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p71"/>
            <p:cNvGrpSpPr/>
            <p:nvPr/>
          </p:nvGrpSpPr>
          <p:grpSpPr>
            <a:xfrm>
              <a:off x="8940435" y="7511299"/>
              <a:ext cx="2158111" cy="1301476"/>
              <a:chOff x="-6734181" y="2613445"/>
              <a:chExt cx="8195429" cy="4084599"/>
            </a:xfrm>
          </p:grpSpPr>
          <p:grpSp>
            <p:nvGrpSpPr>
              <p:cNvPr id="872" name="Google Shape;872;p71"/>
              <p:cNvGrpSpPr/>
              <p:nvPr/>
            </p:nvGrpSpPr>
            <p:grpSpPr>
              <a:xfrm>
                <a:off x="-6734181" y="4176460"/>
                <a:ext cx="3767254" cy="2521579"/>
                <a:chOff x="7379853" y="6675757"/>
                <a:chExt cx="1491817" cy="896747"/>
              </a:xfrm>
            </p:grpSpPr>
            <p:sp>
              <p:nvSpPr>
                <p:cNvPr id="873" name="Google Shape;873;p71"/>
                <p:cNvSpPr/>
                <p:nvPr/>
              </p:nvSpPr>
              <p:spPr>
                <a:xfrm>
                  <a:off x="7379853" y="6675757"/>
                  <a:ext cx="1380664" cy="896747"/>
                </a:xfrm>
                <a:prstGeom prst="roundRect">
                  <a:avLst>
                    <a:gd name="adj" fmla="val 6428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7570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500"/>
                    <a:buFont typeface="Arial"/>
                    <a:buNone/>
                  </a:pPr>
                  <a:endParaRPr sz="1500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71"/>
                <p:cNvSpPr txBox="1"/>
                <p:nvPr/>
              </p:nvSpPr>
              <p:spPr>
                <a:xfrm>
                  <a:off x="7379853" y="7140558"/>
                  <a:ext cx="1491817" cy="384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Open Sans"/>
                    <a:buNone/>
                  </a:pPr>
                  <a:r>
                    <a:rPr lang="en-US" sz="12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Blocks</a:t>
                  </a:r>
                  <a:endParaRPr sz="12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875" name="Google Shape;875;p71"/>
              <p:cNvGrpSpPr/>
              <p:nvPr/>
            </p:nvGrpSpPr>
            <p:grpSpPr>
              <a:xfrm>
                <a:off x="-5350738" y="2613445"/>
                <a:ext cx="6811986" cy="4084599"/>
                <a:chOff x="-5350738" y="2613445"/>
                <a:chExt cx="6811986" cy="4084599"/>
              </a:xfrm>
            </p:grpSpPr>
            <p:sp>
              <p:nvSpPr>
                <p:cNvPr id="876" name="Google Shape;876;p71"/>
                <p:cNvSpPr/>
                <p:nvPr/>
              </p:nvSpPr>
              <p:spPr>
                <a:xfrm>
                  <a:off x="-2306010" y="4176445"/>
                  <a:ext cx="3767258" cy="2521599"/>
                </a:xfrm>
                <a:prstGeom prst="roundRect">
                  <a:avLst>
                    <a:gd name="adj" fmla="val 6428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7570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500"/>
                    <a:buFont typeface="Arial"/>
                    <a:buNone/>
                  </a:pPr>
                  <a:endParaRPr sz="1500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71"/>
                <p:cNvSpPr txBox="1"/>
                <p:nvPr/>
              </p:nvSpPr>
              <p:spPr>
                <a:xfrm>
                  <a:off x="-2171025" y="5557603"/>
                  <a:ext cx="3632273" cy="1080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Open Sans"/>
                    <a:buNone/>
                  </a:pPr>
                  <a:r>
                    <a:rPr lang="en-US" sz="1200" b="1" i="0" u="none" strike="noStrike" cap="none">
                      <a:solidFill>
                        <a:srgbClr val="3F3F3F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Files</a:t>
                  </a:r>
                  <a:endParaRPr sz="14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78" name="Google Shape;878;p71"/>
                <p:cNvGrpSpPr/>
                <p:nvPr/>
              </p:nvGrpSpPr>
              <p:grpSpPr>
                <a:xfrm>
                  <a:off x="-1528236" y="4456211"/>
                  <a:ext cx="1596432" cy="1123500"/>
                  <a:chOff x="-1528236" y="4322861"/>
                  <a:chExt cx="1596432" cy="1123500"/>
                </a:xfrm>
              </p:grpSpPr>
              <p:sp>
                <p:nvSpPr>
                  <p:cNvPr id="879" name="Google Shape;879;p71"/>
                  <p:cNvSpPr/>
                  <p:nvPr/>
                </p:nvSpPr>
                <p:spPr>
                  <a:xfrm>
                    <a:off x="-684075" y="4368412"/>
                    <a:ext cx="752271" cy="10779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4" h="803" extrusionOk="0">
                        <a:moveTo>
                          <a:pt x="624" y="195"/>
                        </a:moveTo>
                        <a:lnTo>
                          <a:pt x="429" y="0"/>
                        </a:lnTo>
                        <a:lnTo>
                          <a:pt x="0" y="0"/>
                        </a:lnTo>
                        <a:lnTo>
                          <a:pt x="0" y="803"/>
                        </a:lnTo>
                        <a:lnTo>
                          <a:pt x="624" y="803"/>
                        </a:lnTo>
                        <a:lnTo>
                          <a:pt x="624" y="195"/>
                        </a:lnTo>
                        <a:moveTo>
                          <a:pt x="624" y="195"/>
                        </a:moveTo>
                        <a:lnTo>
                          <a:pt x="624" y="195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0" name="Google Shape;880;p71"/>
                  <p:cNvSpPr/>
                  <p:nvPr/>
                </p:nvSpPr>
                <p:spPr>
                  <a:xfrm>
                    <a:off x="-1147284" y="4322861"/>
                    <a:ext cx="235085" cy="261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" h="195" extrusionOk="0">
                        <a:moveTo>
                          <a:pt x="0" y="0"/>
                        </a:moveTo>
                        <a:lnTo>
                          <a:pt x="0" y="195"/>
                        </a:lnTo>
                        <a:lnTo>
                          <a:pt x="195" y="195"/>
                        </a:lnTo>
                        <a:lnTo>
                          <a:pt x="0" y="0"/>
                        </a:lnTo>
                        <a:close/>
                        <a:moveTo>
                          <a:pt x="0" y="0"/>
                        </a:move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1" name="Google Shape;881;p71"/>
                  <p:cNvSpPr/>
                  <p:nvPr/>
                </p:nvSpPr>
                <p:spPr>
                  <a:xfrm>
                    <a:off x="-1147279" y="4322861"/>
                    <a:ext cx="235085" cy="261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" h="195" extrusionOk="0">
                        <a:moveTo>
                          <a:pt x="0" y="0"/>
                        </a:moveTo>
                        <a:lnTo>
                          <a:pt x="0" y="195"/>
                        </a:lnTo>
                        <a:lnTo>
                          <a:pt x="195" y="195"/>
                        </a:lnTo>
                        <a:lnTo>
                          <a:pt x="0" y="0"/>
                        </a:lnTo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2" name="Google Shape;882;p71"/>
                  <p:cNvSpPr/>
                  <p:nvPr/>
                </p:nvSpPr>
                <p:spPr>
                  <a:xfrm>
                    <a:off x="-1528236" y="4584630"/>
                    <a:ext cx="182040" cy="34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" h="6" extrusionOk="0">
                        <a:moveTo>
                          <a:pt x="3" y="6"/>
                        </a:moveTo>
                        <a:cubicBezTo>
                          <a:pt x="32" y="6"/>
                          <a:pt x="32" y="6"/>
                          <a:pt x="32" y="6"/>
                        </a:cubicBezTo>
                        <a:cubicBezTo>
                          <a:pt x="33" y="6"/>
                          <a:pt x="35" y="5"/>
                          <a:pt x="35" y="3"/>
                        </a:cubicBezTo>
                        <a:cubicBezTo>
                          <a:pt x="35" y="1"/>
                          <a:pt x="33" y="0"/>
                          <a:pt x="32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5"/>
                          <a:pt x="1" y="6"/>
                          <a:pt x="3" y="6"/>
                        </a:cubicBezTo>
                        <a:close/>
                        <a:moveTo>
                          <a:pt x="3" y="6"/>
                        </a:moveTo>
                        <a:cubicBezTo>
                          <a:pt x="3" y="6"/>
                          <a:pt x="3" y="6"/>
                          <a:pt x="3" y="6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3" name="Google Shape;883;p71"/>
                  <p:cNvSpPr/>
                  <p:nvPr/>
                </p:nvSpPr>
                <p:spPr>
                  <a:xfrm>
                    <a:off x="-1528236" y="4990035"/>
                    <a:ext cx="313446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" h="7" extrusionOk="0">
                        <a:moveTo>
                          <a:pt x="57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2"/>
                          <a:pt x="0" y="3"/>
                        </a:cubicBezTo>
                        <a:cubicBezTo>
                          <a:pt x="0" y="5"/>
                          <a:pt x="1" y="7"/>
                          <a:pt x="3" y="7"/>
                        </a:cubicBezTo>
                        <a:cubicBezTo>
                          <a:pt x="57" y="7"/>
                          <a:pt x="57" y="7"/>
                          <a:pt x="57" y="7"/>
                        </a:cubicBezTo>
                        <a:cubicBezTo>
                          <a:pt x="59" y="7"/>
                          <a:pt x="60" y="5"/>
                          <a:pt x="60" y="3"/>
                        </a:cubicBezTo>
                        <a:cubicBezTo>
                          <a:pt x="60" y="2"/>
                          <a:pt x="59" y="0"/>
                          <a:pt x="57" y="0"/>
                        </a:cubicBezTo>
                        <a:close/>
                        <a:moveTo>
                          <a:pt x="57" y="0"/>
                        </a:moveTo>
                        <a:cubicBezTo>
                          <a:pt x="57" y="0"/>
                          <a:pt x="57" y="0"/>
                          <a:pt x="57" y="0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4" name="Google Shape;884;p71"/>
                  <p:cNvSpPr/>
                  <p:nvPr/>
                </p:nvSpPr>
                <p:spPr>
                  <a:xfrm>
                    <a:off x="-1194296" y="4862507"/>
                    <a:ext cx="145873" cy="34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6" extrusionOk="0">
                        <a:moveTo>
                          <a:pt x="25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5"/>
                          <a:pt x="1" y="6"/>
                          <a:pt x="3" y="6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7" y="6"/>
                          <a:pt x="28" y="5"/>
                          <a:pt x="28" y="3"/>
                        </a:cubicBezTo>
                        <a:cubicBezTo>
                          <a:pt x="28" y="1"/>
                          <a:pt x="27" y="0"/>
                          <a:pt x="25" y="0"/>
                        </a:cubicBezTo>
                        <a:close/>
                        <a:moveTo>
                          <a:pt x="25" y="0"/>
                        </a:moveTo>
                        <a:cubicBezTo>
                          <a:pt x="25" y="0"/>
                          <a:pt x="25" y="0"/>
                          <a:pt x="25" y="0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5" name="Google Shape;885;p71"/>
                  <p:cNvSpPr/>
                  <p:nvPr/>
                </p:nvSpPr>
                <p:spPr>
                  <a:xfrm>
                    <a:off x="-1528236" y="4729609"/>
                    <a:ext cx="114529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" h="7" extrusionOk="0">
                        <a:moveTo>
                          <a:pt x="3" y="7"/>
                        </a:move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21" y="7"/>
                          <a:pt x="22" y="5"/>
                          <a:pt x="22" y="4"/>
                        </a:cubicBezTo>
                        <a:cubicBezTo>
                          <a:pt x="22" y="2"/>
                          <a:pt x="21" y="0"/>
                          <a:pt x="19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2"/>
                          <a:pt x="0" y="4"/>
                        </a:cubicBezTo>
                        <a:cubicBezTo>
                          <a:pt x="0" y="5"/>
                          <a:pt x="1" y="7"/>
                          <a:pt x="3" y="7"/>
                        </a:cubicBezTo>
                        <a:close/>
                        <a:moveTo>
                          <a:pt x="3" y="7"/>
                        </a:moveTo>
                        <a:cubicBezTo>
                          <a:pt x="3" y="7"/>
                          <a:pt x="3" y="7"/>
                          <a:pt x="3" y="7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6" name="Google Shape;886;p71"/>
                  <p:cNvSpPr/>
                  <p:nvPr/>
                </p:nvSpPr>
                <p:spPr>
                  <a:xfrm>
                    <a:off x="-1277479" y="4729609"/>
                    <a:ext cx="145873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7" extrusionOk="0">
                        <a:moveTo>
                          <a:pt x="3" y="7"/>
                        </a:moveTo>
                        <a:cubicBezTo>
                          <a:pt x="25" y="7"/>
                          <a:pt x="25" y="7"/>
                          <a:pt x="25" y="7"/>
                        </a:cubicBezTo>
                        <a:cubicBezTo>
                          <a:pt x="27" y="7"/>
                          <a:pt x="28" y="5"/>
                          <a:pt x="28" y="4"/>
                        </a:cubicBezTo>
                        <a:cubicBezTo>
                          <a:pt x="28" y="2"/>
                          <a:pt x="27" y="0"/>
                          <a:pt x="25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2"/>
                          <a:pt x="0" y="4"/>
                        </a:cubicBezTo>
                        <a:cubicBezTo>
                          <a:pt x="0" y="5"/>
                          <a:pt x="1" y="7"/>
                          <a:pt x="3" y="7"/>
                        </a:cubicBezTo>
                        <a:close/>
                        <a:moveTo>
                          <a:pt x="3" y="7"/>
                        </a:moveTo>
                        <a:cubicBezTo>
                          <a:pt x="3" y="7"/>
                          <a:pt x="3" y="7"/>
                          <a:pt x="3" y="7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7" name="Google Shape;887;p71"/>
                  <p:cNvSpPr/>
                  <p:nvPr/>
                </p:nvSpPr>
                <p:spPr>
                  <a:xfrm>
                    <a:off x="-1361869" y="4729609"/>
                    <a:ext cx="31345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7" extrusionOk="0">
                        <a:moveTo>
                          <a:pt x="0" y="4"/>
                        </a:move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1" y="6"/>
                          <a:pt x="2" y="7"/>
                          <a:pt x="3" y="7"/>
                        </a:cubicBezTo>
                        <a:cubicBezTo>
                          <a:pt x="4" y="7"/>
                          <a:pt x="4" y="6"/>
                          <a:pt x="5" y="6"/>
                        </a:cubicBezTo>
                        <a:cubicBezTo>
                          <a:pt x="6" y="5"/>
                          <a:pt x="6" y="4"/>
                          <a:pt x="6" y="4"/>
                        </a:cubicBezTo>
                        <a:cubicBezTo>
                          <a:pt x="6" y="3"/>
                          <a:pt x="6" y="2"/>
                          <a:pt x="5" y="1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0" y="2"/>
                          <a:pt x="0" y="3"/>
                          <a:pt x="0" y="4"/>
                        </a:cubicBezTo>
                        <a:close/>
                        <a:moveTo>
                          <a:pt x="0" y="4"/>
                        </a:moveTo>
                        <a:cubicBezTo>
                          <a:pt x="0" y="4"/>
                          <a:pt x="0" y="4"/>
                          <a:pt x="0" y="4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8" name="Google Shape;888;p71"/>
                  <p:cNvSpPr/>
                  <p:nvPr/>
                </p:nvSpPr>
                <p:spPr>
                  <a:xfrm>
                    <a:off x="-1445053" y="4862507"/>
                    <a:ext cx="198918" cy="34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" h="6" extrusionOk="0">
                        <a:moveTo>
                          <a:pt x="3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5"/>
                          <a:pt x="1" y="6"/>
                          <a:pt x="3" y="6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7" y="6"/>
                          <a:pt x="38" y="5"/>
                          <a:pt x="38" y="3"/>
                        </a:cubicBezTo>
                        <a:cubicBezTo>
                          <a:pt x="38" y="1"/>
                          <a:pt x="37" y="0"/>
                          <a:pt x="35" y="0"/>
                        </a:cubicBezTo>
                        <a:lnTo>
                          <a:pt x="3" y="0"/>
                        </a:lnTo>
                        <a:close/>
                        <a:moveTo>
                          <a:pt x="3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9" name="Google Shape;889;p71"/>
                  <p:cNvSpPr/>
                  <p:nvPr/>
                </p:nvSpPr>
                <p:spPr>
                  <a:xfrm>
                    <a:off x="-1528236" y="4862507"/>
                    <a:ext cx="31345" cy="34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6" extrusionOk="0">
                        <a:moveTo>
                          <a:pt x="3" y="6"/>
                        </a:moveTo>
                        <a:cubicBezTo>
                          <a:pt x="4" y="6"/>
                          <a:pt x="4" y="6"/>
                          <a:pt x="5" y="5"/>
                        </a:cubicBezTo>
                        <a:cubicBezTo>
                          <a:pt x="6" y="5"/>
                          <a:pt x="6" y="4"/>
                          <a:pt x="6" y="3"/>
                        </a:cubicBezTo>
                        <a:cubicBezTo>
                          <a:pt x="6" y="2"/>
                          <a:pt x="6" y="1"/>
                          <a:pt x="5" y="1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1" y="5"/>
                        </a:cubicBezTo>
                        <a:cubicBezTo>
                          <a:pt x="1" y="6"/>
                          <a:pt x="2" y="6"/>
                          <a:pt x="3" y="6"/>
                        </a:cubicBezTo>
                        <a:close/>
                        <a:moveTo>
                          <a:pt x="3" y="6"/>
                        </a:moveTo>
                        <a:cubicBezTo>
                          <a:pt x="3" y="6"/>
                          <a:pt x="3" y="6"/>
                          <a:pt x="3" y="6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0" name="Google Shape;890;p71"/>
                  <p:cNvSpPr/>
                  <p:nvPr/>
                </p:nvSpPr>
                <p:spPr>
                  <a:xfrm>
                    <a:off x="-1194296" y="5122932"/>
                    <a:ext cx="145873" cy="34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6" extrusionOk="0">
                        <a:moveTo>
                          <a:pt x="25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5"/>
                          <a:pt x="1" y="6"/>
                          <a:pt x="3" y="6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7" y="6"/>
                          <a:pt x="28" y="5"/>
                          <a:pt x="28" y="3"/>
                        </a:cubicBezTo>
                        <a:cubicBezTo>
                          <a:pt x="28" y="1"/>
                          <a:pt x="27" y="0"/>
                          <a:pt x="25" y="0"/>
                        </a:cubicBezTo>
                        <a:close/>
                        <a:moveTo>
                          <a:pt x="25" y="0"/>
                        </a:moveTo>
                        <a:cubicBezTo>
                          <a:pt x="25" y="0"/>
                          <a:pt x="25" y="0"/>
                          <a:pt x="25" y="0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1" name="Google Shape;891;p71"/>
                  <p:cNvSpPr/>
                  <p:nvPr/>
                </p:nvSpPr>
                <p:spPr>
                  <a:xfrm>
                    <a:off x="-381529" y="5122934"/>
                    <a:ext cx="198920" cy="34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" h="6" extrusionOk="0">
                        <a:moveTo>
                          <a:pt x="35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5"/>
                          <a:pt x="1" y="6"/>
                          <a:pt x="3" y="6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7" y="6"/>
                          <a:pt x="38" y="5"/>
                          <a:pt x="38" y="3"/>
                        </a:cubicBezTo>
                        <a:cubicBezTo>
                          <a:pt x="38" y="1"/>
                          <a:pt x="37" y="0"/>
                          <a:pt x="35" y="0"/>
                        </a:cubicBezTo>
                        <a:close/>
                        <a:moveTo>
                          <a:pt x="35" y="0"/>
                        </a:moveTo>
                        <a:cubicBezTo>
                          <a:pt x="35" y="0"/>
                          <a:pt x="35" y="0"/>
                          <a:pt x="35" y="0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2" name="Google Shape;892;p71"/>
                  <p:cNvSpPr/>
                  <p:nvPr/>
                </p:nvSpPr>
                <p:spPr>
                  <a:xfrm>
                    <a:off x="-1528236" y="5117563"/>
                    <a:ext cx="31345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7" extrusionOk="0">
                        <a:moveTo>
                          <a:pt x="1" y="2"/>
                        </a:moveTo>
                        <a:cubicBezTo>
                          <a:pt x="0" y="2"/>
                          <a:pt x="0" y="3"/>
                          <a:pt x="0" y="4"/>
                        </a:cubicBezTo>
                        <a:cubicBezTo>
                          <a:pt x="0" y="5"/>
                          <a:pt x="0" y="5"/>
                          <a:pt x="1" y="6"/>
                        </a:cubicBezTo>
                        <a:cubicBezTo>
                          <a:pt x="1" y="7"/>
                          <a:pt x="2" y="7"/>
                          <a:pt x="3" y="7"/>
                        </a:cubicBezTo>
                        <a:cubicBezTo>
                          <a:pt x="4" y="7"/>
                          <a:pt x="4" y="7"/>
                          <a:pt x="5" y="6"/>
                        </a:cubicBezTo>
                        <a:cubicBezTo>
                          <a:pt x="6" y="5"/>
                          <a:pt x="6" y="5"/>
                          <a:pt x="6" y="4"/>
                        </a:cubicBezTo>
                        <a:cubicBezTo>
                          <a:pt x="6" y="3"/>
                          <a:pt x="6" y="2"/>
                          <a:pt x="5" y="2"/>
                        </a:cubicBezTo>
                        <a:cubicBezTo>
                          <a:pt x="4" y="0"/>
                          <a:pt x="2" y="0"/>
                          <a:pt x="1" y="2"/>
                        </a:cubicBezTo>
                        <a:close/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3" name="Google Shape;893;p71"/>
                  <p:cNvSpPr/>
                  <p:nvPr/>
                </p:nvSpPr>
                <p:spPr>
                  <a:xfrm>
                    <a:off x="-1079767" y="4729609"/>
                    <a:ext cx="31345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7" extrusionOk="0">
                        <a:moveTo>
                          <a:pt x="3" y="7"/>
                        </a:moveTo>
                        <a:cubicBezTo>
                          <a:pt x="4" y="7"/>
                          <a:pt x="5" y="6"/>
                          <a:pt x="5" y="6"/>
                        </a:cubicBezTo>
                        <a:cubicBezTo>
                          <a:pt x="6" y="5"/>
                          <a:pt x="6" y="4"/>
                          <a:pt x="6" y="4"/>
                        </a:cubicBezTo>
                        <a:cubicBezTo>
                          <a:pt x="6" y="3"/>
                          <a:pt x="6" y="2"/>
                          <a:pt x="5" y="1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0" y="2"/>
                          <a:pt x="0" y="3"/>
                          <a:pt x="0" y="4"/>
                        </a:cubicBez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2" y="6"/>
                          <a:pt x="2" y="7"/>
                          <a:pt x="3" y="7"/>
                        </a:cubicBezTo>
                        <a:close/>
                        <a:moveTo>
                          <a:pt x="3" y="7"/>
                        </a:moveTo>
                        <a:cubicBezTo>
                          <a:pt x="3" y="7"/>
                          <a:pt x="3" y="7"/>
                          <a:pt x="3" y="7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4" name="Google Shape;894;p71"/>
                  <p:cNvSpPr/>
                  <p:nvPr/>
                </p:nvSpPr>
                <p:spPr>
                  <a:xfrm>
                    <a:off x="-1162952" y="4990035"/>
                    <a:ext cx="31345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7" extrusionOk="0">
                        <a:moveTo>
                          <a:pt x="5" y="6"/>
                        </a:moveTo>
                        <a:cubicBezTo>
                          <a:pt x="6" y="5"/>
                          <a:pt x="6" y="4"/>
                          <a:pt x="6" y="3"/>
                        </a:cubicBezTo>
                        <a:cubicBezTo>
                          <a:pt x="6" y="3"/>
                          <a:pt x="6" y="2"/>
                          <a:pt x="5" y="1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2" y="6"/>
                          <a:pt x="2" y="7"/>
                          <a:pt x="3" y="7"/>
                        </a:cubicBezTo>
                        <a:cubicBezTo>
                          <a:pt x="4" y="7"/>
                          <a:pt x="5" y="6"/>
                          <a:pt x="5" y="6"/>
                        </a:cubicBezTo>
                        <a:close/>
                        <a:moveTo>
                          <a:pt x="5" y="6"/>
                        </a:moveTo>
                        <a:cubicBezTo>
                          <a:pt x="5" y="6"/>
                          <a:pt x="5" y="6"/>
                          <a:pt x="5" y="6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5" name="Google Shape;895;p71"/>
                  <p:cNvSpPr/>
                  <p:nvPr/>
                </p:nvSpPr>
                <p:spPr>
                  <a:xfrm>
                    <a:off x="-1079767" y="4990035"/>
                    <a:ext cx="31345" cy="402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7" extrusionOk="0">
                        <a:moveTo>
                          <a:pt x="1" y="1"/>
                        </a:move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2" y="6"/>
                          <a:pt x="2" y="7"/>
                          <a:pt x="3" y="7"/>
                        </a:cubicBezTo>
                        <a:cubicBezTo>
                          <a:pt x="4" y="7"/>
                          <a:pt x="5" y="6"/>
                          <a:pt x="5" y="6"/>
                        </a:cubicBezTo>
                        <a:cubicBezTo>
                          <a:pt x="6" y="5"/>
                          <a:pt x="6" y="4"/>
                          <a:pt x="6" y="3"/>
                        </a:cubicBezTo>
                        <a:cubicBezTo>
                          <a:pt x="6" y="3"/>
                          <a:pt x="6" y="2"/>
                          <a:pt x="5" y="1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</a:path>
                    </a:pathLst>
                  </a:custGeom>
                  <a:solidFill>
                    <a:srgbClr val="CEC9A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57"/>
                      <a:buFont typeface="Arial"/>
                      <a:buNone/>
                    </a:pPr>
                    <a:endParaRPr sz="2457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896" name="Google Shape;896;p71"/>
                <p:cNvCxnSpPr>
                  <a:endCxn id="873" idx="0"/>
                </p:cNvCxnSpPr>
                <p:nvPr/>
              </p:nvCxnSpPr>
              <p:spPr>
                <a:xfrm flipH="1">
                  <a:off x="-4990900" y="2613460"/>
                  <a:ext cx="2213700" cy="1563000"/>
                </a:xfrm>
                <a:prstGeom prst="bentConnector2">
                  <a:avLst/>
                </a:prstGeom>
                <a:noFill/>
                <a:ln w="25400" cap="flat" cmpd="sng">
                  <a:solidFill>
                    <a:srgbClr val="83838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897" name="Google Shape;897;p71"/>
                <p:cNvCxnSpPr>
                  <a:endCxn id="876" idx="0"/>
                </p:cNvCxnSpPr>
                <p:nvPr/>
              </p:nvCxnSpPr>
              <p:spPr>
                <a:xfrm>
                  <a:off x="-2777681" y="2613445"/>
                  <a:ext cx="2355300" cy="1563000"/>
                </a:xfrm>
                <a:prstGeom prst="bentConnector2">
                  <a:avLst/>
                </a:prstGeom>
                <a:noFill/>
                <a:ln w="25400" cap="flat" cmpd="sng">
                  <a:solidFill>
                    <a:srgbClr val="83838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898" name="Google Shape;898;p71"/>
                <p:cNvSpPr/>
                <p:nvPr/>
              </p:nvSpPr>
              <p:spPr>
                <a:xfrm>
                  <a:off x="-4908174" y="4635392"/>
                  <a:ext cx="268623" cy="287612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" name="Google Shape;899;p71"/>
                <p:cNvSpPr/>
                <p:nvPr/>
              </p:nvSpPr>
              <p:spPr>
                <a:xfrm>
                  <a:off x="-4908174" y="5090308"/>
                  <a:ext cx="268623" cy="287612"/>
                </a:xfrm>
                <a:prstGeom prst="rect">
                  <a:avLst/>
                </a:prstGeom>
                <a:solidFill>
                  <a:srgbClr val="FF8F7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0" name="Google Shape;900;p71"/>
                <p:cNvSpPr/>
                <p:nvPr/>
              </p:nvSpPr>
              <p:spPr>
                <a:xfrm>
                  <a:off x="-5350738" y="4635392"/>
                  <a:ext cx="268624" cy="287610"/>
                </a:xfrm>
                <a:prstGeom prst="rect">
                  <a:avLst/>
                </a:prstGeom>
                <a:solidFill>
                  <a:srgbClr val="0077D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71"/>
                <p:cNvSpPr/>
                <p:nvPr/>
              </p:nvSpPr>
              <p:spPr>
                <a:xfrm>
                  <a:off x="-4964002" y="5090307"/>
                  <a:ext cx="268624" cy="287610"/>
                </a:xfrm>
                <a:prstGeom prst="rect">
                  <a:avLst/>
                </a:prstGeom>
                <a:solidFill>
                  <a:srgbClr val="F36F1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" name="Google Shape;902;p71"/>
                <p:cNvSpPr/>
                <p:nvPr/>
              </p:nvSpPr>
              <p:spPr>
                <a:xfrm>
                  <a:off x="-4052985" y="4635392"/>
                  <a:ext cx="268623" cy="287612"/>
                </a:xfrm>
                <a:prstGeom prst="rect">
                  <a:avLst/>
                </a:prstGeom>
                <a:solidFill>
                  <a:srgbClr val="2DA99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903" name="Google Shape;903;p71" descr="Image result for files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0955" y="6546463"/>
            <a:ext cx="271048" cy="2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1"/>
          <p:cNvSpPr txBox="1"/>
          <p:nvPr/>
        </p:nvSpPr>
        <p:spPr>
          <a:xfrm>
            <a:off x="4331873" y="1423842"/>
            <a:ext cx="81343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NameNode maintains two persistent files:</a:t>
            </a:r>
            <a:endParaRPr sz="2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2DB1FA76-3E9C-5D06-ADD0-CAA3218D28ED}"/>
              </a:ext>
            </a:extLst>
          </p:cNvPr>
          <p:cNvSpPr/>
          <p:nvPr/>
        </p:nvSpPr>
        <p:spPr>
          <a:xfrm>
            <a:off x="5626100" y="816324"/>
            <a:ext cx="500070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Block Split </a:t>
            </a:r>
            <a:endParaRPr sz="2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1678193" y="7672720"/>
            <a:ext cx="12899614" cy="90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data block approach provides simplified replication, fault tolerance, and reliability.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72"/>
          <p:cNvGrpSpPr/>
          <p:nvPr/>
        </p:nvGrpSpPr>
        <p:grpSpPr>
          <a:xfrm>
            <a:off x="5200257" y="5099565"/>
            <a:ext cx="2358570" cy="919094"/>
            <a:chOff x="8382002" y="5395982"/>
            <a:chExt cx="2358570" cy="919094"/>
          </a:xfrm>
        </p:grpSpPr>
        <p:sp>
          <p:nvSpPr>
            <p:cNvPr id="913" name="Google Shape;913;p72"/>
            <p:cNvSpPr/>
            <p:nvPr/>
          </p:nvSpPr>
          <p:spPr>
            <a:xfrm>
              <a:off x="8382002" y="5395982"/>
              <a:ext cx="2358570" cy="919094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FFFFF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 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4" name="Google Shape;914;p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69878" y="5450781"/>
              <a:ext cx="380931" cy="6992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5" name="Google Shape;915;p72"/>
          <p:cNvGrpSpPr/>
          <p:nvPr/>
        </p:nvGrpSpPr>
        <p:grpSpPr>
          <a:xfrm>
            <a:off x="5279369" y="6117407"/>
            <a:ext cx="2200346" cy="487138"/>
            <a:chOff x="6269252" y="6578941"/>
            <a:chExt cx="2200346" cy="487138"/>
          </a:xfrm>
        </p:grpSpPr>
        <p:sp>
          <p:nvSpPr>
            <p:cNvPr id="916" name="Google Shape;916;p72"/>
            <p:cNvSpPr/>
            <p:nvPr/>
          </p:nvSpPr>
          <p:spPr>
            <a:xfrm>
              <a:off x="626925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72"/>
            <p:cNvSpPr/>
            <p:nvPr/>
          </p:nvSpPr>
          <p:spPr>
            <a:xfrm>
              <a:off x="701834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ED7D31"/>
            </a:solidFill>
            <a:ln w="9525" cap="flat" cmpd="sng">
              <a:solidFill>
                <a:srgbClr val="EDAAA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72"/>
            <p:cNvSpPr/>
            <p:nvPr/>
          </p:nvSpPr>
          <p:spPr>
            <a:xfrm>
              <a:off x="7767432" y="6578941"/>
              <a:ext cx="702166" cy="487138"/>
            </a:xfrm>
            <a:prstGeom prst="cube">
              <a:avLst>
                <a:gd name="adj" fmla="val 1537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9" name="Google Shape;919;p72"/>
          <p:cNvGrpSpPr/>
          <p:nvPr/>
        </p:nvGrpSpPr>
        <p:grpSpPr>
          <a:xfrm>
            <a:off x="8917301" y="2104089"/>
            <a:ext cx="2236052" cy="2268464"/>
            <a:chOff x="10683768" y="2435107"/>
            <a:chExt cx="1875204" cy="1902385"/>
          </a:xfrm>
        </p:grpSpPr>
        <p:sp>
          <p:nvSpPr>
            <p:cNvPr id="920" name="Google Shape;920;p72"/>
            <p:cNvSpPr/>
            <p:nvPr/>
          </p:nvSpPr>
          <p:spPr>
            <a:xfrm>
              <a:off x="10683768" y="2435107"/>
              <a:ext cx="1875204" cy="1902385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21" name="Google Shape;921;p7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11492" y="2580060"/>
              <a:ext cx="619756" cy="11935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72"/>
            <p:cNvSpPr txBox="1"/>
            <p:nvPr/>
          </p:nvSpPr>
          <p:spPr>
            <a:xfrm>
              <a:off x="10922462" y="3748858"/>
              <a:ext cx="1451413" cy="335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Open Sans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endParaRPr sz="20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23" name="Google Shape;923;p72"/>
          <p:cNvGrpSpPr/>
          <p:nvPr/>
        </p:nvGrpSpPr>
        <p:grpSpPr>
          <a:xfrm>
            <a:off x="7676757" y="5088893"/>
            <a:ext cx="2358570" cy="919094"/>
            <a:chOff x="8382002" y="5395982"/>
            <a:chExt cx="2358570" cy="919094"/>
          </a:xfrm>
        </p:grpSpPr>
        <p:sp>
          <p:nvSpPr>
            <p:cNvPr id="924" name="Google Shape;924;p72"/>
            <p:cNvSpPr/>
            <p:nvPr/>
          </p:nvSpPr>
          <p:spPr>
            <a:xfrm>
              <a:off x="8382002" y="5395982"/>
              <a:ext cx="2358570" cy="919094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FFFFF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2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69877" y="5450781"/>
              <a:ext cx="380931" cy="6992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6" name="Google Shape;926;p72"/>
          <p:cNvGrpSpPr/>
          <p:nvPr/>
        </p:nvGrpSpPr>
        <p:grpSpPr>
          <a:xfrm>
            <a:off x="7755869" y="6106735"/>
            <a:ext cx="2200346" cy="487138"/>
            <a:chOff x="6269252" y="6578941"/>
            <a:chExt cx="2200346" cy="487138"/>
          </a:xfrm>
        </p:grpSpPr>
        <p:sp>
          <p:nvSpPr>
            <p:cNvPr id="927" name="Google Shape;927;p72"/>
            <p:cNvSpPr/>
            <p:nvPr/>
          </p:nvSpPr>
          <p:spPr>
            <a:xfrm>
              <a:off x="6269252" y="6578941"/>
              <a:ext cx="702166" cy="487138"/>
            </a:xfrm>
            <a:prstGeom prst="cube">
              <a:avLst>
                <a:gd name="adj" fmla="val 153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72"/>
            <p:cNvSpPr/>
            <p:nvPr/>
          </p:nvSpPr>
          <p:spPr>
            <a:xfrm>
              <a:off x="7018342" y="6578941"/>
              <a:ext cx="702166" cy="487138"/>
            </a:xfrm>
            <a:prstGeom prst="cube">
              <a:avLst>
                <a:gd name="adj" fmla="val 1537"/>
              </a:avLst>
            </a:prstGeom>
            <a:solidFill>
              <a:srgbClr val="ED7D31"/>
            </a:solidFill>
            <a:ln w="9525" cap="flat" cmpd="sng">
              <a:solidFill>
                <a:srgbClr val="EDAAA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72"/>
            <p:cNvSpPr/>
            <p:nvPr/>
          </p:nvSpPr>
          <p:spPr>
            <a:xfrm>
              <a:off x="776743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72"/>
          <p:cNvGrpSpPr/>
          <p:nvPr/>
        </p:nvGrpSpPr>
        <p:grpSpPr>
          <a:xfrm>
            <a:off x="10152252" y="5084197"/>
            <a:ext cx="2358570" cy="919094"/>
            <a:chOff x="8382002" y="5395982"/>
            <a:chExt cx="2358570" cy="919094"/>
          </a:xfrm>
        </p:grpSpPr>
        <p:sp>
          <p:nvSpPr>
            <p:cNvPr id="931" name="Google Shape;931;p72"/>
            <p:cNvSpPr/>
            <p:nvPr/>
          </p:nvSpPr>
          <p:spPr>
            <a:xfrm>
              <a:off x="8382002" y="5395982"/>
              <a:ext cx="2358570" cy="919094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FFFFF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3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2" name="Google Shape;932;p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69877" y="5450781"/>
              <a:ext cx="380931" cy="6992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3" name="Google Shape;933;p72"/>
          <p:cNvGrpSpPr/>
          <p:nvPr/>
        </p:nvGrpSpPr>
        <p:grpSpPr>
          <a:xfrm>
            <a:off x="10231364" y="6102039"/>
            <a:ext cx="2200346" cy="487138"/>
            <a:chOff x="6269252" y="6578941"/>
            <a:chExt cx="2200346" cy="487138"/>
          </a:xfrm>
        </p:grpSpPr>
        <p:sp>
          <p:nvSpPr>
            <p:cNvPr id="934" name="Google Shape;934;p72"/>
            <p:cNvSpPr/>
            <p:nvPr/>
          </p:nvSpPr>
          <p:spPr>
            <a:xfrm>
              <a:off x="6269252" y="6578941"/>
              <a:ext cx="702166" cy="487138"/>
            </a:xfrm>
            <a:prstGeom prst="cube">
              <a:avLst>
                <a:gd name="adj" fmla="val 153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72"/>
            <p:cNvSpPr/>
            <p:nvPr/>
          </p:nvSpPr>
          <p:spPr>
            <a:xfrm>
              <a:off x="701834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ED7D31"/>
            </a:solidFill>
            <a:ln w="9525" cap="flat" cmpd="sng">
              <a:solidFill>
                <a:srgbClr val="EDAAA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72"/>
            <p:cNvSpPr/>
            <p:nvPr/>
          </p:nvSpPr>
          <p:spPr>
            <a:xfrm>
              <a:off x="776743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p72"/>
          <p:cNvGrpSpPr/>
          <p:nvPr/>
        </p:nvGrpSpPr>
        <p:grpSpPr>
          <a:xfrm>
            <a:off x="12628752" y="5073525"/>
            <a:ext cx="2358570" cy="919094"/>
            <a:chOff x="8382002" y="5395982"/>
            <a:chExt cx="2358570" cy="919094"/>
          </a:xfrm>
        </p:grpSpPr>
        <p:sp>
          <p:nvSpPr>
            <p:cNvPr id="938" name="Google Shape;938;p72"/>
            <p:cNvSpPr/>
            <p:nvPr/>
          </p:nvSpPr>
          <p:spPr>
            <a:xfrm>
              <a:off x="8382002" y="5395982"/>
              <a:ext cx="2358570" cy="919094"/>
            </a:xfrm>
            <a:prstGeom prst="roundRect">
              <a:avLst>
                <a:gd name="adj" fmla="val 5510"/>
              </a:avLst>
            </a:prstGeom>
            <a:solidFill>
              <a:srgbClr val="F9F9F9"/>
            </a:solidFill>
            <a:ln w="12700" cap="flat" cmpd="sng">
              <a:solidFill>
                <a:srgbClr val="FFFFF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4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9" name="Google Shape;939;p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69877" y="5450781"/>
              <a:ext cx="380931" cy="6992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0" name="Google Shape;940;p72"/>
          <p:cNvGrpSpPr/>
          <p:nvPr/>
        </p:nvGrpSpPr>
        <p:grpSpPr>
          <a:xfrm>
            <a:off x="12707864" y="6091367"/>
            <a:ext cx="2200346" cy="487138"/>
            <a:chOff x="6269252" y="6578941"/>
            <a:chExt cx="2200346" cy="487138"/>
          </a:xfrm>
        </p:grpSpPr>
        <p:sp>
          <p:nvSpPr>
            <p:cNvPr id="941" name="Google Shape;941;p72"/>
            <p:cNvSpPr/>
            <p:nvPr/>
          </p:nvSpPr>
          <p:spPr>
            <a:xfrm>
              <a:off x="626925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72"/>
            <p:cNvSpPr/>
            <p:nvPr/>
          </p:nvSpPr>
          <p:spPr>
            <a:xfrm>
              <a:off x="7018342" y="6578941"/>
              <a:ext cx="702166" cy="487138"/>
            </a:xfrm>
            <a:prstGeom prst="cube">
              <a:avLst>
                <a:gd name="adj" fmla="val 2840"/>
              </a:avLst>
            </a:prstGeom>
            <a:solidFill>
              <a:srgbClr val="ED7D31"/>
            </a:solidFill>
            <a:ln w="9525" cap="flat" cmpd="sng">
              <a:solidFill>
                <a:srgbClr val="EDAAA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72"/>
            <p:cNvSpPr/>
            <p:nvPr/>
          </p:nvSpPr>
          <p:spPr>
            <a:xfrm>
              <a:off x="7767432" y="6578941"/>
              <a:ext cx="702166" cy="487138"/>
            </a:xfrm>
            <a:prstGeom prst="cube">
              <a:avLst>
                <a:gd name="adj" fmla="val 233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72"/>
          <p:cNvSpPr txBox="1"/>
          <p:nvPr/>
        </p:nvSpPr>
        <p:spPr>
          <a:xfrm>
            <a:off x="8259798" y="6913932"/>
            <a:ext cx="4131634" cy="43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DataNodes managing blocks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72"/>
          <p:cNvCxnSpPr>
            <a:stCxn id="920" idx="3"/>
            <a:endCxn id="913" idx="0"/>
          </p:cNvCxnSpPr>
          <p:nvPr/>
        </p:nvCxnSpPr>
        <p:spPr>
          <a:xfrm rot="5400000">
            <a:off x="7282543" y="3137344"/>
            <a:ext cx="1059221" cy="286522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46" name="Google Shape;946;p72"/>
          <p:cNvCxnSpPr>
            <a:stCxn id="920" idx="5"/>
            <a:endCxn id="938" idx="0"/>
          </p:cNvCxnSpPr>
          <p:nvPr/>
        </p:nvCxnSpPr>
        <p:spPr>
          <a:xfrm rot="16200000" flipH="1">
            <a:off x="11800374" y="3065861"/>
            <a:ext cx="1033181" cy="298214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9" name="Google Shape;949;p72"/>
          <p:cNvSpPr txBox="1"/>
          <p:nvPr/>
        </p:nvSpPr>
        <p:spPr>
          <a:xfrm>
            <a:off x="2067261" y="5950215"/>
            <a:ext cx="199661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 file split into blocks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0" name="Google Shape;950;p72"/>
          <p:cNvPicPr preferRelativeResize="0"/>
          <p:nvPr/>
        </p:nvPicPr>
        <p:blipFill rotWithShape="1">
          <a:blip r:embed="rId5">
            <a:alphaModFix/>
          </a:blip>
          <a:srcRect l="31301" t="38549" r="47256" b="38259"/>
          <a:stretch/>
        </p:blipFill>
        <p:spPr>
          <a:xfrm>
            <a:off x="1721377" y="4213151"/>
            <a:ext cx="3008628" cy="183034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2"/>
          <p:cNvSpPr txBox="1"/>
          <p:nvPr/>
        </p:nvSpPr>
        <p:spPr>
          <a:xfrm>
            <a:off x="1678193" y="1477450"/>
            <a:ext cx="12899614" cy="90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Each file is split into one or more blocks that are stored and replicated in DataNodes.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E13B2E1B-C863-37AD-ACBE-DF257801436E}"/>
              </a:ext>
            </a:extLst>
          </p:cNvPr>
          <p:cNvSpPr/>
          <p:nvPr/>
        </p:nvSpPr>
        <p:spPr>
          <a:xfrm>
            <a:off x="6324600" y="816324"/>
            <a:ext cx="3605689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" name="Google Shape;945;p72">
            <a:extLst>
              <a:ext uri="{FF2B5EF4-FFF2-40B4-BE49-F238E27FC236}">
                <a16:creationId xmlns:a16="http://schemas.microsoft.com/office/drawing/2014/main" id="{A51B8B58-87A5-C084-E0F9-5526949CA7D5}"/>
              </a:ext>
            </a:extLst>
          </p:cNvPr>
          <p:cNvCxnSpPr/>
          <p:nvPr/>
        </p:nvCxnSpPr>
        <p:spPr>
          <a:xfrm rot="5400000">
            <a:off x="8899410" y="4238291"/>
            <a:ext cx="767919" cy="1004269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" name="Google Shape;945;p72">
            <a:extLst>
              <a:ext uri="{FF2B5EF4-FFF2-40B4-BE49-F238E27FC236}">
                <a16:creationId xmlns:a16="http://schemas.microsoft.com/office/drawing/2014/main" id="{6002524A-2D57-9DAD-11C0-652BDBAC0C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21033" y="4243076"/>
            <a:ext cx="767919" cy="1004269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3"/>
          <p:cNvSpPr txBox="1">
            <a:spLocks noGrp="1"/>
          </p:cNvSpPr>
          <p:nvPr>
            <p:ph type="body" idx="1"/>
          </p:nvPr>
        </p:nvSpPr>
        <p:spPr>
          <a:xfrm>
            <a:off x="1291858" y="14220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represents the unstructured data in the form of data blocks. It performs block replication on multiple </a:t>
            </a:r>
            <a:r>
              <a:rPr lang="en-US" sz="2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DataNodes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200" dirty="0">
              <a:solidFill>
                <a:srgbClr val="3F3F3F"/>
              </a:solidFill>
            </a:endParaRPr>
          </a:p>
        </p:txBody>
      </p:sp>
      <p:sp>
        <p:nvSpPr>
          <p:cNvPr id="958" name="Google Shape;958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Block Replication Architecture</a:t>
            </a:r>
            <a:endParaRPr sz="2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60" name="Google Shape;960;p73"/>
          <p:cNvGrpSpPr/>
          <p:nvPr/>
        </p:nvGrpSpPr>
        <p:grpSpPr>
          <a:xfrm>
            <a:off x="3908666" y="2584175"/>
            <a:ext cx="8438669" cy="8405389"/>
            <a:chOff x="3925610" y="3311726"/>
            <a:chExt cx="8286463" cy="8067899"/>
          </a:xfrm>
        </p:grpSpPr>
        <p:grpSp>
          <p:nvGrpSpPr>
            <p:cNvPr id="961" name="Google Shape;961;p73"/>
            <p:cNvGrpSpPr/>
            <p:nvPr/>
          </p:nvGrpSpPr>
          <p:grpSpPr>
            <a:xfrm>
              <a:off x="7560190" y="3311726"/>
              <a:ext cx="2325552" cy="1952498"/>
              <a:chOff x="10683768" y="2435107"/>
              <a:chExt cx="1875204" cy="1902385"/>
            </a:xfrm>
          </p:grpSpPr>
          <p:sp>
            <p:nvSpPr>
              <p:cNvPr id="962" name="Google Shape;962;p73"/>
              <p:cNvSpPr/>
              <p:nvPr/>
            </p:nvSpPr>
            <p:spPr>
              <a:xfrm>
                <a:off x="10683768" y="2435107"/>
                <a:ext cx="1875204" cy="1902385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63" name="Google Shape;963;p7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311492" y="2580060"/>
                <a:ext cx="619756" cy="11935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4" name="Google Shape;964;p73"/>
              <p:cNvSpPr txBox="1"/>
              <p:nvPr/>
            </p:nvSpPr>
            <p:spPr>
              <a:xfrm>
                <a:off x="10947450" y="3817611"/>
                <a:ext cx="1556047" cy="37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65" name="Google Shape;965;p73"/>
            <p:cNvSpPr/>
            <p:nvPr/>
          </p:nvSpPr>
          <p:spPr>
            <a:xfrm>
              <a:off x="3925610" y="4980707"/>
              <a:ext cx="1615147" cy="41552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JobTracker</a:t>
              </a:r>
              <a:endParaRPr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66" name="Google Shape;966;p73"/>
            <p:cNvSpPr/>
            <p:nvPr/>
          </p:nvSpPr>
          <p:spPr>
            <a:xfrm>
              <a:off x="4211899" y="5826553"/>
              <a:ext cx="1042568" cy="36989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Job 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7" name="Google Shape;967;p73"/>
            <p:cNvCxnSpPr>
              <a:stCxn id="965" idx="2"/>
            </p:cNvCxnSpPr>
            <p:nvPr/>
          </p:nvCxnSpPr>
          <p:spPr>
            <a:xfrm>
              <a:off x="4733184" y="5396227"/>
              <a:ext cx="0" cy="423000"/>
            </a:xfrm>
            <a:prstGeom prst="straightConnector1">
              <a:avLst/>
            </a:prstGeom>
            <a:noFill/>
            <a:ln w="19050" cap="flat" cmpd="sng">
              <a:solidFill>
                <a:srgbClr val="222A3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68" name="Google Shape;968;p73"/>
            <p:cNvCxnSpPr/>
            <p:nvPr/>
          </p:nvCxnSpPr>
          <p:spPr>
            <a:xfrm>
              <a:off x="5254466" y="6011498"/>
              <a:ext cx="949022" cy="0"/>
            </a:xfrm>
            <a:prstGeom prst="straightConnector1">
              <a:avLst/>
            </a:prstGeom>
            <a:noFill/>
            <a:ln w="19050" cap="flat" cmpd="sng">
              <a:solidFill>
                <a:srgbClr val="222A3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69" name="Google Shape;969;p73"/>
            <p:cNvCxnSpPr/>
            <p:nvPr/>
          </p:nvCxnSpPr>
          <p:spPr>
            <a:xfrm>
              <a:off x="7366339" y="6600657"/>
              <a:ext cx="2450607" cy="0"/>
            </a:xfrm>
            <a:prstGeom prst="straightConnector1">
              <a:avLst/>
            </a:prstGeom>
            <a:noFill/>
            <a:ln w="19050" cap="flat" cmpd="sng">
              <a:solidFill>
                <a:srgbClr val="222A3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70" name="Google Shape;970;p73"/>
            <p:cNvCxnSpPr/>
            <p:nvPr/>
          </p:nvCxnSpPr>
          <p:spPr>
            <a:xfrm>
              <a:off x="7366339" y="7265630"/>
              <a:ext cx="2450607" cy="0"/>
            </a:xfrm>
            <a:prstGeom prst="straightConnector1">
              <a:avLst/>
            </a:prstGeom>
            <a:noFill/>
            <a:ln w="19050" cap="flat" cmpd="sng">
              <a:solidFill>
                <a:srgbClr val="222A3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71" name="Google Shape;971;p73"/>
            <p:cNvSpPr txBox="1"/>
            <p:nvPr/>
          </p:nvSpPr>
          <p:spPr>
            <a:xfrm>
              <a:off x="7887199" y="6591794"/>
              <a:ext cx="1651946" cy="679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Block replication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73"/>
            <p:cNvSpPr txBox="1"/>
            <p:nvPr/>
          </p:nvSpPr>
          <p:spPr>
            <a:xfrm>
              <a:off x="10978267" y="6555348"/>
              <a:ext cx="1233806" cy="502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server 2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73"/>
            <p:cNvSpPr/>
            <p:nvPr/>
          </p:nvSpPr>
          <p:spPr>
            <a:xfrm>
              <a:off x="7644141" y="7372938"/>
              <a:ext cx="1895004" cy="797044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Resubmit job 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73"/>
            <p:cNvSpPr txBox="1"/>
            <p:nvPr/>
          </p:nvSpPr>
          <p:spPr>
            <a:xfrm>
              <a:off x="5050288" y="6555348"/>
              <a:ext cx="1147855" cy="502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DataNode server1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5" name="Google Shape;975;p73"/>
            <p:cNvGrpSpPr/>
            <p:nvPr/>
          </p:nvGrpSpPr>
          <p:grpSpPr>
            <a:xfrm>
              <a:off x="6136196" y="11145381"/>
              <a:ext cx="1229275" cy="234244"/>
              <a:chOff x="4370234" y="8115442"/>
              <a:chExt cx="1746838" cy="234244"/>
            </a:xfrm>
          </p:grpSpPr>
          <p:cxnSp>
            <p:nvCxnSpPr>
              <p:cNvPr id="976" name="Google Shape;976;p73"/>
              <p:cNvCxnSpPr/>
              <p:nvPr/>
            </p:nvCxnSpPr>
            <p:spPr>
              <a:xfrm>
                <a:off x="4370234" y="8236797"/>
                <a:ext cx="1746838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7" name="Google Shape;977;p73"/>
              <p:cNvCxnSpPr/>
              <p:nvPr/>
            </p:nvCxnSpPr>
            <p:spPr>
              <a:xfrm>
                <a:off x="4370234" y="8115442"/>
                <a:ext cx="0" cy="12982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8" name="Google Shape;978;p73"/>
              <p:cNvCxnSpPr/>
              <p:nvPr/>
            </p:nvCxnSpPr>
            <p:spPr>
              <a:xfrm>
                <a:off x="5276106" y="8231153"/>
                <a:ext cx="0" cy="118533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9" name="Google Shape;979;p73"/>
              <p:cNvCxnSpPr/>
              <p:nvPr/>
            </p:nvCxnSpPr>
            <p:spPr>
              <a:xfrm>
                <a:off x="6117072" y="8115442"/>
                <a:ext cx="0" cy="12982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980" name="Google Shape;980;p73"/>
            <p:cNvSpPr txBox="1"/>
            <p:nvPr/>
          </p:nvSpPr>
          <p:spPr>
            <a:xfrm>
              <a:off x="5956204" y="8453455"/>
              <a:ext cx="1663992" cy="73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Server error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" name="Google Shape;981;p73"/>
            <p:cNvGrpSpPr/>
            <p:nvPr/>
          </p:nvGrpSpPr>
          <p:grpSpPr>
            <a:xfrm>
              <a:off x="6788200" y="7068254"/>
              <a:ext cx="3629384" cy="1117598"/>
              <a:chOff x="5237731" y="2992266"/>
              <a:chExt cx="5499010" cy="1117598"/>
            </a:xfrm>
          </p:grpSpPr>
          <p:cxnSp>
            <p:nvCxnSpPr>
              <p:cNvPr id="982" name="Google Shape;982;p73"/>
              <p:cNvCxnSpPr/>
              <p:nvPr/>
            </p:nvCxnSpPr>
            <p:spPr>
              <a:xfrm>
                <a:off x="5237731" y="3236409"/>
                <a:ext cx="5488856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3" name="Google Shape;983;p73"/>
              <p:cNvCxnSpPr/>
              <p:nvPr/>
            </p:nvCxnSpPr>
            <p:spPr>
              <a:xfrm>
                <a:off x="5244334" y="3212399"/>
                <a:ext cx="0" cy="49096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984" name="Google Shape;984;p73"/>
              <p:cNvCxnSpPr/>
              <p:nvPr/>
            </p:nvCxnSpPr>
            <p:spPr>
              <a:xfrm>
                <a:off x="10736741" y="3212399"/>
                <a:ext cx="0" cy="897465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985" name="Google Shape;985;p73"/>
              <p:cNvCxnSpPr/>
              <p:nvPr/>
            </p:nvCxnSpPr>
            <p:spPr>
              <a:xfrm>
                <a:off x="7990902" y="2992266"/>
                <a:ext cx="2823" cy="228599"/>
              </a:xfrm>
              <a:prstGeom prst="straightConnector1">
                <a:avLst/>
              </a:prstGeom>
              <a:noFill/>
              <a:ln w="1905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986" name="Google Shape;986;p73"/>
            <p:cNvCxnSpPr>
              <a:endCxn id="965" idx="0"/>
            </p:cNvCxnSpPr>
            <p:nvPr/>
          </p:nvCxnSpPr>
          <p:spPr>
            <a:xfrm flipH="1">
              <a:off x="4733184" y="4288007"/>
              <a:ext cx="2827200" cy="692700"/>
            </a:xfrm>
            <a:prstGeom prst="bentConnector2">
              <a:avLst/>
            </a:prstGeom>
            <a:noFill/>
            <a:ln w="19050" cap="flat" cmpd="sng">
              <a:solidFill>
                <a:srgbClr val="222A3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987" name="Google Shape;987;p7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87605" y="5716747"/>
              <a:ext cx="1106033" cy="2465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73"/>
            <p:cNvPicPr preferRelativeResize="0"/>
            <p:nvPr/>
          </p:nvPicPr>
          <p:blipFill rotWithShape="1">
            <a:blip r:embed="rId5">
              <a:alphaModFix/>
            </a:blip>
            <a:srcRect t="9521"/>
            <a:stretch/>
          </p:blipFill>
          <p:spPr>
            <a:xfrm>
              <a:off x="6226190" y="5805388"/>
              <a:ext cx="1103204" cy="2401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73"/>
            <p:cNvSpPr/>
            <p:nvPr/>
          </p:nvSpPr>
          <p:spPr>
            <a:xfrm>
              <a:off x="6183294" y="5599516"/>
              <a:ext cx="386588" cy="209643"/>
            </a:xfrm>
            <a:prstGeom prst="cube">
              <a:avLst>
                <a:gd name="adj" fmla="val 2840"/>
              </a:avLst>
            </a:prstGeom>
            <a:solidFill>
              <a:srgbClr val="3FAD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73"/>
            <p:cNvSpPr/>
            <p:nvPr/>
          </p:nvSpPr>
          <p:spPr>
            <a:xfrm>
              <a:off x="6577032" y="5595084"/>
              <a:ext cx="386588" cy="209643"/>
            </a:xfrm>
            <a:prstGeom prst="cube">
              <a:avLst>
                <a:gd name="adj" fmla="val 2840"/>
              </a:avLst>
            </a:prstGeom>
            <a:solidFill>
              <a:srgbClr val="BDDC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B2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73"/>
            <p:cNvSpPr/>
            <p:nvPr/>
          </p:nvSpPr>
          <p:spPr>
            <a:xfrm>
              <a:off x="6977055" y="5583110"/>
              <a:ext cx="386588" cy="209643"/>
            </a:xfrm>
            <a:prstGeom prst="cube">
              <a:avLst>
                <a:gd name="adj" fmla="val 2840"/>
              </a:avLst>
            </a:prstGeom>
            <a:solidFill>
              <a:srgbClr val="FFEA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B3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73"/>
            <p:cNvSpPr/>
            <p:nvPr/>
          </p:nvSpPr>
          <p:spPr>
            <a:xfrm>
              <a:off x="6146688" y="5539937"/>
              <a:ext cx="1186523" cy="2697145"/>
            </a:xfrm>
            <a:prstGeom prst="roundRect">
              <a:avLst>
                <a:gd name="adj" fmla="val 5687"/>
              </a:avLst>
            </a:prstGeom>
            <a:solidFill>
              <a:srgbClr val="E88828">
                <a:alpha val="23921"/>
              </a:srgbClr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73"/>
            <p:cNvSpPr/>
            <p:nvPr/>
          </p:nvSpPr>
          <p:spPr>
            <a:xfrm>
              <a:off x="9824321" y="5639640"/>
              <a:ext cx="1186523" cy="2530343"/>
            </a:xfrm>
            <a:prstGeom prst="roundRect">
              <a:avLst>
                <a:gd name="adj" fmla="val 5687"/>
              </a:avLst>
            </a:prstGeom>
            <a:solidFill>
              <a:srgbClr val="E88828">
                <a:alpha val="23921"/>
              </a:srgbClr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6126898" y="6611364"/>
              <a:ext cx="1209491" cy="1109571"/>
            </a:xfrm>
            <a:prstGeom prst="noSmoking">
              <a:avLst>
                <a:gd name="adj" fmla="val 8021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1698AFD3-726C-0357-7A53-8E0B4F1E5AAE}"/>
              </a:ext>
            </a:extLst>
          </p:cNvPr>
          <p:cNvSpPr/>
          <p:nvPr/>
        </p:nvSpPr>
        <p:spPr>
          <a:xfrm>
            <a:off x="4762500" y="816324"/>
            <a:ext cx="6739017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4"/>
          <p:cNvSpPr txBox="1">
            <a:spLocks noGrp="1"/>
          </p:cNvSpPr>
          <p:nvPr>
            <p:ph type="body" idx="1"/>
          </p:nvPr>
        </p:nvSpPr>
        <p:spPr>
          <a:xfrm>
            <a:off x="1291858" y="14220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Each file is split into a sequence of blocks. Except for the last one, all blocks in the file are of the same size.</a:t>
            </a:r>
            <a:endParaRPr/>
          </a:p>
        </p:txBody>
      </p:sp>
      <p:sp>
        <p:nvSpPr>
          <p:cNvPr id="1001" name="Google Shape;1001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Replication Method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3" name="Google Shape;1003;p74"/>
          <p:cNvSpPr txBox="1"/>
          <p:nvPr/>
        </p:nvSpPr>
        <p:spPr>
          <a:xfrm>
            <a:off x="8545356" y="3019635"/>
            <a:ext cx="1499821" cy="34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1"/>
              <a:buFont typeface="Arial"/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Blockreport</a:t>
            </a:r>
            <a:endParaRPr sz="1651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4" name="Google Shape;1004;p74"/>
          <p:cNvSpPr txBox="1"/>
          <p:nvPr/>
        </p:nvSpPr>
        <p:spPr>
          <a:xfrm>
            <a:off x="13383330" y="3668024"/>
            <a:ext cx="15709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Heartbeat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05" name="Google Shape;1005;p74"/>
          <p:cNvGrpSpPr/>
          <p:nvPr/>
        </p:nvGrpSpPr>
        <p:grpSpPr>
          <a:xfrm>
            <a:off x="1752757" y="2481260"/>
            <a:ext cx="12841640" cy="5274725"/>
            <a:chOff x="1752756" y="2690125"/>
            <a:chExt cx="12841640" cy="5274725"/>
          </a:xfrm>
        </p:grpSpPr>
        <p:sp>
          <p:nvSpPr>
            <p:cNvPr id="1006" name="Google Shape;1006;p74"/>
            <p:cNvSpPr/>
            <p:nvPr/>
          </p:nvSpPr>
          <p:spPr>
            <a:xfrm>
              <a:off x="3476456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7" name="Google Shape;1007;p74"/>
            <p:cNvGrpSpPr/>
            <p:nvPr/>
          </p:nvGrpSpPr>
          <p:grpSpPr>
            <a:xfrm>
              <a:off x="3476453" y="2690125"/>
              <a:ext cx="2114611" cy="2056043"/>
              <a:chOff x="10785610" y="2615527"/>
              <a:chExt cx="1773361" cy="1724244"/>
            </a:xfrm>
          </p:grpSpPr>
          <p:sp>
            <p:nvSpPr>
              <p:cNvPr id="1008" name="Google Shape;1008;p74"/>
              <p:cNvSpPr/>
              <p:nvPr/>
            </p:nvSpPr>
            <p:spPr>
              <a:xfrm>
                <a:off x="10785610" y="2615527"/>
                <a:ext cx="1773361" cy="1724244"/>
              </a:xfrm>
              <a:prstGeom prst="roundRect">
                <a:avLst>
                  <a:gd name="adj" fmla="val 6930"/>
                </a:avLst>
              </a:prstGeom>
              <a:solidFill>
                <a:schemeClr val="lt1"/>
              </a:solidFill>
              <a:ln w="25400" cap="flat" cmpd="sng">
                <a:solidFill>
                  <a:srgbClr val="222A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09" name="Google Shape;1009;p7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374664" y="2765691"/>
                <a:ext cx="608048" cy="11710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0" name="Google Shape;1010;p74"/>
              <p:cNvSpPr txBox="1"/>
              <p:nvPr/>
            </p:nvSpPr>
            <p:spPr>
              <a:xfrm>
                <a:off x="11053826" y="3934761"/>
                <a:ext cx="1401931" cy="337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1" i="0" u="none" strike="noStrike" cap="non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NameNode</a:t>
                </a:r>
                <a:endParaRPr sz="20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011" name="Google Shape;1011;p74"/>
            <p:cNvGrpSpPr/>
            <p:nvPr/>
          </p:nvGrpSpPr>
          <p:grpSpPr>
            <a:xfrm>
              <a:off x="3299182" y="5755136"/>
              <a:ext cx="2358570" cy="1025337"/>
              <a:chOff x="8382002" y="5395982"/>
              <a:chExt cx="2358570" cy="1025337"/>
            </a:xfrm>
          </p:grpSpPr>
          <p:sp>
            <p:nvSpPr>
              <p:cNvPr id="1012" name="Google Shape;1012;p74"/>
              <p:cNvSpPr/>
              <p:nvPr/>
            </p:nvSpPr>
            <p:spPr>
              <a:xfrm>
                <a:off x="8382002" y="5395982"/>
                <a:ext cx="2358570" cy="919094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2700" cap="flat" cmpd="sng">
                <a:solidFill>
                  <a:srgbClr val="FFFFF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Open Sans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DataNode</a:t>
                </a:r>
                <a:endParaRPr sz="20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013" name="Google Shape;1013;p7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175640" y="5722051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14" name="Google Shape;1014;p74"/>
            <p:cNvGrpSpPr/>
            <p:nvPr/>
          </p:nvGrpSpPr>
          <p:grpSpPr>
            <a:xfrm>
              <a:off x="6354707" y="5755136"/>
              <a:ext cx="2358570" cy="1025337"/>
              <a:chOff x="8382002" y="5395982"/>
              <a:chExt cx="2358570" cy="1025337"/>
            </a:xfrm>
          </p:grpSpPr>
          <p:sp>
            <p:nvSpPr>
              <p:cNvPr id="1015" name="Google Shape;1015;p74"/>
              <p:cNvSpPr/>
              <p:nvPr/>
            </p:nvSpPr>
            <p:spPr>
              <a:xfrm>
                <a:off x="8382002" y="5395982"/>
                <a:ext cx="2358570" cy="919094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2700" cap="flat" cmpd="sng">
                <a:solidFill>
                  <a:srgbClr val="FFFFF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Open Sans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DataNode</a:t>
                </a:r>
                <a:endParaRPr sz="20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016" name="Google Shape;1016;p7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243603" y="5722051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17" name="Google Shape;1017;p74"/>
            <p:cNvGrpSpPr/>
            <p:nvPr/>
          </p:nvGrpSpPr>
          <p:grpSpPr>
            <a:xfrm>
              <a:off x="9295266" y="5755136"/>
              <a:ext cx="2358570" cy="1025337"/>
              <a:chOff x="8382002" y="5395982"/>
              <a:chExt cx="2358570" cy="1025337"/>
            </a:xfrm>
          </p:grpSpPr>
          <p:sp>
            <p:nvSpPr>
              <p:cNvPr id="1018" name="Google Shape;1018;p74"/>
              <p:cNvSpPr/>
              <p:nvPr/>
            </p:nvSpPr>
            <p:spPr>
              <a:xfrm>
                <a:off x="8382002" y="5395982"/>
                <a:ext cx="2358570" cy="919094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2700" cap="flat" cmpd="sng">
                <a:solidFill>
                  <a:srgbClr val="FFFFF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Open Sans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DataNode</a:t>
                </a:r>
                <a:endParaRPr sz="20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019" name="Google Shape;1019;p7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992695" y="5722051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0" name="Google Shape;1020;p74"/>
            <p:cNvGrpSpPr/>
            <p:nvPr/>
          </p:nvGrpSpPr>
          <p:grpSpPr>
            <a:xfrm>
              <a:off x="12235826" y="5755136"/>
              <a:ext cx="2358570" cy="1025337"/>
              <a:chOff x="8382002" y="5395982"/>
              <a:chExt cx="2358570" cy="1025337"/>
            </a:xfrm>
          </p:grpSpPr>
          <p:sp>
            <p:nvSpPr>
              <p:cNvPr id="1021" name="Google Shape;1021;p74"/>
              <p:cNvSpPr/>
              <p:nvPr/>
            </p:nvSpPr>
            <p:spPr>
              <a:xfrm>
                <a:off x="8382002" y="5395982"/>
                <a:ext cx="2358570" cy="919094"/>
              </a:xfrm>
              <a:prstGeom prst="roundRect">
                <a:avLst>
                  <a:gd name="adj" fmla="val 5510"/>
                </a:avLst>
              </a:prstGeom>
              <a:solidFill>
                <a:srgbClr val="F9F9F9"/>
              </a:solidFill>
              <a:ln w="12700" cap="flat" cmpd="sng">
                <a:solidFill>
                  <a:srgbClr val="FFFFF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Open Sans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DataNode</a:t>
                </a:r>
                <a:endParaRPr sz="20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1022" name="Google Shape;1022;p7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025714" y="5722051"/>
                <a:ext cx="380931" cy="6992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23" name="Google Shape;1023;p74"/>
            <p:cNvSpPr/>
            <p:nvPr/>
          </p:nvSpPr>
          <p:spPr>
            <a:xfrm>
              <a:off x="1752756" y="6929676"/>
              <a:ext cx="1413898" cy="472026"/>
            </a:xfrm>
            <a:prstGeom prst="foldedCorner">
              <a:avLst>
                <a:gd name="adj" fmla="val 14955"/>
              </a:avLst>
            </a:prstGeom>
            <a:solidFill>
              <a:srgbClr val="548235"/>
            </a:solidFill>
            <a:ln>
              <a:noFill/>
            </a:ln>
          </p:spPr>
          <p:txBody>
            <a:bodyPr spcFirstLastPara="1" wrap="square" lIns="90000" tIns="900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bg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/foo/data0</a:t>
              </a:r>
              <a:endParaRPr sz="14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74"/>
            <p:cNvSpPr/>
            <p:nvPr/>
          </p:nvSpPr>
          <p:spPr>
            <a:xfrm>
              <a:off x="1752756" y="7492824"/>
              <a:ext cx="1413898" cy="472026"/>
            </a:xfrm>
            <a:prstGeom prst="foldedCorner">
              <a:avLst>
                <a:gd name="adj" fmla="val 14955"/>
              </a:avLst>
            </a:prstGeom>
            <a:solidFill>
              <a:srgbClr val="ED7D31"/>
            </a:solidFill>
            <a:ln>
              <a:noFill/>
            </a:ln>
          </p:spPr>
          <p:txBody>
            <a:bodyPr spcFirstLastPara="1" wrap="square" lIns="90000" tIns="900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/foo/data1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74"/>
            <p:cNvSpPr/>
            <p:nvPr/>
          </p:nvSpPr>
          <p:spPr>
            <a:xfrm>
              <a:off x="3476456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74"/>
            <p:cNvSpPr/>
            <p:nvPr/>
          </p:nvSpPr>
          <p:spPr>
            <a:xfrm>
              <a:off x="4225546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74"/>
            <p:cNvSpPr/>
            <p:nvPr/>
          </p:nvSpPr>
          <p:spPr>
            <a:xfrm>
              <a:off x="4974636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74"/>
            <p:cNvSpPr/>
            <p:nvPr/>
          </p:nvSpPr>
          <p:spPr>
            <a:xfrm>
              <a:off x="6308886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74"/>
            <p:cNvSpPr/>
            <p:nvPr/>
          </p:nvSpPr>
          <p:spPr>
            <a:xfrm>
              <a:off x="7057976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74"/>
            <p:cNvSpPr/>
            <p:nvPr/>
          </p:nvSpPr>
          <p:spPr>
            <a:xfrm>
              <a:off x="9402885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74"/>
            <p:cNvSpPr/>
            <p:nvPr/>
          </p:nvSpPr>
          <p:spPr>
            <a:xfrm>
              <a:off x="12358391" y="6886715"/>
              <a:ext cx="702166" cy="487138"/>
            </a:xfrm>
            <a:prstGeom prst="cube">
              <a:avLst>
                <a:gd name="adj" fmla="val 4707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74"/>
            <p:cNvSpPr/>
            <p:nvPr/>
          </p:nvSpPr>
          <p:spPr>
            <a:xfrm>
              <a:off x="13107481" y="6886715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74"/>
            <p:cNvSpPr/>
            <p:nvPr/>
          </p:nvSpPr>
          <p:spPr>
            <a:xfrm>
              <a:off x="6330906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74"/>
            <p:cNvSpPr/>
            <p:nvPr/>
          </p:nvSpPr>
          <p:spPr>
            <a:xfrm>
              <a:off x="7125345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74"/>
            <p:cNvSpPr/>
            <p:nvPr/>
          </p:nvSpPr>
          <p:spPr>
            <a:xfrm>
              <a:off x="9402885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74"/>
            <p:cNvSpPr/>
            <p:nvPr/>
          </p:nvSpPr>
          <p:spPr>
            <a:xfrm>
              <a:off x="10197324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74"/>
            <p:cNvSpPr/>
            <p:nvPr/>
          </p:nvSpPr>
          <p:spPr>
            <a:xfrm>
              <a:off x="10978259" y="7444336"/>
              <a:ext cx="702166" cy="487138"/>
            </a:xfrm>
            <a:prstGeom prst="cube">
              <a:avLst>
                <a:gd name="adj" fmla="val 0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74"/>
            <p:cNvSpPr/>
            <p:nvPr/>
          </p:nvSpPr>
          <p:spPr>
            <a:xfrm>
              <a:off x="12336104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74"/>
            <p:cNvSpPr/>
            <p:nvPr/>
          </p:nvSpPr>
          <p:spPr>
            <a:xfrm>
              <a:off x="13130544" y="7444336"/>
              <a:ext cx="702166" cy="487138"/>
            </a:xfrm>
            <a:prstGeom prst="cube">
              <a:avLst>
                <a:gd name="adj" fmla="val 2171"/>
              </a:avLst>
            </a:prstGeom>
            <a:solidFill>
              <a:schemeClr val="accent2"/>
            </a:solidFill>
            <a:ln w="9525" cap="flat" cmpd="sng">
              <a:solidFill>
                <a:srgbClr val="EDAA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40" name="Google Shape;1040;p74"/>
          <p:cNvCxnSpPr/>
          <p:nvPr/>
        </p:nvCxnSpPr>
        <p:spPr>
          <a:xfrm flipH="1">
            <a:off x="4329788" y="4612822"/>
            <a:ext cx="1" cy="1011685"/>
          </a:xfrm>
          <a:prstGeom prst="straightConnector1">
            <a:avLst/>
          </a:prstGeom>
          <a:noFill/>
          <a:ln w="19050" cap="flat" cmpd="sng">
            <a:solidFill>
              <a:srgbClr val="11151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1" name="Google Shape;1041;p74"/>
          <p:cNvCxnSpPr/>
          <p:nvPr/>
        </p:nvCxnSpPr>
        <p:spPr>
          <a:xfrm>
            <a:off x="4758791" y="4580508"/>
            <a:ext cx="8424000" cy="104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11151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2" name="Google Shape;1042;p74"/>
          <p:cNvCxnSpPr/>
          <p:nvPr/>
        </p:nvCxnSpPr>
        <p:spPr>
          <a:xfrm>
            <a:off x="4618182" y="4612823"/>
            <a:ext cx="5832000" cy="10116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rgbClr val="11151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3" name="Google Shape;1043;p74"/>
          <p:cNvCxnSpPr>
            <a:cxnSpLocks/>
          </p:cNvCxnSpPr>
          <p:nvPr/>
        </p:nvCxnSpPr>
        <p:spPr>
          <a:xfrm>
            <a:off x="4473093" y="4534671"/>
            <a:ext cx="3060900" cy="1011600"/>
          </a:xfrm>
          <a:prstGeom prst="bentConnector3">
            <a:avLst>
              <a:gd name="adj1" fmla="val -2"/>
            </a:avLst>
          </a:prstGeom>
          <a:noFill/>
          <a:ln w="19050" cap="flat" cmpd="sng">
            <a:solidFill>
              <a:srgbClr val="11151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4" name="Google Shape;1044;p74"/>
          <p:cNvCxnSpPr>
            <a:cxnSpLocks/>
          </p:cNvCxnSpPr>
          <p:nvPr/>
        </p:nvCxnSpPr>
        <p:spPr>
          <a:xfrm rot="10800000">
            <a:off x="5421116" y="3362611"/>
            <a:ext cx="7839354" cy="2183660"/>
          </a:xfrm>
          <a:prstGeom prst="bentConnector3">
            <a:avLst>
              <a:gd name="adj1" fmla="val 670"/>
            </a:avLst>
          </a:prstGeom>
          <a:noFill/>
          <a:ln w="19050" cap="flat" cmpd="sng">
            <a:solidFill>
              <a:srgbClr val="1115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5" name="Google Shape;1045;p74"/>
          <p:cNvSpPr txBox="1"/>
          <p:nvPr/>
        </p:nvSpPr>
        <p:spPr>
          <a:xfrm>
            <a:off x="221123" y="3289383"/>
            <a:ext cx="296091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Block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(create block #,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delete block #,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replicate block #, …)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4"/>
          <p:cNvSpPr/>
          <p:nvPr/>
        </p:nvSpPr>
        <p:spPr>
          <a:xfrm>
            <a:off x="10197324" y="2330599"/>
            <a:ext cx="3186409" cy="1123953"/>
          </a:xfrm>
          <a:prstGeom prst="roundRect">
            <a:avLst>
              <a:gd name="adj" fmla="val 5669"/>
            </a:avLst>
          </a:prstGeom>
          <a:solidFill>
            <a:srgbClr val="DAD5EC"/>
          </a:solidFill>
          <a:ln>
            <a:noFill/>
          </a:ln>
        </p:spPr>
        <p:txBody>
          <a:bodyPr spcFirstLastPara="1" wrap="square" lIns="90000" tIns="900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/foo/data0, replication:2, {1, 4}</a:t>
            </a:r>
            <a:endParaRPr sz="1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/foo/data1, replication:2, {2, 3}</a:t>
            </a:r>
            <a:endParaRPr sz="1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13188470" y="5552044"/>
            <a:ext cx="72000" cy="72000"/>
          </a:xfrm>
          <a:prstGeom prst="heart">
            <a:avLst/>
          </a:prstGeom>
          <a:solidFill>
            <a:srgbClr val="FF4F4F"/>
          </a:solidFill>
          <a:ln w="25400" cap="flat" cmpd="sng">
            <a:solidFill>
              <a:srgbClr val="FF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74"/>
          <p:cNvSpPr/>
          <p:nvPr/>
        </p:nvSpPr>
        <p:spPr>
          <a:xfrm>
            <a:off x="13128580" y="5552044"/>
            <a:ext cx="72000" cy="72000"/>
          </a:xfrm>
          <a:prstGeom prst="heart">
            <a:avLst/>
          </a:prstGeom>
          <a:solidFill>
            <a:srgbClr val="FF4F4F"/>
          </a:solidFill>
          <a:ln w="25400" cap="flat" cmpd="sng">
            <a:solidFill>
              <a:srgbClr val="FF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74"/>
          <p:cNvSpPr/>
          <p:nvPr/>
        </p:nvSpPr>
        <p:spPr>
          <a:xfrm>
            <a:off x="4293706" y="5552044"/>
            <a:ext cx="72000" cy="72000"/>
          </a:xfrm>
          <a:prstGeom prst="heart">
            <a:avLst/>
          </a:prstGeom>
          <a:solidFill>
            <a:srgbClr val="FF4F4F"/>
          </a:solidFill>
          <a:ln w="25400" cap="flat" cmpd="sng">
            <a:solidFill>
              <a:srgbClr val="FF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74"/>
          <p:cNvSpPr/>
          <p:nvPr/>
        </p:nvSpPr>
        <p:spPr>
          <a:xfrm>
            <a:off x="10421362" y="5552044"/>
            <a:ext cx="72000" cy="72000"/>
          </a:xfrm>
          <a:prstGeom prst="heart">
            <a:avLst/>
          </a:prstGeom>
          <a:solidFill>
            <a:srgbClr val="FF4F4F"/>
          </a:solidFill>
          <a:ln w="25400" cap="flat" cmpd="sng">
            <a:solidFill>
              <a:srgbClr val="FF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74"/>
          <p:cNvSpPr/>
          <p:nvPr/>
        </p:nvSpPr>
        <p:spPr>
          <a:xfrm>
            <a:off x="7497992" y="5552044"/>
            <a:ext cx="72000" cy="72000"/>
          </a:xfrm>
          <a:prstGeom prst="heart">
            <a:avLst/>
          </a:prstGeom>
          <a:solidFill>
            <a:srgbClr val="FF4F4F"/>
          </a:solidFill>
          <a:ln w="25400" cap="flat" cmpd="sng">
            <a:solidFill>
              <a:srgbClr val="FF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A8A24020-CC08-C346-FD10-028601FA1CC8}"/>
              </a:ext>
            </a:extLst>
          </p:cNvPr>
          <p:cNvSpPr/>
          <p:nvPr/>
        </p:nvSpPr>
        <p:spPr>
          <a:xfrm>
            <a:off x="5969000" y="816324"/>
            <a:ext cx="4335939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75"/>
          <p:cNvSpPr txBox="1">
            <a:spLocks noGrp="1"/>
          </p:cNvSpPr>
          <p:nvPr>
            <p:ph type="body" idx="1"/>
          </p:nvPr>
        </p:nvSpPr>
        <p:spPr>
          <a:xfrm>
            <a:off x="1291858" y="13458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One of the suggested replication topologies is as follows: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1058" name="Google Shape;1058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Replication Topologies</a:t>
            </a:r>
            <a:endParaRPr sz="2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60" name="Google Shape;1060;p75"/>
          <p:cNvGrpSpPr/>
          <p:nvPr/>
        </p:nvGrpSpPr>
        <p:grpSpPr>
          <a:xfrm>
            <a:off x="5194390" y="4910749"/>
            <a:ext cx="1374469" cy="909098"/>
            <a:chOff x="2622866" y="1461619"/>
            <a:chExt cx="1581720" cy="1046177"/>
          </a:xfrm>
        </p:grpSpPr>
        <p:pic>
          <p:nvPicPr>
            <p:cNvPr id="1061" name="Google Shape;1061;p7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22866" y="1461619"/>
              <a:ext cx="1581720" cy="10461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2" name="Google Shape;1062;p75"/>
            <p:cNvSpPr txBox="1"/>
            <p:nvPr/>
          </p:nvSpPr>
          <p:spPr>
            <a:xfrm>
              <a:off x="2951417" y="1646154"/>
              <a:ext cx="890585" cy="31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3" name="Google Shape;1063;p75"/>
          <p:cNvGrpSpPr/>
          <p:nvPr/>
        </p:nvGrpSpPr>
        <p:grpSpPr>
          <a:xfrm>
            <a:off x="5265815" y="5878592"/>
            <a:ext cx="1180004" cy="1661992"/>
            <a:chOff x="5265815" y="5878592"/>
            <a:chExt cx="1180004" cy="1661992"/>
          </a:xfrm>
        </p:grpSpPr>
        <p:grpSp>
          <p:nvGrpSpPr>
            <p:cNvPr id="1064" name="Google Shape;1064;p75"/>
            <p:cNvGrpSpPr/>
            <p:nvPr/>
          </p:nvGrpSpPr>
          <p:grpSpPr>
            <a:xfrm>
              <a:off x="5265815" y="6185622"/>
              <a:ext cx="1180004" cy="1354962"/>
              <a:chOff x="3230564" y="4754966"/>
              <a:chExt cx="1180004" cy="1354962"/>
            </a:xfrm>
          </p:grpSpPr>
          <p:sp>
            <p:nvSpPr>
              <p:cNvPr id="1065" name="Google Shape;1065;p75"/>
              <p:cNvSpPr/>
              <p:nvPr/>
            </p:nvSpPr>
            <p:spPr>
              <a:xfrm>
                <a:off x="3230564" y="4763767"/>
                <a:ext cx="1171575" cy="1295029"/>
              </a:xfrm>
              <a:prstGeom prst="roundRect">
                <a:avLst>
                  <a:gd name="adj" fmla="val 5209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6" name="Google Shape;1066;p75"/>
              <p:cNvGrpSpPr/>
              <p:nvPr/>
            </p:nvGrpSpPr>
            <p:grpSpPr>
              <a:xfrm>
                <a:off x="3320961" y="4968784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1067" name="Google Shape;1067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1068" name="Google Shape;1068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9" name="Google Shape;1069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0" name="Google Shape;1070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1" name="Google Shape;1071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2" name="Google Shape;1072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3" name="Google Shape;1073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4" name="Google Shape;1074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5" name="Google Shape;1075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6" name="Google Shape;1076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7" name="Google Shape;1077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9" name="Google Shape;1079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0" name="Google Shape;1080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1" name="Google Shape;1081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" name="Google Shape;1082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" name="Google Shape;1083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4" name="Google Shape;1084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5" name="Google Shape;1085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6" name="Google Shape;1086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7" name="Google Shape;1087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8" name="Google Shape;1088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9" name="Google Shape;1089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" name="Google Shape;1090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" name="Google Shape;1091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2" name="Google Shape;1092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3" name="Google Shape;1093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4" name="Google Shape;1094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5" name="Google Shape;1095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6" name="Google Shape;1096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7" name="Google Shape;1097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8" name="Google Shape;1098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9" name="Google Shape;1099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0" name="Google Shape;1100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1" name="Google Shape;1101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2" name="Google Shape;1102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3" name="Google Shape;1103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4" name="Google Shape;1104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5" name="Google Shape;1105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6" name="Google Shape;1106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7" name="Google Shape;1107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8" name="Google Shape;1108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9" name="Google Shape;1109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0" name="Google Shape;1110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1" name="Google Shape;1111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2" name="Google Shape;1112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3" name="Google Shape;1113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4" name="Google Shape;1114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5" name="Google Shape;1115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6" name="Google Shape;1116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7" name="Google Shape;1117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8" name="Google Shape;1118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9" name="Google Shape;1119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0" name="Google Shape;1120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2" name="Google Shape;1122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3" name="Google Shape;1123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4" name="Google Shape;1124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5" name="Google Shape;1125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6" name="Google Shape;1126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7" name="Google Shape;1127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8" name="Google Shape;1128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9" name="Google Shape;1129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0" name="Google Shape;1130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1" name="Google Shape;1131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2" name="Google Shape;1132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3" name="Google Shape;1133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" name="Google Shape;1134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" name="Google Shape;1135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6" name="Google Shape;1136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7" name="Google Shape;1137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8" name="Google Shape;1138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9" name="Google Shape;1139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0" name="Google Shape;1140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1" name="Google Shape;1141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2" name="Google Shape;1142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3" name="Google Shape;1143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" name="Google Shape;1144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5" name="Google Shape;1145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" name="Google Shape;1146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7" name="Google Shape;1147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8" name="Google Shape;1148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9" name="Google Shape;1149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0" name="Google Shape;1150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1" name="Google Shape;1151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2" name="Google Shape;1152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3" name="Google Shape;1153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4" name="Google Shape;1154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5" name="Google Shape;1155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6" name="Google Shape;1156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7" name="Google Shape;1157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8" name="Google Shape;1158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9" name="Google Shape;1159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0" name="Google Shape;1160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1" name="Google Shape;1161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2" name="Google Shape;1162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3" name="Google Shape;1163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4" name="Google Shape;1164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5" name="Google Shape;1165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6" name="Google Shape;1166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7" name="Google Shape;1167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8" name="Google Shape;1168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9" name="Google Shape;1169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0" name="Google Shape;1170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1" name="Google Shape;1171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2" name="Google Shape;1172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3" name="Google Shape;1173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4" name="Google Shape;1174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5" name="Google Shape;1175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6" name="Google Shape;1176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7" name="Google Shape;1177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8" name="Google Shape;1178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9" name="Google Shape;1179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0" name="Google Shape;1180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1" name="Google Shape;1181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2" name="Google Shape;1182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3" name="Google Shape;1183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4" name="Google Shape;1184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5" name="Google Shape;1185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6" name="Google Shape;1186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8" name="Google Shape;1188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9" name="Google Shape;1189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0" name="Google Shape;1190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1" name="Google Shape;1191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2" name="Google Shape;1192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3" name="Google Shape;1193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4" name="Google Shape;1194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5" name="Google Shape;1195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6" name="Google Shape;1196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7" name="Google Shape;1197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8" name="Google Shape;1198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9" name="Google Shape;1199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0" name="Google Shape;1200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1" name="Google Shape;1201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2" name="Google Shape;1202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3" name="Google Shape;1203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4" name="Google Shape;1204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5" name="Google Shape;1205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6" name="Google Shape;1206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7" name="Google Shape;1207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8" name="Google Shape;1208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9" name="Google Shape;1209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0" name="Google Shape;1210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1" name="Google Shape;1211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2" name="Google Shape;1212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3" name="Google Shape;1213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4" name="Google Shape;1214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5" name="Google Shape;1215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6" name="Google Shape;1216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7" name="Google Shape;1217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8" name="Google Shape;1218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9" name="Google Shape;1219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0" name="Google Shape;1220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1" name="Google Shape;1221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2" name="Google Shape;1222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3" name="Google Shape;1223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4" name="Google Shape;1224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5" name="Google Shape;1225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6" name="Google Shape;1226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7" name="Google Shape;1227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8" name="Google Shape;1228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9" name="Google Shape;1229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0" name="Google Shape;1230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1" name="Google Shape;1231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2" name="Google Shape;1232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3" name="Google Shape;1233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4" name="Google Shape;1234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5" name="Google Shape;1235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6" name="Google Shape;1236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7" name="Google Shape;1237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8" name="Google Shape;1238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9" name="Google Shape;1239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0" name="Google Shape;1240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1" name="Google Shape;1241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2" name="Google Shape;1242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3" name="Google Shape;1243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4" name="Google Shape;1244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5" name="Google Shape;1245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6" name="Google Shape;1246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7" name="Google Shape;1247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8" name="Google Shape;1248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9" name="Google Shape;1249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0" name="Google Shape;1250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1" name="Google Shape;1251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2" name="Google Shape;1252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3" name="Google Shape;1253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4" name="Google Shape;1254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5" name="Google Shape;1255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6" name="Google Shape;1256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7" name="Google Shape;1257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8" name="Google Shape;1258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9" name="Google Shape;1259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0" name="Google Shape;1260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1" name="Google Shape;1261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2" name="Google Shape;1262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3" name="Google Shape;1263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4" name="Google Shape;1264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5" name="Google Shape;1265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6" name="Google Shape;1266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7" name="Google Shape;1267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68" name="Google Shape;1268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9" name="Google Shape;1269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0" name="Google Shape;1270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1" name="Google Shape;1271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2" name="Google Shape;1272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3" name="Google Shape;1273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4" name="Google Shape;1274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5" name="Google Shape;1275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6" name="Google Shape;1276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7" name="Google Shape;1277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8" name="Google Shape;1278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9" name="Google Shape;1279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0" name="Google Shape;1280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1" name="Google Shape;1281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2" name="Google Shape;1282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Google Shape;1283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4" name="Google Shape;1284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5" name="Google Shape;1285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6" name="Google Shape;1286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7" name="Google Shape;1287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8" name="Google Shape;1288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9" name="Google Shape;1289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0" name="Google Shape;1290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1" name="Google Shape;1291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2" name="Google Shape;1292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3" name="Google Shape;1293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4" name="Google Shape;1294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5" name="Google Shape;1295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6" name="Google Shape;1296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7" name="Google Shape;1297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8" name="Google Shape;1298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9" name="Google Shape;1299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0" name="Google Shape;1300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1" name="Google Shape;1301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2" name="Google Shape;1302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3" name="Google Shape;1303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4" name="Google Shape;1304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5" name="Google Shape;1305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6" name="Google Shape;1306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7" name="Google Shape;1307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8" name="Google Shape;1308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9" name="Google Shape;1309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0" name="Google Shape;1310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1" name="Google Shape;1311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2" name="Google Shape;1312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3" name="Google Shape;1313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4" name="Google Shape;1314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5" name="Google Shape;1315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6" name="Google Shape;1316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7" name="Google Shape;1317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8" name="Google Shape;1318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9" name="Google Shape;1319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0" name="Google Shape;1320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1" name="Google Shape;1321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2" name="Google Shape;1322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3" name="Google Shape;1323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4" name="Google Shape;1324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5" name="Google Shape;1325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6" name="Google Shape;1326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7" name="Google Shape;1327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9" name="Google Shape;1329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2" name="Google Shape;1332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3" name="Google Shape;1333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4" name="Google Shape;1334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6" name="Google Shape;1336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7" name="Google Shape;1337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8" name="Google Shape;1338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9" name="Google Shape;1339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0" name="Google Shape;1340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1" name="Google Shape;1341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2" name="Google Shape;1342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3" name="Google Shape;1343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4" name="Google Shape;1344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5" name="Google Shape;1345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6" name="Google Shape;1346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7" name="Google Shape;1347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8" name="Google Shape;1348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9" name="Google Shape;1349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0" name="Google Shape;1350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1" name="Google Shape;1351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3" name="Google Shape;1353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4" name="Google Shape;1354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5" name="Google Shape;1355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6" name="Google Shape;1356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7" name="Google Shape;1357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8" name="Google Shape;1358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Google Shape;1359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0" name="Google Shape;1360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1" name="Google Shape;1361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Google Shape;1362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Google Shape;1363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4" name="Google Shape;1364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5" name="Google Shape;1365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6" name="Google Shape;1366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7" name="Google Shape;1367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8" name="Google Shape;1368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0" name="Google Shape;1370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1" name="Google Shape;1371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2" name="Google Shape;1372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3" name="Google Shape;1373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4" name="Google Shape;1374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5" name="Google Shape;1375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6" name="Google Shape;1376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7" name="Google Shape;1377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8" name="Google Shape;1378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0" name="Google Shape;1380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1" name="Google Shape;1381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2" name="Google Shape;1382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3" name="Google Shape;1383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4" name="Google Shape;1384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5" name="Google Shape;1385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7" name="Google Shape;1387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8" name="Google Shape;1388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9" name="Google Shape;1389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0" name="Google Shape;1390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1" name="Google Shape;1391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2" name="Google Shape;1392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3" name="Google Shape;1393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4" name="Google Shape;1394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7" name="Google Shape;1397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8" name="Google Shape;1398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9" name="Google Shape;1399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0" name="Google Shape;1400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1" name="Google Shape;1401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2" name="Google Shape;1402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9" name="Google Shape;1409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0" name="Google Shape;1410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4" name="Google Shape;1414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17" name="Google Shape;1417;p75"/>
              <p:cNvGrpSpPr/>
              <p:nvPr/>
            </p:nvGrpSpPr>
            <p:grpSpPr>
              <a:xfrm>
                <a:off x="3320961" y="5316118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1418" name="Google Shape;1418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1419" name="Google Shape;1419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0" name="Google Shape;1420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1" name="Google Shape;1421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2" name="Google Shape;1422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3" name="Google Shape;1423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4" name="Google Shape;1424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5" name="Google Shape;1425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6" name="Google Shape;1426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7" name="Google Shape;1427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8" name="Google Shape;1428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9" name="Google Shape;1429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0" name="Google Shape;1430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1" name="Google Shape;1431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2" name="Google Shape;1432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3" name="Google Shape;1433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4" name="Google Shape;1434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5" name="Google Shape;1435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6" name="Google Shape;1436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7" name="Google Shape;1437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8" name="Google Shape;1438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9" name="Google Shape;1439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0" name="Google Shape;1440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1" name="Google Shape;1441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2" name="Google Shape;1442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3" name="Google Shape;1443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4" name="Google Shape;1444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5" name="Google Shape;1445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6" name="Google Shape;1446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7" name="Google Shape;1447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8" name="Google Shape;1448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9" name="Google Shape;1449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0" name="Google Shape;1450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1" name="Google Shape;1451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2" name="Google Shape;1452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3" name="Google Shape;1453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4" name="Google Shape;1454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5" name="Google Shape;1455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6" name="Google Shape;1456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7" name="Google Shape;1457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8" name="Google Shape;1458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9" name="Google Shape;1459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0" name="Google Shape;1460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1" name="Google Shape;1461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2" name="Google Shape;1462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3" name="Google Shape;1463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4" name="Google Shape;1464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5" name="Google Shape;1465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6" name="Google Shape;1466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7" name="Google Shape;1467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8" name="Google Shape;1468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9" name="Google Shape;1469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0" name="Google Shape;1470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1" name="Google Shape;1471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2" name="Google Shape;1472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3" name="Google Shape;1473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4" name="Google Shape;1474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5" name="Google Shape;1475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6" name="Google Shape;1476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7" name="Google Shape;1477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8" name="Google Shape;1478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9" name="Google Shape;1479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0" name="Google Shape;1480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1" name="Google Shape;1481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2" name="Google Shape;1482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3" name="Google Shape;1483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4" name="Google Shape;1484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5" name="Google Shape;1485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6" name="Google Shape;1486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7" name="Google Shape;1487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8" name="Google Shape;1488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9" name="Google Shape;1489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0" name="Google Shape;1490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1" name="Google Shape;1491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2" name="Google Shape;1492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3" name="Google Shape;1493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4" name="Google Shape;1494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5" name="Google Shape;1495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6" name="Google Shape;1496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7" name="Google Shape;1497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8" name="Google Shape;1498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9" name="Google Shape;1499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0" name="Google Shape;1500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1" name="Google Shape;1501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2" name="Google Shape;1502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3" name="Google Shape;1503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4" name="Google Shape;1504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5" name="Google Shape;1505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6" name="Google Shape;1506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7" name="Google Shape;1507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8" name="Google Shape;1508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09" name="Google Shape;1509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0" name="Google Shape;1510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1" name="Google Shape;1511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2" name="Google Shape;1512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3" name="Google Shape;1513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4" name="Google Shape;1514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5" name="Google Shape;1515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6" name="Google Shape;1516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7" name="Google Shape;1517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8" name="Google Shape;1518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19" name="Google Shape;1519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0" name="Google Shape;1520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1" name="Google Shape;1521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2" name="Google Shape;1522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3" name="Google Shape;1523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4" name="Google Shape;1524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5" name="Google Shape;1525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6" name="Google Shape;1526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7" name="Google Shape;1527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8" name="Google Shape;1528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29" name="Google Shape;1529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0" name="Google Shape;1530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1" name="Google Shape;1531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2" name="Google Shape;1532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3" name="Google Shape;1533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4" name="Google Shape;1534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5" name="Google Shape;1535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6" name="Google Shape;1536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7" name="Google Shape;1537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8" name="Google Shape;1538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9" name="Google Shape;1539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0" name="Google Shape;1540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1" name="Google Shape;1541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2" name="Google Shape;1542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3" name="Google Shape;1543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4" name="Google Shape;1544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5" name="Google Shape;1545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6" name="Google Shape;1546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7" name="Google Shape;1547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8" name="Google Shape;1548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9" name="Google Shape;1549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0" name="Google Shape;1550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1" name="Google Shape;1551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2" name="Google Shape;1552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3" name="Google Shape;1553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4" name="Google Shape;1554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5" name="Google Shape;1555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6" name="Google Shape;1556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7" name="Google Shape;1557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8" name="Google Shape;1558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9" name="Google Shape;1559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0" name="Google Shape;1560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1" name="Google Shape;1561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2" name="Google Shape;1562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3" name="Google Shape;1563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4" name="Google Shape;1564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5" name="Google Shape;1565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6" name="Google Shape;1566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7" name="Google Shape;1567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8" name="Google Shape;1568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9" name="Google Shape;1569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0" name="Google Shape;1570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1" name="Google Shape;1571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2" name="Google Shape;1572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3" name="Google Shape;1573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4" name="Google Shape;1574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5" name="Google Shape;1575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6" name="Google Shape;1576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7" name="Google Shape;1577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8" name="Google Shape;1578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9" name="Google Shape;1579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0" name="Google Shape;1580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1" name="Google Shape;1581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2" name="Google Shape;1582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3" name="Google Shape;1583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4" name="Google Shape;1584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5" name="Google Shape;1585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6" name="Google Shape;1586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7" name="Google Shape;1587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8" name="Google Shape;1588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9" name="Google Shape;1589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0" name="Google Shape;1590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1" name="Google Shape;1591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2" name="Google Shape;1592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3" name="Google Shape;1593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4" name="Google Shape;1594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5" name="Google Shape;1595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6" name="Google Shape;1596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7" name="Google Shape;1597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8" name="Google Shape;1598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9" name="Google Shape;1599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0" name="Google Shape;1600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1" name="Google Shape;1601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2" name="Google Shape;1602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3" name="Google Shape;1603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4" name="Google Shape;1604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5" name="Google Shape;1605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6" name="Google Shape;1606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7" name="Google Shape;1607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8" name="Google Shape;1608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9" name="Google Shape;1609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0" name="Google Shape;1610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1" name="Google Shape;1611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2" name="Google Shape;1612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3" name="Google Shape;1613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4" name="Google Shape;1614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5" name="Google Shape;1615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6" name="Google Shape;1616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7" name="Google Shape;1617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18" name="Google Shape;1618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19" name="Google Shape;1619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0" name="Google Shape;1620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1" name="Google Shape;1621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2" name="Google Shape;1622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3" name="Google Shape;1623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4" name="Google Shape;1624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5" name="Google Shape;1625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6" name="Google Shape;1626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7" name="Google Shape;1627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8" name="Google Shape;1628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9" name="Google Shape;1629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0" name="Google Shape;1630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1" name="Google Shape;1631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2" name="Google Shape;1632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3" name="Google Shape;1633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4" name="Google Shape;1634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5" name="Google Shape;1635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6" name="Google Shape;1636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7" name="Google Shape;1637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8" name="Google Shape;1638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9" name="Google Shape;1639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0" name="Google Shape;1640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1" name="Google Shape;1641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2" name="Google Shape;1642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3" name="Google Shape;1643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4" name="Google Shape;1644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5" name="Google Shape;1645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6" name="Google Shape;1646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7" name="Google Shape;1647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8" name="Google Shape;1648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9" name="Google Shape;1649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0" name="Google Shape;1650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1" name="Google Shape;1651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2" name="Google Shape;1652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3" name="Google Shape;1653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4" name="Google Shape;1654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5" name="Google Shape;1655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6" name="Google Shape;1656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7" name="Google Shape;1657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8" name="Google Shape;1658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9" name="Google Shape;1659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0" name="Google Shape;1660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1" name="Google Shape;1661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2" name="Google Shape;1662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3" name="Google Shape;1663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4" name="Google Shape;1664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5" name="Google Shape;1665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6" name="Google Shape;1666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7" name="Google Shape;1667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8" name="Google Shape;1668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9" name="Google Shape;1669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0" name="Google Shape;1670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1" name="Google Shape;1671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2" name="Google Shape;1672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3" name="Google Shape;1673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4" name="Google Shape;1674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5" name="Google Shape;1675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6" name="Google Shape;1676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7" name="Google Shape;1677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8" name="Google Shape;1678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9" name="Google Shape;1679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0" name="Google Shape;1680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1" name="Google Shape;1681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2" name="Google Shape;1682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3" name="Google Shape;1683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4" name="Google Shape;1684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5" name="Google Shape;1685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6" name="Google Shape;1686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7" name="Google Shape;1687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8" name="Google Shape;1688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9" name="Google Shape;1689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0" name="Google Shape;1690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1" name="Google Shape;1691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2" name="Google Shape;1692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3" name="Google Shape;1693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4" name="Google Shape;1694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5" name="Google Shape;1695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6" name="Google Shape;1696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7" name="Google Shape;1697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8" name="Google Shape;1698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9" name="Google Shape;1699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0" name="Google Shape;1700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1" name="Google Shape;1701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2" name="Google Shape;1702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3" name="Google Shape;1703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4" name="Google Shape;1704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5" name="Google Shape;1705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6" name="Google Shape;1706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7" name="Google Shape;1707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8" name="Google Shape;1708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9" name="Google Shape;1709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0" name="Google Shape;1710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1" name="Google Shape;1711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2" name="Google Shape;1712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3" name="Google Shape;1713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4" name="Google Shape;1714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5" name="Google Shape;1715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6" name="Google Shape;1716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7" name="Google Shape;1717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8" name="Google Shape;1718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9" name="Google Shape;1719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0" name="Google Shape;1720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1" name="Google Shape;1721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2" name="Google Shape;1722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3" name="Google Shape;1723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4" name="Google Shape;1724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5" name="Google Shape;1725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6" name="Google Shape;1726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7" name="Google Shape;1727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8" name="Google Shape;1728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9" name="Google Shape;1729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0" name="Google Shape;1730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2" name="Google Shape;1732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3" name="Google Shape;1733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4" name="Google Shape;1734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5" name="Google Shape;1735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6" name="Google Shape;1736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7" name="Google Shape;1737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8" name="Google Shape;1738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9" name="Google Shape;1739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0" name="Google Shape;1740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1" name="Google Shape;1741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2" name="Google Shape;1742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3" name="Google Shape;1743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4" name="Google Shape;1744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5" name="Google Shape;1745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6" name="Google Shape;1746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7" name="Google Shape;1747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8" name="Google Shape;1748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9" name="Google Shape;1749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0" name="Google Shape;1750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1" name="Google Shape;1751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2" name="Google Shape;1752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3" name="Google Shape;1753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4" name="Google Shape;1754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5" name="Google Shape;1755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6" name="Google Shape;1756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7" name="Google Shape;1757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8" name="Google Shape;1758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9" name="Google Shape;1759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0" name="Google Shape;1760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1" name="Google Shape;1761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2" name="Google Shape;1762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4" name="Google Shape;1764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6" name="Google Shape;1766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7" name="Google Shape;1767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68" name="Google Shape;1768;p75"/>
              <p:cNvGrpSpPr/>
              <p:nvPr/>
            </p:nvGrpSpPr>
            <p:grpSpPr>
              <a:xfrm>
                <a:off x="3320961" y="5663452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1769" name="Google Shape;1769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1770" name="Google Shape;1770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1" name="Google Shape;1771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2" name="Google Shape;1772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3" name="Google Shape;1773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4" name="Google Shape;1774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5" name="Google Shape;1775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6" name="Google Shape;1776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7" name="Google Shape;1777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8" name="Google Shape;1778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9" name="Google Shape;1779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0" name="Google Shape;1780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1" name="Google Shape;1781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2" name="Google Shape;1782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3" name="Google Shape;1783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4" name="Google Shape;1784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5" name="Google Shape;1785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6" name="Google Shape;1786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7" name="Google Shape;1787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8" name="Google Shape;1788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9" name="Google Shape;1789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0" name="Google Shape;1790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1" name="Google Shape;1791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2" name="Google Shape;1792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3" name="Google Shape;1793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4" name="Google Shape;1794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5" name="Google Shape;1795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6" name="Google Shape;1796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7" name="Google Shape;1797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8" name="Google Shape;1798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9" name="Google Shape;1799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0" name="Google Shape;1800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1" name="Google Shape;1801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2" name="Google Shape;1802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3" name="Google Shape;1803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4" name="Google Shape;1804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5" name="Google Shape;1805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6" name="Google Shape;1806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7" name="Google Shape;1807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8" name="Google Shape;1808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9" name="Google Shape;1809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0" name="Google Shape;1810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1" name="Google Shape;1811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2" name="Google Shape;1812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3" name="Google Shape;1813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4" name="Google Shape;1814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5" name="Google Shape;1815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6" name="Google Shape;1816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7" name="Google Shape;1817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8" name="Google Shape;1818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9" name="Google Shape;1819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0" name="Google Shape;1820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1" name="Google Shape;1821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2" name="Google Shape;1822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3" name="Google Shape;1823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4" name="Google Shape;1824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5" name="Google Shape;1825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6" name="Google Shape;1826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7" name="Google Shape;1827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8" name="Google Shape;1828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9" name="Google Shape;1829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0" name="Google Shape;1830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1" name="Google Shape;1831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2" name="Google Shape;1832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3" name="Google Shape;1833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4" name="Google Shape;1834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5" name="Google Shape;1835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6" name="Google Shape;1836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7" name="Google Shape;1837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8" name="Google Shape;1838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9" name="Google Shape;1839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0" name="Google Shape;1840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1" name="Google Shape;1841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2" name="Google Shape;1842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3" name="Google Shape;1843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4" name="Google Shape;1844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5" name="Google Shape;1845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6" name="Google Shape;1846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7" name="Google Shape;1847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8" name="Google Shape;1848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9" name="Google Shape;1849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0" name="Google Shape;1850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1" name="Google Shape;1851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2" name="Google Shape;1852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3" name="Google Shape;1853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4" name="Google Shape;1854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5" name="Google Shape;1855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6" name="Google Shape;1856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7" name="Google Shape;1857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8" name="Google Shape;1858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9" name="Google Shape;1859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0" name="Google Shape;1860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1" name="Google Shape;1861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2" name="Google Shape;1862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3" name="Google Shape;1863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4" name="Google Shape;1864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5" name="Google Shape;1865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6" name="Google Shape;1866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7" name="Google Shape;1867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8" name="Google Shape;1868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9" name="Google Shape;1869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0" name="Google Shape;1870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1" name="Google Shape;1871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2" name="Google Shape;1872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3" name="Google Shape;1873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4" name="Google Shape;1874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5" name="Google Shape;1875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6" name="Google Shape;1876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7" name="Google Shape;1877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8" name="Google Shape;1878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9" name="Google Shape;1879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0" name="Google Shape;1880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1" name="Google Shape;1881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2" name="Google Shape;1882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3" name="Google Shape;1883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4" name="Google Shape;1884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5" name="Google Shape;1885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6" name="Google Shape;1886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7" name="Google Shape;1887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8" name="Google Shape;1888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9" name="Google Shape;1889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0" name="Google Shape;1890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1" name="Google Shape;1891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2" name="Google Shape;1892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3" name="Google Shape;1893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4" name="Google Shape;1894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5" name="Google Shape;1895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6" name="Google Shape;1896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7" name="Google Shape;1897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8" name="Google Shape;1898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9" name="Google Shape;1899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0" name="Google Shape;1900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1" name="Google Shape;1901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2" name="Google Shape;1902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3" name="Google Shape;1903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4" name="Google Shape;1904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5" name="Google Shape;1905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6" name="Google Shape;1906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7" name="Google Shape;1907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8" name="Google Shape;1908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9" name="Google Shape;1909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0" name="Google Shape;1910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1" name="Google Shape;1911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2" name="Google Shape;1912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3" name="Google Shape;1913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4" name="Google Shape;1914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5" name="Google Shape;1915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6" name="Google Shape;1916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7" name="Google Shape;1917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8" name="Google Shape;1918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9" name="Google Shape;1919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0" name="Google Shape;1920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1" name="Google Shape;1921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2" name="Google Shape;1922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3" name="Google Shape;1923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4" name="Google Shape;1924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5" name="Google Shape;1925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6" name="Google Shape;1926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7" name="Google Shape;1927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8" name="Google Shape;1928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9" name="Google Shape;1929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0" name="Google Shape;1930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1" name="Google Shape;1931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2" name="Google Shape;1932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3" name="Google Shape;1933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4" name="Google Shape;1934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5" name="Google Shape;1935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6" name="Google Shape;1936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7" name="Google Shape;1937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8" name="Google Shape;1938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9" name="Google Shape;1939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0" name="Google Shape;1940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1" name="Google Shape;1941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2" name="Google Shape;1942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3" name="Google Shape;1943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4" name="Google Shape;1944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5" name="Google Shape;1945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6" name="Google Shape;1946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7" name="Google Shape;1947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8" name="Google Shape;1948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9" name="Google Shape;1949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0" name="Google Shape;1950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1" name="Google Shape;1951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2" name="Google Shape;1952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3" name="Google Shape;1953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4" name="Google Shape;1954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5" name="Google Shape;1955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6" name="Google Shape;1956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7" name="Google Shape;1957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8" name="Google Shape;1958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9" name="Google Shape;1959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0" name="Google Shape;1960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1" name="Google Shape;1961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2" name="Google Shape;1962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3" name="Google Shape;1963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4" name="Google Shape;1964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5" name="Google Shape;1965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6" name="Google Shape;1966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7" name="Google Shape;1967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8" name="Google Shape;1968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9" name="Google Shape;1969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70" name="Google Shape;1970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1" name="Google Shape;1971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2" name="Google Shape;1972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3" name="Google Shape;1973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4" name="Google Shape;1974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5" name="Google Shape;1975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6" name="Google Shape;1976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7" name="Google Shape;1977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8" name="Google Shape;1978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9" name="Google Shape;1979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0" name="Google Shape;1980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1" name="Google Shape;1981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2" name="Google Shape;1982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3" name="Google Shape;1983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4" name="Google Shape;1984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5" name="Google Shape;1985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6" name="Google Shape;1986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7" name="Google Shape;1987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8" name="Google Shape;1988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9" name="Google Shape;1989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0" name="Google Shape;1990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1" name="Google Shape;1991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2" name="Google Shape;1992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3" name="Google Shape;1993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4" name="Google Shape;1994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5" name="Google Shape;1995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6" name="Google Shape;1996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7" name="Google Shape;1997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8" name="Google Shape;1998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9" name="Google Shape;1999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0" name="Google Shape;2000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1" name="Google Shape;2001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2" name="Google Shape;2002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3" name="Google Shape;2003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4" name="Google Shape;2004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5" name="Google Shape;2005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6" name="Google Shape;2006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7" name="Google Shape;2007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8" name="Google Shape;2008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9" name="Google Shape;2009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0" name="Google Shape;2010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1" name="Google Shape;2011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2" name="Google Shape;2012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3" name="Google Shape;2013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4" name="Google Shape;2014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5" name="Google Shape;2015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6" name="Google Shape;2016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7" name="Google Shape;2017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8" name="Google Shape;2018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9" name="Google Shape;2019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0" name="Google Shape;2020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1" name="Google Shape;2021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2" name="Google Shape;2022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3" name="Google Shape;2023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4" name="Google Shape;2024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5" name="Google Shape;2025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6" name="Google Shape;2026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7" name="Google Shape;2027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8" name="Google Shape;2028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9" name="Google Shape;2029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0" name="Google Shape;2030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1" name="Google Shape;2031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2" name="Google Shape;2032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3" name="Google Shape;2033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4" name="Google Shape;2034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5" name="Google Shape;2035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6" name="Google Shape;2036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7" name="Google Shape;2037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8" name="Google Shape;2038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9" name="Google Shape;2039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0" name="Google Shape;2040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1" name="Google Shape;2041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2" name="Google Shape;2042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3" name="Google Shape;2043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4" name="Google Shape;2044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5" name="Google Shape;2045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6" name="Google Shape;2046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7" name="Google Shape;2047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8" name="Google Shape;2048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9" name="Google Shape;2049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0" name="Google Shape;2050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1" name="Google Shape;2051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2" name="Google Shape;2052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3" name="Google Shape;2053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4" name="Google Shape;2054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5" name="Google Shape;2055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6" name="Google Shape;2056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7" name="Google Shape;2057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8" name="Google Shape;2058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9" name="Google Shape;2059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0" name="Google Shape;2060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1" name="Google Shape;2061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2" name="Google Shape;2062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3" name="Google Shape;2063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4" name="Google Shape;2064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5" name="Google Shape;2065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6" name="Google Shape;2066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7" name="Google Shape;2067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8" name="Google Shape;2068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9" name="Google Shape;2069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0" name="Google Shape;2070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1" name="Google Shape;2071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2" name="Google Shape;2072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3" name="Google Shape;2073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4" name="Google Shape;2074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5" name="Google Shape;2075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6" name="Google Shape;2076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7" name="Google Shape;2077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9" name="Google Shape;2079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0" name="Google Shape;2080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1" name="Google Shape;2081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2" name="Google Shape;2082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3" name="Google Shape;2083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4" name="Google Shape;2084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5" name="Google Shape;2085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6" name="Google Shape;2086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7" name="Google Shape;2087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8" name="Google Shape;2088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0" name="Google Shape;2090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1" name="Google Shape;2091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2" name="Google Shape;2092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3" name="Google Shape;2093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4" name="Google Shape;2094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5" name="Google Shape;2095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6" name="Google Shape;2096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7" name="Google Shape;2097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9" name="Google Shape;2099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0" name="Google Shape;2100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2" name="Google Shape;2102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5" name="Google Shape;2105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6" name="Google Shape;2106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7" name="Google Shape;2107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8" name="Google Shape;2108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9" name="Google Shape;2109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0" name="Google Shape;2110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1" name="Google Shape;2111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2" name="Google Shape;2112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3" name="Google Shape;2113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4" name="Google Shape;2114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5" name="Google Shape;2115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6" name="Google Shape;2116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7" name="Google Shape;2117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8" name="Google Shape;2118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19" name="Google Shape;2119;p75"/>
              <p:cNvGrpSpPr/>
              <p:nvPr/>
            </p:nvGrpSpPr>
            <p:grpSpPr>
              <a:xfrm>
                <a:off x="3238995" y="4754966"/>
                <a:ext cx="1171573" cy="1354962"/>
                <a:chOff x="12429583" y="3631951"/>
                <a:chExt cx="1171573" cy="2918461"/>
              </a:xfrm>
            </p:grpSpPr>
            <p:cxnSp>
              <p:nvCxnSpPr>
                <p:cNvPr id="2120" name="Google Shape;2120;p75"/>
                <p:cNvCxnSpPr/>
                <p:nvPr/>
              </p:nvCxnSpPr>
              <p:spPr>
                <a:xfrm>
                  <a:off x="12429583" y="3631951"/>
                  <a:ext cx="0" cy="2916000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121" name="Google Shape;2121;p75"/>
                <p:cNvCxnSpPr/>
                <p:nvPr/>
              </p:nvCxnSpPr>
              <p:spPr>
                <a:xfrm>
                  <a:off x="13601156" y="3634413"/>
                  <a:ext cx="0" cy="2915999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122" name="Google Shape;2122;p75"/>
              <p:cNvSpPr/>
              <p:nvPr/>
            </p:nvSpPr>
            <p:spPr>
              <a:xfrm>
                <a:off x="3646199" y="5019963"/>
                <a:ext cx="383117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R3N1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75"/>
              <p:cNvSpPr/>
              <p:nvPr/>
            </p:nvSpPr>
            <p:spPr>
              <a:xfrm>
                <a:off x="3646199" y="5366371"/>
                <a:ext cx="383117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R3N2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75"/>
              <p:cNvSpPr/>
              <p:nvPr/>
            </p:nvSpPr>
            <p:spPr>
              <a:xfrm>
                <a:off x="3512349" y="5712779"/>
                <a:ext cx="650819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R1N3: B1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5" name="Google Shape;2125;p75"/>
            <p:cNvSpPr txBox="1"/>
            <p:nvPr/>
          </p:nvSpPr>
          <p:spPr>
            <a:xfrm>
              <a:off x="5403770" y="5878592"/>
              <a:ext cx="9557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Rack 1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6" name="Google Shape;2126;p75"/>
          <p:cNvGrpSpPr/>
          <p:nvPr/>
        </p:nvGrpSpPr>
        <p:grpSpPr>
          <a:xfrm>
            <a:off x="9512193" y="5878592"/>
            <a:ext cx="1180004" cy="1661992"/>
            <a:chOff x="9512193" y="5878592"/>
            <a:chExt cx="1180004" cy="1661992"/>
          </a:xfrm>
        </p:grpSpPr>
        <p:grpSp>
          <p:nvGrpSpPr>
            <p:cNvPr id="2127" name="Google Shape;2127;p75"/>
            <p:cNvGrpSpPr/>
            <p:nvPr/>
          </p:nvGrpSpPr>
          <p:grpSpPr>
            <a:xfrm>
              <a:off x="9512193" y="6185622"/>
              <a:ext cx="1180004" cy="1354962"/>
              <a:chOff x="3230564" y="4754966"/>
              <a:chExt cx="1180004" cy="1354962"/>
            </a:xfrm>
          </p:grpSpPr>
          <p:sp>
            <p:nvSpPr>
              <p:cNvPr id="2128" name="Google Shape;2128;p75"/>
              <p:cNvSpPr/>
              <p:nvPr/>
            </p:nvSpPr>
            <p:spPr>
              <a:xfrm>
                <a:off x="3230564" y="4763767"/>
                <a:ext cx="1171575" cy="1295029"/>
              </a:xfrm>
              <a:prstGeom prst="roundRect">
                <a:avLst>
                  <a:gd name="adj" fmla="val 5209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29" name="Google Shape;2129;p75"/>
              <p:cNvGrpSpPr/>
              <p:nvPr/>
            </p:nvGrpSpPr>
            <p:grpSpPr>
              <a:xfrm>
                <a:off x="3320961" y="4968784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2130" name="Google Shape;2130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2131" name="Google Shape;2131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2" name="Google Shape;2132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3" name="Google Shape;2133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4" name="Google Shape;2134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5" name="Google Shape;2135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6" name="Google Shape;2136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7" name="Google Shape;2137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8" name="Google Shape;2138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9" name="Google Shape;2139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0" name="Google Shape;2140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1" name="Google Shape;2141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2" name="Google Shape;2142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3" name="Google Shape;2143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4" name="Google Shape;2144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5" name="Google Shape;2145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6" name="Google Shape;2146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7" name="Google Shape;2147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8" name="Google Shape;2148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9" name="Google Shape;2149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0" name="Google Shape;2150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1" name="Google Shape;2151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2" name="Google Shape;2152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3" name="Google Shape;2153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4" name="Google Shape;2154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5" name="Google Shape;2155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6" name="Google Shape;2156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7" name="Google Shape;2157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8" name="Google Shape;2158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9" name="Google Shape;2159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0" name="Google Shape;2160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1" name="Google Shape;2161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2" name="Google Shape;2162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3" name="Google Shape;2163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4" name="Google Shape;2164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5" name="Google Shape;2165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6" name="Google Shape;2166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7" name="Google Shape;2167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8" name="Google Shape;2168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9" name="Google Shape;2169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0" name="Google Shape;2170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1" name="Google Shape;2171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2" name="Google Shape;2172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3" name="Google Shape;2173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4" name="Google Shape;2174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5" name="Google Shape;2175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6" name="Google Shape;2176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7" name="Google Shape;2177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8" name="Google Shape;2178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9" name="Google Shape;2179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0" name="Google Shape;2180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1" name="Google Shape;2181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2" name="Google Shape;2182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3" name="Google Shape;2183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4" name="Google Shape;2184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5" name="Google Shape;2185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6" name="Google Shape;2186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7" name="Google Shape;2187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8" name="Google Shape;2188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9" name="Google Shape;2189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1" name="Google Shape;2191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2" name="Google Shape;2192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3" name="Google Shape;2193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4" name="Google Shape;2194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5" name="Google Shape;2195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6" name="Google Shape;2196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7" name="Google Shape;2197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8" name="Google Shape;2198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9" name="Google Shape;2199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0" name="Google Shape;2200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1" name="Google Shape;2201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2" name="Google Shape;2202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3" name="Google Shape;2203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4" name="Google Shape;2204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5" name="Google Shape;2205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6" name="Google Shape;2206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7" name="Google Shape;2207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8" name="Google Shape;2208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9" name="Google Shape;2209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0" name="Google Shape;2210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1" name="Google Shape;2211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2" name="Google Shape;2212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3" name="Google Shape;2213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4" name="Google Shape;2214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5" name="Google Shape;2215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6" name="Google Shape;2216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7" name="Google Shape;2217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8" name="Google Shape;2218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9" name="Google Shape;2219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0" name="Google Shape;2220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1" name="Google Shape;2221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2" name="Google Shape;2222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3" name="Google Shape;2223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4" name="Google Shape;2224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5" name="Google Shape;2225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6" name="Google Shape;2226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7" name="Google Shape;2227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8" name="Google Shape;2228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9" name="Google Shape;2229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0" name="Google Shape;2230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1" name="Google Shape;2231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2" name="Google Shape;2232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3" name="Google Shape;2233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4" name="Google Shape;2234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5" name="Google Shape;2235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6" name="Google Shape;2236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7" name="Google Shape;2237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8" name="Google Shape;2238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9" name="Google Shape;2239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0" name="Google Shape;2240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1" name="Google Shape;2241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2" name="Google Shape;2242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3" name="Google Shape;2243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4" name="Google Shape;2244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5" name="Google Shape;2245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6" name="Google Shape;2246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7" name="Google Shape;2247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8" name="Google Shape;2248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9" name="Google Shape;2249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0" name="Google Shape;2250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1" name="Google Shape;2251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2" name="Google Shape;2252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3" name="Google Shape;2253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4" name="Google Shape;2254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5" name="Google Shape;2255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6" name="Google Shape;2256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7" name="Google Shape;2257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8" name="Google Shape;2258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9" name="Google Shape;2259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0" name="Google Shape;2260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1" name="Google Shape;2261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2" name="Google Shape;2262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3" name="Google Shape;2263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4" name="Google Shape;2264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5" name="Google Shape;2265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6" name="Google Shape;2266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7" name="Google Shape;2267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8" name="Google Shape;2268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9" name="Google Shape;2269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0" name="Google Shape;2270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1" name="Google Shape;2271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2" name="Google Shape;2272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3" name="Google Shape;2273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4" name="Google Shape;2274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5" name="Google Shape;2275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6" name="Google Shape;2276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7" name="Google Shape;2277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8" name="Google Shape;2278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9" name="Google Shape;2279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0" name="Google Shape;2280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1" name="Google Shape;2281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2" name="Google Shape;2282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3" name="Google Shape;2283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4" name="Google Shape;2284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5" name="Google Shape;2285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6" name="Google Shape;2286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7" name="Google Shape;2287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8" name="Google Shape;2288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9" name="Google Shape;2289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0" name="Google Shape;2290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1" name="Google Shape;2291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2" name="Google Shape;2292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3" name="Google Shape;2293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4" name="Google Shape;2294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5" name="Google Shape;2295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6" name="Google Shape;2296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7" name="Google Shape;2297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8" name="Google Shape;2298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9" name="Google Shape;2299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0" name="Google Shape;2300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1" name="Google Shape;2301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2" name="Google Shape;2302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3" name="Google Shape;2303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4" name="Google Shape;2304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5" name="Google Shape;2305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6" name="Google Shape;2306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7" name="Google Shape;2307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8" name="Google Shape;2308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9" name="Google Shape;2309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0" name="Google Shape;2310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1" name="Google Shape;2311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2" name="Google Shape;2312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3" name="Google Shape;2313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4" name="Google Shape;2314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5" name="Google Shape;2315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6" name="Google Shape;2316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7" name="Google Shape;2317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8" name="Google Shape;2318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9" name="Google Shape;2319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0" name="Google Shape;2320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1" name="Google Shape;2321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2" name="Google Shape;2322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3" name="Google Shape;2323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4" name="Google Shape;2324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5" name="Google Shape;2325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6" name="Google Shape;2326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7" name="Google Shape;2327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8" name="Google Shape;2328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9" name="Google Shape;2329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0" name="Google Shape;2330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331" name="Google Shape;2331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2" name="Google Shape;2332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3" name="Google Shape;2333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5" name="Google Shape;2335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6" name="Google Shape;2336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7" name="Google Shape;2337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8" name="Google Shape;2338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9" name="Google Shape;2339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0" name="Google Shape;2340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2" name="Google Shape;2342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3" name="Google Shape;2343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5" name="Google Shape;2345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6" name="Google Shape;2346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7" name="Google Shape;2347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8" name="Google Shape;2348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9" name="Google Shape;2349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0" name="Google Shape;2350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1" name="Google Shape;2351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2" name="Google Shape;2352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3" name="Google Shape;2353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4" name="Google Shape;2354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5" name="Google Shape;2355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6" name="Google Shape;2356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7" name="Google Shape;2357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8" name="Google Shape;2358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9" name="Google Shape;2359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0" name="Google Shape;2360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1" name="Google Shape;2361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2" name="Google Shape;2362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3" name="Google Shape;2363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4" name="Google Shape;2364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5" name="Google Shape;2365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6" name="Google Shape;2366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7" name="Google Shape;2367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8" name="Google Shape;2368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9" name="Google Shape;2369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0" name="Google Shape;2370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1" name="Google Shape;2371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2" name="Google Shape;2372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3" name="Google Shape;2373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4" name="Google Shape;2374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5" name="Google Shape;2375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6" name="Google Shape;2376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7" name="Google Shape;2377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8" name="Google Shape;2378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9" name="Google Shape;2379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0" name="Google Shape;2380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1" name="Google Shape;2381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2" name="Google Shape;2382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3" name="Google Shape;2383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4" name="Google Shape;2384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5" name="Google Shape;2385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6" name="Google Shape;2386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7" name="Google Shape;2387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8" name="Google Shape;2388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9" name="Google Shape;2389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0" name="Google Shape;2390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1" name="Google Shape;2391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2" name="Google Shape;2392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3" name="Google Shape;2393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4" name="Google Shape;2394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5" name="Google Shape;2395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6" name="Google Shape;2396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7" name="Google Shape;2397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9" name="Google Shape;2399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0" name="Google Shape;2400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2" name="Google Shape;2402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3" name="Google Shape;2403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4" name="Google Shape;2404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5" name="Google Shape;2405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6" name="Google Shape;2406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7" name="Google Shape;2407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9" name="Google Shape;2409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0" name="Google Shape;2410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1" name="Google Shape;2411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2" name="Google Shape;2412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3" name="Google Shape;2413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4" name="Google Shape;2414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5" name="Google Shape;2415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6" name="Google Shape;2416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7" name="Google Shape;2417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8" name="Google Shape;2418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9" name="Google Shape;2419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0" name="Google Shape;2420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1" name="Google Shape;2421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2" name="Google Shape;2422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3" name="Google Shape;2423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4" name="Google Shape;2424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5" name="Google Shape;2425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6" name="Google Shape;2426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7" name="Google Shape;2427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8" name="Google Shape;2428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9" name="Google Shape;2429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0" name="Google Shape;2430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1" name="Google Shape;2431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2" name="Google Shape;2432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3" name="Google Shape;2433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4" name="Google Shape;2434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5" name="Google Shape;2435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6" name="Google Shape;2436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7" name="Google Shape;2437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8" name="Google Shape;2438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9" name="Google Shape;2439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0" name="Google Shape;2440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1" name="Google Shape;2441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2" name="Google Shape;2442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3" name="Google Shape;2443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4" name="Google Shape;2444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5" name="Google Shape;2445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6" name="Google Shape;2446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7" name="Google Shape;2447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8" name="Google Shape;2448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9" name="Google Shape;2449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0" name="Google Shape;2450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1" name="Google Shape;2451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2" name="Google Shape;2452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3" name="Google Shape;2453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4" name="Google Shape;2454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5" name="Google Shape;2455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6" name="Google Shape;2456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7" name="Google Shape;2457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8" name="Google Shape;2458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9" name="Google Shape;2459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0" name="Google Shape;2460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1" name="Google Shape;2461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2" name="Google Shape;2462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3" name="Google Shape;2463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4" name="Google Shape;2464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5" name="Google Shape;2465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6" name="Google Shape;2466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7" name="Google Shape;2467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8" name="Google Shape;2468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9" name="Google Shape;2469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0" name="Google Shape;2470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1" name="Google Shape;2471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2" name="Google Shape;2472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3" name="Google Shape;2473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4" name="Google Shape;2474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5" name="Google Shape;2475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6" name="Google Shape;2476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7" name="Google Shape;2477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8" name="Google Shape;2478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9" name="Google Shape;2479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80" name="Google Shape;2480;p75"/>
              <p:cNvGrpSpPr/>
              <p:nvPr/>
            </p:nvGrpSpPr>
            <p:grpSpPr>
              <a:xfrm>
                <a:off x="3320961" y="5316118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2481" name="Google Shape;2481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2482" name="Google Shape;2482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3" name="Google Shape;2483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4" name="Google Shape;2484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5" name="Google Shape;2485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6" name="Google Shape;2486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7" name="Google Shape;2487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8" name="Google Shape;2488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9" name="Google Shape;2489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0" name="Google Shape;2490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1" name="Google Shape;2491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2" name="Google Shape;2492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3" name="Google Shape;2493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4" name="Google Shape;2494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5" name="Google Shape;2495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6" name="Google Shape;2496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7" name="Google Shape;2497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8" name="Google Shape;2498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9" name="Google Shape;2499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0" name="Google Shape;2500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1" name="Google Shape;2501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2" name="Google Shape;2502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3" name="Google Shape;2503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4" name="Google Shape;2504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5" name="Google Shape;2505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6" name="Google Shape;2506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7" name="Google Shape;2507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8" name="Google Shape;2508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9" name="Google Shape;2509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0" name="Google Shape;2510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1" name="Google Shape;2511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2" name="Google Shape;2512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3" name="Google Shape;2513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4" name="Google Shape;2514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5" name="Google Shape;2515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6" name="Google Shape;2516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7" name="Google Shape;2517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8" name="Google Shape;2518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9" name="Google Shape;2519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0" name="Google Shape;2520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1" name="Google Shape;2521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2" name="Google Shape;2522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3" name="Google Shape;2523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4" name="Google Shape;2524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5" name="Google Shape;2525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6" name="Google Shape;2526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7" name="Google Shape;2527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8" name="Google Shape;2528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9" name="Google Shape;2529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0" name="Google Shape;2530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1" name="Google Shape;2531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2" name="Google Shape;2532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3" name="Google Shape;2533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4" name="Google Shape;2534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5" name="Google Shape;2535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6" name="Google Shape;2536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7" name="Google Shape;2537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8" name="Google Shape;2538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9" name="Google Shape;2539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0" name="Google Shape;2540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1" name="Google Shape;2541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2" name="Google Shape;2542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3" name="Google Shape;2543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4" name="Google Shape;2544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5" name="Google Shape;2545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6" name="Google Shape;2546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7" name="Google Shape;2547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8" name="Google Shape;2548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9" name="Google Shape;2549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0" name="Google Shape;2550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1" name="Google Shape;2551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2" name="Google Shape;2552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3" name="Google Shape;2553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4" name="Google Shape;2554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5" name="Google Shape;2555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6" name="Google Shape;2556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7" name="Google Shape;2557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8" name="Google Shape;2558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9" name="Google Shape;2559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0" name="Google Shape;2560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1" name="Google Shape;2561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2" name="Google Shape;2562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3" name="Google Shape;2563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4" name="Google Shape;2564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5" name="Google Shape;2565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6" name="Google Shape;2566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7" name="Google Shape;2567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8" name="Google Shape;2568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9" name="Google Shape;2569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0" name="Google Shape;2570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1" name="Google Shape;2571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2" name="Google Shape;2572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3" name="Google Shape;2573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4" name="Google Shape;2574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5" name="Google Shape;2575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6" name="Google Shape;2576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7" name="Google Shape;2577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8" name="Google Shape;2578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9" name="Google Shape;2579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0" name="Google Shape;2580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1" name="Google Shape;2581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2" name="Google Shape;2582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3" name="Google Shape;2583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4" name="Google Shape;2584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5" name="Google Shape;2585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6" name="Google Shape;2586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7" name="Google Shape;2587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8" name="Google Shape;2588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9" name="Google Shape;2589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0" name="Google Shape;2590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1" name="Google Shape;2591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2" name="Google Shape;2592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3" name="Google Shape;2593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4" name="Google Shape;2594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5" name="Google Shape;2595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6" name="Google Shape;2596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7" name="Google Shape;2597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8" name="Google Shape;2598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9" name="Google Shape;2599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0" name="Google Shape;2600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1" name="Google Shape;2601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2" name="Google Shape;2602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3" name="Google Shape;2603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4" name="Google Shape;2604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5" name="Google Shape;2605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6" name="Google Shape;2606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7" name="Google Shape;2607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8" name="Google Shape;2608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9" name="Google Shape;2609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0" name="Google Shape;2610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1" name="Google Shape;2611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2" name="Google Shape;2612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3" name="Google Shape;2613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4" name="Google Shape;2614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5" name="Google Shape;2615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6" name="Google Shape;2616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7" name="Google Shape;2617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8" name="Google Shape;2618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9" name="Google Shape;2619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0" name="Google Shape;2620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1" name="Google Shape;2621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2" name="Google Shape;2622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3" name="Google Shape;2623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4" name="Google Shape;2624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5" name="Google Shape;2625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6" name="Google Shape;2626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7" name="Google Shape;2627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8" name="Google Shape;2628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9" name="Google Shape;2629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0" name="Google Shape;2630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1" name="Google Shape;2631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2" name="Google Shape;2632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3" name="Google Shape;2633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4" name="Google Shape;2634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5" name="Google Shape;2635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6" name="Google Shape;2636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7" name="Google Shape;2637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8" name="Google Shape;2638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39" name="Google Shape;2639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0" name="Google Shape;2640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1" name="Google Shape;2641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2" name="Google Shape;2642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3" name="Google Shape;2643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4" name="Google Shape;2644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5" name="Google Shape;2645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6" name="Google Shape;2646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7" name="Google Shape;2647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8" name="Google Shape;2648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49" name="Google Shape;2649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0" name="Google Shape;2650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1" name="Google Shape;2651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2" name="Google Shape;2652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3" name="Google Shape;2653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4" name="Google Shape;2654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5" name="Google Shape;2655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6" name="Google Shape;2656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7" name="Google Shape;2657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8" name="Google Shape;2658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9" name="Google Shape;2659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0" name="Google Shape;2660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1" name="Google Shape;2661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2" name="Google Shape;2662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3" name="Google Shape;2663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4" name="Google Shape;2664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5" name="Google Shape;2665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6" name="Google Shape;2666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7" name="Google Shape;2667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8" name="Google Shape;2668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9" name="Google Shape;2669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0" name="Google Shape;2670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1" name="Google Shape;2671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2" name="Google Shape;2672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3" name="Google Shape;2673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4" name="Google Shape;2674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5" name="Google Shape;2675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6" name="Google Shape;2676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7" name="Google Shape;2677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8" name="Google Shape;2678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9" name="Google Shape;2679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80" name="Google Shape;2680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81" name="Google Shape;2681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682" name="Google Shape;2682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4" name="Google Shape;2684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5" name="Google Shape;2685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6" name="Google Shape;2686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7" name="Google Shape;2687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8" name="Google Shape;2688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9" name="Google Shape;2689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1" name="Google Shape;2691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2" name="Google Shape;2692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3" name="Google Shape;2693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4" name="Google Shape;2694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5" name="Google Shape;2695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6" name="Google Shape;2696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7" name="Google Shape;2697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8" name="Google Shape;2698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9" name="Google Shape;2699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1" name="Google Shape;2701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2" name="Google Shape;2702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3" name="Google Shape;2703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4" name="Google Shape;2704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5" name="Google Shape;2705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6" name="Google Shape;2706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7" name="Google Shape;2707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8" name="Google Shape;2708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9" name="Google Shape;2709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0" name="Google Shape;2710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1" name="Google Shape;2711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2" name="Google Shape;2712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3" name="Google Shape;2713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4" name="Google Shape;2714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5" name="Google Shape;2715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6" name="Google Shape;2716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7" name="Google Shape;2717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8" name="Google Shape;2718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9" name="Google Shape;2719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0" name="Google Shape;2720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1" name="Google Shape;2721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2" name="Google Shape;2722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3" name="Google Shape;2723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4" name="Google Shape;2724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5" name="Google Shape;2725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6" name="Google Shape;2726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7" name="Google Shape;2727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8" name="Google Shape;2728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9" name="Google Shape;2729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0" name="Google Shape;2730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1" name="Google Shape;2731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2" name="Google Shape;2732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3" name="Google Shape;2733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5" name="Google Shape;2735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6" name="Google Shape;2736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7" name="Google Shape;2737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8" name="Google Shape;2738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9" name="Google Shape;2739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0" name="Google Shape;2740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1" name="Google Shape;2741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2" name="Google Shape;2742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3" name="Google Shape;2743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4" name="Google Shape;2744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5" name="Google Shape;2745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6" name="Google Shape;2746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7" name="Google Shape;2747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8" name="Google Shape;2748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9" name="Google Shape;2749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0" name="Google Shape;2750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1" name="Google Shape;2751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2" name="Google Shape;2752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3" name="Google Shape;2753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4" name="Google Shape;2754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5" name="Google Shape;2755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6" name="Google Shape;2756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7" name="Google Shape;2757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8" name="Google Shape;2758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9" name="Google Shape;2759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0" name="Google Shape;2760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1" name="Google Shape;2761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2" name="Google Shape;2762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3" name="Google Shape;2763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4" name="Google Shape;2764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5" name="Google Shape;2765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6" name="Google Shape;2766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7" name="Google Shape;2767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8" name="Google Shape;2768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9" name="Google Shape;2769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0" name="Google Shape;2770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1" name="Google Shape;2771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2" name="Google Shape;2772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3" name="Google Shape;2773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4" name="Google Shape;2774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5" name="Google Shape;2775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6" name="Google Shape;2776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7" name="Google Shape;2777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8" name="Google Shape;2778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9" name="Google Shape;2779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0" name="Google Shape;2780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1" name="Google Shape;2781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2" name="Google Shape;2782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3" name="Google Shape;2783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4" name="Google Shape;2784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5" name="Google Shape;2785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6" name="Google Shape;2786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7" name="Google Shape;2787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8" name="Google Shape;2788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9" name="Google Shape;2789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0" name="Google Shape;2790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1" name="Google Shape;2791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2" name="Google Shape;2792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3" name="Google Shape;2793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4" name="Google Shape;2794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5" name="Google Shape;2795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6" name="Google Shape;2796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7" name="Google Shape;2797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8" name="Google Shape;2798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9" name="Google Shape;2799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1" name="Google Shape;2801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2" name="Google Shape;2802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4" name="Google Shape;2804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5" name="Google Shape;2805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6" name="Google Shape;2806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7" name="Google Shape;2807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8" name="Google Shape;2808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9" name="Google Shape;2809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0" name="Google Shape;2810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1" name="Google Shape;2811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2" name="Google Shape;2812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4" name="Google Shape;2814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5" name="Google Shape;2815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6" name="Google Shape;2816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7" name="Google Shape;2817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8" name="Google Shape;2818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9" name="Google Shape;2819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1" name="Google Shape;2821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2" name="Google Shape;2822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3" name="Google Shape;2823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4" name="Google Shape;2824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5" name="Google Shape;2825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6" name="Google Shape;2826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7" name="Google Shape;2827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8" name="Google Shape;2828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9" name="Google Shape;2829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0" name="Google Shape;2830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31" name="Google Shape;2831;p75"/>
              <p:cNvGrpSpPr/>
              <p:nvPr/>
            </p:nvGrpSpPr>
            <p:grpSpPr>
              <a:xfrm>
                <a:off x="3320961" y="5663452"/>
                <a:ext cx="1006884" cy="336210"/>
                <a:chOff x="7379231" y="4801226"/>
                <a:chExt cx="4219574" cy="1587500"/>
              </a:xfrm>
            </p:grpSpPr>
            <p:grpSp>
              <p:nvGrpSpPr>
                <p:cNvPr id="2832" name="Google Shape;2832;p75"/>
                <p:cNvGrpSpPr/>
                <p:nvPr/>
              </p:nvGrpSpPr>
              <p:grpSpPr>
                <a:xfrm>
                  <a:off x="7379231" y="4801226"/>
                  <a:ext cx="4219574" cy="1587500"/>
                  <a:chOff x="4666" y="2311"/>
                  <a:chExt cx="2658" cy="1000"/>
                </a:xfrm>
              </p:grpSpPr>
              <p:sp>
                <p:nvSpPr>
                  <p:cNvPr id="2833" name="Google Shape;2833;p75"/>
                  <p:cNvSpPr/>
                  <p:nvPr/>
                </p:nvSpPr>
                <p:spPr>
                  <a:xfrm>
                    <a:off x="4666" y="2311"/>
                    <a:ext cx="2658" cy="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2" h="1192" extrusionOk="0">
                        <a:moveTo>
                          <a:pt x="3832" y="1003"/>
                        </a:moveTo>
                        <a:cubicBezTo>
                          <a:pt x="3832" y="1108"/>
                          <a:pt x="3747" y="1192"/>
                          <a:pt x="3642" y="1192"/>
                        </a:cubicBezTo>
                        <a:cubicBezTo>
                          <a:pt x="190" y="1192"/>
                          <a:pt x="190" y="1192"/>
                          <a:pt x="190" y="1192"/>
                        </a:cubicBezTo>
                        <a:cubicBezTo>
                          <a:pt x="85" y="1192"/>
                          <a:pt x="0" y="1108"/>
                          <a:pt x="0" y="1003"/>
                        </a:cubicBezTo>
                        <a:cubicBezTo>
                          <a:pt x="0" y="188"/>
                          <a:pt x="0" y="188"/>
                          <a:pt x="0" y="188"/>
                        </a:cubicBezTo>
                        <a:cubicBezTo>
                          <a:pt x="0" y="83"/>
                          <a:pt x="85" y="0"/>
                          <a:pt x="190" y="0"/>
                        </a:cubicBezTo>
                        <a:cubicBezTo>
                          <a:pt x="3642" y="0"/>
                          <a:pt x="3642" y="0"/>
                          <a:pt x="3642" y="0"/>
                        </a:cubicBezTo>
                        <a:cubicBezTo>
                          <a:pt x="3747" y="0"/>
                          <a:pt x="3832" y="83"/>
                          <a:pt x="3832" y="188"/>
                        </a:cubicBezTo>
                        <a:lnTo>
                          <a:pt x="3832" y="100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4" name="Google Shape;2834;p75"/>
                  <p:cNvSpPr/>
                  <p:nvPr/>
                </p:nvSpPr>
                <p:spPr>
                  <a:xfrm>
                    <a:off x="4807" y="2482"/>
                    <a:ext cx="110" cy="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" h="155" extrusionOk="0">
                        <a:moveTo>
                          <a:pt x="81" y="0"/>
                        </a:moveTo>
                        <a:cubicBezTo>
                          <a:pt x="128" y="4"/>
                          <a:pt x="158" y="44"/>
                          <a:pt x="158" y="90"/>
                        </a:cubicBezTo>
                        <a:cubicBezTo>
                          <a:pt x="158" y="141"/>
                          <a:pt x="125" y="155"/>
                          <a:pt x="75" y="152"/>
                        </a:cubicBezTo>
                        <a:cubicBezTo>
                          <a:pt x="28" y="150"/>
                          <a:pt x="0" y="122"/>
                          <a:pt x="1" y="74"/>
                        </a:cubicBezTo>
                        <a:cubicBezTo>
                          <a:pt x="3" y="26"/>
                          <a:pt x="34" y="3"/>
                          <a:pt x="8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5" name="Google Shape;2835;p75"/>
                  <p:cNvSpPr/>
                  <p:nvPr/>
                </p:nvSpPr>
                <p:spPr>
                  <a:xfrm>
                    <a:off x="4807" y="2666"/>
                    <a:ext cx="110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" h="414" extrusionOk="0">
                        <a:moveTo>
                          <a:pt x="153" y="209"/>
                        </a:moveTo>
                        <a:cubicBezTo>
                          <a:pt x="154" y="247"/>
                          <a:pt x="151" y="285"/>
                          <a:pt x="154" y="322"/>
                        </a:cubicBezTo>
                        <a:cubicBezTo>
                          <a:pt x="159" y="382"/>
                          <a:pt x="146" y="412"/>
                          <a:pt x="74" y="413"/>
                        </a:cubicBezTo>
                        <a:cubicBezTo>
                          <a:pt x="0" y="414"/>
                          <a:pt x="4" y="373"/>
                          <a:pt x="5" y="323"/>
                        </a:cubicBezTo>
                        <a:cubicBezTo>
                          <a:pt x="6" y="236"/>
                          <a:pt x="8" y="148"/>
                          <a:pt x="5" y="60"/>
                        </a:cubicBezTo>
                        <a:cubicBezTo>
                          <a:pt x="3" y="1"/>
                          <a:pt x="39" y="5"/>
                          <a:pt x="78" y="5"/>
                        </a:cubicBezTo>
                        <a:cubicBezTo>
                          <a:pt x="117" y="5"/>
                          <a:pt x="156" y="0"/>
                          <a:pt x="154" y="59"/>
                        </a:cubicBezTo>
                        <a:cubicBezTo>
                          <a:pt x="152" y="109"/>
                          <a:pt x="153" y="159"/>
                          <a:pt x="153" y="2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6" name="Google Shape;2836;p75"/>
                  <p:cNvSpPr/>
                  <p:nvPr/>
                </p:nvSpPr>
                <p:spPr>
                  <a:xfrm>
                    <a:off x="4935" y="3166"/>
                    <a:ext cx="2120" cy="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6" h="208" extrusionOk="0">
                        <a:moveTo>
                          <a:pt x="3056" y="153"/>
                        </a:moveTo>
                        <a:cubicBezTo>
                          <a:pt x="3056" y="184"/>
                          <a:pt x="3031" y="208"/>
                          <a:pt x="2999" y="208"/>
                        </a:cubicBezTo>
                        <a:cubicBezTo>
                          <a:pt x="57" y="208"/>
                          <a:pt x="57" y="208"/>
                          <a:pt x="57" y="208"/>
                        </a:cubicBezTo>
                        <a:cubicBezTo>
                          <a:pt x="25" y="208"/>
                          <a:pt x="0" y="184"/>
                          <a:pt x="0" y="153"/>
                        </a:cubicBez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24"/>
                          <a:pt x="25" y="0"/>
                          <a:pt x="57" y="0"/>
                        </a:cubicBezTo>
                        <a:cubicBezTo>
                          <a:pt x="2999" y="0"/>
                          <a:pt x="2999" y="0"/>
                          <a:pt x="2999" y="0"/>
                        </a:cubicBezTo>
                        <a:cubicBezTo>
                          <a:pt x="3031" y="0"/>
                          <a:pt x="3056" y="24"/>
                          <a:pt x="3056" y="56"/>
                        </a:cubicBezTo>
                        <a:lnTo>
                          <a:pt x="3056" y="153"/>
                        </a:lnTo>
                        <a:close/>
                      </a:path>
                    </a:pathLst>
                  </a:custGeom>
                  <a:solidFill>
                    <a:srgbClr val="2F967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7" name="Google Shape;2837;p75"/>
                  <p:cNvSpPr/>
                  <p:nvPr/>
                </p:nvSpPr>
                <p:spPr>
                  <a:xfrm>
                    <a:off x="5153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6" y="41"/>
                          <a:pt x="22" y="41"/>
                        </a:cubicBezTo>
                        <a:cubicBezTo>
                          <a:pt x="6" y="41"/>
                          <a:pt x="1" y="34"/>
                          <a:pt x="1" y="19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8" name="Google Shape;2838;p75"/>
                  <p:cNvSpPr/>
                  <p:nvPr/>
                </p:nvSpPr>
                <p:spPr>
                  <a:xfrm>
                    <a:off x="5181" y="2728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6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9" y="1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9" name="Google Shape;2839;p75"/>
                  <p:cNvSpPr/>
                  <p:nvPr/>
                </p:nvSpPr>
                <p:spPr>
                  <a:xfrm>
                    <a:off x="5518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40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0" name="Google Shape;2840;p75"/>
                  <p:cNvSpPr/>
                  <p:nvPr/>
                </p:nvSpPr>
                <p:spPr>
                  <a:xfrm>
                    <a:off x="557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1" name="Google Shape;2841;p75"/>
                  <p:cNvSpPr/>
                  <p:nvPr/>
                </p:nvSpPr>
                <p:spPr>
                  <a:xfrm>
                    <a:off x="5546" y="2783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2" name="Google Shape;2842;p75"/>
                  <p:cNvSpPr/>
                  <p:nvPr/>
                </p:nvSpPr>
                <p:spPr>
                  <a:xfrm>
                    <a:off x="5602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3" name="Google Shape;2843;p75"/>
                  <p:cNvSpPr/>
                  <p:nvPr/>
                </p:nvSpPr>
                <p:spPr>
                  <a:xfrm>
                    <a:off x="5126" y="2728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4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1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4" name="Google Shape;2844;p75"/>
                  <p:cNvSpPr/>
                  <p:nvPr/>
                </p:nvSpPr>
                <p:spPr>
                  <a:xfrm>
                    <a:off x="5098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1"/>
                          <a:pt x="39" y="41"/>
                          <a:pt x="23" y="40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5" name="Google Shape;2845;p75"/>
                  <p:cNvSpPr/>
                  <p:nvPr/>
                </p:nvSpPr>
                <p:spPr>
                  <a:xfrm>
                    <a:off x="5098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2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1" y="4"/>
                          <a:pt x="42" y="18"/>
                        </a:cubicBezTo>
                        <a:cubicBezTo>
                          <a:pt x="43" y="32"/>
                          <a:pt x="38" y="41"/>
                          <a:pt x="22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6" name="Google Shape;2846;p75"/>
                  <p:cNvSpPr/>
                  <p:nvPr/>
                </p:nvSpPr>
                <p:spPr>
                  <a:xfrm>
                    <a:off x="5153" y="267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4"/>
                        </a:moveTo>
                        <a:cubicBezTo>
                          <a:pt x="42" y="42"/>
                          <a:pt x="28" y="39"/>
                          <a:pt x="17" y="39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7" name="Google Shape;2847;p75"/>
                  <p:cNvSpPr/>
                  <p:nvPr/>
                </p:nvSpPr>
                <p:spPr>
                  <a:xfrm>
                    <a:off x="5546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5" y="40"/>
                        </a:moveTo>
                        <a:cubicBezTo>
                          <a:pt x="10" y="40"/>
                          <a:pt x="0" y="38"/>
                          <a:pt x="1" y="21"/>
                        </a:cubicBezTo>
                        <a:cubicBezTo>
                          <a:pt x="1" y="5"/>
                          <a:pt x="7" y="0"/>
                          <a:pt x="22" y="0"/>
                        </a:cubicBezTo>
                        <a:cubicBezTo>
                          <a:pt x="35" y="0"/>
                          <a:pt x="44" y="3"/>
                          <a:pt x="44" y="19"/>
                        </a:cubicBezTo>
                        <a:cubicBezTo>
                          <a:pt x="44" y="35"/>
                          <a:pt x="38" y="41"/>
                          <a:pt x="25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8" name="Google Shape;2848;p75"/>
                  <p:cNvSpPr/>
                  <p:nvPr/>
                </p:nvSpPr>
                <p:spPr>
                  <a:xfrm>
                    <a:off x="5602" y="2675"/>
                    <a:ext cx="31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6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9" name="Google Shape;2849;p75"/>
                  <p:cNvSpPr/>
                  <p:nvPr/>
                </p:nvSpPr>
                <p:spPr>
                  <a:xfrm>
                    <a:off x="5181" y="283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6" y="35"/>
                          <a:pt x="38" y="40"/>
                          <a:pt x="23" y="41"/>
                        </a:cubicBez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0" name="Google Shape;2850;p75"/>
                  <p:cNvSpPr/>
                  <p:nvPr/>
                </p:nvSpPr>
                <p:spPr>
                  <a:xfrm>
                    <a:off x="5126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19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1" y="20"/>
                        </a:cubicBezTo>
                        <a:cubicBezTo>
                          <a:pt x="41" y="36"/>
                          <a:pt x="34" y="41"/>
                          <a:pt x="19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1" name="Google Shape;2851;p75"/>
                  <p:cNvSpPr/>
                  <p:nvPr/>
                </p:nvSpPr>
                <p:spPr>
                  <a:xfrm>
                    <a:off x="5519" y="28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3"/>
                        </a:cubicBezTo>
                        <a:cubicBezTo>
                          <a:pt x="43" y="39"/>
                          <a:pt x="33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2" name="Google Shape;2852;p75"/>
                  <p:cNvSpPr/>
                  <p:nvPr/>
                </p:nvSpPr>
                <p:spPr>
                  <a:xfrm>
                    <a:off x="5574" y="2836"/>
                    <a:ext cx="31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3" y="23"/>
                        </a:cubicBezTo>
                        <a:cubicBezTo>
                          <a:pt x="43" y="40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2"/>
                          <a:pt x="10" y="1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3" name="Google Shape;2853;p75"/>
                  <p:cNvSpPr/>
                  <p:nvPr/>
                </p:nvSpPr>
                <p:spPr>
                  <a:xfrm>
                    <a:off x="5069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6" y="2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4" name="Google Shape;2854;p75"/>
                  <p:cNvSpPr/>
                  <p:nvPr/>
                </p:nvSpPr>
                <p:spPr>
                  <a:xfrm>
                    <a:off x="5266" y="267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19" y="1"/>
                        </a:moveTo>
                        <a:cubicBezTo>
                          <a:pt x="33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5" name="Google Shape;2855;p75"/>
                  <p:cNvSpPr/>
                  <p:nvPr/>
                </p:nvSpPr>
                <p:spPr>
                  <a:xfrm>
                    <a:off x="5321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0" y="3"/>
                          <a:pt x="11" y="0"/>
                          <a:pt x="24" y="0"/>
                        </a:cubicBezTo>
                        <a:cubicBezTo>
                          <a:pt x="41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7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6" name="Google Shape;2856;p75"/>
                  <p:cNvSpPr/>
                  <p:nvPr/>
                </p:nvSpPr>
                <p:spPr>
                  <a:xfrm>
                    <a:off x="5379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7" name="Google Shape;2857;p75"/>
                  <p:cNvSpPr/>
                  <p:nvPr/>
                </p:nvSpPr>
                <p:spPr>
                  <a:xfrm>
                    <a:off x="5434" y="267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1" y="24"/>
                        </a:moveTo>
                        <a:cubicBezTo>
                          <a:pt x="41" y="42"/>
                          <a:pt x="28" y="40"/>
                          <a:pt x="16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0" y="0"/>
                          <a:pt x="42" y="11"/>
                          <a:pt x="41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8" name="Google Shape;2858;p75"/>
                  <p:cNvSpPr/>
                  <p:nvPr/>
                </p:nvSpPr>
                <p:spPr>
                  <a:xfrm>
                    <a:off x="5069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1" y="20"/>
                        </a:cubicBezTo>
                        <a:cubicBezTo>
                          <a:pt x="1" y="5"/>
                          <a:pt x="8" y="1"/>
                          <a:pt x="22" y="1"/>
                        </a:cubicBezTo>
                        <a:cubicBezTo>
                          <a:pt x="38" y="0"/>
                          <a:pt x="44" y="7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9" name="Google Shape;2859;p75"/>
                  <p:cNvSpPr/>
                  <p:nvPr/>
                </p:nvSpPr>
                <p:spPr>
                  <a:xfrm>
                    <a:off x="5239" y="272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1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1"/>
                          <a:pt x="23" y="1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0" name="Google Shape;2860;p75"/>
                  <p:cNvSpPr/>
                  <p:nvPr/>
                </p:nvSpPr>
                <p:spPr>
                  <a:xfrm>
                    <a:off x="5294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4"/>
                          <a:pt x="38" y="41"/>
                          <a:pt x="23" y="41"/>
                        </a:cubicBezTo>
                        <a:cubicBezTo>
                          <a:pt x="9" y="41"/>
                          <a:pt x="0" y="39"/>
                          <a:pt x="0" y="22"/>
                        </a:cubicBezTo>
                        <a:cubicBezTo>
                          <a:pt x="1" y="8"/>
                          <a:pt x="3" y="0"/>
                          <a:pt x="20" y="0"/>
                        </a:cubicBezTo>
                        <a:cubicBezTo>
                          <a:pt x="33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1" name="Google Shape;2861;p75"/>
                  <p:cNvSpPr/>
                  <p:nvPr/>
                </p:nvSpPr>
                <p:spPr>
                  <a:xfrm>
                    <a:off x="5350" y="272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6" y="42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2" name="Google Shape;2862;p75"/>
                  <p:cNvSpPr/>
                  <p:nvPr/>
                </p:nvSpPr>
                <p:spPr>
                  <a:xfrm>
                    <a:off x="5406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6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1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3" name="Google Shape;2863;p75"/>
                  <p:cNvSpPr/>
                  <p:nvPr/>
                </p:nvSpPr>
                <p:spPr>
                  <a:xfrm>
                    <a:off x="5462" y="2728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6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4" name="Google Shape;2864;p75"/>
                  <p:cNvSpPr/>
                  <p:nvPr/>
                </p:nvSpPr>
                <p:spPr>
                  <a:xfrm>
                    <a:off x="5631" y="2727"/>
                    <a:ext cx="30" cy="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3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5" name="Google Shape;2865;p75"/>
                  <p:cNvSpPr/>
                  <p:nvPr/>
                </p:nvSpPr>
                <p:spPr>
                  <a:xfrm>
                    <a:off x="5687" y="2728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0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6" name="Google Shape;2866;p75"/>
                  <p:cNvSpPr/>
                  <p:nvPr/>
                </p:nvSpPr>
                <p:spPr>
                  <a:xfrm>
                    <a:off x="5041" y="27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19"/>
                        </a:moveTo>
                        <a:cubicBezTo>
                          <a:pt x="43" y="32"/>
                          <a:pt x="40" y="42"/>
                          <a:pt x="23" y="41"/>
                        </a:cubicBezTo>
                        <a:cubicBezTo>
                          <a:pt x="9" y="41"/>
                          <a:pt x="0" y="38"/>
                          <a:pt x="0" y="21"/>
                        </a:cubicBezTo>
                        <a:cubicBezTo>
                          <a:pt x="1" y="9"/>
                          <a:pt x="4" y="1"/>
                          <a:pt x="18" y="2"/>
                        </a:cubicBezTo>
                        <a:cubicBezTo>
                          <a:pt x="30" y="2"/>
                          <a:pt x="43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7" name="Google Shape;2867;p75"/>
                  <p:cNvSpPr/>
                  <p:nvPr/>
                </p:nvSpPr>
                <p:spPr>
                  <a:xfrm>
                    <a:off x="5210" y="27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7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0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8" name="Google Shape;2868;p75"/>
                  <p:cNvSpPr/>
                  <p:nvPr/>
                </p:nvSpPr>
                <p:spPr>
                  <a:xfrm>
                    <a:off x="5266" y="278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3" extrusionOk="0">
                        <a:moveTo>
                          <a:pt x="23" y="40"/>
                        </a:moveTo>
                        <a:cubicBezTo>
                          <a:pt x="7" y="42"/>
                          <a:pt x="1" y="35"/>
                          <a:pt x="1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3" y="20"/>
                        </a:cubicBezTo>
                        <a:cubicBezTo>
                          <a:pt x="43" y="36"/>
                          <a:pt x="37" y="43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9" name="Google Shape;2869;p75"/>
                  <p:cNvSpPr/>
                  <p:nvPr/>
                </p:nvSpPr>
                <p:spPr>
                  <a:xfrm>
                    <a:off x="5322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3" y="40"/>
                          <a:pt x="19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0" name="Google Shape;2870;p75"/>
                  <p:cNvSpPr/>
                  <p:nvPr/>
                </p:nvSpPr>
                <p:spPr>
                  <a:xfrm>
                    <a:off x="5379" y="27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1" name="Google Shape;2871;p75"/>
                  <p:cNvSpPr/>
                  <p:nvPr/>
                </p:nvSpPr>
                <p:spPr>
                  <a:xfrm>
                    <a:off x="5434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2" name="Google Shape;2872;p75"/>
                  <p:cNvSpPr/>
                  <p:nvPr/>
                </p:nvSpPr>
                <p:spPr>
                  <a:xfrm>
                    <a:off x="5490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3" name="Google Shape;2873;p75"/>
                  <p:cNvSpPr/>
                  <p:nvPr/>
                </p:nvSpPr>
                <p:spPr>
                  <a:xfrm>
                    <a:off x="5660" y="27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19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7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19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4" name="Google Shape;2874;p75"/>
                  <p:cNvSpPr/>
                  <p:nvPr/>
                </p:nvSpPr>
                <p:spPr>
                  <a:xfrm>
                    <a:off x="5716" y="27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5" name="Google Shape;2875;p75"/>
                  <p:cNvSpPr/>
                  <p:nvPr/>
                </p:nvSpPr>
                <p:spPr>
                  <a:xfrm>
                    <a:off x="5239" y="283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2" y="40"/>
                          <a:pt x="18" y="40"/>
                        </a:cubicBezTo>
                        <a:cubicBezTo>
                          <a:pt x="1" y="41"/>
                          <a:pt x="1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7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6" name="Google Shape;2876;p75"/>
                  <p:cNvSpPr/>
                  <p:nvPr/>
                </p:nvSpPr>
                <p:spPr>
                  <a:xfrm>
                    <a:off x="5294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7" name="Google Shape;2877;p75"/>
                  <p:cNvSpPr/>
                  <p:nvPr/>
                </p:nvSpPr>
                <p:spPr>
                  <a:xfrm>
                    <a:off x="5350" y="283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8"/>
                          <a:pt x="34" y="40"/>
                          <a:pt x="20" y="41"/>
                        </a:cubicBezTo>
                        <a:cubicBezTo>
                          <a:pt x="4" y="41"/>
                          <a:pt x="0" y="33"/>
                          <a:pt x="0" y="19"/>
                        </a:cubicBezTo>
                        <a:cubicBezTo>
                          <a:pt x="0" y="2"/>
                          <a:pt x="9" y="0"/>
                          <a:pt x="22" y="0"/>
                        </a:cubicBezTo>
                        <a:cubicBezTo>
                          <a:pt x="38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8" name="Google Shape;2878;p75"/>
                  <p:cNvSpPr/>
                  <p:nvPr/>
                </p:nvSpPr>
                <p:spPr>
                  <a:xfrm>
                    <a:off x="5406" y="28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3" y="41"/>
                        </a:moveTo>
                        <a:cubicBezTo>
                          <a:pt x="8" y="43"/>
                          <a:pt x="0" y="37"/>
                          <a:pt x="0" y="21"/>
                        </a:cubicBezTo>
                        <a:cubicBezTo>
                          <a:pt x="0" y="6"/>
                          <a:pt x="7" y="0"/>
                          <a:pt x="21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9" name="Google Shape;2879;p75"/>
                  <p:cNvSpPr/>
                  <p:nvPr/>
                </p:nvSpPr>
                <p:spPr>
                  <a:xfrm>
                    <a:off x="546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19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2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0" name="Google Shape;2880;p75"/>
                  <p:cNvSpPr/>
                  <p:nvPr/>
                </p:nvSpPr>
                <p:spPr>
                  <a:xfrm>
                    <a:off x="5632" y="283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1" name="Google Shape;2881;p75"/>
                  <p:cNvSpPr/>
                  <p:nvPr/>
                </p:nvSpPr>
                <p:spPr>
                  <a:xfrm>
                    <a:off x="5688" y="283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0" y="40"/>
                          <a:pt x="0" y="29"/>
                          <a:pt x="0" y="16"/>
                        </a:cubicBezTo>
                        <a:cubicBezTo>
                          <a:pt x="0" y="1"/>
                          <a:pt x="9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2" name="Google Shape;2882;p75"/>
                  <p:cNvSpPr/>
                  <p:nvPr/>
                </p:nvSpPr>
                <p:spPr>
                  <a:xfrm>
                    <a:off x="5126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8" y="1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3" name="Google Shape;2883;p75"/>
                  <p:cNvSpPr/>
                  <p:nvPr/>
                </p:nvSpPr>
                <p:spPr>
                  <a:xfrm>
                    <a:off x="5154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20"/>
                        </a:moveTo>
                        <a:cubicBezTo>
                          <a:pt x="46" y="40"/>
                          <a:pt x="35" y="40"/>
                          <a:pt x="21" y="41"/>
                        </a:cubicBez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4" name="Google Shape;2884;p75"/>
                  <p:cNvSpPr/>
                  <p:nvPr/>
                </p:nvSpPr>
                <p:spPr>
                  <a:xfrm>
                    <a:off x="5491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4"/>
                          <a:pt x="40" y="41"/>
                          <a:pt x="24" y="41"/>
                        </a:cubicBezTo>
                        <a:cubicBezTo>
                          <a:pt x="11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1" y="0"/>
                        </a:cubicBezTo>
                        <a:cubicBezTo>
                          <a:pt x="34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5" name="Google Shape;2885;p75"/>
                  <p:cNvSpPr/>
                  <p:nvPr/>
                </p:nvSpPr>
                <p:spPr>
                  <a:xfrm>
                    <a:off x="5547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6" name="Google Shape;2886;p75"/>
                  <p:cNvSpPr/>
                  <p:nvPr/>
                </p:nvSpPr>
                <p:spPr>
                  <a:xfrm>
                    <a:off x="5519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7" name="Google Shape;2887;p75"/>
                  <p:cNvSpPr/>
                  <p:nvPr/>
                </p:nvSpPr>
                <p:spPr>
                  <a:xfrm>
                    <a:off x="5575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8" name="Google Shape;2888;p75"/>
                  <p:cNvSpPr/>
                  <p:nvPr/>
                </p:nvSpPr>
                <p:spPr>
                  <a:xfrm>
                    <a:off x="5099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9" name="Google Shape;2889;p75"/>
                  <p:cNvSpPr/>
                  <p:nvPr/>
                </p:nvSpPr>
                <p:spPr>
                  <a:xfrm>
                    <a:off x="5071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0"/>
                          <a:pt x="0" y="40"/>
                          <a:pt x="0" y="23"/>
                        </a:cubicBezTo>
                        <a:cubicBezTo>
                          <a:pt x="0" y="9"/>
                          <a:pt x="2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0" name="Google Shape;2890;p75"/>
                  <p:cNvSpPr/>
                  <p:nvPr/>
                </p:nvSpPr>
                <p:spPr>
                  <a:xfrm>
                    <a:off x="5154" y="3024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1" name="Google Shape;2891;p75"/>
                  <p:cNvSpPr/>
                  <p:nvPr/>
                </p:nvSpPr>
                <p:spPr>
                  <a:xfrm>
                    <a:off x="5099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2" name="Google Shape;2892;p75"/>
                  <p:cNvSpPr/>
                  <p:nvPr/>
                </p:nvSpPr>
                <p:spPr>
                  <a:xfrm>
                    <a:off x="5492" y="3024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8" y="0"/>
                          <a:pt x="43" y="8"/>
                          <a:pt x="43" y="22"/>
                        </a:cubicBezTo>
                        <a:cubicBezTo>
                          <a:pt x="43" y="39"/>
                          <a:pt x="33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3" name="Google Shape;2893;p75"/>
                  <p:cNvSpPr/>
                  <p:nvPr/>
                </p:nvSpPr>
                <p:spPr>
                  <a:xfrm>
                    <a:off x="5547" y="3024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4" name="Google Shape;2894;p75"/>
                  <p:cNvSpPr/>
                  <p:nvPr/>
                </p:nvSpPr>
                <p:spPr>
                  <a:xfrm>
                    <a:off x="5041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10" y="40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5" name="Google Shape;2895;p75"/>
                  <p:cNvSpPr/>
                  <p:nvPr/>
                </p:nvSpPr>
                <p:spPr>
                  <a:xfrm>
                    <a:off x="504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6" name="Google Shape;2896;p75"/>
                  <p:cNvSpPr/>
                  <p:nvPr/>
                </p:nvSpPr>
                <p:spPr>
                  <a:xfrm>
                    <a:off x="5211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7" name="Google Shape;2897;p75"/>
                  <p:cNvSpPr/>
                  <p:nvPr/>
                </p:nvSpPr>
                <p:spPr>
                  <a:xfrm>
                    <a:off x="5267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8" name="Google Shape;2898;p75"/>
                  <p:cNvSpPr/>
                  <p:nvPr/>
                </p:nvSpPr>
                <p:spPr>
                  <a:xfrm>
                    <a:off x="5323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2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9" name="Google Shape;2899;p75"/>
                  <p:cNvSpPr/>
                  <p:nvPr/>
                </p:nvSpPr>
                <p:spPr>
                  <a:xfrm>
                    <a:off x="5379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0" y="24"/>
                        </a:cubicBezTo>
                        <a:cubicBezTo>
                          <a:pt x="1" y="11"/>
                          <a:pt x="1" y="0"/>
                          <a:pt x="19" y="0"/>
                        </a:cubicBezTo>
                        <a:cubicBezTo>
                          <a:pt x="33" y="1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0" name="Google Shape;2900;p75"/>
                  <p:cNvSpPr/>
                  <p:nvPr/>
                </p:nvSpPr>
                <p:spPr>
                  <a:xfrm>
                    <a:off x="543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1"/>
                          <a:pt x="21" y="0"/>
                        </a:cubicBezTo>
                        <a:cubicBezTo>
                          <a:pt x="36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1" name="Google Shape;2901;p75"/>
                  <p:cNvSpPr/>
                  <p:nvPr/>
                </p:nvSpPr>
                <p:spPr>
                  <a:xfrm>
                    <a:off x="5604" y="290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6"/>
                        </a:moveTo>
                        <a:cubicBezTo>
                          <a:pt x="43" y="44"/>
                          <a:pt x="29" y="41"/>
                          <a:pt x="18" y="42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2" name="Google Shape;2902;p75"/>
                  <p:cNvSpPr/>
                  <p:nvPr/>
                </p:nvSpPr>
                <p:spPr>
                  <a:xfrm>
                    <a:off x="566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7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3" name="Google Shape;2903;p75"/>
                  <p:cNvSpPr/>
                  <p:nvPr/>
                </p:nvSpPr>
                <p:spPr>
                  <a:xfrm>
                    <a:off x="518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7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4" name="Google Shape;2904;p75"/>
                  <p:cNvSpPr/>
                  <p:nvPr/>
                </p:nvSpPr>
                <p:spPr>
                  <a:xfrm>
                    <a:off x="5239" y="2967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3" y="5"/>
                          <a:pt x="42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5" name="Google Shape;2905;p75"/>
                  <p:cNvSpPr/>
                  <p:nvPr/>
                </p:nvSpPr>
                <p:spPr>
                  <a:xfrm>
                    <a:off x="5295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0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6" name="Google Shape;2906;p75"/>
                  <p:cNvSpPr/>
                  <p:nvPr/>
                </p:nvSpPr>
                <p:spPr>
                  <a:xfrm>
                    <a:off x="5352" y="2967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1"/>
                        </a:cubicBezTo>
                        <a:cubicBezTo>
                          <a:pt x="42" y="36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7" name="Google Shape;2907;p75"/>
                  <p:cNvSpPr/>
                  <p:nvPr/>
                </p:nvSpPr>
                <p:spPr>
                  <a:xfrm>
                    <a:off x="5407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8" name="Google Shape;2908;p75"/>
                  <p:cNvSpPr/>
                  <p:nvPr/>
                </p:nvSpPr>
                <p:spPr>
                  <a:xfrm>
                    <a:off x="5463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7"/>
                          <a:pt x="36" y="41"/>
                          <a:pt x="21" y="41"/>
                        </a:cubicBezTo>
                        <a:cubicBezTo>
                          <a:pt x="6" y="41"/>
                          <a:pt x="1" y="35"/>
                          <a:pt x="1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9" name="Google Shape;2909;p75"/>
                  <p:cNvSpPr/>
                  <p:nvPr/>
                </p:nvSpPr>
                <p:spPr>
                  <a:xfrm>
                    <a:off x="5632" y="296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3" y="0"/>
                          <a:pt x="42" y="4"/>
                          <a:pt x="42" y="20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0" name="Google Shape;2910;p75"/>
                  <p:cNvSpPr/>
                  <p:nvPr/>
                </p:nvSpPr>
                <p:spPr>
                  <a:xfrm>
                    <a:off x="5689" y="2967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1"/>
                        </a:cubicBezTo>
                        <a:cubicBezTo>
                          <a:pt x="1" y="41"/>
                          <a:pt x="0" y="30"/>
                          <a:pt x="0" y="18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6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1" name="Google Shape;2911;p75"/>
                  <p:cNvSpPr/>
                  <p:nvPr/>
                </p:nvSpPr>
                <p:spPr>
                  <a:xfrm>
                    <a:off x="5211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2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2" name="Google Shape;2912;p75"/>
                  <p:cNvSpPr/>
                  <p:nvPr/>
                </p:nvSpPr>
                <p:spPr>
                  <a:xfrm>
                    <a:off x="5267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7"/>
                          <a:pt x="35" y="42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3" name="Google Shape;2913;p75"/>
                  <p:cNvSpPr/>
                  <p:nvPr/>
                </p:nvSpPr>
                <p:spPr>
                  <a:xfrm>
                    <a:off x="5323" y="3024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9"/>
                          <a:pt x="34" y="41"/>
                          <a:pt x="20" y="42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8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4" name="Google Shape;2914;p75"/>
                  <p:cNvSpPr/>
                  <p:nvPr/>
                </p:nvSpPr>
                <p:spPr>
                  <a:xfrm>
                    <a:off x="5379" y="3024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9"/>
                        </a:cubicBezTo>
                        <a:cubicBezTo>
                          <a:pt x="41" y="31"/>
                          <a:pt x="40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5" name="Google Shape;2915;p75"/>
                  <p:cNvSpPr/>
                  <p:nvPr/>
                </p:nvSpPr>
                <p:spPr>
                  <a:xfrm>
                    <a:off x="5435" y="302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40"/>
                        </a:moveTo>
                        <a:cubicBezTo>
                          <a:pt x="10" y="41"/>
                          <a:pt x="0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3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6" name="Google Shape;2916;p75"/>
                  <p:cNvSpPr/>
                  <p:nvPr/>
                </p:nvSpPr>
                <p:spPr>
                  <a:xfrm>
                    <a:off x="5605" y="302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1"/>
                        </a:moveTo>
                        <a:cubicBezTo>
                          <a:pt x="43" y="39"/>
                          <a:pt x="31" y="40"/>
                          <a:pt x="18" y="40"/>
                        </a:cubicBezTo>
                        <a:cubicBezTo>
                          <a:pt x="0" y="41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4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7" name="Google Shape;2917;p75"/>
                  <p:cNvSpPr/>
                  <p:nvPr/>
                </p:nvSpPr>
                <p:spPr>
                  <a:xfrm>
                    <a:off x="5661" y="302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8" name="Google Shape;2918;p75"/>
                  <p:cNvSpPr/>
                  <p:nvPr/>
                </p:nvSpPr>
                <p:spPr>
                  <a:xfrm>
                    <a:off x="5490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3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19" name="Google Shape;2919;p75"/>
                  <p:cNvSpPr/>
                  <p:nvPr/>
                </p:nvSpPr>
                <p:spPr>
                  <a:xfrm>
                    <a:off x="5715" y="2675"/>
                    <a:ext cx="29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1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9" y="39"/>
                          <a:pt x="0" y="38"/>
                          <a:pt x="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0" name="Google Shape;2920;p75"/>
                  <p:cNvSpPr/>
                  <p:nvPr/>
                </p:nvSpPr>
                <p:spPr>
                  <a:xfrm>
                    <a:off x="5659" y="267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1" y="21"/>
                        </a:cubicBezTo>
                        <a:cubicBezTo>
                          <a:pt x="1" y="9"/>
                          <a:pt x="4" y="0"/>
                          <a:pt x="18" y="0"/>
                        </a:cubicBezTo>
                        <a:cubicBezTo>
                          <a:pt x="31" y="1"/>
                          <a:pt x="42" y="0"/>
                          <a:pt x="43" y="18"/>
                        </a:cubicBezTo>
                        <a:cubicBezTo>
                          <a:pt x="43" y="32"/>
                          <a:pt x="40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1" name="Google Shape;2921;p75"/>
                  <p:cNvSpPr/>
                  <p:nvPr/>
                </p:nvSpPr>
                <p:spPr>
                  <a:xfrm>
                    <a:off x="5041" y="2675"/>
                    <a:ext cx="30" cy="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2" y="20"/>
                        </a:moveTo>
                        <a:cubicBezTo>
                          <a:pt x="44" y="36"/>
                          <a:pt x="35" y="40"/>
                          <a:pt x="21" y="39"/>
                        </a:cubicBezTo>
                        <a:cubicBezTo>
                          <a:pt x="10" y="39"/>
                          <a:pt x="0" y="38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4" y="1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2" name="Google Shape;2922;p75"/>
                  <p:cNvSpPr/>
                  <p:nvPr/>
                </p:nvSpPr>
                <p:spPr>
                  <a:xfrm>
                    <a:off x="5210" y="267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0" y="0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3" name="Google Shape;2923;p75"/>
                  <p:cNvSpPr/>
                  <p:nvPr/>
                </p:nvSpPr>
                <p:spPr>
                  <a:xfrm>
                    <a:off x="5125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6" y="41"/>
                          <a:pt x="0" y="34"/>
                          <a:pt x="0" y="20"/>
                        </a:cubicBezTo>
                        <a:cubicBezTo>
                          <a:pt x="0" y="3"/>
                          <a:pt x="8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4" name="Google Shape;2924;p75"/>
                  <p:cNvSpPr/>
                  <p:nvPr/>
                </p:nvSpPr>
                <p:spPr>
                  <a:xfrm>
                    <a:off x="5153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5" name="Google Shape;2925;p75"/>
                  <p:cNvSpPr/>
                  <p:nvPr/>
                </p:nvSpPr>
                <p:spPr>
                  <a:xfrm>
                    <a:off x="549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6" name="Google Shape;2926;p75"/>
                  <p:cNvSpPr/>
                  <p:nvPr/>
                </p:nvSpPr>
                <p:spPr>
                  <a:xfrm>
                    <a:off x="5546" y="2493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7" name="Google Shape;2927;p75"/>
                  <p:cNvSpPr/>
                  <p:nvPr/>
                </p:nvSpPr>
                <p:spPr>
                  <a:xfrm>
                    <a:off x="5519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8" name="Google Shape;2928;p75"/>
                  <p:cNvSpPr/>
                  <p:nvPr/>
                </p:nvSpPr>
                <p:spPr>
                  <a:xfrm>
                    <a:off x="557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9"/>
                        </a:moveTo>
                        <a:cubicBezTo>
                          <a:pt x="45" y="33"/>
                          <a:pt x="40" y="41"/>
                          <a:pt x="24" y="41"/>
                        </a:cubicBezTo>
                        <a:cubicBezTo>
                          <a:pt x="11" y="40"/>
                          <a:pt x="0" y="40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9" name="Google Shape;2929;p75"/>
                  <p:cNvSpPr/>
                  <p:nvPr/>
                </p:nvSpPr>
                <p:spPr>
                  <a:xfrm>
                    <a:off x="5098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1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0" name="Google Shape;2930;p75"/>
                  <p:cNvSpPr/>
                  <p:nvPr/>
                </p:nvSpPr>
                <p:spPr>
                  <a:xfrm>
                    <a:off x="5070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0"/>
                        </a:cubicBezTo>
                        <a:cubicBezTo>
                          <a:pt x="10" y="40"/>
                          <a:pt x="0" y="40"/>
                          <a:pt x="0" y="22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1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1" name="Google Shape;2931;p75"/>
                  <p:cNvSpPr/>
                  <p:nvPr/>
                </p:nvSpPr>
                <p:spPr>
                  <a:xfrm>
                    <a:off x="5070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7"/>
                          <a:pt x="0" y="20"/>
                        </a:cubicBezTo>
                        <a:cubicBezTo>
                          <a:pt x="0" y="5"/>
                          <a:pt x="8" y="0"/>
                          <a:pt x="22" y="0"/>
                        </a:cubicBezTo>
                        <a:cubicBezTo>
                          <a:pt x="34" y="1"/>
                          <a:pt x="42" y="4"/>
                          <a:pt x="42" y="18"/>
                        </a:cubicBezTo>
                        <a:cubicBezTo>
                          <a:pt x="43" y="33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2" name="Google Shape;2932;p75"/>
                  <p:cNvSpPr/>
                  <p:nvPr/>
                </p:nvSpPr>
                <p:spPr>
                  <a:xfrm>
                    <a:off x="5125" y="2439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4"/>
                        </a:moveTo>
                        <a:cubicBezTo>
                          <a:pt x="42" y="42"/>
                          <a:pt x="29" y="39"/>
                          <a:pt x="17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3" name="Google Shape;2933;p75"/>
                  <p:cNvSpPr/>
                  <p:nvPr/>
                </p:nvSpPr>
                <p:spPr>
                  <a:xfrm>
                    <a:off x="5519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4" y="40"/>
                        </a:moveTo>
                        <a:cubicBezTo>
                          <a:pt x="9" y="40"/>
                          <a:pt x="0" y="38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3"/>
                          <a:pt x="43" y="19"/>
                        </a:cubicBezTo>
                        <a:cubicBezTo>
                          <a:pt x="43" y="35"/>
                          <a:pt x="37" y="41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4" name="Google Shape;2934;p75"/>
                  <p:cNvSpPr/>
                  <p:nvPr/>
                </p:nvSpPr>
                <p:spPr>
                  <a:xfrm>
                    <a:off x="5574" y="2439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3" y="21"/>
                        </a:moveTo>
                        <a:cubicBezTo>
                          <a:pt x="45" y="38"/>
                          <a:pt x="34" y="40"/>
                          <a:pt x="21" y="40"/>
                        </a:cubicBezTo>
                        <a:cubicBezTo>
                          <a:pt x="7" y="40"/>
                          <a:pt x="0" y="35"/>
                          <a:pt x="0" y="19"/>
                        </a:cubicBezTo>
                        <a:cubicBezTo>
                          <a:pt x="1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5" name="Google Shape;2935;p75"/>
                  <p:cNvSpPr/>
                  <p:nvPr/>
                </p:nvSpPr>
                <p:spPr>
                  <a:xfrm>
                    <a:off x="5153" y="2602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0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6" name="Google Shape;2936;p75"/>
                  <p:cNvSpPr/>
                  <p:nvPr/>
                </p:nvSpPr>
                <p:spPr>
                  <a:xfrm>
                    <a:off x="5098" y="260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0" y="4"/>
                          <a:pt x="8" y="0"/>
                          <a:pt x="20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1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7" name="Google Shape;2937;p75"/>
                  <p:cNvSpPr/>
                  <p:nvPr/>
                </p:nvSpPr>
                <p:spPr>
                  <a:xfrm>
                    <a:off x="5491" y="260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2"/>
                        </a:moveTo>
                        <a:cubicBezTo>
                          <a:pt x="39" y="0"/>
                          <a:pt x="43" y="9"/>
                          <a:pt x="43" y="23"/>
                        </a:cubicBezTo>
                        <a:cubicBezTo>
                          <a:pt x="43" y="40"/>
                          <a:pt x="34" y="42"/>
                          <a:pt x="20" y="42"/>
                        </a:cubicBezTo>
                        <a:cubicBezTo>
                          <a:pt x="4" y="42"/>
                          <a:pt x="0" y="35"/>
                          <a:pt x="0" y="20"/>
                        </a:cubicBezTo>
                        <a:cubicBezTo>
                          <a:pt x="0" y="4"/>
                          <a:pt x="9" y="1"/>
                          <a:pt x="23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8" name="Google Shape;2938;p75"/>
                  <p:cNvSpPr/>
                  <p:nvPr/>
                </p:nvSpPr>
                <p:spPr>
                  <a:xfrm>
                    <a:off x="5546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39" name="Google Shape;2939;p75"/>
                  <p:cNvSpPr/>
                  <p:nvPr/>
                </p:nvSpPr>
                <p:spPr>
                  <a:xfrm>
                    <a:off x="5041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18"/>
                        </a:moveTo>
                        <a:cubicBezTo>
                          <a:pt x="44" y="33"/>
                          <a:pt x="39" y="41"/>
                          <a:pt x="23" y="40"/>
                        </a:cubicBezTo>
                        <a:cubicBezTo>
                          <a:pt x="10" y="39"/>
                          <a:pt x="1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5" y="0"/>
                          <a:pt x="45" y="1"/>
                          <a:pt x="43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0" name="Google Shape;2940;p75"/>
                  <p:cNvSpPr/>
                  <p:nvPr/>
                </p:nvSpPr>
                <p:spPr>
                  <a:xfrm>
                    <a:off x="5239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2" y="21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1" name="Google Shape;2941;p75"/>
                  <p:cNvSpPr/>
                  <p:nvPr/>
                </p:nvSpPr>
                <p:spPr>
                  <a:xfrm>
                    <a:off x="5293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0"/>
                          <a:pt x="24" y="0"/>
                        </a:cubicBezTo>
                        <a:cubicBezTo>
                          <a:pt x="42" y="0"/>
                          <a:pt x="43" y="10"/>
                          <a:pt x="43" y="23"/>
                        </a:cubicBezTo>
                        <a:cubicBezTo>
                          <a:pt x="43" y="38"/>
                          <a:pt x="34" y="39"/>
                          <a:pt x="22" y="40"/>
                        </a:cubicBezTo>
                        <a:cubicBezTo>
                          <a:pt x="8" y="41"/>
                          <a:pt x="0" y="35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2" name="Google Shape;2942;p75"/>
                  <p:cNvSpPr/>
                  <p:nvPr/>
                </p:nvSpPr>
                <p:spPr>
                  <a:xfrm>
                    <a:off x="5351" y="2439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2"/>
                        </a:moveTo>
                        <a:cubicBezTo>
                          <a:pt x="43" y="40"/>
                          <a:pt x="31" y="40"/>
                          <a:pt x="18" y="40"/>
                        </a:cubicBezTo>
                        <a:cubicBezTo>
                          <a:pt x="5" y="40"/>
                          <a:pt x="0" y="34"/>
                          <a:pt x="0" y="21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3" name="Google Shape;2943;p75"/>
                  <p:cNvSpPr/>
                  <p:nvPr/>
                </p:nvSpPr>
                <p:spPr>
                  <a:xfrm>
                    <a:off x="5406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4"/>
                        </a:moveTo>
                        <a:cubicBezTo>
                          <a:pt x="42" y="42"/>
                          <a:pt x="28" y="40"/>
                          <a:pt x="16" y="40"/>
                        </a:cubicBezTo>
                        <a:cubicBezTo>
                          <a:pt x="2" y="40"/>
                          <a:pt x="0" y="31"/>
                          <a:pt x="0" y="19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1"/>
                          <a:pt x="42" y="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4" name="Google Shape;2944;p75"/>
                  <p:cNvSpPr/>
                  <p:nvPr/>
                </p:nvSpPr>
                <p:spPr>
                  <a:xfrm>
                    <a:off x="5041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5" y="41"/>
                          <a:pt x="21" y="41"/>
                        </a:cubicBezTo>
                        <a:cubicBezTo>
                          <a:pt x="7" y="41"/>
                          <a:pt x="0" y="35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5" name="Google Shape;2945;p75"/>
                  <p:cNvSpPr/>
                  <p:nvPr/>
                </p:nvSpPr>
                <p:spPr>
                  <a:xfrm>
                    <a:off x="5211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2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6" name="Google Shape;2946;p75"/>
                  <p:cNvSpPr/>
                  <p:nvPr/>
                </p:nvSpPr>
                <p:spPr>
                  <a:xfrm>
                    <a:off x="5266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7" name="Google Shape;2947;p75"/>
                  <p:cNvSpPr/>
                  <p:nvPr/>
                </p:nvSpPr>
                <p:spPr>
                  <a:xfrm>
                    <a:off x="5322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6"/>
                          <a:pt x="43" y="22"/>
                        </a:cubicBezTo>
                        <a:cubicBezTo>
                          <a:pt x="43" y="37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8" name="Google Shape;2948;p75"/>
                  <p:cNvSpPr/>
                  <p:nvPr/>
                </p:nvSpPr>
                <p:spPr>
                  <a:xfrm>
                    <a:off x="5379" y="2493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1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49" name="Google Shape;2949;p75"/>
                  <p:cNvSpPr/>
                  <p:nvPr/>
                </p:nvSpPr>
                <p:spPr>
                  <a:xfrm>
                    <a:off x="5434" y="2493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0" name="Google Shape;2950;p75"/>
                  <p:cNvSpPr/>
                  <p:nvPr/>
                </p:nvSpPr>
                <p:spPr>
                  <a:xfrm>
                    <a:off x="5603" y="2493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5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1" name="Google Shape;2951;p75"/>
                  <p:cNvSpPr/>
                  <p:nvPr/>
                </p:nvSpPr>
                <p:spPr>
                  <a:xfrm>
                    <a:off x="5660" y="249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1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7" y="1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2" name="Google Shape;2952;p75"/>
                  <p:cNvSpPr/>
                  <p:nvPr/>
                </p:nvSpPr>
                <p:spPr>
                  <a:xfrm>
                    <a:off x="5182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8" y="41"/>
                          <a:pt x="22" y="41"/>
                        </a:cubicBezTo>
                        <a:cubicBezTo>
                          <a:pt x="8" y="41"/>
                          <a:pt x="0" y="37"/>
                          <a:pt x="0" y="21"/>
                        </a:cubicBezTo>
                        <a:cubicBezTo>
                          <a:pt x="0" y="6"/>
                          <a:pt x="5" y="0"/>
                          <a:pt x="21" y="0"/>
                        </a:cubicBezTo>
                        <a:cubicBezTo>
                          <a:pt x="34" y="1"/>
                          <a:pt x="44" y="3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3" name="Google Shape;2953;p75"/>
                  <p:cNvSpPr/>
                  <p:nvPr/>
                </p:nvSpPr>
                <p:spPr>
                  <a:xfrm>
                    <a:off x="5239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1"/>
                        </a:cubicBezTo>
                        <a:cubicBezTo>
                          <a:pt x="42" y="36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4" name="Google Shape;2954;p75"/>
                  <p:cNvSpPr/>
                  <p:nvPr/>
                </p:nvSpPr>
                <p:spPr>
                  <a:xfrm>
                    <a:off x="5294" y="2548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9"/>
                          <a:pt x="33" y="40"/>
                          <a:pt x="20" y="41"/>
                        </a:cubicBezTo>
                        <a:cubicBezTo>
                          <a:pt x="3" y="41"/>
                          <a:pt x="1" y="32"/>
                          <a:pt x="1" y="19"/>
                        </a:cubicBezTo>
                        <a:cubicBezTo>
                          <a:pt x="0" y="2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5" name="Google Shape;2955;p75"/>
                  <p:cNvSpPr/>
                  <p:nvPr/>
                </p:nvSpPr>
                <p:spPr>
                  <a:xfrm>
                    <a:off x="5351" y="2548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6" name="Google Shape;2956;p75"/>
                  <p:cNvSpPr/>
                  <p:nvPr/>
                </p:nvSpPr>
                <p:spPr>
                  <a:xfrm>
                    <a:off x="5406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1"/>
                          <a:pt x="0" y="36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5" y="0"/>
                          <a:pt x="43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7" name="Google Shape;2957;p75"/>
                  <p:cNvSpPr/>
                  <p:nvPr/>
                </p:nvSpPr>
                <p:spPr>
                  <a:xfrm>
                    <a:off x="5463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7"/>
                          <a:pt x="35" y="41"/>
                          <a:pt x="20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8" name="Google Shape;2958;p75"/>
                  <p:cNvSpPr/>
                  <p:nvPr/>
                </p:nvSpPr>
                <p:spPr>
                  <a:xfrm>
                    <a:off x="5632" y="254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0" y="3"/>
                        </a:moveTo>
                        <a:cubicBezTo>
                          <a:pt x="33" y="1"/>
                          <a:pt x="42" y="5"/>
                          <a:pt x="42" y="21"/>
                        </a:cubicBezTo>
                        <a:cubicBezTo>
                          <a:pt x="42" y="36"/>
                          <a:pt x="38" y="43"/>
                          <a:pt x="22" y="43"/>
                        </a:cubicBezTo>
                        <a:cubicBezTo>
                          <a:pt x="8" y="43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59" name="Google Shape;2959;p75"/>
                  <p:cNvSpPr/>
                  <p:nvPr/>
                </p:nvSpPr>
                <p:spPr>
                  <a:xfrm>
                    <a:off x="5688" y="2548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3"/>
                          <a:pt x="8" y="1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0" name="Google Shape;2960;p75"/>
                  <p:cNvSpPr/>
                  <p:nvPr/>
                </p:nvSpPr>
                <p:spPr>
                  <a:xfrm>
                    <a:off x="5211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8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1" name="Google Shape;2961;p75"/>
                  <p:cNvSpPr/>
                  <p:nvPr/>
                </p:nvSpPr>
                <p:spPr>
                  <a:xfrm>
                    <a:off x="5266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0" y="40"/>
                        </a:moveTo>
                        <a:cubicBezTo>
                          <a:pt x="5" y="42"/>
                          <a:pt x="1" y="33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3" y="6"/>
                          <a:pt x="43" y="21"/>
                        </a:cubicBezTo>
                        <a:cubicBezTo>
                          <a:pt x="42" y="36"/>
                          <a:pt x="35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2" name="Google Shape;2962;p75"/>
                  <p:cNvSpPr/>
                  <p:nvPr/>
                </p:nvSpPr>
                <p:spPr>
                  <a:xfrm>
                    <a:off x="5322" y="260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20"/>
                        </a:cubicBezTo>
                        <a:cubicBezTo>
                          <a:pt x="0" y="3"/>
                          <a:pt x="9" y="1"/>
                          <a:pt x="23" y="1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3" name="Google Shape;2963;p75"/>
                  <p:cNvSpPr/>
                  <p:nvPr/>
                </p:nvSpPr>
                <p:spPr>
                  <a:xfrm>
                    <a:off x="5379" y="2602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3"/>
                          <a:pt x="1" y="37"/>
                          <a:pt x="0" y="21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4" name="Google Shape;2964;p75"/>
                  <p:cNvSpPr/>
                  <p:nvPr/>
                </p:nvSpPr>
                <p:spPr>
                  <a:xfrm>
                    <a:off x="5434" y="2602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3" y="41"/>
                        </a:moveTo>
                        <a:cubicBezTo>
                          <a:pt x="10" y="42"/>
                          <a:pt x="1" y="39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3" y="2"/>
                          <a:pt x="42" y="19"/>
                        </a:cubicBezTo>
                        <a:cubicBezTo>
                          <a:pt x="42" y="32"/>
                          <a:pt x="40" y="43"/>
                          <a:pt x="23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5" name="Google Shape;2965;p75"/>
                  <p:cNvSpPr/>
                  <p:nvPr/>
                </p:nvSpPr>
                <p:spPr>
                  <a:xfrm>
                    <a:off x="5604" y="2602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0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6" name="Google Shape;2966;p75"/>
                  <p:cNvSpPr/>
                  <p:nvPr/>
                </p:nvSpPr>
                <p:spPr>
                  <a:xfrm>
                    <a:off x="5660" y="2602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1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7" name="Google Shape;2967;p75"/>
                  <p:cNvSpPr/>
                  <p:nvPr/>
                </p:nvSpPr>
                <p:spPr>
                  <a:xfrm>
                    <a:off x="546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20"/>
                        </a:moveTo>
                        <a:cubicBezTo>
                          <a:pt x="44" y="35"/>
                          <a:pt x="37" y="41"/>
                          <a:pt x="22" y="40"/>
                        </a:cubicBezTo>
                        <a:cubicBezTo>
                          <a:pt x="10" y="39"/>
                          <a:pt x="1" y="38"/>
                          <a:pt x="1" y="23"/>
                        </a:cubicBezTo>
                        <a:cubicBezTo>
                          <a:pt x="0" y="9"/>
                          <a:pt x="4" y="0"/>
                          <a:pt x="20" y="0"/>
                        </a:cubicBezTo>
                        <a:cubicBezTo>
                          <a:pt x="34" y="0"/>
                          <a:pt x="44" y="3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8" name="Google Shape;2968;p75"/>
                  <p:cNvSpPr/>
                  <p:nvPr/>
                </p:nvSpPr>
                <p:spPr>
                  <a:xfrm>
                    <a:off x="5687" y="2439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0" extrusionOk="0">
                        <a:moveTo>
                          <a:pt x="2" y="22"/>
                        </a:moveTo>
                        <a:cubicBezTo>
                          <a:pt x="0" y="8"/>
                          <a:pt x="5" y="0"/>
                          <a:pt x="21" y="0"/>
                        </a:cubicBezTo>
                        <a:cubicBezTo>
                          <a:pt x="33" y="1"/>
                          <a:pt x="41" y="3"/>
                          <a:pt x="42" y="18"/>
                        </a:cubicBezTo>
                        <a:cubicBezTo>
                          <a:pt x="42" y="33"/>
                          <a:pt x="37" y="40"/>
                          <a:pt x="21" y="40"/>
                        </a:cubicBezTo>
                        <a:cubicBezTo>
                          <a:pt x="10" y="39"/>
                          <a:pt x="0" y="38"/>
                          <a:pt x="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69" name="Google Shape;2969;p75"/>
                  <p:cNvSpPr/>
                  <p:nvPr/>
                </p:nvSpPr>
                <p:spPr>
                  <a:xfrm>
                    <a:off x="5632" y="2439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3" y="39"/>
                        </a:moveTo>
                        <a:cubicBezTo>
                          <a:pt x="9" y="41"/>
                          <a:pt x="0" y="37"/>
                          <a:pt x="0" y="21"/>
                        </a:cubicBezTo>
                        <a:cubicBezTo>
                          <a:pt x="1" y="9"/>
                          <a:pt x="3" y="0"/>
                          <a:pt x="18" y="0"/>
                        </a:cubicBezTo>
                        <a:cubicBezTo>
                          <a:pt x="30" y="0"/>
                          <a:pt x="41" y="0"/>
                          <a:pt x="42" y="18"/>
                        </a:cubicBezTo>
                        <a:cubicBezTo>
                          <a:pt x="42" y="32"/>
                          <a:pt x="39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0" name="Google Shape;2970;p75"/>
                  <p:cNvSpPr/>
                  <p:nvPr/>
                </p:nvSpPr>
                <p:spPr>
                  <a:xfrm>
                    <a:off x="5182" y="2439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2" y="22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9"/>
                        </a:cubicBezTo>
                        <a:cubicBezTo>
                          <a:pt x="0" y="2"/>
                          <a:pt x="10" y="0"/>
                          <a:pt x="24" y="0"/>
                        </a:cubicBezTo>
                        <a:cubicBezTo>
                          <a:pt x="41" y="1"/>
                          <a:pt x="43" y="10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1" name="Google Shape;2971;p75"/>
                  <p:cNvSpPr/>
                  <p:nvPr/>
                </p:nvSpPr>
                <p:spPr>
                  <a:xfrm>
                    <a:off x="5856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0" extrusionOk="0">
                        <a:moveTo>
                          <a:pt x="43" y="21"/>
                        </a:moveTo>
                        <a:cubicBezTo>
                          <a:pt x="44" y="37"/>
                          <a:pt x="35" y="40"/>
                          <a:pt x="21" y="40"/>
                        </a:cubicBezTo>
                        <a:cubicBezTo>
                          <a:pt x="6" y="40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7" y="0"/>
                          <a:pt x="44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2" name="Google Shape;2972;p75"/>
                  <p:cNvSpPr/>
                  <p:nvPr/>
                </p:nvSpPr>
                <p:spPr>
                  <a:xfrm>
                    <a:off x="588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20"/>
                        </a:moveTo>
                        <a:cubicBezTo>
                          <a:pt x="46" y="39"/>
                          <a:pt x="35" y="40"/>
                          <a:pt x="21" y="41"/>
                        </a:cubicBezTo>
                        <a:cubicBezTo>
                          <a:pt x="6" y="41"/>
                          <a:pt x="0" y="35"/>
                          <a:pt x="1" y="19"/>
                        </a:cubicBezTo>
                        <a:cubicBezTo>
                          <a:pt x="1" y="3"/>
                          <a:pt x="10" y="0"/>
                          <a:pt x="24" y="0"/>
                        </a:cubicBezTo>
                        <a:cubicBezTo>
                          <a:pt x="39" y="0"/>
                          <a:pt x="46" y="6"/>
                          <a:pt x="44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3" name="Google Shape;2973;p75"/>
                  <p:cNvSpPr/>
                  <p:nvPr/>
                </p:nvSpPr>
                <p:spPr>
                  <a:xfrm>
                    <a:off x="6221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0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4" name="Google Shape;2974;p75"/>
                  <p:cNvSpPr/>
                  <p:nvPr/>
                </p:nvSpPr>
                <p:spPr>
                  <a:xfrm>
                    <a:off x="6277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9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5" name="Google Shape;2975;p75"/>
                  <p:cNvSpPr/>
                  <p:nvPr/>
                </p:nvSpPr>
                <p:spPr>
                  <a:xfrm>
                    <a:off x="6249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7"/>
                          <a:pt x="35" y="40"/>
                          <a:pt x="21" y="41"/>
                        </a:cubicBezTo>
                        <a:cubicBezTo>
                          <a:pt x="5" y="41"/>
                          <a:pt x="0" y="35"/>
                          <a:pt x="0" y="19"/>
                        </a:cubicBezTo>
                        <a:cubicBezTo>
                          <a:pt x="0" y="3"/>
                          <a:pt x="9" y="0"/>
                          <a:pt x="22" y="0"/>
                        </a:cubicBezTo>
                        <a:cubicBezTo>
                          <a:pt x="38" y="0"/>
                          <a:pt x="45" y="5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6" name="Google Shape;2976;p75"/>
                  <p:cNvSpPr/>
                  <p:nvPr/>
                </p:nvSpPr>
                <p:spPr>
                  <a:xfrm>
                    <a:off x="6305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2" extrusionOk="0">
                        <a:moveTo>
                          <a:pt x="44" y="19"/>
                        </a:moveTo>
                        <a:cubicBezTo>
                          <a:pt x="45" y="34"/>
                          <a:pt x="40" y="42"/>
                          <a:pt x="24" y="41"/>
                        </a:cubicBezTo>
                        <a:cubicBezTo>
                          <a:pt x="11" y="41"/>
                          <a:pt x="1" y="40"/>
                          <a:pt x="0" y="23"/>
                        </a:cubicBezTo>
                        <a:cubicBezTo>
                          <a:pt x="0" y="8"/>
                          <a:pt x="4" y="0"/>
                          <a:pt x="20" y="1"/>
                        </a:cubicBezTo>
                        <a:cubicBezTo>
                          <a:pt x="33" y="1"/>
                          <a:pt x="45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7" name="Google Shape;2977;p75"/>
                  <p:cNvSpPr/>
                  <p:nvPr/>
                </p:nvSpPr>
                <p:spPr>
                  <a:xfrm>
                    <a:off x="5829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2"/>
                          <a:pt x="0" y="34"/>
                          <a:pt x="0" y="19"/>
                        </a:cubicBezTo>
                        <a:cubicBezTo>
                          <a:pt x="1" y="7"/>
                          <a:pt x="5" y="0"/>
                          <a:pt x="19" y="0"/>
                        </a:cubicBezTo>
                        <a:cubicBezTo>
                          <a:pt x="33" y="0"/>
                          <a:pt x="42" y="3"/>
                          <a:pt x="42" y="20"/>
                        </a:cubicBezTo>
                        <a:cubicBezTo>
                          <a:pt x="42" y="34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8" name="Google Shape;2978;p75"/>
                  <p:cNvSpPr/>
                  <p:nvPr/>
                </p:nvSpPr>
                <p:spPr>
                  <a:xfrm>
                    <a:off x="5800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0" y="41"/>
                          <a:pt x="0" y="40"/>
                          <a:pt x="0" y="23"/>
                        </a:cubicBezTo>
                        <a:cubicBezTo>
                          <a:pt x="0" y="10"/>
                          <a:pt x="3" y="0"/>
                          <a:pt x="19" y="1"/>
                        </a:cubicBezTo>
                        <a:cubicBezTo>
                          <a:pt x="32" y="1"/>
                          <a:pt x="43" y="1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9" name="Google Shape;2979;p75"/>
                  <p:cNvSpPr/>
                  <p:nvPr/>
                </p:nvSpPr>
                <p:spPr>
                  <a:xfrm>
                    <a:off x="5800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3" y="39"/>
                        </a:moveTo>
                        <a:cubicBezTo>
                          <a:pt x="9" y="40"/>
                          <a:pt x="0" y="36"/>
                          <a:pt x="0" y="20"/>
                        </a:cubicBezTo>
                        <a:cubicBezTo>
                          <a:pt x="0" y="4"/>
                          <a:pt x="8" y="0"/>
                          <a:pt x="22" y="0"/>
                        </a:cubicBezTo>
                        <a:cubicBezTo>
                          <a:pt x="34" y="0"/>
                          <a:pt x="42" y="4"/>
                          <a:pt x="42" y="18"/>
                        </a:cubicBezTo>
                        <a:cubicBezTo>
                          <a:pt x="43" y="32"/>
                          <a:pt x="38" y="41"/>
                          <a:pt x="23" y="3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0" name="Google Shape;2980;p75"/>
                  <p:cNvSpPr/>
                  <p:nvPr/>
                </p:nvSpPr>
                <p:spPr>
                  <a:xfrm>
                    <a:off x="5856" y="2683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3" y="23"/>
                        </a:moveTo>
                        <a:cubicBezTo>
                          <a:pt x="42" y="42"/>
                          <a:pt x="29" y="39"/>
                          <a:pt x="17" y="39"/>
                        </a:cubicBezTo>
                        <a:cubicBezTo>
                          <a:pt x="2" y="39"/>
                          <a:pt x="0" y="30"/>
                          <a:pt x="0" y="18"/>
                        </a:cubicBezTo>
                        <a:cubicBezTo>
                          <a:pt x="0" y="1"/>
                          <a:pt x="11" y="0"/>
                          <a:pt x="24" y="0"/>
                        </a:cubicBezTo>
                        <a:cubicBezTo>
                          <a:pt x="41" y="0"/>
                          <a:pt x="44" y="10"/>
                          <a:pt x="43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1" name="Google Shape;2981;p75"/>
                  <p:cNvSpPr/>
                  <p:nvPr/>
                </p:nvSpPr>
                <p:spPr>
                  <a:xfrm>
                    <a:off x="6249" y="2682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24" y="41"/>
                        </a:moveTo>
                        <a:cubicBezTo>
                          <a:pt x="9" y="41"/>
                          <a:pt x="0" y="38"/>
                          <a:pt x="0" y="22"/>
                        </a:cubicBezTo>
                        <a:cubicBezTo>
                          <a:pt x="0" y="6"/>
                          <a:pt x="6" y="0"/>
                          <a:pt x="21" y="1"/>
                        </a:cubicBezTo>
                        <a:cubicBezTo>
                          <a:pt x="35" y="1"/>
                          <a:pt x="44" y="4"/>
                          <a:pt x="44" y="20"/>
                        </a:cubicBezTo>
                        <a:cubicBezTo>
                          <a:pt x="44" y="36"/>
                          <a:pt x="37" y="42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2" name="Google Shape;2982;p75"/>
                  <p:cNvSpPr/>
                  <p:nvPr/>
                </p:nvSpPr>
                <p:spPr>
                  <a:xfrm>
                    <a:off x="6305" y="2683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0" extrusionOk="0">
                        <a:moveTo>
                          <a:pt x="44" y="21"/>
                        </a:moveTo>
                        <a:cubicBezTo>
                          <a:pt x="45" y="38"/>
                          <a:pt x="34" y="39"/>
                          <a:pt x="21" y="40"/>
                        </a:cubicBezTo>
                        <a:cubicBezTo>
                          <a:pt x="7" y="40"/>
                          <a:pt x="0" y="34"/>
                          <a:pt x="0" y="19"/>
                        </a:cubicBezTo>
                        <a:cubicBezTo>
                          <a:pt x="1" y="3"/>
                          <a:pt x="10" y="0"/>
                          <a:pt x="23" y="0"/>
                        </a:cubicBezTo>
                        <a:cubicBezTo>
                          <a:pt x="38" y="0"/>
                          <a:pt x="45" y="6"/>
                          <a:pt x="44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3" name="Google Shape;2983;p75"/>
                  <p:cNvSpPr/>
                  <p:nvPr/>
                </p:nvSpPr>
                <p:spPr>
                  <a:xfrm>
                    <a:off x="588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1" extrusionOk="0">
                        <a:moveTo>
                          <a:pt x="44" y="19"/>
                        </a:moveTo>
                        <a:cubicBezTo>
                          <a:pt x="46" y="35"/>
                          <a:pt x="38" y="41"/>
                          <a:pt x="23" y="41"/>
                        </a:cubicBezTo>
                        <a:cubicBezTo>
                          <a:pt x="9" y="41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6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4" name="Google Shape;2984;p75"/>
                  <p:cNvSpPr/>
                  <p:nvPr/>
                </p:nvSpPr>
                <p:spPr>
                  <a:xfrm>
                    <a:off x="5829" y="2845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41"/>
                        </a:moveTo>
                        <a:cubicBezTo>
                          <a:pt x="3" y="42"/>
                          <a:pt x="0" y="32"/>
                          <a:pt x="0" y="18"/>
                        </a:cubicBezTo>
                        <a:cubicBezTo>
                          <a:pt x="1" y="5"/>
                          <a:pt x="8" y="1"/>
                          <a:pt x="20" y="1"/>
                        </a:cubicBezTo>
                        <a:cubicBezTo>
                          <a:pt x="35" y="0"/>
                          <a:pt x="42" y="6"/>
                          <a:pt x="42" y="21"/>
                        </a:cubicBezTo>
                        <a:cubicBezTo>
                          <a:pt x="42" y="37"/>
                          <a:pt x="34" y="42"/>
                          <a:pt x="20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5" name="Google Shape;2985;p75"/>
                  <p:cNvSpPr/>
                  <p:nvPr/>
                </p:nvSpPr>
                <p:spPr>
                  <a:xfrm>
                    <a:off x="6221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6" name="Google Shape;2986;p75"/>
                  <p:cNvSpPr/>
                  <p:nvPr/>
                </p:nvSpPr>
                <p:spPr>
                  <a:xfrm>
                    <a:off x="6277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1"/>
                          <a:pt x="0" y="34"/>
                          <a:pt x="0" y="19"/>
                        </a:cubicBezTo>
                        <a:cubicBezTo>
                          <a:pt x="0" y="2"/>
                          <a:pt x="10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7" name="Google Shape;2987;p75"/>
                  <p:cNvSpPr/>
                  <p:nvPr/>
                </p:nvSpPr>
                <p:spPr>
                  <a:xfrm>
                    <a:off x="5772" y="2845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3"/>
                          <a:pt x="38" y="41"/>
                          <a:pt x="22" y="40"/>
                        </a:cubicBezTo>
                        <a:cubicBezTo>
                          <a:pt x="9" y="39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8" name="Google Shape;2988;p75"/>
                  <p:cNvSpPr/>
                  <p:nvPr/>
                </p:nvSpPr>
                <p:spPr>
                  <a:xfrm>
                    <a:off x="5969" y="2682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0" y="1"/>
                        </a:moveTo>
                        <a:cubicBezTo>
                          <a:pt x="34" y="0"/>
                          <a:pt x="42" y="4"/>
                          <a:pt x="43" y="20"/>
                        </a:cubicBezTo>
                        <a:cubicBezTo>
                          <a:pt x="43" y="37"/>
                          <a:pt x="35" y="41"/>
                          <a:pt x="21" y="41"/>
                        </a:cubicBezTo>
                        <a:cubicBezTo>
                          <a:pt x="9" y="41"/>
                          <a:pt x="0" y="39"/>
                          <a:pt x="0" y="24"/>
                        </a:cubicBezTo>
                        <a:cubicBezTo>
                          <a:pt x="0" y="10"/>
                          <a:pt x="3" y="0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9" name="Google Shape;2989;p75"/>
                  <p:cNvSpPr/>
                  <p:nvPr/>
                </p:nvSpPr>
                <p:spPr>
                  <a:xfrm>
                    <a:off x="6024" y="2682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2" y="20"/>
                        </a:moveTo>
                        <a:cubicBezTo>
                          <a:pt x="1" y="3"/>
                          <a:pt x="11" y="1"/>
                          <a:pt x="24" y="1"/>
                        </a:cubicBezTo>
                        <a:cubicBezTo>
                          <a:pt x="42" y="0"/>
                          <a:pt x="43" y="10"/>
                          <a:pt x="43" y="24"/>
                        </a:cubicBezTo>
                        <a:cubicBezTo>
                          <a:pt x="43" y="39"/>
                          <a:pt x="34" y="40"/>
                          <a:pt x="23" y="41"/>
                        </a:cubicBezTo>
                        <a:cubicBezTo>
                          <a:pt x="8" y="41"/>
                          <a:pt x="0" y="36"/>
                          <a:pt x="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0" name="Google Shape;2990;p75"/>
                  <p:cNvSpPr/>
                  <p:nvPr/>
                </p:nvSpPr>
                <p:spPr>
                  <a:xfrm>
                    <a:off x="6081" y="2683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2" y="22"/>
                        </a:moveTo>
                        <a:cubicBezTo>
                          <a:pt x="43" y="40"/>
                          <a:pt x="31" y="40"/>
                          <a:pt x="19" y="40"/>
                        </a:cubicBezTo>
                        <a:cubicBezTo>
                          <a:pt x="5" y="40"/>
                          <a:pt x="0" y="34"/>
                          <a:pt x="0" y="20"/>
                        </a:cubicBezTo>
                        <a:cubicBezTo>
                          <a:pt x="0" y="5"/>
                          <a:pt x="7" y="0"/>
                          <a:pt x="22" y="0"/>
                        </a:cubicBezTo>
                        <a:cubicBezTo>
                          <a:pt x="37" y="0"/>
                          <a:pt x="43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1" name="Google Shape;2991;p75"/>
                  <p:cNvSpPr/>
                  <p:nvPr/>
                </p:nvSpPr>
                <p:spPr>
                  <a:xfrm>
                    <a:off x="6137" y="2683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42" y="23"/>
                        </a:moveTo>
                        <a:cubicBezTo>
                          <a:pt x="42" y="42"/>
                          <a:pt x="28" y="39"/>
                          <a:pt x="17" y="40"/>
                        </a:cubicBezTo>
                        <a:cubicBezTo>
                          <a:pt x="2" y="40"/>
                          <a:pt x="0" y="30"/>
                          <a:pt x="0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41" y="0"/>
                          <a:pt x="42" y="10"/>
                          <a:pt x="42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2" name="Google Shape;2992;p75"/>
                  <p:cNvSpPr/>
                  <p:nvPr/>
                </p:nvSpPr>
                <p:spPr>
                  <a:xfrm>
                    <a:off x="5772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7"/>
                          <a:pt x="34" y="40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8" y="1"/>
                          <a:pt x="22" y="0"/>
                        </a:cubicBezTo>
                        <a:cubicBezTo>
                          <a:pt x="37" y="0"/>
                          <a:pt x="43" y="6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3" name="Google Shape;2993;p75"/>
                  <p:cNvSpPr/>
                  <p:nvPr/>
                </p:nvSpPr>
                <p:spPr>
                  <a:xfrm>
                    <a:off x="5941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0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4" name="Google Shape;2994;p75"/>
                  <p:cNvSpPr/>
                  <p:nvPr/>
                </p:nvSpPr>
                <p:spPr>
                  <a:xfrm>
                    <a:off x="5997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5" name="Google Shape;2995;p75"/>
                  <p:cNvSpPr/>
                  <p:nvPr/>
                </p:nvSpPr>
                <p:spPr>
                  <a:xfrm>
                    <a:off x="6053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1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1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6" name="Google Shape;2996;p75"/>
                  <p:cNvSpPr/>
                  <p:nvPr/>
                </p:nvSpPr>
                <p:spPr>
                  <a:xfrm>
                    <a:off x="6109" y="2736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0"/>
                        </a:moveTo>
                        <a:cubicBezTo>
                          <a:pt x="43" y="35"/>
                          <a:pt x="37" y="42"/>
                          <a:pt x="21" y="41"/>
                        </a:cubicBezTo>
                        <a:cubicBezTo>
                          <a:pt x="9" y="40"/>
                          <a:pt x="0" y="39"/>
                          <a:pt x="1" y="24"/>
                        </a:cubicBezTo>
                        <a:cubicBezTo>
                          <a:pt x="1" y="10"/>
                          <a:pt x="2" y="0"/>
                          <a:pt x="19" y="0"/>
                        </a:cubicBezTo>
                        <a:cubicBezTo>
                          <a:pt x="33" y="0"/>
                          <a:pt x="43" y="3"/>
                          <a:pt x="41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7" name="Google Shape;2997;p75"/>
                  <p:cNvSpPr/>
                  <p:nvPr/>
                </p:nvSpPr>
                <p:spPr>
                  <a:xfrm>
                    <a:off x="6164" y="2736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6"/>
                          <a:pt x="37" y="41"/>
                          <a:pt x="22" y="41"/>
                        </a:cubicBezTo>
                        <a:cubicBezTo>
                          <a:pt x="7" y="41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6" y="0"/>
                          <a:pt x="44" y="5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8" name="Google Shape;2998;p75"/>
                  <p:cNvSpPr/>
                  <p:nvPr/>
                </p:nvSpPr>
                <p:spPr>
                  <a:xfrm>
                    <a:off x="6334" y="2736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4" extrusionOk="0">
                        <a:moveTo>
                          <a:pt x="42" y="25"/>
                        </a:moveTo>
                        <a:cubicBezTo>
                          <a:pt x="43" y="44"/>
                          <a:pt x="29" y="41"/>
                          <a:pt x="18" y="41"/>
                        </a:cubicBezTo>
                        <a:cubicBezTo>
                          <a:pt x="0" y="42"/>
                          <a:pt x="1" y="30"/>
                          <a:pt x="1" y="18"/>
                        </a:cubicBezTo>
                        <a:cubicBezTo>
                          <a:pt x="1" y="0"/>
                          <a:pt x="14" y="2"/>
                          <a:pt x="26" y="2"/>
                        </a:cubicBezTo>
                        <a:cubicBezTo>
                          <a:pt x="43" y="1"/>
                          <a:pt x="43" y="13"/>
                          <a:pt x="42" y="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9" name="Google Shape;2999;p75"/>
                  <p:cNvSpPr/>
                  <p:nvPr/>
                </p:nvSpPr>
                <p:spPr>
                  <a:xfrm>
                    <a:off x="6390" y="2736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2"/>
                        </a:moveTo>
                        <a:cubicBezTo>
                          <a:pt x="44" y="40"/>
                          <a:pt x="32" y="40"/>
                          <a:pt x="19" y="40"/>
                        </a:cubicBezTo>
                        <a:cubicBezTo>
                          <a:pt x="5" y="41"/>
                          <a:pt x="1" y="35"/>
                          <a:pt x="1" y="22"/>
                        </a:cubicBezTo>
                        <a:cubicBezTo>
                          <a:pt x="0" y="6"/>
                          <a:pt x="6" y="0"/>
                          <a:pt x="22" y="0"/>
                        </a:cubicBezTo>
                        <a:cubicBezTo>
                          <a:pt x="37" y="1"/>
                          <a:pt x="44" y="6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0" name="Google Shape;3000;p75"/>
                  <p:cNvSpPr/>
                  <p:nvPr/>
                </p:nvSpPr>
                <p:spPr>
                  <a:xfrm>
                    <a:off x="5743" y="2791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9" y="41"/>
                          <a:pt x="0" y="38"/>
                          <a:pt x="1" y="21"/>
                        </a:cubicBezTo>
                        <a:cubicBezTo>
                          <a:pt x="1" y="9"/>
                          <a:pt x="4" y="1"/>
                          <a:pt x="18" y="1"/>
                        </a:cubicBezTo>
                        <a:cubicBezTo>
                          <a:pt x="30" y="2"/>
                          <a:pt x="44" y="0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1" name="Google Shape;3001;p75"/>
                  <p:cNvSpPr/>
                  <p:nvPr/>
                </p:nvSpPr>
                <p:spPr>
                  <a:xfrm>
                    <a:off x="5913" y="2791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5"/>
                          <a:pt x="38" y="41"/>
                          <a:pt x="22" y="41"/>
                        </a:cubicBezTo>
                        <a:cubicBezTo>
                          <a:pt x="8" y="41"/>
                          <a:pt x="0" y="38"/>
                          <a:pt x="0" y="22"/>
                        </a:cubicBezTo>
                        <a:cubicBezTo>
                          <a:pt x="0" y="7"/>
                          <a:pt x="5" y="0"/>
                          <a:pt x="21" y="1"/>
                        </a:cubicBezTo>
                        <a:cubicBezTo>
                          <a:pt x="34" y="1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2" name="Google Shape;3002;p75"/>
                  <p:cNvSpPr/>
                  <p:nvPr/>
                </p:nvSpPr>
                <p:spPr>
                  <a:xfrm>
                    <a:off x="5969" y="2791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2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5"/>
                          <a:pt x="7" y="0"/>
                          <a:pt x="21" y="0"/>
                        </a:cubicBezTo>
                        <a:cubicBezTo>
                          <a:pt x="36" y="0"/>
                          <a:pt x="43" y="5"/>
                          <a:pt x="43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3" name="Google Shape;3003;p75"/>
                  <p:cNvSpPr/>
                  <p:nvPr/>
                </p:nvSpPr>
                <p:spPr>
                  <a:xfrm>
                    <a:off x="6024" y="2791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4" y="39"/>
                          <a:pt x="33" y="40"/>
                          <a:pt x="20" y="40"/>
                        </a:cubicBezTo>
                        <a:cubicBezTo>
                          <a:pt x="3" y="41"/>
                          <a:pt x="1" y="32"/>
                          <a:pt x="1" y="18"/>
                        </a:cubicBezTo>
                        <a:cubicBezTo>
                          <a:pt x="0" y="1"/>
                          <a:pt x="10" y="0"/>
                          <a:pt x="23" y="0"/>
                        </a:cubicBezTo>
                        <a:cubicBezTo>
                          <a:pt x="39" y="0"/>
                          <a:pt x="44" y="7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4" name="Google Shape;3004;p75"/>
                  <p:cNvSpPr/>
                  <p:nvPr/>
                </p:nvSpPr>
                <p:spPr>
                  <a:xfrm>
                    <a:off x="6081" y="2791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1" y="40"/>
                        </a:moveTo>
                        <a:cubicBezTo>
                          <a:pt x="6" y="42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1" y="0"/>
                        </a:cubicBezTo>
                        <a:cubicBezTo>
                          <a:pt x="36" y="0"/>
                          <a:pt x="42" y="5"/>
                          <a:pt x="42" y="20"/>
                        </a:cubicBezTo>
                        <a:cubicBezTo>
                          <a:pt x="42" y="35"/>
                          <a:pt x="36" y="42"/>
                          <a:pt x="21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5" name="Google Shape;3005;p75"/>
                  <p:cNvSpPr/>
                  <p:nvPr/>
                </p:nvSpPr>
                <p:spPr>
                  <a:xfrm>
                    <a:off x="6137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0"/>
                        </a:moveTo>
                        <a:cubicBezTo>
                          <a:pt x="43" y="35"/>
                          <a:pt x="36" y="41"/>
                          <a:pt x="21" y="41"/>
                        </a:cubicBezTo>
                        <a:cubicBezTo>
                          <a:pt x="7" y="40"/>
                          <a:pt x="0" y="35"/>
                          <a:pt x="0" y="20"/>
                        </a:cubicBezTo>
                        <a:cubicBezTo>
                          <a:pt x="0" y="5"/>
                          <a:pt x="6" y="0"/>
                          <a:pt x="21" y="0"/>
                        </a:cubicBezTo>
                        <a:cubicBezTo>
                          <a:pt x="36" y="0"/>
                          <a:pt x="44" y="4"/>
                          <a:pt x="42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6" name="Google Shape;3006;p75"/>
                  <p:cNvSpPr/>
                  <p:nvPr/>
                </p:nvSpPr>
                <p:spPr>
                  <a:xfrm>
                    <a:off x="6193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3" y="36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4"/>
                          <a:pt x="7" y="0"/>
                          <a:pt x="22" y="0"/>
                        </a:cubicBezTo>
                        <a:cubicBezTo>
                          <a:pt x="37" y="0"/>
                          <a:pt x="44" y="5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7" name="Google Shape;3007;p75"/>
                  <p:cNvSpPr/>
                  <p:nvPr/>
                </p:nvSpPr>
                <p:spPr>
                  <a:xfrm>
                    <a:off x="6362" y="2790"/>
                    <a:ext cx="29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2" extrusionOk="0">
                        <a:moveTo>
                          <a:pt x="20" y="2"/>
                        </a:moveTo>
                        <a:cubicBezTo>
                          <a:pt x="34" y="1"/>
                          <a:pt x="42" y="4"/>
                          <a:pt x="42" y="21"/>
                        </a:cubicBezTo>
                        <a:cubicBezTo>
                          <a:pt x="42" y="35"/>
                          <a:pt x="38" y="42"/>
                          <a:pt x="22" y="42"/>
                        </a:cubicBezTo>
                        <a:cubicBezTo>
                          <a:pt x="8" y="42"/>
                          <a:pt x="0" y="39"/>
                          <a:pt x="0" y="23"/>
                        </a:cubicBezTo>
                        <a:cubicBezTo>
                          <a:pt x="0" y="9"/>
                          <a:pt x="4" y="0"/>
                          <a:pt x="20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8" name="Google Shape;3008;p75"/>
                  <p:cNvSpPr/>
                  <p:nvPr/>
                </p:nvSpPr>
                <p:spPr>
                  <a:xfrm>
                    <a:off x="6418" y="2791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0" y="21"/>
                        </a:moveTo>
                        <a:cubicBezTo>
                          <a:pt x="42" y="38"/>
                          <a:pt x="32" y="40"/>
                          <a:pt x="18" y="40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8" y="0"/>
                          <a:pt x="20" y="0"/>
                        </a:cubicBezTo>
                        <a:cubicBezTo>
                          <a:pt x="35" y="0"/>
                          <a:pt x="43" y="5"/>
                          <a:pt x="40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9" name="Google Shape;3009;p75"/>
                  <p:cNvSpPr/>
                  <p:nvPr/>
                </p:nvSpPr>
                <p:spPr>
                  <a:xfrm>
                    <a:off x="5941" y="2845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1" y="22"/>
                        </a:moveTo>
                        <a:cubicBezTo>
                          <a:pt x="43" y="40"/>
                          <a:pt x="32" y="41"/>
                          <a:pt x="19" y="41"/>
                        </a:cubicBezTo>
                        <a:cubicBezTo>
                          <a:pt x="1" y="41"/>
                          <a:pt x="1" y="30"/>
                          <a:pt x="1" y="17"/>
                        </a:cubicBezTo>
                        <a:cubicBezTo>
                          <a:pt x="0" y="2"/>
                          <a:pt x="10" y="1"/>
                          <a:pt x="22" y="1"/>
                        </a:cubicBezTo>
                        <a:cubicBezTo>
                          <a:pt x="37" y="0"/>
                          <a:pt x="43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0" name="Google Shape;3010;p75"/>
                  <p:cNvSpPr/>
                  <p:nvPr/>
                </p:nvSpPr>
                <p:spPr>
                  <a:xfrm>
                    <a:off x="5997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3" extrusionOk="0">
                        <a:moveTo>
                          <a:pt x="21" y="41"/>
                        </a:moveTo>
                        <a:cubicBezTo>
                          <a:pt x="5" y="43"/>
                          <a:pt x="1" y="34"/>
                          <a:pt x="0" y="20"/>
                        </a:cubicBezTo>
                        <a:cubicBezTo>
                          <a:pt x="0" y="4"/>
                          <a:pt x="9" y="1"/>
                          <a:pt x="22" y="0"/>
                        </a:cubicBez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2" y="37"/>
                          <a:pt x="35" y="42"/>
                          <a:pt x="2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1" name="Google Shape;3011;p75"/>
                  <p:cNvSpPr/>
                  <p:nvPr/>
                </p:nvSpPr>
                <p:spPr>
                  <a:xfrm>
                    <a:off x="6053" y="2845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2" extrusionOk="0">
                        <a:moveTo>
                          <a:pt x="42" y="22"/>
                        </a:moveTo>
                        <a:cubicBezTo>
                          <a:pt x="43" y="38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1"/>
                          <a:pt x="23" y="0"/>
                        </a:cubicBezTo>
                        <a:cubicBezTo>
                          <a:pt x="38" y="0"/>
                          <a:pt x="44" y="7"/>
                          <a:pt x="42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2" name="Google Shape;3012;p75"/>
                  <p:cNvSpPr/>
                  <p:nvPr/>
                </p:nvSpPr>
                <p:spPr>
                  <a:xfrm>
                    <a:off x="6109" y="2845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4" y="41"/>
                        </a:moveTo>
                        <a:cubicBezTo>
                          <a:pt x="8" y="42"/>
                          <a:pt x="1" y="37"/>
                          <a:pt x="0" y="21"/>
                        </a:cubicBezTo>
                        <a:cubicBezTo>
                          <a:pt x="0" y="5"/>
                          <a:pt x="7" y="0"/>
                          <a:pt x="22" y="1"/>
                        </a:cubicBezTo>
                        <a:cubicBezTo>
                          <a:pt x="34" y="1"/>
                          <a:pt x="42" y="4"/>
                          <a:pt x="41" y="18"/>
                        </a:cubicBezTo>
                        <a:cubicBezTo>
                          <a:pt x="41" y="31"/>
                          <a:pt x="41" y="43"/>
                          <a:pt x="24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3" name="Google Shape;3013;p75"/>
                  <p:cNvSpPr/>
                  <p:nvPr/>
                </p:nvSpPr>
                <p:spPr>
                  <a:xfrm>
                    <a:off x="6164" y="2845"/>
                    <a:ext cx="30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4" y="40"/>
                        </a:moveTo>
                        <a:cubicBezTo>
                          <a:pt x="10" y="41"/>
                          <a:pt x="1" y="38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0"/>
                          <a:pt x="43" y="1"/>
                          <a:pt x="42" y="18"/>
                        </a:cubicBezTo>
                        <a:cubicBezTo>
                          <a:pt x="42" y="31"/>
                          <a:pt x="40" y="42"/>
                          <a:pt x="24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4" name="Google Shape;3014;p75"/>
                  <p:cNvSpPr/>
                  <p:nvPr/>
                </p:nvSpPr>
                <p:spPr>
                  <a:xfrm>
                    <a:off x="6334" y="284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1" y="22"/>
                        </a:moveTo>
                        <a:cubicBezTo>
                          <a:pt x="43" y="40"/>
                          <a:pt x="31" y="41"/>
                          <a:pt x="18" y="41"/>
                        </a:cubicBezTo>
                        <a:cubicBezTo>
                          <a:pt x="1" y="41"/>
                          <a:pt x="0" y="30"/>
                          <a:pt x="0" y="17"/>
                        </a:cubicBezTo>
                        <a:cubicBezTo>
                          <a:pt x="0" y="2"/>
                          <a:pt x="10" y="1"/>
                          <a:pt x="21" y="1"/>
                        </a:cubicBezTo>
                        <a:cubicBezTo>
                          <a:pt x="36" y="0"/>
                          <a:pt x="44" y="7"/>
                          <a:pt x="41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5" name="Google Shape;3015;p75"/>
                  <p:cNvSpPr/>
                  <p:nvPr/>
                </p:nvSpPr>
                <p:spPr>
                  <a:xfrm>
                    <a:off x="6391" y="284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0" extrusionOk="0">
                        <a:moveTo>
                          <a:pt x="41" y="21"/>
                        </a:moveTo>
                        <a:cubicBezTo>
                          <a:pt x="42" y="38"/>
                          <a:pt x="31" y="40"/>
                          <a:pt x="18" y="40"/>
                        </a:cubicBezTo>
                        <a:cubicBezTo>
                          <a:pt x="1" y="40"/>
                          <a:pt x="0" y="29"/>
                          <a:pt x="0" y="16"/>
                        </a:cubicBezTo>
                        <a:cubicBezTo>
                          <a:pt x="0" y="1"/>
                          <a:pt x="10" y="0"/>
                          <a:pt x="21" y="0"/>
                        </a:cubicBezTo>
                        <a:cubicBezTo>
                          <a:pt x="36" y="0"/>
                          <a:pt x="43" y="6"/>
                          <a:pt x="41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6" name="Google Shape;3016;p75"/>
                  <p:cNvSpPr/>
                  <p:nvPr/>
                </p:nvSpPr>
                <p:spPr>
                  <a:xfrm>
                    <a:off x="5829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5"/>
                          <a:pt x="0" y="20"/>
                        </a:cubicBezTo>
                        <a:cubicBezTo>
                          <a:pt x="0" y="3"/>
                          <a:pt x="9" y="1"/>
                          <a:pt x="22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7" name="Google Shape;3017;p75"/>
                  <p:cNvSpPr/>
                  <p:nvPr/>
                </p:nvSpPr>
                <p:spPr>
                  <a:xfrm>
                    <a:off x="5857" y="2907"/>
                    <a:ext cx="32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" h="42" extrusionOk="0">
                        <a:moveTo>
                          <a:pt x="43" y="20"/>
                        </a:moveTo>
                        <a:cubicBezTo>
                          <a:pt x="45" y="40"/>
                          <a:pt x="34" y="40"/>
                          <a:pt x="21" y="41"/>
                        </a:cubicBezTo>
                        <a:cubicBezTo>
                          <a:pt x="5" y="42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6" y="6"/>
                          <a:pt x="43" y="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8" name="Google Shape;3018;p75"/>
                  <p:cNvSpPr/>
                  <p:nvPr/>
                </p:nvSpPr>
                <p:spPr>
                  <a:xfrm>
                    <a:off x="6194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3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0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4" y="2"/>
                          <a:pt x="43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9" name="Google Shape;3019;p75"/>
                  <p:cNvSpPr/>
                  <p:nvPr/>
                </p:nvSpPr>
                <p:spPr>
                  <a:xfrm>
                    <a:off x="6250" y="2907"/>
                    <a:ext cx="31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2"/>
                        </a:moveTo>
                        <a:cubicBezTo>
                          <a:pt x="45" y="39"/>
                          <a:pt x="34" y="40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2"/>
                          <a:pt x="10" y="1"/>
                          <a:pt x="23" y="0"/>
                        </a:cubicBezTo>
                        <a:cubicBezTo>
                          <a:pt x="39" y="0"/>
                          <a:pt x="45" y="7"/>
                          <a:pt x="43" y="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0" name="Google Shape;3020;p75"/>
                  <p:cNvSpPr/>
                  <p:nvPr/>
                </p:nvSpPr>
                <p:spPr>
                  <a:xfrm>
                    <a:off x="6222" y="2967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3" y="21"/>
                        </a:moveTo>
                        <a:cubicBezTo>
                          <a:pt x="45" y="38"/>
                          <a:pt x="35" y="41"/>
                          <a:pt x="21" y="41"/>
                        </a:cubicBezTo>
                        <a:cubicBezTo>
                          <a:pt x="5" y="41"/>
                          <a:pt x="0" y="35"/>
                          <a:pt x="0" y="20"/>
                        </a:cubicBezTo>
                        <a:cubicBezTo>
                          <a:pt x="0" y="3"/>
                          <a:pt x="9" y="0"/>
                          <a:pt x="23" y="0"/>
                        </a:cubicBezTo>
                        <a:cubicBezTo>
                          <a:pt x="38" y="0"/>
                          <a:pt x="45" y="6"/>
                          <a:pt x="43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1" name="Google Shape;3021;p75"/>
                  <p:cNvSpPr/>
                  <p:nvPr/>
                </p:nvSpPr>
                <p:spPr>
                  <a:xfrm>
                    <a:off x="6277" y="2967"/>
                    <a:ext cx="32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4" y="19"/>
                        </a:moveTo>
                        <a:cubicBezTo>
                          <a:pt x="45" y="33"/>
                          <a:pt x="41" y="41"/>
                          <a:pt x="24" y="41"/>
                        </a:cubicBezTo>
                        <a:cubicBezTo>
                          <a:pt x="11" y="40"/>
                          <a:pt x="1" y="40"/>
                          <a:pt x="1" y="22"/>
                        </a:cubicBezTo>
                        <a:cubicBezTo>
                          <a:pt x="0" y="8"/>
                          <a:pt x="4" y="0"/>
                          <a:pt x="20" y="0"/>
                        </a:cubicBezTo>
                        <a:cubicBezTo>
                          <a:pt x="33" y="1"/>
                          <a:pt x="45" y="1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2" name="Google Shape;3022;p75"/>
                  <p:cNvSpPr/>
                  <p:nvPr/>
                </p:nvSpPr>
                <p:spPr>
                  <a:xfrm>
                    <a:off x="5802" y="2907"/>
                    <a:ext cx="29" cy="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3" extrusionOk="0">
                        <a:moveTo>
                          <a:pt x="22" y="40"/>
                        </a:moveTo>
                        <a:cubicBezTo>
                          <a:pt x="5" y="43"/>
                          <a:pt x="0" y="34"/>
                          <a:pt x="1" y="20"/>
                        </a:cubicBezTo>
                        <a:cubicBezTo>
                          <a:pt x="1" y="7"/>
                          <a:pt x="5" y="0"/>
                          <a:pt x="19" y="1"/>
                        </a:cubicBezTo>
                        <a:cubicBezTo>
                          <a:pt x="33" y="1"/>
                          <a:pt x="42" y="3"/>
                          <a:pt x="42" y="20"/>
                        </a:cubicBezTo>
                        <a:cubicBezTo>
                          <a:pt x="42" y="35"/>
                          <a:pt x="37" y="43"/>
                          <a:pt x="22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3" name="Google Shape;3023;p75"/>
                  <p:cNvSpPr/>
                  <p:nvPr/>
                </p:nvSpPr>
                <p:spPr>
                  <a:xfrm>
                    <a:off x="5773" y="2967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1" extrusionOk="0">
                        <a:moveTo>
                          <a:pt x="42" y="18"/>
                        </a:moveTo>
                        <a:cubicBezTo>
                          <a:pt x="43" y="32"/>
                          <a:pt x="40" y="41"/>
                          <a:pt x="23" y="41"/>
                        </a:cubicBezTo>
                        <a:cubicBezTo>
                          <a:pt x="11" y="40"/>
                          <a:pt x="0" y="40"/>
                          <a:pt x="0" y="23"/>
                        </a:cubicBezTo>
                        <a:cubicBezTo>
                          <a:pt x="0" y="9"/>
                          <a:pt x="3" y="0"/>
                          <a:pt x="19" y="0"/>
                        </a:cubicBezTo>
                        <a:cubicBezTo>
                          <a:pt x="32" y="1"/>
                          <a:pt x="43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4" name="Google Shape;3024;p75"/>
                  <p:cNvSpPr/>
                  <p:nvPr/>
                </p:nvSpPr>
                <p:spPr>
                  <a:xfrm>
                    <a:off x="5856" y="3024"/>
                    <a:ext cx="33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" h="42" extrusionOk="0">
                        <a:moveTo>
                          <a:pt x="44" y="19"/>
                        </a:moveTo>
                        <a:cubicBezTo>
                          <a:pt x="46" y="36"/>
                          <a:pt x="38" y="41"/>
                          <a:pt x="23" y="41"/>
                        </a:cubicBezTo>
                        <a:cubicBezTo>
                          <a:pt x="9" y="42"/>
                          <a:pt x="1" y="38"/>
                          <a:pt x="1" y="22"/>
                        </a:cubicBezTo>
                        <a:cubicBezTo>
                          <a:pt x="0" y="6"/>
                          <a:pt x="7" y="0"/>
                          <a:pt x="22" y="1"/>
                        </a:cubicBezTo>
                        <a:cubicBezTo>
                          <a:pt x="35" y="1"/>
                          <a:pt x="47" y="2"/>
                          <a:pt x="44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5" name="Google Shape;3025;p75"/>
                  <p:cNvSpPr/>
                  <p:nvPr/>
                </p:nvSpPr>
                <p:spPr>
                  <a:xfrm>
                    <a:off x="5802" y="3025"/>
                    <a:ext cx="29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41" extrusionOk="0">
                        <a:moveTo>
                          <a:pt x="20" y="40"/>
                        </a:moveTo>
                        <a:cubicBezTo>
                          <a:pt x="3" y="41"/>
                          <a:pt x="0" y="31"/>
                          <a:pt x="0" y="18"/>
                        </a:cubicBezTo>
                        <a:cubicBezTo>
                          <a:pt x="1" y="4"/>
                          <a:pt x="8" y="0"/>
                          <a:pt x="21" y="0"/>
                        </a:cubicBezTo>
                        <a:cubicBezTo>
                          <a:pt x="35" y="0"/>
                          <a:pt x="42" y="5"/>
                          <a:pt x="42" y="20"/>
                        </a:cubicBezTo>
                        <a:cubicBezTo>
                          <a:pt x="42" y="36"/>
                          <a:pt x="34" y="41"/>
                          <a:pt x="2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6" name="Google Shape;3026;p75"/>
                  <p:cNvSpPr/>
                  <p:nvPr/>
                </p:nvSpPr>
                <p:spPr>
                  <a:xfrm>
                    <a:off x="6194" y="3024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3" y="1"/>
                        </a:moveTo>
                        <a:cubicBezTo>
                          <a:pt x="39" y="0"/>
                          <a:pt x="43" y="8"/>
                          <a:pt x="43" y="22"/>
                        </a:cubicBezTo>
                        <a:cubicBezTo>
                          <a:pt x="43" y="39"/>
                          <a:pt x="34" y="41"/>
                          <a:pt x="20" y="41"/>
                        </a:cubicBezTo>
                        <a:cubicBezTo>
                          <a:pt x="4" y="42"/>
                          <a:pt x="0" y="34"/>
                          <a:pt x="0" y="19"/>
                        </a:cubicBezTo>
                        <a:cubicBezTo>
                          <a:pt x="0" y="3"/>
                          <a:pt x="9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7" name="Google Shape;3027;p75"/>
                  <p:cNvSpPr/>
                  <p:nvPr/>
                </p:nvSpPr>
                <p:spPr>
                  <a:xfrm>
                    <a:off x="6250" y="3024"/>
                    <a:ext cx="30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23" y="1"/>
                        </a:moveTo>
                        <a:cubicBezTo>
                          <a:pt x="39" y="0"/>
                          <a:pt x="44" y="8"/>
                          <a:pt x="44" y="23"/>
                        </a:cubicBezTo>
                        <a:cubicBezTo>
                          <a:pt x="44" y="39"/>
                          <a:pt x="34" y="41"/>
                          <a:pt x="20" y="41"/>
                        </a:cubicBezTo>
                        <a:cubicBezTo>
                          <a:pt x="5" y="41"/>
                          <a:pt x="0" y="34"/>
                          <a:pt x="0" y="19"/>
                        </a:cubicBezTo>
                        <a:cubicBezTo>
                          <a:pt x="0" y="2"/>
                          <a:pt x="11" y="0"/>
                          <a:pt x="2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8" name="Google Shape;3028;p75"/>
                  <p:cNvSpPr/>
                  <p:nvPr/>
                </p:nvSpPr>
                <p:spPr>
                  <a:xfrm>
                    <a:off x="5745" y="3025"/>
                    <a:ext cx="31" cy="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" h="41" extrusionOk="0">
                        <a:moveTo>
                          <a:pt x="42" y="18"/>
                        </a:moveTo>
                        <a:cubicBezTo>
                          <a:pt x="44" y="34"/>
                          <a:pt x="39" y="41"/>
                          <a:pt x="23" y="40"/>
                        </a:cubicBezTo>
                        <a:cubicBezTo>
                          <a:pt x="9" y="40"/>
                          <a:pt x="0" y="37"/>
                          <a:pt x="0" y="21"/>
                        </a:cubicBezTo>
                        <a:cubicBezTo>
                          <a:pt x="0" y="6"/>
                          <a:pt x="6" y="0"/>
                          <a:pt x="21" y="0"/>
                        </a:cubicBezTo>
                        <a:cubicBezTo>
                          <a:pt x="34" y="0"/>
                          <a:pt x="45" y="1"/>
                          <a:pt x="42" y="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9" name="Google Shape;3029;p75"/>
                  <p:cNvSpPr/>
                  <p:nvPr/>
                </p:nvSpPr>
                <p:spPr>
                  <a:xfrm>
                    <a:off x="5745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21"/>
                        </a:moveTo>
                        <a:cubicBezTo>
                          <a:pt x="44" y="38"/>
                          <a:pt x="35" y="41"/>
                          <a:pt x="21" y="41"/>
                        </a:cubicBezTo>
                        <a:cubicBezTo>
                          <a:pt x="6" y="41"/>
                          <a:pt x="0" y="36"/>
                          <a:pt x="0" y="20"/>
                        </a:cubicBezTo>
                        <a:cubicBezTo>
                          <a:pt x="0" y="5"/>
                          <a:pt x="8" y="1"/>
                          <a:pt x="22" y="1"/>
                        </a:cubicBezTo>
                        <a:cubicBezTo>
                          <a:pt x="37" y="0"/>
                          <a:pt x="43" y="7"/>
                          <a:pt x="42" y="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30" name="Google Shape;3030;p75"/>
                  <p:cNvSpPr/>
                  <p:nvPr/>
                </p:nvSpPr>
                <p:spPr>
                  <a:xfrm>
                    <a:off x="5914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41" y="23"/>
                        </a:moveTo>
                        <a:cubicBezTo>
                          <a:pt x="43" y="40"/>
                          <a:pt x="32" y="40"/>
                          <a:pt x="19" y="41"/>
                        </a:cubicBezTo>
                        <a:cubicBezTo>
                          <a:pt x="2" y="42"/>
                          <a:pt x="1" y="32"/>
                          <a:pt x="0" y="19"/>
                        </a:cubicBezTo>
                        <a:cubicBezTo>
                          <a:pt x="0" y="2"/>
                          <a:pt x="9" y="0"/>
                          <a:pt x="23" y="0"/>
                        </a:cubicBezTo>
                        <a:cubicBezTo>
                          <a:pt x="39" y="0"/>
                          <a:pt x="43" y="9"/>
                          <a:pt x="41" y="2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31" name="Google Shape;3031;p75"/>
                  <p:cNvSpPr/>
                  <p:nvPr/>
                </p:nvSpPr>
                <p:spPr>
                  <a:xfrm>
                    <a:off x="5970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" h="41" extrusionOk="0">
                        <a:moveTo>
                          <a:pt x="42" y="19"/>
                        </a:moveTo>
                        <a:cubicBezTo>
                          <a:pt x="44" y="34"/>
                          <a:pt x="39" y="41"/>
                          <a:pt x="23" y="41"/>
                        </a:cubicBezTo>
                        <a:cubicBezTo>
                          <a:pt x="10" y="41"/>
                          <a:pt x="0" y="39"/>
                          <a:pt x="1" y="22"/>
                        </a:cubicBezTo>
                        <a:cubicBezTo>
                          <a:pt x="1" y="8"/>
                          <a:pt x="4" y="0"/>
                          <a:pt x="20" y="0"/>
                        </a:cubicBezTo>
                        <a:cubicBezTo>
                          <a:pt x="34" y="1"/>
                          <a:pt x="44" y="2"/>
                          <a:pt x="42" y="1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32" name="Google Shape;3032;p75"/>
                  <p:cNvSpPr/>
                  <p:nvPr/>
                </p:nvSpPr>
                <p:spPr>
                  <a:xfrm>
                    <a:off x="6026" y="2907"/>
                    <a:ext cx="30" cy="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" h="42" extrusionOk="0">
                        <a:moveTo>
                          <a:pt x="22" y="2"/>
                        </a:moveTo>
                        <a:cubicBezTo>
                          <a:pt x="37" y="0"/>
                          <a:pt x="43" y="7"/>
                          <a:pt x="43" y="22"/>
                        </a:cubicBezTo>
                        <a:cubicBezTo>
                          <a:pt x="43" y="38"/>
                          <a:pt x="36" y="42"/>
                          <a:pt x="21" y="42"/>
                        </a:cubicBezTo>
                        <a:cubicBezTo>
                          <a:pt x="7" y="42"/>
                          <a:pt x="0" y="37"/>
                          <a:pt x="0" y="22"/>
                        </a:cubicBezTo>
                        <a:cubicBezTo>
                          <a:pt x="0" y="6"/>
                          <a:pt x="6" y="0"/>
                          <a:pt x="22" y="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3F3F3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033" name="Google Shape;3033;p75"/>
                <p:cNvSpPr/>
                <p:nvPr/>
              </p:nvSpPr>
              <p:spPr>
                <a:xfrm>
                  <a:off x="9627130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1" y="20"/>
                      </a:moveTo>
                      <a:cubicBezTo>
                        <a:pt x="44" y="35"/>
                        <a:pt x="37" y="42"/>
                        <a:pt x="21" y="41"/>
                      </a:cubicBezTo>
                      <a:cubicBezTo>
                        <a:pt x="10" y="40"/>
                        <a:pt x="0" y="39"/>
                        <a:pt x="1" y="24"/>
                      </a:cubicBezTo>
                      <a:cubicBezTo>
                        <a:pt x="1" y="11"/>
                        <a:pt x="2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4" name="Google Shape;3034;p75"/>
                <p:cNvSpPr/>
                <p:nvPr/>
              </p:nvSpPr>
              <p:spPr>
                <a:xfrm>
                  <a:off x="9714443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0" y="6"/>
                        <a:pt x="7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5" name="Google Shape;3035;p75"/>
                <p:cNvSpPr/>
                <p:nvPr/>
              </p:nvSpPr>
              <p:spPr>
                <a:xfrm>
                  <a:off x="9984318" y="57473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6" name="Google Shape;3036;p75"/>
                <p:cNvSpPr/>
                <p:nvPr/>
              </p:nvSpPr>
              <p:spPr>
                <a:xfrm>
                  <a:off x="10073218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3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2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7" name="Google Shape;3037;p75"/>
                <p:cNvSpPr/>
                <p:nvPr/>
              </p:nvSpPr>
              <p:spPr>
                <a:xfrm>
                  <a:off x="93159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7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8" name="Google Shape;3038;p75"/>
                <p:cNvSpPr/>
                <p:nvPr/>
              </p:nvSpPr>
              <p:spPr>
                <a:xfrm>
                  <a:off x="9404880" y="584262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9" name="Google Shape;3039;p75"/>
                <p:cNvSpPr/>
                <p:nvPr/>
              </p:nvSpPr>
              <p:spPr>
                <a:xfrm>
                  <a:off x="9492193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0" name="Google Shape;3040;p75"/>
                <p:cNvSpPr/>
                <p:nvPr/>
              </p:nvSpPr>
              <p:spPr>
                <a:xfrm>
                  <a:off x="9582680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75"/>
                <p:cNvSpPr/>
                <p:nvPr/>
              </p:nvSpPr>
              <p:spPr>
                <a:xfrm>
                  <a:off x="96715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2" name="Google Shape;3042;p75"/>
                <p:cNvSpPr/>
                <p:nvPr/>
              </p:nvSpPr>
              <p:spPr>
                <a:xfrm>
                  <a:off x="97604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3" name="Google Shape;3043;p75"/>
                <p:cNvSpPr/>
                <p:nvPr/>
              </p:nvSpPr>
              <p:spPr>
                <a:xfrm>
                  <a:off x="10028768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4" y="0"/>
                        <a:pt x="42" y="4"/>
                        <a:pt x="42" y="20"/>
                      </a:cubicBezTo>
                      <a:cubicBezTo>
                        <a:pt x="42" y="35"/>
                        <a:pt x="38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75"/>
                <p:cNvSpPr/>
                <p:nvPr/>
              </p:nvSpPr>
              <p:spPr>
                <a:xfrm>
                  <a:off x="10117668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9" y="41"/>
                      </a:cubicBezTo>
                      <a:cubicBezTo>
                        <a:pt x="1" y="41"/>
                        <a:pt x="1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5" name="Google Shape;3045;p75"/>
                <p:cNvSpPr/>
                <p:nvPr/>
              </p:nvSpPr>
              <p:spPr>
                <a:xfrm>
                  <a:off x="9362018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2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0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6" name="Google Shape;3046;p75"/>
                <p:cNvSpPr/>
                <p:nvPr/>
              </p:nvSpPr>
              <p:spPr>
                <a:xfrm>
                  <a:off x="9449330" y="59347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7"/>
                        <a:pt x="35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7" name="Google Shape;3047;p75"/>
                <p:cNvSpPr/>
                <p:nvPr/>
              </p:nvSpPr>
              <p:spPr>
                <a:xfrm>
                  <a:off x="9538230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9"/>
                        <a:pt x="34" y="41"/>
                        <a:pt x="20" y="42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8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8" name="Google Shape;3048;p75"/>
                <p:cNvSpPr/>
                <p:nvPr/>
              </p:nvSpPr>
              <p:spPr>
                <a:xfrm>
                  <a:off x="9627130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9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9" name="Google Shape;3049;p75"/>
                <p:cNvSpPr/>
                <p:nvPr/>
              </p:nvSpPr>
              <p:spPr>
                <a:xfrm>
                  <a:off x="9714443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4" y="40"/>
                      </a:moveTo>
                      <a:cubicBezTo>
                        <a:pt x="10" y="41"/>
                        <a:pt x="1" y="38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0"/>
                        <a:pt x="43" y="1"/>
                        <a:pt x="43" y="18"/>
                      </a:cubicBezTo>
                      <a:cubicBezTo>
                        <a:pt x="42" y="31"/>
                        <a:pt x="40" y="42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0" name="Google Shape;3050;p75"/>
                <p:cNvSpPr/>
                <p:nvPr/>
              </p:nvSpPr>
              <p:spPr>
                <a:xfrm>
                  <a:off x="9984318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1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75"/>
                <p:cNvSpPr/>
                <p:nvPr/>
              </p:nvSpPr>
              <p:spPr>
                <a:xfrm>
                  <a:off x="10073218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2" name="Google Shape;3052;p75"/>
                <p:cNvSpPr/>
                <p:nvPr/>
              </p:nvSpPr>
              <p:spPr>
                <a:xfrm>
                  <a:off x="9803343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9"/>
                      </a:moveTo>
                      <a:cubicBezTo>
                        <a:pt x="43" y="35"/>
                        <a:pt x="36" y="41"/>
                        <a:pt x="21" y="40"/>
                      </a:cubicBezTo>
                      <a:cubicBezTo>
                        <a:pt x="9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3" name="Google Shape;3053;p75"/>
                <p:cNvSpPr/>
                <p:nvPr/>
              </p:nvSpPr>
              <p:spPr>
                <a:xfrm>
                  <a:off x="101605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2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10" y="40"/>
                        <a:pt x="0" y="38"/>
                        <a:pt x="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75"/>
                <p:cNvSpPr/>
                <p:nvPr/>
              </p:nvSpPr>
              <p:spPr>
                <a:xfrm>
                  <a:off x="10071630" y="5390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3" y="40"/>
                      </a:moveTo>
                      <a:cubicBezTo>
                        <a:pt x="9" y="42"/>
                        <a:pt x="0" y="38"/>
                        <a:pt x="0" y="21"/>
                      </a:cubicBezTo>
                      <a:cubicBezTo>
                        <a:pt x="1" y="9"/>
                        <a:pt x="3" y="1"/>
                        <a:pt x="18" y="1"/>
                      </a:cubicBezTo>
                      <a:cubicBezTo>
                        <a:pt x="30" y="1"/>
                        <a:pt x="42" y="0"/>
                        <a:pt x="42" y="18"/>
                      </a:cubicBezTo>
                      <a:cubicBezTo>
                        <a:pt x="42" y="33"/>
                        <a:pt x="39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5" name="Google Shape;3055;p75"/>
                <p:cNvSpPr/>
                <p:nvPr/>
              </p:nvSpPr>
              <p:spPr>
                <a:xfrm>
                  <a:off x="9090555" y="539177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0"/>
                      </a:moveTo>
                      <a:cubicBezTo>
                        <a:pt x="43" y="36"/>
                        <a:pt x="34" y="40"/>
                        <a:pt x="20" y="39"/>
                      </a:cubicBezTo>
                      <a:cubicBezTo>
                        <a:pt x="9" y="39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6" name="Google Shape;3056;p75"/>
                <p:cNvSpPr/>
                <p:nvPr/>
              </p:nvSpPr>
              <p:spPr>
                <a:xfrm>
                  <a:off x="9358843" y="5390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3" extrusionOk="0">
                      <a:moveTo>
                        <a:pt x="42" y="23"/>
                      </a:moveTo>
                      <a:cubicBezTo>
                        <a:pt x="42" y="43"/>
                        <a:pt x="28" y="40"/>
                        <a:pt x="17" y="40"/>
                      </a:cubicBezTo>
                      <a:cubicBezTo>
                        <a:pt x="2" y="41"/>
                        <a:pt x="0" y="31"/>
                        <a:pt x="0" y="19"/>
                      </a:cubicBezTo>
                      <a:cubicBezTo>
                        <a:pt x="0" y="3"/>
                        <a:pt x="10" y="0"/>
                        <a:pt x="24" y="1"/>
                      </a:cubicBezTo>
                      <a:cubicBezTo>
                        <a:pt x="41" y="1"/>
                        <a:pt x="44" y="11"/>
                        <a:pt x="42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7" name="Google Shape;3057;p75"/>
                <p:cNvSpPr/>
                <p:nvPr/>
              </p:nvSpPr>
              <p:spPr>
                <a:xfrm>
                  <a:off x="9223905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4"/>
                        <a:pt x="0" y="20"/>
                      </a:cubicBezTo>
                      <a:cubicBezTo>
                        <a:pt x="0" y="3"/>
                        <a:pt x="9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8" name="Google Shape;3058;p75"/>
                <p:cNvSpPr/>
                <p:nvPr/>
              </p:nvSpPr>
              <p:spPr>
                <a:xfrm>
                  <a:off x="9268355" y="50901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1" extrusionOk="0">
                      <a:moveTo>
                        <a:pt x="43" y="20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6" y="6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9" name="Google Shape;3059;p75"/>
                <p:cNvSpPr/>
                <p:nvPr/>
              </p:nvSpPr>
              <p:spPr>
                <a:xfrm>
                  <a:off x="9804930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4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0" name="Google Shape;3060;p75"/>
                <p:cNvSpPr/>
                <p:nvPr/>
              </p:nvSpPr>
              <p:spPr>
                <a:xfrm>
                  <a:off x="9892243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22"/>
                      </a:moveTo>
                      <a:cubicBezTo>
                        <a:pt x="45" y="39"/>
                        <a:pt x="34" y="40"/>
                        <a:pt x="21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0" y="1"/>
                        <a:pt x="23" y="0"/>
                      </a:cubicBezTo>
                      <a:cubicBezTo>
                        <a:pt x="39" y="0"/>
                        <a:pt x="45" y="7"/>
                        <a:pt x="44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75"/>
                <p:cNvSpPr/>
                <p:nvPr/>
              </p:nvSpPr>
              <p:spPr>
                <a:xfrm>
                  <a:off x="98477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5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2" name="Google Shape;3062;p75"/>
                <p:cNvSpPr/>
                <p:nvPr/>
              </p:nvSpPr>
              <p:spPr>
                <a:xfrm>
                  <a:off x="99366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4" y="19"/>
                      </a:moveTo>
                      <a:cubicBezTo>
                        <a:pt x="45" y="33"/>
                        <a:pt x="41" y="41"/>
                        <a:pt x="24" y="41"/>
                      </a:cubicBezTo>
                      <a:cubicBezTo>
                        <a:pt x="11" y="40"/>
                        <a:pt x="1" y="40"/>
                        <a:pt x="1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3" name="Google Shape;3063;p75"/>
                <p:cNvSpPr/>
                <p:nvPr/>
              </p:nvSpPr>
              <p:spPr>
                <a:xfrm>
                  <a:off x="9181043" y="50901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2" y="40"/>
                      </a:moveTo>
                      <a:cubicBezTo>
                        <a:pt x="5" y="43"/>
                        <a:pt x="0" y="34"/>
                        <a:pt x="1" y="19"/>
                      </a:cubicBezTo>
                      <a:cubicBezTo>
                        <a:pt x="1" y="7"/>
                        <a:pt x="5" y="0"/>
                        <a:pt x="19" y="0"/>
                      </a:cubicBezTo>
                      <a:cubicBezTo>
                        <a:pt x="33" y="1"/>
                        <a:pt x="42" y="3"/>
                        <a:pt x="42" y="20"/>
                      </a:cubicBezTo>
                      <a:cubicBezTo>
                        <a:pt x="42" y="34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75"/>
                <p:cNvSpPr/>
                <p:nvPr/>
              </p:nvSpPr>
              <p:spPr>
                <a:xfrm>
                  <a:off x="9136593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2" y="18"/>
                      </a:moveTo>
                      <a:cubicBezTo>
                        <a:pt x="43" y="32"/>
                        <a:pt x="40" y="41"/>
                        <a:pt x="23" y="40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2" y="1"/>
                        <a:pt x="43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5" name="Google Shape;3065;p75"/>
                <p:cNvSpPr/>
                <p:nvPr/>
              </p:nvSpPr>
              <p:spPr>
                <a:xfrm>
                  <a:off x="91365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9" y="40"/>
                        <a:pt x="0" y="37"/>
                        <a:pt x="0" y="20"/>
                      </a:cubicBezTo>
                      <a:cubicBezTo>
                        <a:pt x="0" y="5"/>
                        <a:pt x="8" y="0"/>
                        <a:pt x="22" y="0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3" y="33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6" name="Google Shape;3066;p75"/>
                <p:cNvSpPr/>
                <p:nvPr/>
              </p:nvSpPr>
              <p:spPr>
                <a:xfrm>
                  <a:off x="9223905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3" y="24"/>
                      </a:moveTo>
                      <a:cubicBezTo>
                        <a:pt x="42" y="42"/>
                        <a:pt x="29" y="39"/>
                        <a:pt x="17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1" y="0"/>
                        <a:pt x="24" y="0"/>
                      </a:cubicBezTo>
                      <a:cubicBezTo>
                        <a:pt x="41" y="0"/>
                        <a:pt x="44" y="10"/>
                        <a:pt x="43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7" name="Google Shape;3067;p75"/>
                <p:cNvSpPr/>
                <p:nvPr/>
              </p:nvSpPr>
              <p:spPr>
                <a:xfrm>
                  <a:off x="98477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5" y="0"/>
                        <a:pt x="44" y="3"/>
                        <a:pt x="44" y="19"/>
                      </a:cubicBezTo>
                      <a:cubicBezTo>
                        <a:pt x="44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8" name="Google Shape;3068;p75"/>
                <p:cNvSpPr/>
                <p:nvPr/>
              </p:nvSpPr>
              <p:spPr>
                <a:xfrm>
                  <a:off x="99366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4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1" y="19"/>
                      </a:cubicBezTo>
                      <a:cubicBezTo>
                        <a:pt x="1" y="3"/>
                        <a:pt x="10" y="0"/>
                        <a:pt x="23" y="0"/>
                      </a:cubicBezTo>
                      <a:cubicBezTo>
                        <a:pt x="38" y="0"/>
                        <a:pt x="45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9" name="Google Shape;3069;p75"/>
                <p:cNvSpPr/>
                <p:nvPr/>
              </p:nvSpPr>
              <p:spPr>
                <a:xfrm>
                  <a:off x="9268355" y="5263188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1" extrusionOk="0">
                      <a:moveTo>
                        <a:pt x="44" y="19"/>
                      </a:moveTo>
                      <a:cubicBezTo>
                        <a:pt x="46" y="35"/>
                        <a:pt x="38" y="41"/>
                        <a:pt x="23" y="41"/>
                      </a:cubicBezTo>
                      <a:cubicBezTo>
                        <a:pt x="9" y="41"/>
                        <a:pt x="1" y="38"/>
                        <a:pt x="1" y="22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5" y="1"/>
                        <a:pt x="47" y="2"/>
                        <a:pt x="4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0" name="Google Shape;3070;p75"/>
                <p:cNvSpPr/>
                <p:nvPr/>
              </p:nvSpPr>
              <p:spPr>
                <a:xfrm>
                  <a:off x="9181043" y="526318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0" y="40"/>
                      </a:moveTo>
                      <a:cubicBezTo>
                        <a:pt x="3" y="41"/>
                        <a:pt x="0" y="31"/>
                        <a:pt x="0" y="18"/>
                      </a:cubicBezTo>
                      <a:cubicBezTo>
                        <a:pt x="1" y="4"/>
                        <a:pt x="8" y="0"/>
                        <a:pt x="21" y="0"/>
                      </a:cubicBezTo>
                      <a:cubicBezTo>
                        <a:pt x="35" y="0"/>
                        <a:pt x="42" y="5"/>
                        <a:pt x="42" y="20"/>
                      </a:cubicBezTo>
                      <a:cubicBezTo>
                        <a:pt x="42" y="36"/>
                        <a:pt x="34" y="41"/>
                        <a:pt x="20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1" name="Google Shape;3071;p75"/>
                <p:cNvSpPr/>
                <p:nvPr/>
              </p:nvSpPr>
              <p:spPr>
                <a:xfrm>
                  <a:off x="9804930" y="52616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4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2" name="Google Shape;3072;p75"/>
                <p:cNvSpPr/>
                <p:nvPr/>
              </p:nvSpPr>
              <p:spPr>
                <a:xfrm>
                  <a:off x="9892243" y="5263188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4" y="39"/>
                        <a:pt x="34" y="41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11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3" name="Google Shape;3073;p75"/>
                <p:cNvSpPr/>
                <p:nvPr/>
              </p:nvSpPr>
              <p:spPr>
                <a:xfrm>
                  <a:off x="9090555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2" y="18"/>
                      </a:moveTo>
                      <a:cubicBezTo>
                        <a:pt x="44" y="33"/>
                        <a:pt x="39" y="41"/>
                        <a:pt x="23" y="40"/>
                      </a:cubicBezTo>
                      <a:cubicBezTo>
                        <a:pt x="9" y="39"/>
                        <a:pt x="0" y="37"/>
                        <a:pt x="0" y="21"/>
                      </a:cubicBezTo>
                      <a:cubicBezTo>
                        <a:pt x="0" y="6"/>
                        <a:pt x="6" y="0"/>
                        <a:pt x="21" y="0"/>
                      </a:cubicBezTo>
                      <a:cubicBezTo>
                        <a:pt x="34" y="0"/>
                        <a:pt x="45" y="1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4" name="Google Shape;3074;p75"/>
                <p:cNvSpPr/>
                <p:nvPr/>
              </p:nvSpPr>
              <p:spPr>
                <a:xfrm>
                  <a:off x="9403293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0" y="1"/>
                      </a:moveTo>
                      <a:cubicBezTo>
                        <a:pt x="34" y="0"/>
                        <a:pt x="42" y="4"/>
                        <a:pt x="43" y="21"/>
                      </a:cubicBez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9" y="41"/>
                        <a:pt x="0" y="39"/>
                        <a:pt x="0" y="24"/>
                      </a:cubicBezTo>
                      <a:cubicBezTo>
                        <a:pt x="0" y="10"/>
                        <a:pt x="3" y="0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5" name="Google Shape;3075;p75"/>
                <p:cNvSpPr/>
                <p:nvPr/>
              </p:nvSpPr>
              <p:spPr>
                <a:xfrm>
                  <a:off x="9490605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" y="20"/>
                      </a:moveTo>
                      <a:cubicBezTo>
                        <a:pt x="1" y="3"/>
                        <a:pt x="11" y="0"/>
                        <a:pt x="25" y="0"/>
                      </a:cubicBezTo>
                      <a:cubicBezTo>
                        <a:pt x="42" y="0"/>
                        <a:pt x="43" y="10"/>
                        <a:pt x="43" y="23"/>
                      </a:cubicBezTo>
                      <a:cubicBezTo>
                        <a:pt x="43" y="38"/>
                        <a:pt x="34" y="39"/>
                        <a:pt x="23" y="40"/>
                      </a:cubicBezTo>
                      <a:cubicBezTo>
                        <a:pt x="8" y="41"/>
                        <a:pt x="0" y="35"/>
                        <a:pt x="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6" name="Google Shape;3076;p75"/>
                <p:cNvSpPr/>
                <p:nvPr/>
              </p:nvSpPr>
              <p:spPr>
                <a:xfrm>
                  <a:off x="9581093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0" extrusionOk="0">
                      <a:moveTo>
                        <a:pt x="42" y="22"/>
                      </a:moveTo>
                      <a:cubicBezTo>
                        <a:pt x="44" y="40"/>
                        <a:pt x="31" y="40"/>
                        <a:pt x="19" y="40"/>
                      </a:cubicBezTo>
                      <a:cubicBezTo>
                        <a:pt x="5" y="40"/>
                        <a:pt x="1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8" y="0"/>
                        <a:pt x="43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7" name="Google Shape;3077;p75"/>
                <p:cNvSpPr/>
                <p:nvPr/>
              </p:nvSpPr>
              <p:spPr>
                <a:xfrm>
                  <a:off x="9669993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2" y="24"/>
                      </a:moveTo>
                      <a:cubicBezTo>
                        <a:pt x="42" y="42"/>
                        <a:pt x="28" y="40"/>
                        <a:pt x="17" y="40"/>
                      </a:cubicBezTo>
                      <a:cubicBezTo>
                        <a:pt x="2" y="40"/>
                        <a:pt x="1" y="31"/>
                        <a:pt x="0" y="19"/>
                      </a:cubicBezTo>
                      <a:cubicBezTo>
                        <a:pt x="0" y="1"/>
                        <a:pt x="10" y="0"/>
                        <a:pt x="24" y="0"/>
                      </a:cubicBezTo>
                      <a:cubicBezTo>
                        <a:pt x="41" y="0"/>
                        <a:pt x="42" y="11"/>
                        <a:pt x="4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8" name="Google Shape;3078;p75"/>
                <p:cNvSpPr/>
                <p:nvPr/>
              </p:nvSpPr>
              <p:spPr>
                <a:xfrm>
                  <a:off x="909055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3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9" name="Google Shape;3079;p75"/>
                <p:cNvSpPr/>
                <p:nvPr/>
              </p:nvSpPr>
              <p:spPr>
                <a:xfrm>
                  <a:off x="9358843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9" y="41"/>
                      </a:cubicBezTo>
                      <a:cubicBezTo>
                        <a:pt x="3" y="42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3" y="9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0" name="Google Shape;3080;p75"/>
                <p:cNvSpPr/>
                <p:nvPr/>
              </p:nvSpPr>
              <p:spPr>
                <a:xfrm>
                  <a:off x="94477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9" y="41"/>
                        <a:pt x="23" y="41"/>
                      </a:cubicBezTo>
                      <a:cubicBezTo>
                        <a:pt x="10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0" y="0"/>
                      </a:cubicBezTo>
                      <a:cubicBezTo>
                        <a:pt x="34" y="1"/>
                        <a:pt x="44" y="2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1" name="Google Shape;3081;p75"/>
                <p:cNvSpPr/>
                <p:nvPr/>
              </p:nvSpPr>
              <p:spPr>
                <a:xfrm>
                  <a:off x="95366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2" y="2"/>
                      </a:moveTo>
                      <a:cubicBezTo>
                        <a:pt x="37" y="0"/>
                        <a:pt x="43" y="6"/>
                        <a:pt x="43" y="22"/>
                      </a:cubicBezTo>
                      <a:cubicBezTo>
                        <a:pt x="43" y="37"/>
                        <a:pt x="36" y="42"/>
                        <a:pt x="22" y="42"/>
                      </a:cubicBezTo>
                      <a:cubicBezTo>
                        <a:pt x="7" y="42"/>
                        <a:pt x="0" y="37"/>
                        <a:pt x="0" y="22"/>
                      </a:cubicBezTo>
                      <a:cubicBezTo>
                        <a:pt x="1" y="6"/>
                        <a:pt x="7" y="0"/>
                        <a:pt x="22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2" name="Google Shape;3082;p75"/>
                <p:cNvSpPr/>
                <p:nvPr/>
              </p:nvSpPr>
              <p:spPr>
                <a:xfrm>
                  <a:off x="96271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0" y="20"/>
                      </a:moveTo>
                      <a:cubicBezTo>
                        <a:pt x="43" y="35"/>
                        <a:pt x="36" y="42"/>
                        <a:pt x="20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0" y="10"/>
                        <a:pt x="1" y="0"/>
                        <a:pt x="18" y="0"/>
                      </a:cubicBezTo>
                      <a:cubicBezTo>
                        <a:pt x="32" y="0"/>
                        <a:pt x="42" y="3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3" name="Google Shape;3083;p75"/>
                <p:cNvSpPr/>
                <p:nvPr/>
              </p:nvSpPr>
              <p:spPr>
                <a:xfrm>
                  <a:off x="9714443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8" y="41"/>
                        <a:pt x="0" y="37"/>
                        <a:pt x="0" y="21"/>
                      </a:cubicBezTo>
                      <a:cubicBezTo>
                        <a:pt x="1" y="5"/>
                        <a:pt x="7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4" name="Google Shape;3084;p75"/>
                <p:cNvSpPr/>
                <p:nvPr/>
              </p:nvSpPr>
              <p:spPr>
                <a:xfrm>
                  <a:off x="9982730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4" extrusionOk="0">
                      <a:moveTo>
                        <a:pt x="43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6" y="2"/>
                      </a:cubicBezTo>
                      <a:cubicBezTo>
                        <a:pt x="44" y="1"/>
                        <a:pt x="43" y="13"/>
                        <a:pt x="43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5" name="Google Shape;3085;p75"/>
                <p:cNvSpPr/>
                <p:nvPr/>
              </p:nvSpPr>
              <p:spPr>
                <a:xfrm>
                  <a:off x="100732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2" y="40"/>
                        <a:pt x="18" y="41"/>
                      </a:cubicBezTo>
                      <a:cubicBezTo>
                        <a:pt x="5" y="41"/>
                        <a:pt x="0" y="35"/>
                        <a:pt x="0" y="22"/>
                      </a:cubicBezTo>
                      <a:cubicBezTo>
                        <a:pt x="0" y="6"/>
                        <a:pt x="5" y="0"/>
                        <a:pt x="21" y="1"/>
                      </a:cubicBezTo>
                      <a:cubicBezTo>
                        <a:pt x="36" y="1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6" name="Google Shape;3086;p75"/>
                <p:cNvSpPr/>
                <p:nvPr/>
              </p:nvSpPr>
              <p:spPr>
                <a:xfrm>
                  <a:off x="93143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19"/>
                      </a:moveTo>
                      <a:cubicBezTo>
                        <a:pt x="44" y="34"/>
                        <a:pt x="38" y="41"/>
                        <a:pt x="22" y="41"/>
                      </a:cubicBezTo>
                      <a:cubicBezTo>
                        <a:pt x="8" y="41"/>
                        <a:pt x="1" y="37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4" y="1"/>
                        <a:pt x="44" y="3"/>
                        <a:pt x="42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7" name="Google Shape;3087;p75"/>
                <p:cNvSpPr/>
                <p:nvPr/>
              </p:nvSpPr>
              <p:spPr>
                <a:xfrm>
                  <a:off x="94032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2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3" y="21"/>
                      </a:cubicBezTo>
                      <a:cubicBezTo>
                        <a:pt x="42" y="36"/>
                        <a:pt x="37" y="43"/>
                        <a:pt x="22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8" name="Google Shape;3088;p75"/>
                <p:cNvSpPr/>
                <p:nvPr/>
              </p:nvSpPr>
              <p:spPr>
                <a:xfrm>
                  <a:off x="94921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9"/>
                        <a:pt x="33" y="40"/>
                        <a:pt x="20" y="41"/>
                      </a:cubicBezTo>
                      <a:cubicBezTo>
                        <a:pt x="3" y="41"/>
                        <a:pt x="1" y="32"/>
                        <a:pt x="1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39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9" name="Google Shape;3089;p75"/>
                <p:cNvSpPr/>
                <p:nvPr/>
              </p:nvSpPr>
              <p:spPr>
                <a:xfrm>
                  <a:off x="9581093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6" y="42"/>
                        <a:pt x="1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3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0" name="Google Shape;3090;p75"/>
                <p:cNvSpPr/>
                <p:nvPr/>
              </p:nvSpPr>
              <p:spPr>
                <a:xfrm>
                  <a:off x="9669993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3" y="35"/>
                        <a:pt x="37" y="41"/>
                        <a:pt x="22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1" name="Google Shape;3091;p75"/>
                <p:cNvSpPr/>
                <p:nvPr/>
              </p:nvSpPr>
              <p:spPr>
                <a:xfrm>
                  <a:off x="9758893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7"/>
                        <a:pt x="35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7" y="0"/>
                        <a:pt x="44" y="6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2" name="Google Shape;3092;p75"/>
                <p:cNvSpPr/>
                <p:nvPr/>
              </p:nvSpPr>
              <p:spPr>
                <a:xfrm>
                  <a:off x="10027180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4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3" name="Google Shape;3093;p75"/>
                <p:cNvSpPr/>
                <p:nvPr/>
              </p:nvSpPr>
              <p:spPr>
                <a:xfrm>
                  <a:off x="10117668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1"/>
                      </a:moveTo>
                      <a:cubicBezTo>
                        <a:pt x="42" y="38"/>
                        <a:pt x="32" y="40"/>
                        <a:pt x="19" y="40"/>
                      </a:cubicBezTo>
                      <a:cubicBezTo>
                        <a:pt x="1" y="41"/>
                        <a:pt x="1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5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4" name="Google Shape;3094;p75"/>
                <p:cNvSpPr/>
                <p:nvPr/>
              </p:nvSpPr>
              <p:spPr>
                <a:xfrm>
                  <a:off x="9360430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2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9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5" name="Google Shape;3095;p75"/>
                <p:cNvSpPr/>
                <p:nvPr/>
              </p:nvSpPr>
              <p:spPr>
                <a:xfrm>
                  <a:off x="9447743" y="5263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1" y="40"/>
                      </a:moveTo>
                      <a:cubicBezTo>
                        <a:pt x="5" y="42"/>
                        <a:pt x="1" y="33"/>
                        <a:pt x="1" y="19"/>
                      </a:cubicBezTo>
                      <a:cubicBezTo>
                        <a:pt x="0" y="3"/>
                        <a:pt x="9" y="0"/>
                        <a:pt x="23" y="0"/>
                      </a:cubicBezTo>
                      <a:cubicBezTo>
                        <a:pt x="38" y="0"/>
                        <a:pt x="43" y="6"/>
                        <a:pt x="43" y="21"/>
                      </a:cubicBezTo>
                      <a:cubicBezTo>
                        <a:pt x="43" y="36"/>
                        <a:pt x="35" y="41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6" name="Google Shape;3096;p75"/>
                <p:cNvSpPr/>
                <p:nvPr/>
              </p:nvSpPr>
              <p:spPr>
                <a:xfrm>
                  <a:off x="9536643" y="526318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42" y="22"/>
                      </a:moveTo>
                      <a:cubicBezTo>
                        <a:pt x="44" y="38"/>
                        <a:pt x="34" y="41"/>
                        <a:pt x="20" y="41"/>
                      </a:cubicBezTo>
                      <a:cubicBezTo>
                        <a:pt x="4" y="42"/>
                        <a:pt x="1" y="34"/>
                        <a:pt x="0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7" name="Google Shape;3097;p75"/>
                <p:cNvSpPr/>
                <p:nvPr/>
              </p:nvSpPr>
              <p:spPr>
                <a:xfrm>
                  <a:off x="96255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1" y="21"/>
                      </a:cubicBezTo>
                      <a:cubicBezTo>
                        <a:pt x="0" y="6"/>
                        <a:pt x="7" y="0"/>
                        <a:pt x="22" y="1"/>
                      </a:cubicBezTo>
                      <a:cubicBezTo>
                        <a:pt x="34" y="1"/>
                        <a:pt x="42" y="4"/>
                        <a:pt x="42" y="18"/>
                      </a:cubicBezTo>
                      <a:cubicBezTo>
                        <a:pt x="41" y="31"/>
                        <a:pt x="41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8" name="Google Shape;3098;p75"/>
                <p:cNvSpPr/>
                <p:nvPr/>
              </p:nvSpPr>
              <p:spPr>
                <a:xfrm>
                  <a:off x="9714443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4" y="41"/>
                      </a:moveTo>
                      <a:cubicBezTo>
                        <a:pt x="10" y="42"/>
                        <a:pt x="1" y="39"/>
                        <a:pt x="1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3" y="19"/>
                      </a:cubicBezTo>
                      <a:cubicBezTo>
                        <a:pt x="42" y="32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9" name="Google Shape;3099;p75"/>
                <p:cNvSpPr/>
                <p:nvPr/>
              </p:nvSpPr>
              <p:spPr>
                <a:xfrm>
                  <a:off x="99843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2" y="1"/>
                      </a:cubicBezTo>
                      <a:cubicBezTo>
                        <a:pt x="37" y="0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0" name="Google Shape;3100;p75"/>
                <p:cNvSpPr/>
                <p:nvPr/>
              </p:nvSpPr>
              <p:spPr>
                <a:xfrm>
                  <a:off x="100732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1" name="Google Shape;3101;p75"/>
                <p:cNvSpPr/>
                <p:nvPr/>
              </p:nvSpPr>
              <p:spPr>
                <a:xfrm>
                  <a:off x="9758893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0"/>
                      </a:cubicBezTo>
                      <a:cubicBezTo>
                        <a:pt x="10" y="39"/>
                        <a:pt x="0" y="38"/>
                        <a:pt x="0" y="23"/>
                      </a:cubicBezTo>
                      <a:cubicBezTo>
                        <a:pt x="0" y="9"/>
                        <a:pt x="3" y="0"/>
                        <a:pt x="19" y="0"/>
                      </a:cubicBezTo>
                      <a:cubicBezTo>
                        <a:pt x="33" y="0"/>
                        <a:pt x="43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2" name="Google Shape;3102;p75"/>
                <p:cNvSpPr/>
                <p:nvPr/>
              </p:nvSpPr>
              <p:spPr>
                <a:xfrm>
                  <a:off x="101160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2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2" y="3"/>
                        <a:pt x="42" y="18"/>
                      </a:cubicBezTo>
                      <a:cubicBezTo>
                        <a:pt x="42" y="33"/>
                        <a:pt x="37" y="40"/>
                        <a:pt x="22" y="40"/>
                      </a:cubicBezTo>
                      <a:cubicBezTo>
                        <a:pt x="10" y="39"/>
                        <a:pt x="0" y="38"/>
                        <a:pt x="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3" name="Google Shape;3103;p75"/>
                <p:cNvSpPr/>
                <p:nvPr/>
              </p:nvSpPr>
              <p:spPr>
                <a:xfrm>
                  <a:off x="100271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23" y="39"/>
                      </a:moveTo>
                      <a:cubicBezTo>
                        <a:pt x="9" y="41"/>
                        <a:pt x="0" y="37"/>
                        <a:pt x="0" y="21"/>
                      </a:cubicBezTo>
                      <a:cubicBezTo>
                        <a:pt x="1" y="9"/>
                        <a:pt x="3" y="0"/>
                        <a:pt x="18" y="0"/>
                      </a:cubicBezTo>
                      <a:cubicBezTo>
                        <a:pt x="30" y="0"/>
                        <a:pt x="42" y="0"/>
                        <a:pt x="42" y="18"/>
                      </a:cubicBezTo>
                      <a:cubicBezTo>
                        <a:pt x="42" y="32"/>
                        <a:pt x="39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4" name="Google Shape;3104;p75"/>
                <p:cNvSpPr/>
                <p:nvPr/>
              </p:nvSpPr>
              <p:spPr>
                <a:xfrm>
                  <a:off x="10473268" y="5434638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20"/>
                      </a:moveTo>
                      <a:cubicBezTo>
                        <a:pt x="45" y="34"/>
                        <a:pt x="40" y="42"/>
                        <a:pt x="24" y="42"/>
                      </a:cubicBezTo>
                      <a:cubicBezTo>
                        <a:pt x="10" y="41"/>
                        <a:pt x="0" y="40"/>
                        <a:pt x="0" y="23"/>
                      </a:cubicBezTo>
                      <a:cubicBezTo>
                        <a:pt x="1" y="9"/>
                        <a:pt x="4" y="0"/>
                        <a:pt x="21" y="1"/>
                      </a:cubicBezTo>
                      <a:cubicBezTo>
                        <a:pt x="34" y="1"/>
                        <a:pt x="45" y="2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5" name="Google Shape;3105;p75"/>
                <p:cNvSpPr/>
                <p:nvPr/>
              </p:nvSpPr>
              <p:spPr>
                <a:xfrm>
                  <a:off x="10562168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0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6" name="Google Shape;3106;p75"/>
                <p:cNvSpPr/>
                <p:nvPr/>
              </p:nvSpPr>
              <p:spPr>
                <a:xfrm>
                  <a:off x="105161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2" extrusionOk="0">
                      <a:moveTo>
                        <a:pt x="44" y="21"/>
                      </a:moveTo>
                      <a:cubicBezTo>
                        <a:pt x="45" y="38"/>
                        <a:pt x="36" y="41"/>
                        <a:pt x="22" y="41"/>
                      </a:cubicBezTo>
                      <a:cubicBezTo>
                        <a:pt x="6" y="42"/>
                        <a:pt x="1" y="35"/>
                        <a:pt x="1" y="20"/>
                      </a:cubicBezTo>
                      <a:cubicBezTo>
                        <a:pt x="0" y="3"/>
                        <a:pt x="9" y="1"/>
                        <a:pt x="23" y="1"/>
                      </a:cubicBezTo>
                      <a:cubicBezTo>
                        <a:pt x="38" y="0"/>
                        <a:pt x="46" y="6"/>
                        <a:pt x="44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7" name="Google Shape;3107;p75"/>
                <p:cNvSpPr/>
                <p:nvPr/>
              </p:nvSpPr>
              <p:spPr>
                <a:xfrm>
                  <a:off x="10605030" y="5521951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2" extrusionOk="0">
                      <a:moveTo>
                        <a:pt x="43" y="19"/>
                      </a:moveTo>
                      <a:cubicBezTo>
                        <a:pt x="45" y="33"/>
                        <a:pt x="40" y="42"/>
                        <a:pt x="24" y="41"/>
                      </a:cubicBezTo>
                      <a:cubicBezTo>
                        <a:pt x="11" y="41"/>
                        <a:pt x="0" y="40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8" name="Google Shape;3108;p75"/>
                <p:cNvSpPr/>
                <p:nvPr/>
              </p:nvSpPr>
              <p:spPr>
                <a:xfrm>
                  <a:off x="10516130" y="535050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5" y="40"/>
                      </a:moveTo>
                      <a:cubicBezTo>
                        <a:pt x="10" y="41"/>
                        <a:pt x="0" y="38"/>
                        <a:pt x="1" y="21"/>
                      </a:cubicBezTo>
                      <a:cubicBezTo>
                        <a:pt x="1" y="6"/>
                        <a:pt x="7" y="0"/>
                        <a:pt x="22" y="0"/>
                      </a:cubicBezTo>
                      <a:cubicBezTo>
                        <a:pt x="35" y="1"/>
                        <a:pt x="44" y="3"/>
                        <a:pt x="44" y="20"/>
                      </a:cubicBezTo>
                      <a:cubicBezTo>
                        <a:pt x="44" y="35"/>
                        <a:pt x="38" y="42"/>
                        <a:pt x="25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9" name="Google Shape;3109;p75"/>
                <p:cNvSpPr/>
                <p:nvPr/>
              </p:nvSpPr>
              <p:spPr>
                <a:xfrm>
                  <a:off x="10605030" y="5350501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1" y="40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1" y="3"/>
                        <a:pt x="9" y="1"/>
                        <a:pt x="23" y="1"/>
                      </a:cubicBezTo>
                      <a:cubicBezTo>
                        <a:pt x="38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0" name="Google Shape;3110;p75"/>
                <p:cNvSpPr/>
                <p:nvPr/>
              </p:nvSpPr>
              <p:spPr>
                <a:xfrm>
                  <a:off x="104732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2" extrusionOk="0">
                      <a:moveTo>
                        <a:pt x="24" y="2"/>
                      </a:moveTo>
                      <a:cubicBezTo>
                        <a:pt x="39" y="0"/>
                        <a:pt x="44" y="9"/>
                        <a:pt x="44" y="23"/>
                      </a:cubicBezTo>
                      <a:cubicBezTo>
                        <a:pt x="44" y="40"/>
                        <a:pt x="34" y="42"/>
                        <a:pt x="21" y="42"/>
                      </a:cubicBezTo>
                      <a:cubicBezTo>
                        <a:pt x="5" y="42"/>
                        <a:pt x="1" y="34"/>
                        <a:pt x="1" y="20"/>
                      </a:cubicBezTo>
                      <a:cubicBezTo>
                        <a:pt x="0" y="3"/>
                        <a:pt x="10" y="1"/>
                        <a:pt x="24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1" name="Google Shape;3111;p75"/>
                <p:cNvSpPr/>
                <p:nvPr/>
              </p:nvSpPr>
              <p:spPr>
                <a:xfrm>
                  <a:off x="10562168" y="56060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9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4"/>
                        <a:pt x="0" y="20"/>
                      </a:cubicBezTo>
                      <a:cubicBezTo>
                        <a:pt x="0" y="2"/>
                        <a:pt x="10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75"/>
                <p:cNvSpPr/>
                <p:nvPr/>
              </p:nvSpPr>
              <p:spPr>
                <a:xfrm>
                  <a:off x="102510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5"/>
                        <a:pt x="7" y="1"/>
                        <a:pt x="21" y="0"/>
                      </a:cubicBezTo>
                      <a:cubicBezTo>
                        <a:pt x="37" y="0"/>
                        <a:pt x="43" y="8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3" name="Google Shape;3113;p75"/>
                <p:cNvSpPr/>
                <p:nvPr/>
              </p:nvSpPr>
              <p:spPr>
                <a:xfrm>
                  <a:off x="10339918" y="5350501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41" y="24"/>
                      </a:moveTo>
                      <a:cubicBezTo>
                        <a:pt x="41" y="43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2"/>
                        <a:pt x="10" y="0"/>
                        <a:pt x="23" y="0"/>
                      </a:cubicBezTo>
                      <a:cubicBezTo>
                        <a:pt x="40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4" name="Google Shape;3114;p75"/>
                <p:cNvSpPr/>
                <p:nvPr/>
              </p:nvSpPr>
              <p:spPr>
                <a:xfrm>
                  <a:off x="10206568" y="54330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1" y="2"/>
                      </a:moveTo>
                      <a:cubicBezTo>
                        <a:pt x="37" y="0"/>
                        <a:pt x="42" y="7"/>
                        <a:pt x="43" y="22"/>
                      </a:cubicBezTo>
                      <a:cubicBezTo>
                        <a:pt x="43" y="38"/>
                        <a:pt x="36" y="43"/>
                        <a:pt x="21" y="43"/>
                      </a:cubicBezTo>
                      <a:cubicBezTo>
                        <a:pt x="6" y="43"/>
                        <a:pt x="0" y="38"/>
                        <a:pt x="0" y="22"/>
                      </a:cubicBezTo>
                      <a:cubicBezTo>
                        <a:pt x="0" y="7"/>
                        <a:pt x="6" y="0"/>
                        <a:pt x="21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75"/>
                <p:cNvSpPr/>
                <p:nvPr/>
              </p:nvSpPr>
              <p:spPr>
                <a:xfrm>
                  <a:off x="10295468" y="54362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9" y="40"/>
                        <a:pt x="0" y="38"/>
                        <a:pt x="0" y="23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6" name="Google Shape;3116;p75"/>
                <p:cNvSpPr/>
                <p:nvPr/>
              </p:nvSpPr>
              <p:spPr>
                <a:xfrm>
                  <a:off x="10382780" y="54362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6" y="41"/>
                        <a:pt x="21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4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7" name="Google Shape;3117;p75"/>
                <p:cNvSpPr/>
                <p:nvPr/>
              </p:nvSpPr>
              <p:spPr>
                <a:xfrm>
                  <a:off x="10652655" y="543463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42" y="25"/>
                      </a:moveTo>
                      <a:cubicBezTo>
                        <a:pt x="43" y="43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3" y="2"/>
                        <a:pt x="25" y="1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8" name="Google Shape;3118;p75"/>
                <p:cNvSpPr/>
                <p:nvPr/>
              </p:nvSpPr>
              <p:spPr>
                <a:xfrm>
                  <a:off x="10763780" y="54362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39"/>
                        <a:pt x="32" y="40"/>
                        <a:pt x="19" y="40"/>
                      </a:cubicBezTo>
                      <a:cubicBezTo>
                        <a:pt x="5" y="41"/>
                        <a:pt x="0" y="34"/>
                        <a:pt x="0" y="21"/>
                      </a:cubicBezTo>
                      <a:cubicBezTo>
                        <a:pt x="0" y="6"/>
                        <a:pt x="5" y="0"/>
                        <a:pt x="21" y="0"/>
                      </a:cubicBezTo>
                      <a:cubicBezTo>
                        <a:pt x="36" y="0"/>
                        <a:pt x="43" y="6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9" name="Google Shape;3119;p75"/>
                <p:cNvSpPr/>
                <p:nvPr/>
              </p:nvSpPr>
              <p:spPr>
                <a:xfrm>
                  <a:off x="10251018" y="5521951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1" y="41"/>
                      </a:moveTo>
                      <a:cubicBezTo>
                        <a:pt x="6" y="43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6" y="0"/>
                        <a:pt x="42" y="6"/>
                        <a:pt x="42" y="21"/>
                      </a:cubicBezTo>
                      <a:cubicBezTo>
                        <a:pt x="42" y="36"/>
                        <a:pt x="36" y="43"/>
                        <a:pt x="21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0" name="Google Shape;3120;p75"/>
                <p:cNvSpPr/>
                <p:nvPr/>
              </p:nvSpPr>
              <p:spPr>
                <a:xfrm>
                  <a:off x="10339918" y="552195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6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6" y="1"/>
                        <a:pt x="21" y="1"/>
                      </a:cubicBezTo>
                      <a:cubicBezTo>
                        <a:pt x="35" y="0"/>
                        <a:pt x="43" y="5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1" name="Google Shape;3121;p75"/>
                <p:cNvSpPr/>
                <p:nvPr/>
              </p:nvSpPr>
              <p:spPr>
                <a:xfrm>
                  <a:off x="10427230" y="552195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6"/>
                        <a:pt x="0" y="21"/>
                      </a:cubicBezTo>
                      <a:cubicBezTo>
                        <a:pt x="0" y="5"/>
                        <a:pt x="8" y="1"/>
                        <a:pt x="22" y="1"/>
                      </a:cubicBezTo>
                      <a:cubicBezTo>
                        <a:pt x="37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75"/>
                <p:cNvSpPr/>
                <p:nvPr/>
              </p:nvSpPr>
              <p:spPr>
                <a:xfrm>
                  <a:off x="10697105" y="5520363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19" y="2"/>
                      </a:moveTo>
                      <a:cubicBezTo>
                        <a:pt x="33" y="1"/>
                        <a:pt x="42" y="4"/>
                        <a:pt x="42" y="21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19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3" name="Google Shape;3123;p75"/>
                <p:cNvSpPr/>
                <p:nvPr/>
              </p:nvSpPr>
              <p:spPr>
                <a:xfrm>
                  <a:off x="10763780" y="5523538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0" y="20"/>
                      </a:moveTo>
                      <a:cubicBezTo>
                        <a:pt x="42" y="37"/>
                        <a:pt x="32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2"/>
                        <a:pt x="8" y="0"/>
                        <a:pt x="20" y="0"/>
                      </a:cubicBezTo>
                      <a:cubicBezTo>
                        <a:pt x="35" y="0"/>
                        <a:pt x="43" y="5"/>
                        <a:pt x="40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4" name="Google Shape;3124;p75"/>
                <p:cNvSpPr/>
                <p:nvPr/>
              </p:nvSpPr>
              <p:spPr>
                <a:xfrm>
                  <a:off x="10206568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3" y="38"/>
                        <a:pt x="34" y="41"/>
                        <a:pt x="20" y="41"/>
                      </a:cubicBezTo>
                      <a:cubicBezTo>
                        <a:pt x="4" y="41"/>
                        <a:pt x="0" y="33"/>
                        <a:pt x="0" y="19"/>
                      </a:cubicBezTo>
                      <a:cubicBezTo>
                        <a:pt x="0" y="2"/>
                        <a:pt x="9" y="0"/>
                        <a:pt x="22" y="0"/>
                      </a:cubicBezTo>
                      <a:cubicBezTo>
                        <a:pt x="38" y="0"/>
                        <a:pt x="44" y="7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75"/>
                <p:cNvSpPr/>
                <p:nvPr/>
              </p:nvSpPr>
              <p:spPr>
                <a:xfrm>
                  <a:off x="10295468" y="56076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3" y="41"/>
                      </a:moveTo>
                      <a:cubicBezTo>
                        <a:pt x="8" y="42"/>
                        <a:pt x="0" y="37"/>
                        <a:pt x="0" y="21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4" y="1"/>
                        <a:pt x="42" y="3"/>
                        <a:pt x="41" y="18"/>
                      </a:cubicBezTo>
                      <a:cubicBezTo>
                        <a:pt x="41" y="31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6" name="Google Shape;3126;p75"/>
                <p:cNvSpPr/>
                <p:nvPr/>
              </p:nvSpPr>
              <p:spPr>
                <a:xfrm>
                  <a:off x="10382780" y="560767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2"/>
                      </a:cubicBezTo>
                      <a:cubicBezTo>
                        <a:pt x="0" y="8"/>
                        <a:pt x="3" y="0"/>
                        <a:pt x="19" y="0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7" name="Google Shape;3127;p75"/>
                <p:cNvSpPr/>
                <p:nvPr/>
              </p:nvSpPr>
              <p:spPr>
                <a:xfrm>
                  <a:off x="10652655" y="56076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0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8" name="Google Shape;3128;p75"/>
                <p:cNvSpPr/>
                <p:nvPr/>
              </p:nvSpPr>
              <p:spPr>
                <a:xfrm>
                  <a:off x="10763780" y="560767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2" y="39"/>
                        <a:pt x="31" y="40"/>
                        <a:pt x="18" y="40"/>
                      </a:cubicBezTo>
                      <a:cubicBezTo>
                        <a:pt x="1" y="40"/>
                        <a:pt x="0" y="30"/>
                        <a:pt x="0" y="17"/>
                      </a:cubicBezTo>
                      <a:cubicBezTo>
                        <a:pt x="0" y="1"/>
                        <a:pt x="10" y="1"/>
                        <a:pt x="21" y="1"/>
                      </a:cubicBezTo>
                      <a:cubicBezTo>
                        <a:pt x="36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9" name="Google Shape;3129;p75"/>
                <p:cNvSpPr/>
                <p:nvPr/>
              </p:nvSpPr>
              <p:spPr>
                <a:xfrm>
                  <a:off x="10428818" y="5747376"/>
                  <a:ext cx="50800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0" name="Google Shape;3130;p75"/>
                <p:cNvSpPr/>
                <p:nvPr/>
              </p:nvSpPr>
              <p:spPr>
                <a:xfrm>
                  <a:off x="10519305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1" name="Google Shape;3131;p75"/>
                <p:cNvSpPr/>
                <p:nvPr/>
              </p:nvSpPr>
              <p:spPr>
                <a:xfrm>
                  <a:off x="10474855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1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75"/>
                <p:cNvSpPr/>
                <p:nvPr/>
              </p:nvSpPr>
              <p:spPr>
                <a:xfrm>
                  <a:off x="10562168" y="5842626"/>
                  <a:ext cx="508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3" name="Google Shape;3133;p75"/>
                <p:cNvSpPr/>
                <p:nvPr/>
              </p:nvSpPr>
              <p:spPr>
                <a:xfrm>
                  <a:off x="10430405" y="593311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1"/>
                      </a:moveTo>
                      <a:cubicBezTo>
                        <a:pt x="38" y="0"/>
                        <a:pt x="43" y="8"/>
                        <a:pt x="43" y="22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2"/>
                        <a:pt x="0" y="34"/>
                        <a:pt x="0" y="19"/>
                      </a:cubicBezTo>
                      <a:cubicBezTo>
                        <a:pt x="0" y="3"/>
                        <a:pt x="9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4" name="Google Shape;3134;p75"/>
                <p:cNvSpPr/>
                <p:nvPr/>
              </p:nvSpPr>
              <p:spPr>
                <a:xfrm>
                  <a:off x="10519305" y="593311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3" y="23"/>
                      </a:cubicBezTo>
                      <a:cubicBezTo>
                        <a:pt x="43" y="39"/>
                        <a:pt x="33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75"/>
                <p:cNvSpPr/>
                <p:nvPr/>
              </p:nvSpPr>
              <p:spPr>
                <a:xfrm>
                  <a:off x="10252605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1"/>
                        <a:pt x="1" y="0"/>
                        <a:pt x="19" y="0"/>
                      </a:cubicBezTo>
                      <a:cubicBezTo>
                        <a:pt x="33" y="1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6" name="Google Shape;3136;p75"/>
                <p:cNvSpPr/>
                <p:nvPr/>
              </p:nvSpPr>
              <p:spPr>
                <a:xfrm>
                  <a:off x="10339918" y="574737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1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6"/>
                        <a:pt x="6" y="1"/>
                        <a:pt x="21" y="0"/>
                      </a:cubicBezTo>
                      <a:cubicBezTo>
                        <a:pt x="36" y="0"/>
                        <a:pt x="44" y="5"/>
                        <a:pt x="42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7" name="Google Shape;3137;p75"/>
                <p:cNvSpPr/>
                <p:nvPr/>
              </p:nvSpPr>
              <p:spPr>
                <a:xfrm>
                  <a:off x="10609793" y="5747376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6"/>
                      </a:moveTo>
                      <a:cubicBezTo>
                        <a:pt x="43" y="44"/>
                        <a:pt x="29" y="41"/>
                        <a:pt x="18" y="42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8" name="Google Shape;3138;p75"/>
                <p:cNvSpPr/>
                <p:nvPr/>
              </p:nvSpPr>
              <p:spPr>
                <a:xfrm>
                  <a:off x="10698693" y="574737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7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9" name="Google Shape;3139;p75"/>
                <p:cNvSpPr/>
                <p:nvPr/>
              </p:nvSpPr>
              <p:spPr>
                <a:xfrm>
                  <a:off x="10208155" y="58426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1"/>
                      </a:cubicBezTo>
                      <a:cubicBezTo>
                        <a:pt x="42" y="36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0" name="Google Shape;3140;p75"/>
                <p:cNvSpPr/>
                <p:nvPr/>
              </p:nvSpPr>
              <p:spPr>
                <a:xfrm>
                  <a:off x="10297055" y="58426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1" name="Google Shape;3141;p75"/>
                <p:cNvSpPr/>
                <p:nvPr/>
              </p:nvSpPr>
              <p:spPr>
                <a:xfrm>
                  <a:off x="10384368" y="58426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0" y="35"/>
                        <a:pt x="0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2" name="Google Shape;3142;p75"/>
                <p:cNvSpPr/>
                <p:nvPr/>
              </p:nvSpPr>
              <p:spPr>
                <a:xfrm>
                  <a:off x="10654243" y="5841038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0" y="2"/>
                      </a:moveTo>
                      <a:cubicBezTo>
                        <a:pt x="33" y="0"/>
                        <a:pt x="42" y="4"/>
                        <a:pt x="42" y="20"/>
                      </a:cubicBezTo>
                      <a:cubicBezTo>
                        <a:pt x="42" y="35"/>
                        <a:pt x="37" y="42"/>
                        <a:pt x="22" y="42"/>
                      </a:cubicBezTo>
                      <a:cubicBezTo>
                        <a:pt x="8" y="42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2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3" name="Google Shape;3143;p75"/>
                <p:cNvSpPr/>
                <p:nvPr/>
              </p:nvSpPr>
              <p:spPr>
                <a:xfrm>
                  <a:off x="10763780" y="58426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1"/>
                      </a:cubicBezTo>
                      <a:cubicBezTo>
                        <a:pt x="1" y="41"/>
                        <a:pt x="0" y="30"/>
                        <a:pt x="0" y="18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3" y="6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4" name="Google Shape;3144;p75"/>
                <p:cNvSpPr/>
                <p:nvPr/>
              </p:nvSpPr>
              <p:spPr>
                <a:xfrm>
                  <a:off x="10252605" y="5933113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0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9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5" name="Google Shape;3145;p75"/>
                <p:cNvSpPr/>
                <p:nvPr/>
              </p:nvSpPr>
              <p:spPr>
                <a:xfrm>
                  <a:off x="10339918" y="59347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40"/>
                      </a:moveTo>
                      <a:cubicBezTo>
                        <a:pt x="10" y="41"/>
                        <a:pt x="0" y="38"/>
                        <a:pt x="0" y="22"/>
                      </a:cubicBezTo>
                      <a:cubicBezTo>
                        <a:pt x="0" y="8"/>
                        <a:pt x="4" y="0"/>
                        <a:pt x="19" y="0"/>
                      </a:cubicBezTo>
                      <a:cubicBezTo>
                        <a:pt x="33" y="0"/>
                        <a:pt x="43" y="1"/>
                        <a:pt x="42" y="18"/>
                      </a:cubicBezTo>
                      <a:cubicBezTo>
                        <a:pt x="42" y="31"/>
                        <a:pt x="40" y="42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6" name="Google Shape;3146;p75"/>
                <p:cNvSpPr/>
                <p:nvPr/>
              </p:nvSpPr>
              <p:spPr>
                <a:xfrm>
                  <a:off x="10609793" y="59347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1"/>
                      </a:moveTo>
                      <a:cubicBezTo>
                        <a:pt x="43" y="39"/>
                        <a:pt x="31" y="40"/>
                        <a:pt x="18" y="40"/>
                      </a:cubicBezTo>
                      <a:cubicBezTo>
                        <a:pt x="0" y="41"/>
                        <a:pt x="0" y="29"/>
                        <a:pt x="0" y="16"/>
                      </a:cubicBezTo>
                      <a:cubicBezTo>
                        <a:pt x="0" y="1"/>
                        <a:pt x="10" y="0"/>
                        <a:pt x="21" y="0"/>
                      </a:cubicBezTo>
                      <a:cubicBezTo>
                        <a:pt x="36" y="0"/>
                        <a:pt x="44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7" name="Google Shape;3147;p75"/>
                <p:cNvSpPr/>
                <p:nvPr/>
              </p:nvSpPr>
              <p:spPr>
                <a:xfrm>
                  <a:off x="10698693" y="5934701"/>
                  <a:ext cx="47625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9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8" name="Google Shape;3148;p75"/>
                <p:cNvSpPr/>
                <p:nvPr/>
              </p:nvSpPr>
              <p:spPr>
                <a:xfrm>
                  <a:off x="10427230" y="5350501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40"/>
                        <a:pt x="1" y="39"/>
                        <a:pt x="1" y="24"/>
                      </a:cubicBezTo>
                      <a:cubicBezTo>
                        <a:pt x="0" y="9"/>
                        <a:pt x="3" y="1"/>
                        <a:pt x="20" y="0"/>
                      </a:cubicBezTo>
                      <a:cubicBezTo>
                        <a:pt x="34" y="0"/>
                        <a:pt x="44" y="3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9" name="Google Shape;3149;p75"/>
                <p:cNvSpPr/>
                <p:nvPr/>
              </p:nvSpPr>
              <p:spPr>
                <a:xfrm>
                  <a:off x="10763780" y="5350501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1" y="23"/>
                      </a:moveTo>
                      <a:cubicBezTo>
                        <a:pt x="0" y="8"/>
                        <a:pt x="5" y="0"/>
                        <a:pt x="21" y="1"/>
                      </a:cubicBezTo>
                      <a:cubicBezTo>
                        <a:pt x="33" y="1"/>
                        <a:pt x="41" y="4"/>
                        <a:pt x="42" y="19"/>
                      </a:cubicBezTo>
                      <a:cubicBezTo>
                        <a:pt x="42" y="34"/>
                        <a:pt x="37" y="41"/>
                        <a:pt x="21" y="40"/>
                      </a:cubicBezTo>
                      <a:cubicBezTo>
                        <a:pt x="9" y="40"/>
                        <a:pt x="0" y="38"/>
                        <a:pt x="1" y="2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0" name="Google Shape;3150;p75"/>
                <p:cNvSpPr/>
                <p:nvPr/>
              </p:nvSpPr>
              <p:spPr>
                <a:xfrm>
                  <a:off x="10695518" y="5350501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40"/>
                      </a:moveTo>
                      <a:cubicBezTo>
                        <a:pt x="9" y="41"/>
                        <a:pt x="0" y="38"/>
                        <a:pt x="1" y="21"/>
                      </a:cubicBezTo>
                      <a:cubicBezTo>
                        <a:pt x="1" y="9"/>
                        <a:pt x="4" y="1"/>
                        <a:pt x="18" y="1"/>
                      </a:cubicBezTo>
                      <a:cubicBezTo>
                        <a:pt x="30" y="1"/>
                        <a:pt x="42" y="0"/>
                        <a:pt x="43" y="18"/>
                      </a:cubicBezTo>
                      <a:cubicBezTo>
                        <a:pt x="43" y="33"/>
                        <a:pt x="39" y="41"/>
                        <a:pt x="23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1" name="Google Shape;3151;p75"/>
                <p:cNvSpPr/>
                <p:nvPr/>
              </p:nvSpPr>
              <p:spPr>
                <a:xfrm>
                  <a:off x="104288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4"/>
                        <a:pt x="40" y="41"/>
                        <a:pt x="24" y="41"/>
                      </a:cubicBezTo>
                      <a:cubicBezTo>
                        <a:pt x="11" y="41"/>
                        <a:pt x="0" y="39"/>
                        <a:pt x="1" y="22"/>
                      </a:cubicBezTo>
                      <a:cubicBezTo>
                        <a:pt x="1" y="8"/>
                        <a:pt x="4" y="0"/>
                        <a:pt x="21" y="0"/>
                      </a:cubicBezTo>
                      <a:cubicBezTo>
                        <a:pt x="34" y="1"/>
                        <a:pt x="45" y="2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2" name="Google Shape;3152;p75"/>
                <p:cNvSpPr/>
                <p:nvPr/>
              </p:nvSpPr>
              <p:spPr>
                <a:xfrm>
                  <a:off x="10517718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2"/>
                      </a:moveTo>
                      <a:cubicBezTo>
                        <a:pt x="45" y="39"/>
                        <a:pt x="34" y="40"/>
                        <a:pt x="20" y="41"/>
                      </a:cubicBezTo>
                      <a:cubicBezTo>
                        <a:pt x="5" y="41"/>
                        <a:pt x="0" y="34"/>
                        <a:pt x="0" y="19"/>
                      </a:cubicBezTo>
                      <a:cubicBezTo>
                        <a:pt x="0" y="2"/>
                        <a:pt x="9" y="1"/>
                        <a:pt x="23" y="0"/>
                      </a:cubicBezTo>
                      <a:cubicBezTo>
                        <a:pt x="39" y="0"/>
                        <a:pt x="45" y="7"/>
                        <a:pt x="43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3" name="Google Shape;3153;p75"/>
                <p:cNvSpPr/>
                <p:nvPr/>
              </p:nvSpPr>
              <p:spPr>
                <a:xfrm>
                  <a:off x="104732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21"/>
                      </a:moveTo>
                      <a:cubicBezTo>
                        <a:pt x="44" y="38"/>
                        <a:pt x="35" y="40"/>
                        <a:pt x="21" y="41"/>
                      </a:cubicBezTo>
                      <a:cubicBezTo>
                        <a:pt x="5" y="41"/>
                        <a:pt x="0" y="35"/>
                        <a:pt x="0" y="20"/>
                      </a:cubicBezTo>
                      <a:cubicBezTo>
                        <a:pt x="0" y="3"/>
                        <a:pt x="8" y="0"/>
                        <a:pt x="22" y="0"/>
                      </a:cubicBezTo>
                      <a:cubicBezTo>
                        <a:pt x="38" y="0"/>
                        <a:pt x="45" y="5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75"/>
                <p:cNvSpPr/>
                <p:nvPr/>
              </p:nvSpPr>
              <p:spPr>
                <a:xfrm>
                  <a:off x="10562168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1" extrusionOk="0">
                      <a:moveTo>
                        <a:pt x="43" y="19"/>
                      </a:moveTo>
                      <a:cubicBezTo>
                        <a:pt x="45" y="33"/>
                        <a:pt x="40" y="41"/>
                        <a:pt x="24" y="41"/>
                      </a:cubicBezTo>
                      <a:cubicBezTo>
                        <a:pt x="11" y="40"/>
                        <a:pt x="0" y="40"/>
                        <a:pt x="0" y="22"/>
                      </a:cubicBezTo>
                      <a:cubicBezTo>
                        <a:pt x="0" y="8"/>
                        <a:pt x="4" y="0"/>
                        <a:pt x="20" y="0"/>
                      </a:cubicBezTo>
                      <a:cubicBezTo>
                        <a:pt x="33" y="1"/>
                        <a:pt x="45" y="1"/>
                        <a:pt x="43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5" name="Google Shape;3155;p75"/>
                <p:cNvSpPr/>
                <p:nvPr/>
              </p:nvSpPr>
              <p:spPr>
                <a:xfrm>
                  <a:off x="10473268" y="5004426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4" y="40"/>
                      </a:moveTo>
                      <a:cubicBezTo>
                        <a:pt x="9" y="40"/>
                        <a:pt x="0" y="38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3"/>
                        <a:pt x="43" y="19"/>
                      </a:cubicBezTo>
                      <a:cubicBezTo>
                        <a:pt x="43" y="35"/>
                        <a:pt x="37" y="41"/>
                        <a:pt x="24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6" name="Google Shape;3156;p75"/>
                <p:cNvSpPr/>
                <p:nvPr/>
              </p:nvSpPr>
              <p:spPr>
                <a:xfrm>
                  <a:off x="10562168" y="5004426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0" extrusionOk="0">
                      <a:moveTo>
                        <a:pt x="43" y="21"/>
                      </a:moveTo>
                      <a:cubicBezTo>
                        <a:pt x="45" y="38"/>
                        <a:pt x="34" y="40"/>
                        <a:pt x="21" y="40"/>
                      </a:cubicBezTo>
                      <a:cubicBezTo>
                        <a:pt x="7" y="40"/>
                        <a:pt x="0" y="35"/>
                        <a:pt x="0" y="19"/>
                      </a:cubicBezTo>
                      <a:cubicBezTo>
                        <a:pt x="1" y="3"/>
                        <a:pt x="9" y="0"/>
                        <a:pt x="23" y="0"/>
                      </a:cubicBezTo>
                      <a:cubicBezTo>
                        <a:pt x="38" y="0"/>
                        <a:pt x="45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75"/>
                <p:cNvSpPr/>
                <p:nvPr/>
              </p:nvSpPr>
              <p:spPr>
                <a:xfrm>
                  <a:off x="10428818" y="526160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23" y="2"/>
                      </a:moveTo>
                      <a:cubicBezTo>
                        <a:pt x="38" y="0"/>
                        <a:pt x="43" y="9"/>
                        <a:pt x="43" y="23"/>
                      </a:cubicBezTo>
                      <a:cubicBezTo>
                        <a:pt x="43" y="40"/>
                        <a:pt x="33" y="42"/>
                        <a:pt x="20" y="42"/>
                      </a:cubicBezTo>
                      <a:cubicBezTo>
                        <a:pt x="4" y="42"/>
                        <a:pt x="0" y="35"/>
                        <a:pt x="0" y="20"/>
                      </a:cubicBezTo>
                      <a:cubicBezTo>
                        <a:pt x="0" y="4"/>
                        <a:pt x="9" y="1"/>
                        <a:pt x="23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8" name="Google Shape;3158;p75"/>
                <p:cNvSpPr/>
                <p:nvPr/>
              </p:nvSpPr>
              <p:spPr>
                <a:xfrm>
                  <a:off x="10517718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23" y="1"/>
                      </a:moveTo>
                      <a:cubicBezTo>
                        <a:pt x="39" y="0"/>
                        <a:pt x="44" y="8"/>
                        <a:pt x="44" y="22"/>
                      </a:cubicBezTo>
                      <a:cubicBezTo>
                        <a:pt x="43" y="39"/>
                        <a:pt x="34" y="41"/>
                        <a:pt x="20" y="41"/>
                      </a:cubicBezTo>
                      <a:cubicBezTo>
                        <a:pt x="4" y="41"/>
                        <a:pt x="0" y="34"/>
                        <a:pt x="0" y="19"/>
                      </a:cubicBezTo>
                      <a:cubicBezTo>
                        <a:pt x="0" y="2"/>
                        <a:pt x="10" y="0"/>
                        <a:pt x="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9" name="Google Shape;3159;p75"/>
                <p:cNvSpPr/>
                <p:nvPr/>
              </p:nvSpPr>
              <p:spPr>
                <a:xfrm>
                  <a:off x="10206568" y="5004426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2"/>
                      </a:moveTo>
                      <a:cubicBezTo>
                        <a:pt x="43" y="40"/>
                        <a:pt x="31" y="40"/>
                        <a:pt x="18" y="40"/>
                      </a:cubicBezTo>
                      <a:cubicBezTo>
                        <a:pt x="5" y="40"/>
                        <a:pt x="0" y="34"/>
                        <a:pt x="0" y="21"/>
                      </a:cubicBezTo>
                      <a:cubicBezTo>
                        <a:pt x="0" y="5"/>
                        <a:pt x="7" y="0"/>
                        <a:pt x="22" y="0"/>
                      </a:cubicBezTo>
                      <a:cubicBezTo>
                        <a:pt x="37" y="0"/>
                        <a:pt x="43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0" name="Google Shape;3160;p75"/>
                <p:cNvSpPr/>
                <p:nvPr/>
              </p:nvSpPr>
              <p:spPr>
                <a:xfrm>
                  <a:off x="10295468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41" y="24"/>
                      </a:moveTo>
                      <a:cubicBezTo>
                        <a:pt x="42" y="42"/>
                        <a:pt x="28" y="40"/>
                        <a:pt x="16" y="40"/>
                      </a:cubicBezTo>
                      <a:cubicBezTo>
                        <a:pt x="2" y="40"/>
                        <a:pt x="0" y="31"/>
                        <a:pt x="0" y="19"/>
                      </a:cubicBezTo>
                      <a:cubicBezTo>
                        <a:pt x="0" y="1"/>
                        <a:pt x="10" y="0"/>
                        <a:pt x="23" y="0"/>
                      </a:cubicBezTo>
                      <a:cubicBezTo>
                        <a:pt x="41" y="0"/>
                        <a:pt x="42" y="11"/>
                        <a:pt x="41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1" name="Google Shape;3161;p75"/>
                <p:cNvSpPr/>
                <p:nvPr/>
              </p:nvSpPr>
              <p:spPr>
                <a:xfrm>
                  <a:off x="10251018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0"/>
                      </a:moveTo>
                      <a:cubicBezTo>
                        <a:pt x="43" y="35"/>
                        <a:pt x="37" y="42"/>
                        <a:pt x="21" y="41"/>
                      </a:cubicBezTo>
                      <a:cubicBezTo>
                        <a:pt x="9" y="40"/>
                        <a:pt x="0" y="39"/>
                        <a:pt x="0" y="24"/>
                      </a:cubicBezTo>
                      <a:cubicBezTo>
                        <a:pt x="1" y="10"/>
                        <a:pt x="1" y="0"/>
                        <a:pt x="19" y="0"/>
                      </a:cubicBezTo>
                      <a:cubicBezTo>
                        <a:pt x="33" y="0"/>
                        <a:pt x="43" y="3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2" name="Google Shape;3162;p75"/>
                <p:cNvSpPr/>
                <p:nvPr/>
              </p:nvSpPr>
              <p:spPr>
                <a:xfrm>
                  <a:off x="10339918" y="5090151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0"/>
                      </a:moveTo>
                      <a:cubicBezTo>
                        <a:pt x="44" y="36"/>
                        <a:pt x="37" y="41"/>
                        <a:pt x="22" y="41"/>
                      </a:cubicBezTo>
                      <a:cubicBezTo>
                        <a:pt x="7" y="41"/>
                        <a:pt x="0" y="37"/>
                        <a:pt x="0" y="21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6" y="0"/>
                        <a:pt x="44" y="5"/>
                        <a:pt x="42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3" name="Google Shape;3163;p75"/>
                <p:cNvSpPr/>
                <p:nvPr/>
              </p:nvSpPr>
              <p:spPr>
                <a:xfrm>
                  <a:off x="10608205" y="509015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4" extrusionOk="0">
                      <a:moveTo>
                        <a:pt x="42" y="25"/>
                      </a:moveTo>
                      <a:cubicBezTo>
                        <a:pt x="43" y="44"/>
                        <a:pt x="29" y="41"/>
                        <a:pt x="18" y="41"/>
                      </a:cubicBezTo>
                      <a:cubicBezTo>
                        <a:pt x="0" y="42"/>
                        <a:pt x="1" y="30"/>
                        <a:pt x="1" y="18"/>
                      </a:cubicBezTo>
                      <a:cubicBezTo>
                        <a:pt x="1" y="0"/>
                        <a:pt x="14" y="2"/>
                        <a:pt x="25" y="2"/>
                      </a:cubicBezTo>
                      <a:cubicBezTo>
                        <a:pt x="43" y="1"/>
                        <a:pt x="43" y="13"/>
                        <a:pt x="42" y="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75"/>
                <p:cNvSpPr/>
                <p:nvPr/>
              </p:nvSpPr>
              <p:spPr>
                <a:xfrm>
                  <a:off x="10697105" y="5090151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2" y="22"/>
                      </a:moveTo>
                      <a:cubicBezTo>
                        <a:pt x="44" y="40"/>
                        <a:pt x="32" y="40"/>
                        <a:pt x="19" y="41"/>
                      </a:cubicBezTo>
                      <a:cubicBezTo>
                        <a:pt x="5" y="41"/>
                        <a:pt x="1" y="35"/>
                        <a:pt x="1" y="22"/>
                      </a:cubicBezTo>
                      <a:cubicBezTo>
                        <a:pt x="0" y="6"/>
                        <a:pt x="6" y="0"/>
                        <a:pt x="21" y="1"/>
                      </a:cubicBezTo>
                      <a:cubicBezTo>
                        <a:pt x="37" y="1"/>
                        <a:pt x="44" y="7"/>
                        <a:pt x="42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5" name="Google Shape;3165;p75"/>
                <p:cNvSpPr/>
                <p:nvPr/>
              </p:nvSpPr>
              <p:spPr>
                <a:xfrm>
                  <a:off x="10206568" y="5177463"/>
                  <a:ext cx="47625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2" extrusionOk="0">
                      <a:moveTo>
                        <a:pt x="21" y="40"/>
                      </a:moveTo>
                      <a:cubicBezTo>
                        <a:pt x="6" y="42"/>
                        <a:pt x="0" y="35"/>
                        <a:pt x="0" y="20"/>
                      </a:cubicBezTo>
                      <a:cubicBezTo>
                        <a:pt x="0" y="5"/>
                        <a:pt x="7" y="0"/>
                        <a:pt x="21" y="0"/>
                      </a:cubicBezTo>
                      <a:cubicBezTo>
                        <a:pt x="36" y="0"/>
                        <a:pt x="42" y="5"/>
                        <a:pt x="42" y="20"/>
                      </a:cubicBezTo>
                      <a:cubicBezTo>
                        <a:pt x="42" y="35"/>
                        <a:pt x="36" y="42"/>
                        <a:pt x="21" y="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6" name="Google Shape;3166;p75"/>
                <p:cNvSpPr/>
                <p:nvPr/>
              </p:nvSpPr>
              <p:spPr>
                <a:xfrm>
                  <a:off x="10295468" y="5177463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41" y="20"/>
                      </a:moveTo>
                      <a:cubicBezTo>
                        <a:pt x="43" y="35"/>
                        <a:pt x="36" y="41"/>
                        <a:pt x="21" y="41"/>
                      </a:cubicBezTo>
                      <a:cubicBezTo>
                        <a:pt x="7" y="41"/>
                        <a:pt x="0" y="36"/>
                        <a:pt x="0" y="20"/>
                      </a:cubicBezTo>
                      <a:cubicBezTo>
                        <a:pt x="0" y="5"/>
                        <a:pt x="6" y="0"/>
                        <a:pt x="21" y="0"/>
                      </a:cubicBezTo>
                      <a:cubicBezTo>
                        <a:pt x="35" y="0"/>
                        <a:pt x="43" y="4"/>
                        <a:pt x="41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75"/>
                <p:cNvSpPr/>
                <p:nvPr/>
              </p:nvSpPr>
              <p:spPr>
                <a:xfrm>
                  <a:off x="10382780" y="5177463"/>
                  <a:ext cx="4921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1"/>
                      </a:moveTo>
                      <a:cubicBezTo>
                        <a:pt x="44" y="37"/>
                        <a:pt x="36" y="41"/>
                        <a:pt x="21" y="41"/>
                      </a:cubicBezTo>
                      <a:cubicBezTo>
                        <a:pt x="6" y="41"/>
                        <a:pt x="1" y="35"/>
                        <a:pt x="1" y="20"/>
                      </a:cubicBezTo>
                      <a:cubicBezTo>
                        <a:pt x="0" y="4"/>
                        <a:pt x="8" y="0"/>
                        <a:pt x="22" y="0"/>
                      </a:cubicBezTo>
                      <a:cubicBezTo>
                        <a:pt x="38" y="0"/>
                        <a:pt x="44" y="6"/>
                        <a:pt x="43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8" name="Google Shape;3168;p75"/>
                <p:cNvSpPr/>
                <p:nvPr/>
              </p:nvSpPr>
              <p:spPr>
                <a:xfrm>
                  <a:off x="10652655" y="51742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0" y="3"/>
                      </a:moveTo>
                      <a:cubicBezTo>
                        <a:pt x="33" y="1"/>
                        <a:pt x="42" y="5"/>
                        <a:pt x="42" y="21"/>
                      </a:cubicBezTo>
                      <a:cubicBezTo>
                        <a:pt x="42" y="36"/>
                        <a:pt x="38" y="43"/>
                        <a:pt x="22" y="43"/>
                      </a:cubicBezTo>
                      <a:cubicBezTo>
                        <a:pt x="8" y="43"/>
                        <a:pt x="0" y="39"/>
                        <a:pt x="0" y="23"/>
                      </a:cubicBezTo>
                      <a:cubicBezTo>
                        <a:pt x="0" y="9"/>
                        <a:pt x="4" y="0"/>
                        <a:pt x="2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9" name="Google Shape;3169;p75"/>
                <p:cNvSpPr/>
                <p:nvPr/>
              </p:nvSpPr>
              <p:spPr>
                <a:xfrm>
                  <a:off x="10763780" y="5177463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1" extrusionOk="0">
                      <a:moveTo>
                        <a:pt x="40" y="21"/>
                      </a:moveTo>
                      <a:cubicBezTo>
                        <a:pt x="42" y="38"/>
                        <a:pt x="32" y="40"/>
                        <a:pt x="18" y="40"/>
                      </a:cubicBezTo>
                      <a:cubicBezTo>
                        <a:pt x="1" y="41"/>
                        <a:pt x="0" y="30"/>
                        <a:pt x="0" y="17"/>
                      </a:cubicBezTo>
                      <a:cubicBezTo>
                        <a:pt x="0" y="3"/>
                        <a:pt x="8" y="1"/>
                        <a:pt x="20" y="0"/>
                      </a:cubicBezTo>
                      <a:cubicBezTo>
                        <a:pt x="35" y="0"/>
                        <a:pt x="42" y="5"/>
                        <a:pt x="40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0" name="Google Shape;3170;p75"/>
                <p:cNvSpPr/>
                <p:nvPr/>
              </p:nvSpPr>
              <p:spPr>
                <a:xfrm>
                  <a:off x="102510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3" extrusionOk="0">
                      <a:moveTo>
                        <a:pt x="24" y="41"/>
                      </a:moveTo>
                      <a:cubicBezTo>
                        <a:pt x="8" y="43"/>
                        <a:pt x="1" y="37"/>
                        <a:pt x="0" y="21"/>
                      </a:cubicBezTo>
                      <a:cubicBezTo>
                        <a:pt x="0" y="6"/>
                        <a:pt x="7" y="0"/>
                        <a:pt x="21" y="1"/>
                      </a:cubicBezTo>
                      <a:cubicBezTo>
                        <a:pt x="34" y="1"/>
                        <a:pt x="42" y="4"/>
                        <a:pt x="41" y="18"/>
                      </a:cubicBezTo>
                      <a:cubicBezTo>
                        <a:pt x="41" y="31"/>
                        <a:pt x="40" y="43"/>
                        <a:pt x="24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1" name="Google Shape;3171;p75"/>
                <p:cNvSpPr/>
                <p:nvPr/>
              </p:nvSpPr>
              <p:spPr>
                <a:xfrm>
                  <a:off x="10339918" y="5263188"/>
                  <a:ext cx="4603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3" extrusionOk="0">
                      <a:moveTo>
                        <a:pt x="23" y="41"/>
                      </a:moveTo>
                      <a:cubicBezTo>
                        <a:pt x="10" y="42"/>
                        <a:pt x="0" y="39"/>
                        <a:pt x="0" y="23"/>
                      </a:cubicBezTo>
                      <a:cubicBezTo>
                        <a:pt x="0" y="8"/>
                        <a:pt x="4" y="0"/>
                        <a:pt x="20" y="1"/>
                      </a:cubicBezTo>
                      <a:cubicBezTo>
                        <a:pt x="33" y="1"/>
                        <a:pt x="43" y="2"/>
                        <a:pt x="42" y="19"/>
                      </a:cubicBezTo>
                      <a:cubicBezTo>
                        <a:pt x="42" y="32"/>
                        <a:pt x="40" y="43"/>
                        <a:pt x="23" y="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2" name="Google Shape;3172;p75"/>
                <p:cNvSpPr/>
                <p:nvPr/>
              </p:nvSpPr>
              <p:spPr>
                <a:xfrm>
                  <a:off x="106097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1" y="22"/>
                      </a:moveTo>
                      <a:cubicBezTo>
                        <a:pt x="43" y="40"/>
                        <a:pt x="31" y="41"/>
                        <a:pt x="18" y="41"/>
                      </a:cubicBezTo>
                      <a:cubicBezTo>
                        <a:pt x="0" y="41"/>
                        <a:pt x="0" y="30"/>
                        <a:pt x="0" y="17"/>
                      </a:cubicBezTo>
                      <a:cubicBezTo>
                        <a:pt x="0" y="2"/>
                        <a:pt x="10" y="1"/>
                        <a:pt x="21" y="1"/>
                      </a:cubicBezTo>
                      <a:cubicBezTo>
                        <a:pt x="36" y="0"/>
                        <a:pt x="44" y="7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3" name="Google Shape;3173;p75"/>
                <p:cNvSpPr/>
                <p:nvPr/>
              </p:nvSpPr>
              <p:spPr>
                <a:xfrm>
                  <a:off x="10698693" y="5263188"/>
                  <a:ext cx="476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0" extrusionOk="0">
                      <a:moveTo>
                        <a:pt x="41" y="21"/>
                      </a:moveTo>
                      <a:cubicBezTo>
                        <a:pt x="42" y="38"/>
                        <a:pt x="31" y="40"/>
                        <a:pt x="18" y="40"/>
                      </a:cubicBezTo>
                      <a:cubicBezTo>
                        <a:pt x="1" y="40"/>
                        <a:pt x="0" y="29"/>
                        <a:pt x="0" y="16"/>
                      </a:cubicBezTo>
                      <a:cubicBezTo>
                        <a:pt x="0" y="1"/>
                        <a:pt x="10" y="1"/>
                        <a:pt x="21" y="0"/>
                      </a:cubicBezTo>
                      <a:cubicBezTo>
                        <a:pt x="36" y="0"/>
                        <a:pt x="43" y="6"/>
                        <a:pt x="41" y="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4" name="Google Shape;3174;p75"/>
                <p:cNvSpPr/>
                <p:nvPr/>
              </p:nvSpPr>
              <p:spPr>
                <a:xfrm>
                  <a:off x="10382780" y="5004426"/>
                  <a:ext cx="49212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41" extrusionOk="0">
                      <a:moveTo>
                        <a:pt x="43" y="20"/>
                      </a:moveTo>
                      <a:cubicBezTo>
                        <a:pt x="44" y="35"/>
                        <a:pt x="37" y="41"/>
                        <a:pt x="22" y="40"/>
                      </a:cubicBezTo>
                      <a:cubicBezTo>
                        <a:pt x="10" y="39"/>
                        <a:pt x="1" y="38"/>
                        <a:pt x="1" y="23"/>
                      </a:cubicBezTo>
                      <a:cubicBezTo>
                        <a:pt x="0" y="9"/>
                        <a:pt x="4" y="0"/>
                        <a:pt x="20" y="0"/>
                      </a:cubicBezTo>
                      <a:cubicBezTo>
                        <a:pt x="34" y="0"/>
                        <a:pt x="44" y="3"/>
                        <a:pt x="43" y="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5" name="Google Shape;3175;p75"/>
                <p:cNvSpPr/>
                <p:nvPr/>
              </p:nvSpPr>
              <p:spPr>
                <a:xfrm>
                  <a:off x="10763780" y="5004426"/>
                  <a:ext cx="4603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40" extrusionOk="0">
                      <a:moveTo>
                        <a:pt x="1" y="22"/>
                      </a:moveTo>
                      <a:cubicBezTo>
                        <a:pt x="0" y="8"/>
                        <a:pt x="5" y="0"/>
                        <a:pt x="21" y="0"/>
                      </a:cubicBezTo>
                      <a:cubicBezTo>
                        <a:pt x="33" y="1"/>
                        <a:pt x="41" y="3"/>
                        <a:pt x="42" y="18"/>
                      </a:cubicBezTo>
                      <a:cubicBezTo>
                        <a:pt x="42" y="33"/>
                        <a:pt x="37" y="40"/>
                        <a:pt x="21" y="40"/>
                      </a:cubicBezTo>
                      <a:cubicBezTo>
                        <a:pt x="9" y="39"/>
                        <a:pt x="0" y="38"/>
                        <a:pt x="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6" name="Google Shape;3176;p75"/>
                <p:cNvSpPr/>
                <p:nvPr/>
              </p:nvSpPr>
              <p:spPr>
                <a:xfrm>
                  <a:off x="10652655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1" extrusionOk="0">
                      <a:moveTo>
                        <a:pt x="23" y="39"/>
                      </a:moveTo>
                      <a:cubicBezTo>
                        <a:pt x="10" y="41"/>
                        <a:pt x="0" y="37"/>
                        <a:pt x="1" y="21"/>
                      </a:cubicBezTo>
                      <a:cubicBezTo>
                        <a:pt x="2" y="9"/>
                        <a:pt x="4" y="0"/>
                        <a:pt x="18" y="0"/>
                      </a:cubicBezTo>
                      <a:cubicBezTo>
                        <a:pt x="31" y="0"/>
                        <a:pt x="42" y="0"/>
                        <a:pt x="43" y="18"/>
                      </a:cubicBezTo>
                      <a:cubicBezTo>
                        <a:pt x="43" y="32"/>
                        <a:pt x="40" y="41"/>
                        <a:pt x="23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7" name="Google Shape;3177;p75"/>
                <p:cNvSpPr/>
                <p:nvPr/>
              </p:nvSpPr>
              <p:spPr>
                <a:xfrm>
                  <a:off x="9315980" y="5004426"/>
                  <a:ext cx="46037" cy="4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42" extrusionOk="0">
                      <a:moveTo>
                        <a:pt x="41" y="22"/>
                      </a:moveTo>
                      <a:cubicBezTo>
                        <a:pt x="41" y="42"/>
                        <a:pt x="28" y="39"/>
                        <a:pt x="16" y="40"/>
                      </a:cubicBezTo>
                      <a:cubicBezTo>
                        <a:pt x="1" y="40"/>
                        <a:pt x="0" y="30"/>
                        <a:pt x="0" y="19"/>
                      </a:cubicBezTo>
                      <a:cubicBezTo>
                        <a:pt x="0" y="2"/>
                        <a:pt x="9" y="0"/>
                        <a:pt x="23" y="0"/>
                      </a:cubicBezTo>
                      <a:cubicBezTo>
                        <a:pt x="40" y="1"/>
                        <a:pt x="43" y="10"/>
                        <a:pt x="41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8" name="Google Shape;3178;p75"/>
                <p:cNvSpPr/>
                <p:nvPr/>
              </p:nvSpPr>
              <p:spPr>
                <a:xfrm>
                  <a:off x="11138430" y="5490201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9" name="Google Shape;3179;p75"/>
                <p:cNvSpPr/>
                <p:nvPr/>
              </p:nvSpPr>
              <p:spPr>
                <a:xfrm>
                  <a:off x="11184468" y="5531476"/>
                  <a:ext cx="125412" cy="127000"/>
                </a:xfrm>
                <a:prstGeom prst="ellipse">
                  <a:avLst/>
                </a:prstGeom>
                <a:solidFill>
                  <a:srgbClr val="F20A0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0" name="Google Shape;3180;p75"/>
                <p:cNvSpPr/>
                <p:nvPr/>
              </p:nvSpPr>
              <p:spPr>
                <a:xfrm>
                  <a:off x="11138430" y="5183813"/>
                  <a:ext cx="214312" cy="2143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1" name="Google Shape;3181;p75"/>
                <p:cNvSpPr/>
                <p:nvPr/>
              </p:nvSpPr>
              <p:spPr>
                <a:xfrm>
                  <a:off x="11184468" y="5225088"/>
                  <a:ext cx="125412" cy="125413"/>
                </a:xfrm>
                <a:prstGeom prst="ellipse">
                  <a:avLst/>
                </a:prstGeom>
                <a:solidFill>
                  <a:srgbClr val="EFC3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2" name="Google Shape;3182;p75"/>
              <p:cNvGrpSpPr/>
              <p:nvPr/>
            </p:nvGrpSpPr>
            <p:grpSpPr>
              <a:xfrm>
                <a:off x="3238995" y="4754966"/>
                <a:ext cx="1171573" cy="1354962"/>
                <a:chOff x="12429583" y="3631951"/>
                <a:chExt cx="1171573" cy="2918461"/>
              </a:xfrm>
            </p:grpSpPr>
            <p:cxnSp>
              <p:nvCxnSpPr>
                <p:cNvPr id="3183" name="Google Shape;3183;p75"/>
                <p:cNvCxnSpPr/>
                <p:nvPr/>
              </p:nvCxnSpPr>
              <p:spPr>
                <a:xfrm>
                  <a:off x="12429583" y="3631951"/>
                  <a:ext cx="0" cy="2916000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184" name="Google Shape;3184;p75"/>
                <p:cNvCxnSpPr/>
                <p:nvPr/>
              </p:nvCxnSpPr>
              <p:spPr>
                <a:xfrm>
                  <a:off x="13601156" y="3634413"/>
                  <a:ext cx="0" cy="2915999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3185" name="Google Shape;3185;p75"/>
              <p:cNvSpPr/>
              <p:nvPr/>
            </p:nvSpPr>
            <p:spPr>
              <a:xfrm>
                <a:off x="3512349" y="5019963"/>
                <a:ext cx="650819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R2N1: B1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6" name="Google Shape;3186;p75"/>
              <p:cNvSpPr/>
              <p:nvPr/>
            </p:nvSpPr>
            <p:spPr>
              <a:xfrm>
                <a:off x="3646199" y="5366371"/>
                <a:ext cx="383117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R3N2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7" name="Google Shape;3187;p75"/>
              <p:cNvSpPr/>
              <p:nvPr/>
            </p:nvSpPr>
            <p:spPr>
              <a:xfrm>
                <a:off x="3512349" y="5712779"/>
                <a:ext cx="650819" cy="20787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1"/>
                  <a:buFont typeface="Arial"/>
                  <a:buNone/>
                </a:pPr>
                <a:r>
                  <a:rPr lang="en-US" sz="1351" b="0" i="0" u="none" strike="noStrike" cap="none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R2N3: B1</a:t>
                </a:r>
                <a:endParaRPr sz="1351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8" name="Google Shape;3188;p75"/>
            <p:cNvSpPr txBox="1"/>
            <p:nvPr/>
          </p:nvSpPr>
          <p:spPr>
            <a:xfrm>
              <a:off x="9650147" y="5878592"/>
              <a:ext cx="955711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Rack 2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0" name="Google Shape;3190;p75"/>
          <p:cNvGrpSpPr/>
          <p:nvPr/>
        </p:nvGrpSpPr>
        <p:grpSpPr>
          <a:xfrm>
            <a:off x="7067211" y="2273150"/>
            <a:ext cx="1875204" cy="1902385"/>
            <a:chOff x="10683768" y="2435107"/>
            <a:chExt cx="1875204" cy="1902385"/>
          </a:xfrm>
        </p:grpSpPr>
        <p:sp>
          <p:nvSpPr>
            <p:cNvPr id="3191" name="Google Shape;3191;p75"/>
            <p:cNvSpPr/>
            <p:nvPr/>
          </p:nvSpPr>
          <p:spPr>
            <a:xfrm>
              <a:off x="10683768" y="2435107"/>
              <a:ext cx="1875204" cy="1902385"/>
            </a:xfrm>
            <a:prstGeom prst="roundRect">
              <a:avLst>
                <a:gd name="adj" fmla="val 10572"/>
              </a:avLst>
            </a:prstGeom>
            <a:solidFill>
              <a:schemeClr val="lt1"/>
            </a:solidFill>
            <a:ln w="25400" cap="flat" cmpd="sng">
              <a:solidFill>
                <a:srgbClr val="222A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2" name="Google Shape;3192;p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288021" y="2612301"/>
              <a:ext cx="666698" cy="12839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3" name="Google Shape;3193;p75"/>
            <p:cNvSpPr txBox="1"/>
            <p:nvPr/>
          </p:nvSpPr>
          <p:spPr>
            <a:xfrm>
              <a:off x="10985619" y="3866554"/>
              <a:ext cx="1271502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NameNode</a:t>
              </a:r>
              <a:endParaRPr sz="15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3194" name="Google Shape;3194;p75"/>
          <p:cNvCxnSpPr/>
          <p:nvPr/>
        </p:nvCxnSpPr>
        <p:spPr>
          <a:xfrm rot="5400000">
            <a:off x="6269416" y="4360785"/>
            <a:ext cx="1208700" cy="800100"/>
          </a:xfrm>
          <a:prstGeom prst="bentConnector2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95" name="Google Shape;3195;p75"/>
          <p:cNvCxnSpPr/>
          <p:nvPr/>
        </p:nvCxnSpPr>
        <p:spPr>
          <a:xfrm>
            <a:off x="7998463" y="4156484"/>
            <a:ext cx="2123100" cy="17031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7" name="Google Shape;3197;p75"/>
          <p:cNvSpPr txBox="1"/>
          <p:nvPr/>
        </p:nvSpPr>
        <p:spPr>
          <a:xfrm>
            <a:off x="1436335" y="3955640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E9482587-C93F-6088-C909-75AEF79FB418}"/>
              </a:ext>
            </a:extLst>
          </p:cNvPr>
          <p:cNvSpPr/>
          <p:nvPr/>
        </p:nvSpPr>
        <p:spPr>
          <a:xfrm>
            <a:off x="5054600" y="816324"/>
            <a:ext cx="615759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latin typeface="Open Sans"/>
                <a:ea typeface="Open Sans"/>
                <a:cs typeface="Open Sans"/>
                <a:sym typeface="Open Sans"/>
              </a:rPr>
              <a:t>HDFS: Erasure Coding</a:t>
            </a:r>
            <a:endParaRPr sz="2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3" name="Google Shape;3203;p76"/>
          <p:cNvSpPr/>
          <p:nvPr/>
        </p:nvSpPr>
        <p:spPr>
          <a:xfrm>
            <a:off x="1917700" y="1581150"/>
            <a:ext cx="12420600" cy="99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BBD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It is a data protection technique where data is broken into fragments, expanded, encoded with redundant information, and stored in different locations or storage media. 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4" name="Google Shape;3204;p76"/>
          <p:cNvSpPr txBox="1"/>
          <p:nvPr/>
        </p:nvSpPr>
        <p:spPr>
          <a:xfrm>
            <a:off x="2260600" y="7083129"/>
            <a:ext cx="11734800" cy="87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If a storage medium fails or data is corrupted, the data can be reconstructed from parts stored on other storage media.</a:t>
            </a:r>
            <a:endParaRPr sz="2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6" name="Google Shape;3206;p76"/>
          <p:cNvGrpSpPr/>
          <p:nvPr/>
        </p:nvGrpSpPr>
        <p:grpSpPr>
          <a:xfrm>
            <a:off x="2665309" y="3201297"/>
            <a:ext cx="10925382" cy="3252285"/>
            <a:chOff x="3782839" y="4548883"/>
            <a:chExt cx="10768780" cy="3006865"/>
          </a:xfrm>
        </p:grpSpPr>
        <p:grpSp>
          <p:nvGrpSpPr>
            <p:cNvPr id="3207" name="Google Shape;3207;p76"/>
            <p:cNvGrpSpPr/>
            <p:nvPr/>
          </p:nvGrpSpPr>
          <p:grpSpPr>
            <a:xfrm>
              <a:off x="3782839" y="4548883"/>
              <a:ext cx="10768780" cy="3006865"/>
              <a:chOff x="1600745" y="1139542"/>
              <a:chExt cx="12989951" cy="5061696"/>
            </a:xfrm>
          </p:grpSpPr>
          <p:sp>
            <p:nvSpPr>
              <p:cNvPr id="3208" name="Google Shape;3208;p76"/>
              <p:cNvSpPr/>
              <p:nvPr/>
            </p:nvSpPr>
            <p:spPr>
              <a:xfrm>
                <a:off x="4476602" y="196745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9DC3E6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9" name="Google Shape;3209;p76"/>
              <p:cNvSpPr/>
              <p:nvPr/>
            </p:nvSpPr>
            <p:spPr>
              <a:xfrm>
                <a:off x="6846422" y="196745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0" name="Google Shape;3210;p76"/>
              <p:cNvSpPr/>
              <p:nvPr/>
            </p:nvSpPr>
            <p:spPr>
              <a:xfrm>
                <a:off x="9216242" y="196745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1" name="Google Shape;3211;p76"/>
              <p:cNvSpPr/>
              <p:nvPr/>
            </p:nvSpPr>
            <p:spPr>
              <a:xfrm>
                <a:off x="4476602" y="329333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2" name="Google Shape;3212;p76"/>
              <p:cNvSpPr/>
              <p:nvPr/>
            </p:nvSpPr>
            <p:spPr>
              <a:xfrm>
                <a:off x="6846422" y="329333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9DC3E6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3" name="Google Shape;3213;p76"/>
              <p:cNvSpPr/>
              <p:nvPr/>
            </p:nvSpPr>
            <p:spPr>
              <a:xfrm>
                <a:off x="9216242" y="3293332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4" name="Google Shape;3214;p76"/>
              <p:cNvSpPr/>
              <p:nvPr/>
            </p:nvSpPr>
            <p:spPr>
              <a:xfrm>
                <a:off x="4476602" y="4516341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5" name="Google Shape;3215;p76"/>
              <p:cNvSpPr/>
              <p:nvPr/>
            </p:nvSpPr>
            <p:spPr>
              <a:xfrm>
                <a:off x="6851502" y="4516341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F8CBAD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6" name="Google Shape;3216;p76"/>
              <p:cNvSpPr/>
              <p:nvPr/>
            </p:nvSpPr>
            <p:spPr>
              <a:xfrm>
                <a:off x="9226402" y="4516341"/>
                <a:ext cx="1988820" cy="861060"/>
              </a:xfrm>
              <a:prstGeom prst="can">
                <a:avLst>
                  <a:gd name="adj" fmla="val 25000"/>
                </a:avLst>
              </a:prstGeom>
              <a:solidFill>
                <a:srgbClr val="9DC3E6"/>
              </a:solidFill>
              <a:ln w="25400" cap="flat" cmpd="sng">
                <a:solidFill>
                  <a:srgbClr val="42719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7" name="Google Shape;3217;p76"/>
              <p:cNvSpPr txBox="1"/>
              <p:nvPr/>
            </p:nvSpPr>
            <p:spPr>
              <a:xfrm>
                <a:off x="7093672" y="2231268"/>
                <a:ext cx="1384081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A1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18" name="Google Shape;3218;p76"/>
              <p:cNvSpPr txBox="1"/>
              <p:nvPr/>
            </p:nvSpPr>
            <p:spPr>
              <a:xfrm>
                <a:off x="7093672" y="3557146"/>
                <a:ext cx="1397423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Bp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19" name="Google Shape;3219;p76"/>
              <p:cNvSpPr txBox="1"/>
              <p:nvPr/>
            </p:nvSpPr>
            <p:spPr>
              <a:xfrm>
                <a:off x="7093672" y="4837307"/>
                <a:ext cx="1370740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C2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0" name="Google Shape;3220;p76"/>
              <p:cNvSpPr txBox="1"/>
              <p:nvPr/>
            </p:nvSpPr>
            <p:spPr>
              <a:xfrm>
                <a:off x="9481667" y="2231268"/>
                <a:ext cx="1384081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A2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1" name="Google Shape;3221;p76"/>
              <p:cNvSpPr txBox="1"/>
              <p:nvPr/>
            </p:nvSpPr>
            <p:spPr>
              <a:xfrm>
                <a:off x="9486476" y="3557146"/>
                <a:ext cx="1380269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B2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2" name="Google Shape;3222;p76"/>
              <p:cNvSpPr txBox="1"/>
              <p:nvPr/>
            </p:nvSpPr>
            <p:spPr>
              <a:xfrm>
                <a:off x="9481667" y="4808407"/>
                <a:ext cx="1387893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Cp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3" name="Google Shape;3223;p76"/>
              <p:cNvSpPr txBox="1"/>
              <p:nvPr/>
            </p:nvSpPr>
            <p:spPr>
              <a:xfrm>
                <a:off x="4683197" y="4808406"/>
                <a:ext cx="1370740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C1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4" name="Google Shape;3224;p76"/>
              <p:cNvSpPr txBox="1"/>
              <p:nvPr/>
            </p:nvSpPr>
            <p:spPr>
              <a:xfrm>
                <a:off x="4683197" y="3557146"/>
                <a:ext cx="1380269" cy="574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Block B1</a:t>
                </a:r>
                <a:endParaRPr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5" name="Google Shape;3225;p76"/>
              <p:cNvSpPr txBox="1"/>
              <p:nvPr/>
            </p:nvSpPr>
            <p:spPr>
              <a:xfrm>
                <a:off x="5021668" y="5551297"/>
                <a:ext cx="1132500" cy="622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Disk 1</a:t>
                </a:r>
                <a:endParaRPr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6" name="Google Shape;3226;p76"/>
              <p:cNvSpPr txBox="1"/>
              <p:nvPr/>
            </p:nvSpPr>
            <p:spPr>
              <a:xfrm>
                <a:off x="7383473" y="5578526"/>
                <a:ext cx="1132500" cy="622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Disk 2</a:t>
                </a:r>
                <a:endParaRPr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7" name="Google Shape;3227;p76"/>
              <p:cNvSpPr txBox="1"/>
              <p:nvPr/>
            </p:nvSpPr>
            <p:spPr>
              <a:xfrm>
                <a:off x="9779481" y="5549164"/>
                <a:ext cx="1132500" cy="622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Disk 3</a:t>
                </a:r>
                <a:endParaRPr sz="20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3228" name="Google Shape;3228;p76"/>
              <p:cNvCxnSpPr/>
              <p:nvPr/>
            </p:nvCxnSpPr>
            <p:spPr>
              <a:xfrm>
                <a:off x="11215222" y="4977351"/>
                <a:ext cx="736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3229" name="Google Shape;3229;p76"/>
              <p:cNvSpPr/>
              <p:nvPr/>
            </p:nvSpPr>
            <p:spPr>
              <a:xfrm>
                <a:off x="12001388" y="4672551"/>
                <a:ext cx="2589308" cy="518106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0" name="Google Shape;3230;p76"/>
              <p:cNvSpPr txBox="1"/>
              <p:nvPr/>
            </p:nvSpPr>
            <p:spPr>
              <a:xfrm>
                <a:off x="12001387" y="4762204"/>
                <a:ext cx="2589309" cy="4790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= Block C1 + Block C2</a:t>
                </a:r>
                <a:endParaRPr sz="14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31" name="Google Shape;3231;p76"/>
              <p:cNvSpPr txBox="1"/>
              <p:nvPr/>
            </p:nvSpPr>
            <p:spPr>
              <a:xfrm>
                <a:off x="1600745" y="1139542"/>
                <a:ext cx="222834" cy="518106"/>
              </a:xfrm>
              <a:prstGeom prst="rect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232" name="Google Shape;3232;p76"/>
            <p:cNvSpPr txBox="1"/>
            <p:nvPr/>
          </p:nvSpPr>
          <p:spPr>
            <a:xfrm>
              <a:off x="6338218" y="5205077"/>
              <a:ext cx="1362075" cy="341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Block Ap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3" name="Google Shape;3233;p76"/>
          <p:cNvSpPr txBox="1"/>
          <p:nvPr/>
        </p:nvSpPr>
        <p:spPr>
          <a:xfrm>
            <a:off x="2485372" y="4050037"/>
            <a:ext cx="277247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Reduced storage overhead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As 1 parity block stored for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          2 data blocks</a:t>
            </a:r>
            <a:endParaRPr sz="14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4BB1FDD7-1BAF-1DA6-C0DA-4ACE230C99EE}"/>
              </a:ext>
            </a:extLst>
          </p:cNvPr>
          <p:cNvSpPr/>
          <p:nvPr/>
        </p:nvSpPr>
        <p:spPr>
          <a:xfrm>
            <a:off x="5765800" y="816324"/>
            <a:ext cx="472884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p77"/>
          <p:cNvSpPr txBox="1">
            <a:spLocks noGrp="1"/>
          </p:cNvSpPr>
          <p:nvPr>
            <p:ph type="body" idx="1"/>
          </p:nvPr>
        </p:nvSpPr>
        <p:spPr>
          <a:xfrm>
            <a:off x="1291858" y="13458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provides the following access mechanisms:</a:t>
            </a:r>
            <a:endParaRPr dirty="0">
              <a:solidFill>
                <a:srgbClr val="3F3F3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9" name="Google Shape;3239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Access</a:t>
            </a:r>
            <a:endParaRPr sz="28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41" name="Google Shape;3241;p77"/>
          <p:cNvGrpSpPr/>
          <p:nvPr/>
        </p:nvGrpSpPr>
        <p:grpSpPr>
          <a:xfrm>
            <a:off x="2438400" y="2611713"/>
            <a:ext cx="4715933" cy="1881971"/>
            <a:chOff x="1200536" y="2389626"/>
            <a:chExt cx="5629350" cy="2078747"/>
          </a:xfrm>
        </p:grpSpPr>
        <p:sp>
          <p:nvSpPr>
            <p:cNvPr id="3242" name="Google Shape;3242;p77"/>
            <p:cNvSpPr/>
            <p:nvPr/>
          </p:nvSpPr>
          <p:spPr>
            <a:xfrm>
              <a:off x="1200536" y="2389626"/>
              <a:ext cx="5629350" cy="2078747"/>
            </a:xfrm>
            <a:prstGeom prst="roundRect">
              <a:avLst>
                <a:gd name="adj" fmla="val 5507"/>
              </a:avLst>
            </a:prstGeom>
            <a:solidFill>
              <a:srgbClr val="F5F9FD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75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43" name="Google Shape;3243;p77" descr="http://a1.mzstatic.com/us/r30/Purple2/v4/27/3f/6b/273f6b73-01c8-3fec-385a-70fe05360201/icon_256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91088" y="2800386"/>
              <a:ext cx="1093536" cy="1093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4" name="Google Shape;3244;p77"/>
            <p:cNvSpPr txBox="1"/>
            <p:nvPr/>
          </p:nvSpPr>
          <p:spPr>
            <a:xfrm>
              <a:off x="1361588" y="3095756"/>
              <a:ext cx="3906997" cy="849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Open Sans"/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Java API for applications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5" name="Google Shape;3245;p77"/>
          <p:cNvGrpSpPr/>
          <p:nvPr/>
        </p:nvGrpSpPr>
        <p:grpSpPr>
          <a:xfrm>
            <a:off x="2438400" y="5166785"/>
            <a:ext cx="4715933" cy="1595994"/>
            <a:chOff x="1073212" y="5364951"/>
            <a:chExt cx="5629350" cy="2074604"/>
          </a:xfrm>
        </p:grpSpPr>
        <p:sp>
          <p:nvSpPr>
            <p:cNvPr id="3246" name="Google Shape;3246;p77"/>
            <p:cNvSpPr/>
            <p:nvPr/>
          </p:nvSpPr>
          <p:spPr>
            <a:xfrm>
              <a:off x="1073212" y="5364951"/>
              <a:ext cx="5629350" cy="2074604"/>
            </a:xfrm>
            <a:prstGeom prst="roundRect">
              <a:avLst>
                <a:gd name="adj" fmla="val 5507"/>
              </a:avLst>
            </a:prstGeom>
            <a:solidFill>
              <a:srgbClr val="F5F9FD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75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77"/>
            <p:cNvSpPr txBox="1"/>
            <p:nvPr/>
          </p:nvSpPr>
          <p:spPr>
            <a:xfrm>
              <a:off x="1287069" y="5817881"/>
              <a:ext cx="3024895" cy="1440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Open Sans"/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Web GUI utilized through an HTTP browser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8" name="Google Shape;3248;p77"/>
            <p:cNvGrpSpPr/>
            <p:nvPr/>
          </p:nvGrpSpPr>
          <p:grpSpPr>
            <a:xfrm>
              <a:off x="4485288" y="5936764"/>
              <a:ext cx="1193460" cy="1001049"/>
              <a:chOff x="4374051" y="5937384"/>
              <a:chExt cx="1193460" cy="1001049"/>
            </a:xfrm>
          </p:grpSpPr>
          <p:pic>
            <p:nvPicPr>
              <p:cNvPr id="3249" name="Google Shape;3249;p7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74051" y="5937384"/>
                <a:ext cx="1193460" cy="1001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0" name="Google Shape;3250;p7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76789" y="6110073"/>
                <a:ext cx="697740" cy="6626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251" name="Google Shape;3251;p77"/>
          <p:cNvGrpSpPr/>
          <p:nvPr/>
        </p:nvGrpSpPr>
        <p:grpSpPr>
          <a:xfrm>
            <a:off x="8151285" y="5166785"/>
            <a:ext cx="5012709" cy="2127258"/>
            <a:chOff x="8112689" y="5424067"/>
            <a:chExt cx="5629350" cy="2076068"/>
          </a:xfrm>
        </p:grpSpPr>
        <p:sp>
          <p:nvSpPr>
            <p:cNvPr id="3252" name="Google Shape;3252;p77"/>
            <p:cNvSpPr/>
            <p:nvPr/>
          </p:nvSpPr>
          <p:spPr>
            <a:xfrm>
              <a:off x="8112689" y="5424067"/>
              <a:ext cx="5629350" cy="2076068"/>
            </a:xfrm>
            <a:prstGeom prst="roundRect">
              <a:avLst>
                <a:gd name="adj" fmla="val 5507"/>
              </a:avLst>
            </a:prstGeom>
            <a:solidFill>
              <a:srgbClr val="F5F9FD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75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3" name="Google Shape;3253;p77"/>
            <p:cNvSpPr txBox="1"/>
            <p:nvPr/>
          </p:nvSpPr>
          <p:spPr>
            <a:xfrm>
              <a:off x="10842600" y="5619980"/>
              <a:ext cx="2276810" cy="141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Open Sans"/>
                <a:buNone/>
              </a:pP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FS shell for executing commands </a:t>
              </a:r>
              <a:endParaRPr sz="2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Open Sans"/>
                <a:buNone/>
              </a:pP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on HDFS</a:t>
              </a:r>
              <a:endParaRPr sz="2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54" name="Google Shape;3254;p77"/>
            <p:cNvGrpSpPr/>
            <p:nvPr/>
          </p:nvGrpSpPr>
          <p:grpSpPr>
            <a:xfrm>
              <a:off x="8932334" y="6074725"/>
              <a:ext cx="1340740" cy="895903"/>
              <a:chOff x="9049547" y="6109680"/>
              <a:chExt cx="1546598" cy="1033460"/>
            </a:xfrm>
          </p:grpSpPr>
          <p:pic>
            <p:nvPicPr>
              <p:cNvPr id="3255" name="Google Shape;3255;p7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049547" y="6109680"/>
                <a:ext cx="1490827" cy="987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6" name="Google Shape;3256;p7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9783285" y="6322889"/>
                <a:ext cx="812860" cy="820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257" name="Google Shape;3257;p77"/>
          <p:cNvGrpSpPr/>
          <p:nvPr/>
        </p:nvGrpSpPr>
        <p:grpSpPr>
          <a:xfrm>
            <a:off x="8151284" y="2592237"/>
            <a:ext cx="4840816" cy="1869256"/>
            <a:chOff x="8151284" y="2937934"/>
            <a:chExt cx="4246287" cy="1555750"/>
          </a:xfrm>
        </p:grpSpPr>
        <p:sp>
          <p:nvSpPr>
            <p:cNvPr id="3258" name="Google Shape;3258;p77"/>
            <p:cNvSpPr/>
            <p:nvPr/>
          </p:nvSpPr>
          <p:spPr>
            <a:xfrm>
              <a:off x="8151284" y="2937934"/>
              <a:ext cx="4222749" cy="1555750"/>
            </a:xfrm>
            <a:prstGeom prst="roundRect">
              <a:avLst>
                <a:gd name="adj" fmla="val 5507"/>
              </a:avLst>
            </a:prstGeom>
            <a:solidFill>
              <a:srgbClr val="F5F9FD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75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9" name="Google Shape;3259;p77"/>
            <p:cNvSpPr txBox="1"/>
            <p:nvPr/>
          </p:nvSpPr>
          <p:spPr>
            <a:xfrm>
              <a:off x="9507559" y="3206918"/>
              <a:ext cx="2890012" cy="9221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access and C wrapper for non-Java applications</a:t>
              </a: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0" name="Google Shape;3260;p77"/>
            <p:cNvGrpSpPr/>
            <p:nvPr/>
          </p:nvGrpSpPr>
          <p:grpSpPr>
            <a:xfrm>
              <a:off x="8324736" y="3236412"/>
              <a:ext cx="663341" cy="669087"/>
              <a:chOff x="2838" y="2546"/>
              <a:chExt cx="2656" cy="2679"/>
            </a:xfrm>
          </p:grpSpPr>
          <p:sp>
            <p:nvSpPr>
              <p:cNvPr id="3261" name="Google Shape;3261;p77"/>
              <p:cNvSpPr/>
              <p:nvPr/>
            </p:nvSpPr>
            <p:spPr>
              <a:xfrm>
                <a:off x="2855" y="2546"/>
                <a:ext cx="2593" cy="2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2" name="Google Shape;3262;p77"/>
              <p:cNvSpPr/>
              <p:nvPr/>
            </p:nvSpPr>
            <p:spPr>
              <a:xfrm>
                <a:off x="2838" y="2547"/>
                <a:ext cx="1934" cy="1991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1839" extrusionOk="0">
                    <a:moveTo>
                      <a:pt x="1283" y="0"/>
                    </a:moveTo>
                    <a:cubicBezTo>
                      <a:pt x="1359" y="13"/>
                      <a:pt x="1434" y="21"/>
                      <a:pt x="1507" y="36"/>
                    </a:cubicBezTo>
                    <a:cubicBezTo>
                      <a:pt x="1689" y="74"/>
                      <a:pt x="1784" y="187"/>
                      <a:pt x="1784" y="369"/>
                    </a:cubicBezTo>
                    <a:cubicBezTo>
                      <a:pt x="1784" y="534"/>
                      <a:pt x="1786" y="700"/>
                      <a:pt x="1784" y="865"/>
                    </a:cubicBezTo>
                    <a:cubicBezTo>
                      <a:pt x="1782" y="1060"/>
                      <a:pt x="1668" y="1173"/>
                      <a:pt x="1474" y="1177"/>
                    </a:cubicBezTo>
                    <a:cubicBezTo>
                      <a:pt x="1298" y="1181"/>
                      <a:pt x="1124" y="1177"/>
                      <a:pt x="948" y="1179"/>
                    </a:cubicBezTo>
                    <a:cubicBezTo>
                      <a:pt x="705" y="1181"/>
                      <a:pt x="559" y="1332"/>
                      <a:pt x="559" y="1575"/>
                    </a:cubicBezTo>
                    <a:cubicBezTo>
                      <a:pt x="559" y="1644"/>
                      <a:pt x="559" y="1715"/>
                      <a:pt x="559" y="1784"/>
                    </a:cubicBezTo>
                    <a:cubicBezTo>
                      <a:pt x="264" y="1839"/>
                      <a:pt x="121" y="1774"/>
                      <a:pt x="52" y="1502"/>
                    </a:cubicBezTo>
                    <a:cubicBezTo>
                      <a:pt x="0" y="1299"/>
                      <a:pt x="2" y="1098"/>
                      <a:pt x="60" y="899"/>
                    </a:cubicBezTo>
                    <a:cubicBezTo>
                      <a:pt x="111" y="729"/>
                      <a:pt x="236" y="633"/>
                      <a:pt x="412" y="631"/>
                    </a:cubicBezTo>
                    <a:cubicBezTo>
                      <a:pt x="651" y="629"/>
                      <a:pt x="890" y="631"/>
                      <a:pt x="1128" y="631"/>
                    </a:cubicBezTo>
                    <a:cubicBezTo>
                      <a:pt x="1172" y="631"/>
                      <a:pt x="1225" y="639"/>
                      <a:pt x="1199" y="559"/>
                    </a:cubicBezTo>
                    <a:cubicBezTo>
                      <a:pt x="1015" y="559"/>
                      <a:pt x="833" y="559"/>
                      <a:pt x="628" y="559"/>
                    </a:cubicBezTo>
                    <a:cubicBezTo>
                      <a:pt x="634" y="440"/>
                      <a:pt x="632" y="327"/>
                      <a:pt x="647" y="216"/>
                    </a:cubicBezTo>
                    <a:cubicBezTo>
                      <a:pt x="659" y="128"/>
                      <a:pt x="733" y="82"/>
                      <a:pt x="812" y="63"/>
                    </a:cubicBezTo>
                    <a:cubicBezTo>
                      <a:pt x="917" y="38"/>
                      <a:pt x="1024" y="23"/>
                      <a:pt x="1130" y="3"/>
                    </a:cubicBezTo>
                    <a:cubicBezTo>
                      <a:pt x="1183" y="0"/>
                      <a:pt x="1233" y="0"/>
                      <a:pt x="1283" y="0"/>
                    </a:cubicBezTo>
                    <a:close/>
                    <a:moveTo>
                      <a:pt x="858" y="421"/>
                    </a:moveTo>
                    <a:cubicBezTo>
                      <a:pt x="873" y="421"/>
                      <a:pt x="890" y="421"/>
                      <a:pt x="904" y="421"/>
                    </a:cubicBezTo>
                    <a:cubicBezTo>
                      <a:pt x="934" y="379"/>
                      <a:pt x="980" y="342"/>
                      <a:pt x="988" y="298"/>
                    </a:cubicBezTo>
                    <a:cubicBezTo>
                      <a:pt x="996" y="237"/>
                      <a:pt x="954" y="191"/>
                      <a:pt x="885" y="191"/>
                    </a:cubicBezTo>
                    <a:cubicBezTo>
                      <a:pt x="816" y="189"/>
                      <a:pt x="772" y="235"/>
                      <a:pt x="781" y="296"/>
                    </a:cubicBezTo>
                    <a:cubicBezTo>
                      <a:pt x="787" y="340"/>
                      <a:pt x="831" y="379"/>
                      <a:pt x="858" y="421"/>
                    </a:cubicBezTo>
                    <a:close/>
                  </a:path>
                </a:pathLst>
              </a:custGeom>
              <a:solidFill>
                <a:srgbClr val="3C77A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3" name="Google Shape;3263;p77"/>
              <p:cNvSpPr/>
              <p:nvPr/>
            </p:nvSpPr>
            <p:spPr>
              <a:xfrm>
                <a:off x="2838" y="2547"/>
                <a:ext cx="1934" cy="1991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1839" extrusionOk="0">
                    <a:moveTo>
                      <a:pt x="1283" y="0"/>
                    </a:moveTo>
                    <a:cubicBezTo>
                      <a:pt x="1359" y="13"/>
                      <a:pt x="1434" y="21"/>
                      <a:pt x="1507" y="36"/>
                    </a:cubicBezTo>
                    <a:cubicBezTo>
                      <a:pt x="1689" y="74"/>
                      <a:pt x="1784" y="187"/>
                      <a:pt x="1784" y="369"/>
                    </a:cubicBezTo>
                    <a:cubicBezTo>
                      <a:pt x="1784" y="534"/>
                      <a:pt x="1786" y="700"/>
                      <a:pt x="1784" y="865"/>
                    </a:cubicBezTo>
                    <a:cubicBezTo>
                      <a:pt x="1782" y="1060"/>
                      <a:pt x="1668" y="1173"/>
                      <a:pt x="1474" y="1177"/>
                    </a:cubicBezTo>
                    <a:cubicBezTo>
                      <a:pt x="1298" y="1181"/>
                      <a:pt x="1124" y="1177"/>
                      <a:pt x="948" y="1179"/>
                    </a:cubicBezTo>
                    <a:cubicBezTo>
                      <a:pt x="705" y="1181"/>
                      <a:pt x="559" y="1332"/>
                      <a:pt x="559" y="1575"/>
                    </a:cubicBezTo>
                    <a:cubicBezTo>
                      <a:pt x="559" y="1644"/>
                      <a:pt x="559" y="1715"/>
                      <a:pt x="559" y="1784"/>
                    </a:cubicBezTo>
                    <a:cubicBezTo>
                      <a:pt x="264" y="1839"/>
                      <a:pt x="121" y="1774"/>
                      <a:pt x="52" y="1502"/>
                    </a:cubicBezTo>
                    <a:cubicBezTo>
                      <a:pt x="0" y="1299"/>
                      <a:pt x="2" y="1098"/>
                      <a:pt x="60" y="899"/>
                    </a:cubicBezTo>
                    <a:cubicBezTo>
                      <a:pt x="111" y="729"/>
                      <a:pt x="236" y="633"/>
                      <a:pt x="412" y="631"/>
                    </a:cubicBezTo>
                    <a:cubicBezTo>
                      <a:pt x="651" y="629"/>
                      <a:pt x="890" y="631"/>
                      <a:pt x="1128" y="631"/>
                    </a:cubicBezTo>
                    <a:cubicBezTo>
                      <a:pt x="1172" y="631"/>
                      <a:pt x="1225" y="639"/>
                      <a:pt x="1199" y="559"/>
                    </a:cubicBezTo>
                    <a:cubicBezTo>
                      <a:pt x="1015" y="559"/>
                      <a:pt x="833" y="559"/>
                      <a:pt x="628" y="559"/>
                    </a:cubicBezTo>
                    <a:cubicBezTo>
                      <a:pt x="634" y="440"/>
                      <a:pt x="632" y="327"/>
                      <a:pt x="647" y="216"/>
                    </a:cubicBezTo>
                    <a:cubicBezTo>
                      <a:pt x="659" y="128"/>
                      <a:pt x="733" y="82"/>
                      <a:pt x="812" y="63"/>
                    </a:cubicBezTo>
                    <a:cubicBezTo>
                      <a:pt x="917" y="38"/>
                      <a:pt x="1024" y="23"/>
                      <a:pt x="1130" y="3"/>
                    </a:cubicBezTo>
                    <a:cubicBezTo>
                      <a:pt x="1183" y="0"/>
                      <a:pt x="1233" y="0"/>
                      <a:pt x="1283" y="0"/>
                    </a:cubicBezTo>
                    <a:close/>
                    <a:moveTo>
                      <a:pt x="858" y="421"/>
                    </a:moveTo>
                    <a:cubicBezTo>
                      <a:pt x="873" y="421"/>
                      <a:pt x="890" y="421"/>
                      <a:pt x="904" y="421"/>
                    </a:cubicBezTo>
                    <a:cubicBezTo>
                      <a:pt x="934" y="379"/>
                      <a:pt x="980" y="342"/>
                      <a:pt x="988" y="298"/>
                    </a:cubicBezTo>
                    <a:cubicBezTo>
                      <a:pt x="996" y="237"/>
                      <a:pt x="954" y="191"/>
                      <a:pt x="885" y="191"/>
                    </a:cubicBezTo>
                    <a:cubicBezTo>
                      <a:pt x="816" y="189"/>
                      <a:pt x="772" y="235"/>
                      <a:pt x="781" y="296"/>
                    </a:cubicBezTo>
                    <a:cubicBezTo>
                      <a:pt x="787" y="340"/>
                      <a:pt x="831" y="379"/>
                      <a:pt x="858" y="421"/>
                    </a:cubicBezTo>
                    <a:close/>
                  </a:path>
                </a:pathLst>
              </a:custGeom>
              <a:solidFill>
                <a:srgbClr val="3C77A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77"/>
              <p:cNvSpPr/>
              <p:nvPr/>
            </p:nvSpPr>
            <p:spPr>
              <a:xfrm>
                <a:off x="3516" y="3228"/>
                <a:ext cx="1978" cy="1997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1844" extrusionOk="0">
                    <a:moveTo>
                      <a:pt x="1156" y="1247"/>
                    </a:moveTo>
                    <a:cubicBezTo>
                      <a:pt x="1156" y="1342"/>
                      <a:pt x="1174" y="1434"/>
                      <a:pt x="1149" y="1511"/>
                    </a:cubicBezTo>
                    <a:cubicBezTo>
                      <a:pt x="1126" y="1582"/>
                      <a:pt x="1072" y="1666"/>
                      <a:pt x="1007" y="1700"/>
                    </a:cubicBezTo>
                    <a:cubicBezTo>
                      <a:pt x="730" y="1844"/>
                      <a:pt x="444" y="1844"/>
                      <a:pt x="163" y="1706"/>
                    </a:cubicBezTo>
                    <a:cubicBezTo>
                      <a:pt x="54" y="1654"/>
                      <a:pt x="0" y="1562"/>
                      <a:pt x="4" y="1436"/>
                    </a:cubicBezTo>
                    <a:cubicBezTo>
                      <a:pt x="8" y="1270"/>
                      <a:pt x="4" y="1105"/>
                      <a:pt x="6" y="940"/>
                    </a:cubicBezTo>
                    <a:cubicBezTo>
                      <a:pt x="8" y="745"/>
                      <a:pt x="125" y="626"/>
                      <a:pt x="322" y="624"/>
                    </a:cubicBezTo>
                    <a:cubicBezTo>
                      <a:pt x="494" y="621"/>
                      <a:pt x="666" y="624"/>
                      <a:pt x="837" y="624"/>
                    </a:cubicBezTo>
                    <a:cubicBezTo>
                      <a:pt x="1080" y="621"/>
                      <a:pt x="1229" y="473"/>
                      <a:pt x="1231" y="230"/>
                    </a:cubicBezTo>
                    <a:cubicBezTo>
                      <a:pt x="1231" y="157"/>
                      <a:pt x="1231" y="85"/>
                      <a:pt x="1231" y="6"/>
                    </a:cubicBezTo>
                    <a:cubicBezTo>
                      <a:pt x="1329" y="6"/>
                      <a:pt x="1417" y="0"/>
                      <a:pt x="1505" y="8"/>
                    </a:cubicBezTo>
                    <a:cubicBezTo>
                      <a:pt x="1595" y="18"/>
                      <a:pt x="1656" y="79"/>
                      <a:pt x="1689" y="159"/>
                    </a:cubicBezTo>
                    <a:cubicBezTo>
                      <a:pt x="1809" y="448"/>
                      <a:pt x="1826" y="739"/>
                      <a:pt x="1679" y="1026"/>
                    </a:cubicBezTo>
                    <a:cubicBezTo>
                      <a:pt x="1629" y="1126"/>
                      <a:pt x="1549" y="1174"/>
                      <a:pt x="1434" y="1174"/>
                    </a:cubicBezTo>
                    <a:cubicBezTo>
                      <a:pt x="1176" y="1172"/>
                      <a:pt x="919" y="1174"/>
                      <a:pt x="659" y="1174"/>
                    </a:cubicBezTo>
                    <a:cubicBezTo>
                      <a:pt x="615" y="1174"/>
                      <a:pt x="563" y="1166"/>
                      <a:pt x="592" y="1250"/>
                    </a:cubicBezTo>
                    <a:cubicBezTo>
                      <a:pt x="779" y="1247"/>
                      <a:pt x="965" y="1247"/>
                      <a:pt x="1156" y="1247"/>
                    </a:cubicBezTo>
                    <a:close/>
                    <a:moveTo>
                      <a:pt x="883" y="1626"/>
                    </a:moveTo>
                    <a:cubicBezTo>
                      <a:pt x="898" y="1626"/>
                      <a:pt x="915" y="1626"/>
                      <a:pt x="929" y="1626"/>
                    </a:cubicBezTo>
                    <a:cubicBezTo>
                      <a:pt x="959" y="1587"/>
                      <a:pt x="1007" y="1547"/>
                      <a:pt x="1013" y="1503"/>
                    </a:cubicBezTo>
                    <a:cubicBezTo>
                      <a:pt x="1024" y="1442"/>
                      <a:pt x="980" y="1396"/>
                      <a:pt x="911" y="1396"/>
                    </a:cubicBezTo>
                    <a:cubicBezTo>
                      <a:pt x="841" y="1394"/>
                      <a:pt x="797" y="1438"/>
                      <a:pt x="806" y="1501"/>
                    </a:cubicBezTo>
                    <a:cubicBezTo>
                      <a:pt x="810" y="1547"/>
                      <a:pt x="856" y="1585"/>
                      <a:pt x="883" y="1626"/>
                    </a:cubicBezTo>
                    <a:close/>
                  </a:path>
                </a:pathLst>
              </a:custGeom>
              <a:solidFill>
                <a:srgbClr val="FECF0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5" name="Google Shape;3265;p77"/>
              <p:cNvSpPr/>
              <p:nvPr/>
            </p:nvSpPr>
            <p:spPr>
              <a:xfrm>
                <a:off x="3674" y="2752"/>
                <a:ext cx="245" cy="251"/>
              </a:xfrm>
              <a:custGeom>
                <a:avLst/>
                <a:gdLst/>
                <a:ahLst/>
                <a:cxnLst/>
                <a:rect l="l" t="t" r="r" b="b"/>
                <a:pathLst>
                  <a:path w="226" h="232" extrusionOk="0">
                    <a:moveTo>
                      <a:pt x="86" y="232"/>
                    </a:moveTo>
                    <a:cubicBezTo>
                      <a:pt x="59" y="190"/>
                      <a:pt x="13" y="151"/>
                      <a:pt x="9" y="107"/>
                    </a:cubicBezTo>
                    <a:cubicBezTo>
                      <a:pt x="0" y="44"/>
                      <a:pt x="44" y="0"/>
                      <a:pt x="113" y="2"/>
                    </a:cubicBezTo>
                    <a:cubicBezTo>
                      <a:pt x="182" y="4"/>
                      <a:pt x="226" y="48"/>
                      <a:pt x="216" y="109"/>
                    </a:cubicBezTo>
                    <a:cubicBezTo>
                      <a:pt x="210" y="153"/>
                      <a:pt x="162" y="190"/>
                      <a:pt x="132" y="232"/>
                    </a:cubicBezTo>
                    <a:cubicBezTo>
                      <a:pt x="118" y="232"/>
                      <a:pt x="103" y="232"/>
                      <a:pt x="86" y="2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6" name="Google Shape;3266;p77"/>
              <p:cNvSpPr/>
              <p:nvPr/>
            </p:nvSpPr>
            <p:spPr>
              <a:xfrm>
                <a:off x="4379" y="4740"/>
                <a:ext cx="246" cy="252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33" extrusionOk="0">
                    <a:moveTo>
                      <a:pt x="86" y="230"/>
                    </a:moveTo>
                    <a:cubicBezTo>
                      <a:pt x="59" y="189"/>
                      <a:pt x="13" y="149"/>
                      <a:pt x="9" y="105"/>
                    </a:cubicBezTo>
                    <a:cubicBezTo>
                      <a:pt x="0" y="42"/>
                      <a:pt x="44" y="0"/>
                      <a:pt x="114" y="0"/>
                    </a:cubicBezTo>
                    <a:cubicBezTo>
                      <a:pt x="183" y="2"/>
                      <a:pt x="227" y="46"/>
                      <a:pt x="216" y="107"/>
                    </a:cubicBezTo>
                    <a:cubicBezTo>
                      <a:pt x="210" y="151"/>
                      <a:pt x="162" y="189"/>
                      <a:pt x="132" y="230"/>
                    </a:cubicBezTo>
                    <a:cubicBezTo>
                      <a:pt x="118" y="233"/>
                      <a:pt x="101" y="230"/>
                      <a:pt x="86" y="2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57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7" name="Google Shape;3267;p77"/>
            <p:cNvSpPr/>
            <p:nvPr/>
          </p:nvSpPr>
          <p:spPr>
            <a:xfrm>
              <a:off x="8876876" y="3679284"/>
              <a:ext cx="404973" cy="442939"/>
            </a:xfrm>
            <a:custGeom>
              <a:avLst/>
              <a:gdLst/>
              <a:ahLst/>
              <a:cxnLst/>
              <a:rect l="l" t="t" r="r" b="b"/>
              <a:pathLst>
                <a:path w="1356" h="1480" extrusionOk="0">
                  <a:moveTo>
                    <a:pt x="958" y="567"/>
                  </a:moveTo>
                  <a:cubicBezTo>
                    <a:pt x="958" y="567"/>
                    <a:pt x="936" y="364"/>
                    <a:pt x="735" y="358"/>
                  </a:cubicBezTo>
                  <a:cubicBezTo>
                    <a:pt x="533" y="352"/>
                    <a:pt x="430" y="510"/>
                    <a:pt x="430" y="736"/>
                  </a:cubicBezTo>
                  <a:cubicBezTo>
                    <a:pt x="430" y="962"/>
                    <a:pt x="544" y="1142"/>
                    <a:pt x="740" y="1142"/>
                  </a:cubicBezTo>
                  <a:cubicBezTo>
                    <a:pt x="936" y="1142"/>
                    <a:pt x="958" y="916"/>
                    <a:pt x="958" y="916"/>
                  </a:cubicBezTo>
                  <a:cubicBezTo>
                    <a:pt x="1334" y="939"/>
                    <a:pt x="1334" y="939"/>
                    <a:pt x="1334" y="939"/>
                  </a:cubicBezTo>
                  <a:cubicBezTo>
                    <a:pt x="1334" y="939"/>
                    <a:pt x="1356" y="1143"/>
                    <a:pt x="1199" y="1298"/>
                  </a:cubicBezTo>
                  <a:cubicBezTo>
                    <a:pt x="1041" y="1454"/>
                    <a:pt x="848" y="1479"/>
                    <a:pt x="714" y="1478"/>
                  </a:cubicBezTo>
                  <a:cubicBezTo>
                    <a:pt x="579" y="1477"/>
                    <a:pt x="392" y="1480"/>
                    <a:pt x="211" y="1295"/>
                  </a:cubicBezTo>
                  <a:cubicBezTo>
                    <a:pt x="30" y="1110"/>
                    <a:pt x="0" y="930"/>
                    <a:pt x="0" y="753"/>
                  </a:cubicBezTo>
                  <a:cubicBezTo>
                    <a:pt x="0" y="577"/>
                    <a:pt x="34" y="343"/>
                    <a:pt x="249" y="165"/>
                  </a:cubicBezTo>
                  <a:cubicBezTo>
                    <a:pt x="395" y="45"/>
                    <a:pt x="543" y="0"/>
                    <a:pt x="691" y="0"/>
                  </a:cubicBezTo>
                  <a:cubicBezTo>
                    <a:pt x="1309" y="0"/>
                    <a:pt x="1351" y="570"/>
                    <a:pt x="1351" y="570"/>
                  </a:cubicBezTo>
                  <a:lnTo>
                    <a:pt x="958" y="567"/>
                  </a:lnTo>
                  <a:close/>
                </a:path>
              </a:pathLst>
            </a:custGeom>
            <a:solidFill>
              <a:srgbClr val="6681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57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8" name="Google Shape;3268;p77"/>
          <p:cNvGrpSpPr/>
          <p:nvPr/>
        </p:nvGrpSpPr>
        <p:grpSpPr>
          <a:xfrm>
            <a:off x="6419049" y="3810304"/>
            <a:ext cx="2314360" cy="2314360"/>
            <a:chOff x="2590186" y="2950886"/>
            <a:chExt cx="2991172" cy="2991172"/>
          </a:xfrm>
        </p:grpSpPr>
        <p:sp>
          <p:nvSpPr>
            <p:cNvPr id="3269" name="Google Shape;3269;p77"/>
            <p:cNvSpPr/>
            <p:nvPr/>
          </p:nvSpPr>
          <p:spPr>
            <a:xfrm>
              <a:off x="2590186" y="2950886"/>
              <a:ext cx="2991172" cy="2991172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57"/>
                <a:buFont typeface="Arial"/>
                <a:buNone/>
              </a:pPr>
              <a:endParaRPr sz="2457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77"/>
            <p:cNvSpPr/>
            <p:nvPr/>
          </p:nvSpPr>
          <p:spPr>
            <a:xfrm>
              <a:off x="2732864" y="3093564"/>
              <a:ext cx="2705817" cy="2705817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57"/>
                <a:buFont typeface="Arial"/>
                <a:buNone/>
              </a:pPr>
              <a:endParaRPr sz="2457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71" name="Google Shape;3271;p7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900150" y="4062345"/>
              <a:ext cx="2371244" cy="7682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C598A149-2B63-F692-E041-EEB54356E441}"/>
              </a:ext>
            </a:extLst>
          </p:cNvPr>
          <p:cNvSpPr/>
          <p:nvPr/>
        </p:nvSpPr>
        <p:spPr>
          <a:xfrm>
            <a:off x="6756401" y="816324"/>
            <a:ext cx="2738517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Command Line </a:t>
            </a:r>
            <a:endParaRPr sz="28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80" name="Google Shape;3280;p78"/>
          <p:cNvGrpSpPr/>
          <p:nvPr/>
        </p:nvGrpSpPr>
        <p:grpSpPr>
          <a:xfrm>
            <a:off x="941294" y="1932605"/>
            <a:ext cx="15012581" cy="6488570"/>
            <a:chOff x="1949204" y="1932606"/>
            <a:chExt cx="13038968" cy="5904041"/>
          </a:xfrm>
        </p:grpSpPr>
        <p:sp>
          <p:nvSpPr>
            <p:cNvPr id="3281" name="Google Shape;3281;p78"/>
            <p:cNvSpPr/>
            <p:nvPr/>
          </p:nvSpPr>
          <p:spPr>
            <a:xfrm>
              <a:off x="1949204" y="2014257"/>
              <a:ext cx="8492977" cy="902680"/>
            </a:xfrm>
            <a:prstGeom prst="roundRect">
              <a:avLst>
                <a:gd name="adj" fmla="val 8824"/>
              </a:avLst>
            </a:prstGeom>
            <a:solidFill>
              <a:srgbClr val="F2F2F2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 Copies </a:t>
              </a:r>
              <a:r>
                <a:rPr lang="en-US" sz="2200" b="0" i="1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simplilearn.txt</a:t>
              </a: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from the local disk to the user’s directory in HDFS </a:t>
              </a: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78"/>
            <p:cNvSpPr/>
            <p:nvPr/>
          </p:nvSpPr>
          <p:spPr>
            <a:xfrm>
              <a:off x="1949204" y="3454265"/>
              <a:ext cx="8492977" cy="1057250"/>
            </a:xfrm>
            <a:prstGeom prst="roundRect">
              <a:avLst>
                <a:gd name="adj" fmla="val 8824"/>
              </a:avLst>
            </a:prstGeom>
            <a:solidFill>
              <a:srgbClr val="F2F2F2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Displays a list of the contents of  the directory path provided by the user, and shows the names, permissions, owner, size, and modification date for each entry</a:t>
              </a: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83" name="Google Shape;3283;p78"/>
            <p:cNvSpPr/>
            <p:nvPr/>
          </p:nvSpPr>
          <p:spPr>
            <a:xfrm>
              <a:off x="1949204" y="5127359"/>
              <a:ext cx="8492977" cy="902680"/>
            </a:xfrm>
            <a:prstGeom prst="roundRect">
              <a:avLst>
                <a:gd name="adj" fmla="val 8824"/>
              </a:avLst>
            </a:prstGeom>
            <a:solidFill>
              <a:srgbClr val="F2F2F2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 Creates a directory called </a:t>
              </a:r>
              <a:r>
                <a:rPr lang="en-US" sz="2200" b="0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test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under the user’s home directory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78"/>
            <p:cNvSpPr/>
            <p:nvPr/>
          </p:nvSpPr>
          <p:spPr>
            <a:xfrm>
              <a:off x="1949204" y="6856682"/>
              <a:ext cx="8492977" cy="902680"/>
            </a:xfrm>
            <a:prstGeom prst="roundRect">
              <a:avLst>
                <a:gd name="adj" fmla="val 8824"/>
              </a:avLst>
            </a:prstGeom>
            <a:solidFill>
              <a:srgbClr val="F2F2F2"/>
            </a:solidFill>
            <a:ln w="254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 Delete the directory </a:t>
              </a:r>
              <a:r>
                <a:rPr lang="en-US" sz="2200" b="0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test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all content within         </a:t>
              </a:r>
              <a:endPara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85" name="Google Shape;3285;p78"/>
            <p:cNvGrpSpPr/>
            <p:nvPr/>
          </p:nvGrpSpPr>
          <p:grpSpPr>
            <a:xfrm>
              <a:off x="10442585" y="1932606"/>
              <a:ext cx="4545584" cy="1057250"/>
              <a:chOff x="9966335" y="1932606"/>
              <a:chExt cx="4545584" cy="1057250"/>
            </a:xfrm>
          </p:grpSpPr>
          <p:sp>
            <p:nvSpPr>
              <p:cNvPr id="3286" name="Google Shape;3286;p78"/>
              <p:cNvSpPr/>
              <p:nvPr/>
            </p:nvSpPr>
            <p:spPr>
              <a:xfrm>
                <a:off x="10381508" y="1932606"/>
                <a:ext cx="4130411" cy="1057250"/>
              </a:xfrm>
              <a:prstGeom prst="foldedCorner">
                <a:avLst>
                  <a:gd name="adj" fmla="val 14225"/>
                </a:avLst>
              </a:prstGeom>
              <a:solidFill>
                <a:srgbClr val="EFF5FB"/>
              </a:solidFill>
              <a:ln w="25400" cap="flat" cmpd="sng">
                <a:solidFill>
                  <a:srgbClr val="DDEA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$hdfs 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dfs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-put simplilearn.txt simplilearn.txt</a:t>
                </a:r>
                <a:endParaRPr sz="1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87" name="Google Shape;3287;p78"/>
              <p:cNvCxnSpPr/>
              <p:nvPr/>
            </p:nvCxnSpPr>
            <p:spPr>
              <a:xfrm>
                <a:off x="9966335" y="2442247"/>
                <a:ext cx="41517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27F20"/>
                </a:solidFill>
                <a:prstDash val="solid"/>
                <a:miter lim="800000"/>
                <a:headEnd type="triangle" w="lg" len="lg"/>
                <a:tailEnd type="none" w="sm" len="sm"/>
              </a:ln>
            </p:spPr>
          </p:cxnSp>
        </p:grpSp>
        <p:grpSp>
          <p:nvGrpSpPr>
            <p:cNvPr id="3288" name="Google Shape;3288;p78"/>
            <p:cNvGrpSpPr/>
            <p:nvPr/>
          </p:nvGrpSpPr>
          <p:grpSpPr>
            <a:xfrm>
              <a:off x="10441363" y="3454265"/>
              <a:ext cx="4546807" cy="1057250"/>
              <a:chOff x="9965113" y="3454265"/>
              <a:chExt cx="4546807" cy="1057250"/>
            </a:xfrm>
          </p:grpSpPr>
          <p:sp>
            <p:nvSpPr>
              <p:cNvPr id="3289" name="Google Shape;3289;p78"/>
              <p:cNvSpPr/>
              <p:nvPr/>
            </p:nvSpPr>
            <p:spPr>
              <a:xfrm>
                <a:off x="10381508" y="3454265"/>
                <a:ext cx="4130412" cy="1057250"/>
              </a:xfrm>
              <a:prstGeom prst="foldedCorner">
                <a:avLst>
                  <a:gd name="adj" fmla="val 14225"/>
                </a:avLst>
              </a:prstGeom>
              <a:solidFill>
                <a:srgbClr val="EFF5FB"/>
              </a:solidFill>
              <a:ln w="25400" cap="flat" cmpd="sng">
                <a:solidFill>
                  <a:srgbClr val="DDEA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$hdfs 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dfs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–ls /user/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simpl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/test</a:t>
                </a:r>
                <a:endParaRPr sz="1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90" name="Google Shape;3290;p78"/>
              <p:cNvCxnSpPr/>
              <p:nvPr/>
            </p:nvCxnSpPr>
            <p:spPr>
              <a:xfrm>
                <a:off x="9965113" y="4055147"/>
                <a:ext cx="41517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27F20"/>
                </a:solidFill>
                <a:prstDash val="solid"/>
                <a:miter lim="800000"/>
                <a:headEnd type="triangle" w="lg" len="lg"/>
                <a:tailEnd type="none" w="sm" len="sm"/>
              </a:ln>
            </p:spPr>
          </p:cxnSp>
        </p:grpSp>
        <p:grpSp>
          <p:nvGrpSpPr>
            <p:cNvPr id="3291" name="Google Shape;3291;p78"/>
            <p:cNvGrpSpPr/>
            <p:nvPr/>
          </p:nvGrpSpPr>
          <p:grpSpPr>
            <a:xfrm>
              <a:off x="10441363" y="5050074"/>
              <a:ext cx="4546809" cy="1057250"/>
              <a:chOff x="9965113" y="5050074"/>
              <a:chExt cx="4546809" cy="1057250"/>
            </a:xfrm>
          </p:grpSpPr>
          <p:sp>
            <p:nvSpPr>
              <p:cNvPr id="3292" name="Google Shape;3292;p78"/>
              <p:cNvSpPr/>
              <p:nvPr/>
            </p:nvSpPr>
            <p:spPr>
              <a:xfrm>
                <a:off x="10406328" y="5050074"/>
                <a:ext cx="4105594" cy="1057250"/>
              </a:xfrm>
              <a:prstGeom prst="foldedCorner">
                <a:avLst>
                  <a:gd name="adj" fmla="val 14225"/>
                </a:avLst>
              </a:prstGeom>
              <a:solidFill>
                <a:srgbClr val="EFF5FB"/>
              </a:solidFill>
              <a:ln w="25400" cap="flat" cmpd="sng">
                <a:solidFill>
                  <a:srgbClr val="DDEA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$hdfs 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dfs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–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mkdir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/user/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simpl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/test</a:t>
                </a:r>
                <a:endParaRPr sz="1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93" name="Google Shape;3293;p78"/>
              <p:cNvCxnSpPr/>
              <p:nvPr/>
            </p:nvCxnSpPr>
            <p:spPr>
              <a:xfrm>
                <a:off x="9965113" y="5604547"/>
                <a:ext cx="41517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27F20"/>
                </a:solidFill>
                <a:prstDash val="solid"/>
                <a:miter lim="800000"/>
                <a:headEnd type="triangle" w="lg" len="lg"/>
                <a:tailEnd type="none" w="sm" len="sm"/>
              </a:ln>
            </p:spPr>
          </p:cxnSp>
        </p:grpSp>
        <p:grpSp>
          <p:nvGrpSpPr>
            <p:cNvPr id="3294" name="Google Shape;3294;p78"/>
            <p:cNvGrpSpPr/>
            <p:nvPr/>
          </p:nvGrpSpPr>
          <p:grpSpPr>
            <a:xfrm>
              <a:off x="10441363" y="6779397"/>
              <a:ext cx="4521988" cy="1057250"/>
              <a:chOff x="9965113" y="6779397"/>
              <a:chExt cx="4521988" cy="1057250"/>
            </a:xfrm>
          </p:grpSpPr>
          <p:sp>
            <p:nvSpPr>
              <p:cNvPr id="3295" name="Google Shape;3295;p78"/>
              <p:cNvSpPr/>
              <p:nvPr/>
            </p:nvSpPr>
            <p:spPr>
              <a:xfrm>
                <a:off x="10381508" y="6779397"/>
                <a:ext cx="4105593" cy="1057250"/>
              </a:xfrm>
              <a:prstGeom prst="foldedCorner">
                <a:avLst>
                  <a:gd name="adj" fmla="val 14225"/>
                </a:avLst>
              </a:prstGeom>
              <a:solidFill>
                <a:srgbClr val="EFF5FB"/>
              </a:solidFill>
              <a:ln w="25400" cap="flat" cmpd="sng">
                <a:solidFill>
                  <a:srgbClr val="DDEA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$hdfs </a:t>
                </a:r>
                <a:r>
                  <a:rPr lang="en-US" sz="2200" b="0" i="0" u="none" strike="noStrike" cap="none" dirty="0" err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dfs</a:t>
                </a: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-rm -f test</a:t>
                </a:r>
                <a:endParaRPr sz="14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96" name="Google Shape;3296;p78"/>
              <p:cNvCxnSpPr/>
              <p:nvPr/>
            </p:nvCxnSpPr>
            <p:spPr>
              <a:xfrm>
                <a:off x="9965113" y="7314934"/>
                <a:ext cx="41517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27F20"/>
                </a:solidFill>
                <a:prstDash val="solid"/>
                <a:miter lim="800000"/>
                <a:headEnd type="triangle" w="lg" len="lg"/>
                <a:tailEnd type="none" w="sm" len="sm"/>
              </a:ln>
            </p:spPr>
          </p:cxnSp>
        </p:grpSp>
      </p:grpSp>
      <p:sp>
        <p:nvSpPr>
          <p:cNvPr id="3" name="Brandline_LVC">
            <a:extLst>
              <a:ext uri="{FF2B5EF4-FFF2-40B4-BE49-F238E27FC236}">
                <a16:creationId xmlns:a16="http://schemas.microsoft.com/office/drawing/2014/main" id="{32289DE8-EED5-8571-951F-60EDF4606ED3}"/>
              </a:ext>
            </a:extLst>
          </p:cNvPr>
          <p:cNvSpPr/>
          <p:nvPr/>
        </p:nvSpPr>
        <p:spPr>
          <a:xfrm>
            <a:off x="5778500" y="816324"/>
            <a:ext cx="4716939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Hue File Browser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6" name="Google Shape;3306;p79"/>
          <p:cNvSpPr txBox="1"/>
          <p:nvPr/>
        </p:nvSpPr>
        <p:spPr>
          <a:xfrm>
            <a:off x="3057889" y="1215741"/>
            <a:ext cx="11602164" cy="91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 browser in Hue lets you view and manage your HDFS directories and files. </a:t>
            </a:r>
            <a:endParaRPr sz="22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7" name="Google Shape;3307;p79"/>
          <p:cNvSpPr txBox="1"/>
          <p:nvPr/>
        </p:nvSpPr>
        <p:spPr>
          <a:xfrm>
            <a:off x="1058635" y="7638355"/>
            <a:ext cx="14138731" cy="91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Additionally, you can create, move, rename, modify, upload, download, and delete directories and files.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Brandline_LVC">
            <a:extLst>
              <a:ext uri="{FF2B5EF4-FFF2-40B4-BE49-F238E27FC236}">
                <a16:creationId xmlns:a16="http://schemas.microsoft.com/office/drawing/2014/main" id="{5F8CEAD4-E58B-80E1-E2E8-1FB427228139}"/>
              </a:ext>
            </a:extLst>
          </p:cNvPr>
          <p:cNvSpPr/>
          <p:nvPr/>
        </p:nvSpPr>
        <p:spPr>
          <a:xfrm>
            <a:off x="6261100" y="816324"/>
            <a:ext cx="37426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Google Shape;3762;p56">
            <a:extLst>
              <a:ext uri="{FF2B5EF4-FFF2-40B4-BE49-F238E27FC236}">
                <a16:creationId xmlns:a16="http://schemas.microsoft.com/office/drawing/2014/main" id="{D0FAF6C8-50E0-940D-1EA5-BF3409B157E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2667666" y="2449368"/>
            <a:ext cx="11353800" cy="4757782"/>
          </a:xfrm>
          <a:prstGeom prst="rect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2" name="Google Shape;3312;p80"/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>
                <a:sym typeface="Open Sans"/>
              </a:rPr>
              <a:t>Case Study: Analyzing Uber Datasets Using Hadoop Framework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81"/>
          <p:cNvSpPr txBox="1">
            <a:spLocks noGrp="1"/>
          </p:cNvSpPr>
          <p:nvPr>
            <p:ph type="title"/>
          </p:nvPr>
        </p:nvSpPr>
        <p:spPr>
          <a:xfrm>
            <a:off x="-10160" y="13462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Open Sans ExtraBold"/>
              <a:buNone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Analyzing Uber Datasets Using Hadoop Framework</a:t>
            </a:r>
            <a:endParaRPr/>
          </a:p>
        </p:txBody>
      </p:sp>
      <p:sp>
        <p:nvSpPr>
          <p:cNvPr id="3318" name="Google Shape;3318;p81"/>
          <p:cNvSpPr txBox="1"/>
          <p:nvPr/>
        </p:nvSpPr>
        <p:spPr>
          <a:xfrm>
            <a:off x="1098550" y="1425965"/>
            <a:ext cx="14058901" cy="281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Uber started by using RDBMS for storage, but there was a need for scalability and reliability after a few years, which increased by 400% every year. In 2016, there were about 100 petabytes of data, which was mixed, i.e., batch and real-time. After the previous solution failed, they began utilizing HDFS and then PRESTO.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They began using HDFS for batch and streaming analytics in a variety of applications, including fraud detection, machine learning, and ETA calculation.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0" name="Google Shape;3320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4471" y="4589807"/>
            <a:ext cx="829627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randline_LVC">
            <a:extLst>
              <a:ext uri="{FF2B5EF4-FFF2-40B4-BE49-F238E27FC236}">
                <a16:creationId xmlns:a16="http://schemas.microsoft.com/office/drawing/2014/main" id="{41269435-E64F-FB2F-D4DA-826BFE3310F8}"/>
              </a:ext>
            </a:extLst>
          </p:cNvPr>
          <p:cNvSpPr/>
          <p:nvPr/>
        </p:nvSpPr>
        <p:spPr>
          <a:xfrm>
            <a:off x="2501900" y="837914"/>
            <a:ext cx="11263393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5C1097-5B7F-3BEE-37F9-2132AAA3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Assisted Practice: HDFS commands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98B05C-2949-2053-4A19-F9D702D1F6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Problem Scenario: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Write commands to manage HDFS by creating Sample.txt, establishing the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Simplilearn directory, transferring the file, displaying content, retrieving block details, and removing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file. 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Objective: 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master HDFS file management, create a text file, establish a Simplilearn directory,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transfer a sample file, display its content, retrieve block details, and remove the file from HDFS.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Steps Overview</a:t>
            </a: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1: Create a text file named </a:t>
            </a: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Sample.txt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in the vi editor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2: Create a directory named </a:t>
            </a: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Simplilearn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in HDFS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3: Transfer a sample text file from your local filesystem to the HDFS director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91D02D-B3E9-A0E0-A848-9B5A6FB0E9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r"/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Duration: 10 </a:t>
            </a: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Minutes</a:t>
            </a:r>
            <a:endParaRPr lang="en-US" sz="2200" b="1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11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911F-8F9E-D967-85EE-E171ACFC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01F2DD-8CF8-C837-1523-3C8A0395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Assisted Practice: HDFS commands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65BB58-3598-B7C8-79FC-A9A43D37FD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4: Show the content of the HDFS file uploaded on the command prompt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5: Get details of all replicated blocks of the sample file uploaded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6: Remove the text file from the HDFS directory</a:t>
            </a:r>
            <a:endParaRPr lang="en-US" dirty="0"/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Note: The solution to this assisted practice is provided under the </a:t>
            </a:r>
            <a:r>
              <a:rPr lang="en-US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Reference Materials section.</a:t>
            </a:r>
            <a:endParaRPr lang="en-US" sz="2200" b="1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lang="en-US"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lang="en-US"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2F25AB-45B5-6D91-4953-DB403778FD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r"/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Duration: 10 </a:t>
            </a: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Minutes</a:t>
            </a:r>
            <a:endParaRPr lang="en-US" sz="2200" b="1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52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83"/>
          <p:cNvSpPr txBox="1">
            <a:spLocks noGrp="1"/>
          </p:cNvSpPr>
          <p:nvPr>
            <p:ph type="body" sz="quarter" idx="15"/>
          </p:nvPr>
        </p:nvSpPr>
        <p:spPr>
          <a:xfrm>
            <a:off x="1331837" y="2187730"/>
            <a:ext cx="9036000" cy="79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HDFS is a distributed file system that provides access to data across Hadoop clusters. </a:t>
            </a:r>
            <a:endParaRPr lang="en-GB" sz="22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333" name="Google Shape;3333;p83"/>
          <p:cNvSpPr txBox="1">
            <a:spLocks noGrp="1"/>
          </p:cNvSpPr>
          <p:nvPr>
            <p:ph type="body" sz="quarter" idx="16"/>
          </p:nvPr>
        </p:nvSpPr>
        <p:spPr>
          <a:xfrm>
            <a:off x="1331837" y="3308238"/>
            <a:ext cx="9036000" cy="79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HDFS components comprise different servers, like </a:t>
            </a:r>
            <a:r>
              <a:rPr lang="en-US" sz="2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and Secondary </a:t>
            </a:r>
            <a:r>
              <a:rPr lang="en-US" sz="2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NameNode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GB" sz="22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334" name="Google Shape;3334;p83"/>
          <p:cNvSpPr txBox="1">
            <a:spLocks noGrp="1"/>
          </p:cNvSpPr>
          <p:nvPr>
            <p:ph type="body" sz="quarter" idx="17"/>
          </p:nvPr>
        </p:nvSpPr>
        <p:spPr>
          <a:xfrm>
            <a:off x="1331836" y="4497383"/>
            <a:ext cx="10079113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buClr>
                <a:srgbClr val="3F3F3F"/>
              </a:buClr>
              <a:buSzPts val="22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HADOOP CLI is an interactive command-line shell that makes </a:t>
            </a:r>
            <a:b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working with Hadoop's Distributed File System (HDFS) easier and more intuitive than the traditional Hadoop command-line tools.</a:t>
            </a:r>
            <a:endParaRPr lang="en-GB"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36" name="Google Shape;3336;p83"/>
          <p:cNvPicPr preferRelativeResize="0"/>
          <p:nvPr/>
        </p:nvPicPr>
        <p:blipFill>
          <a:blip r:embed="rId3"/>
          <a:srcRect/>
          <a:stretch/>
        </p:blipFill>
        <p:spPr>
          <a:xfrm>
            <a:off x="624946" y="2213039"/>
            <a:ext cx="489335" cy="47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7" name="Google Shape;3337;p83"/>
          <p:cNvPicPr preferRelativeResize="0"/>
          <p:nvPr/>
        </p:nvPicPr>
        <p:blipFill>
          <a:blip r:embed="rId3"/>
          <a:srcRect/>
          <a:stretch/>
        </p:blipFill>
        <p:spPr>
          <a:xfrm>
            <a:off x="624945" y="3333547"/>
            <a:ext cx="489335" cy="47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8" name="Google Shape;3338;p83"/>
          <p:cNvPicPr preferRelativeResize="0"/>
          <p:nvPr/>
        </p:nvPicPr>
        <p:blipFill>
          <a:blip r:embed="rId3"/>
          <a:srcRect/>
          <a:stretch/>
        </p:blipFill>
        <p:spPr>
          <a:xfrm>
            <a:off x="624944" y="4535049"/>
            <a:ext cx="489335" cy="479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EA6EA1-17F1-1315-C6E5-BF028C58E8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0450" y="2717231"/>
            <a:ext cx="11938000" cy="371628"/>
          </a:xfrm>
        </p:spPr>
        <p:txBody>
          <a:bodyPr>
            <a:noAutofit/>
          </a:bodyPr>
          <a:lstStyle/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The file is replicated three times by default. Each copy of the file is stored on a separate DataNode.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79681-4F1E-497F-0E08-5CE0F66DD4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master copy of the file is stored on a single DataNode. The replica copies </a:t>
            </a:r>
            <a:b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are divided into fixed-size blocks which are stored on multiple DataNodes.</a:t>
            </a:r>
            <a:endParaRPr lang="en-US" sz="200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DADC7-7EAC-140F-D6C0-0283ECF809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2829234" cy="836613"/>
          </a:xfrm>
        </p:spPr>
        <p:txBody>
          <a:bodyPr>
            <a:noAutofit/>
          </a:bodyPr>
          <a:lstStyle/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 is divided into fixed-size blocks which are stored on multiple DataNodes. Each block is replicated three times by default. Multiple blocks from the same file might reside on the same DataNode. </a:t>
            </a:r>
            <a:endParaRPr lang="en-US" sz="200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48D1A-7D81-51AF-F77D-9416A63E2B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3" y="5473322"/>
            <a:ext cx="9820366" cy="836613"/>
          </a:xfrm>
        </p:spPr>
        <p:txBody>
          <a:bodyPr>
            <a:noAutofit/>
          </a:bodyPr>
          <a:lstStyle/>
          <a:p>
            <a:pPr marL="0" lvl="1">
              <a:lnSpc>
                <a:spcPct val="13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 is divided into fixed-size blocks which are stored on multiple </a:t>
            </a:r>
            <a:r>
              <a:rPr lang="en-US" sz="20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DataNodes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marL="0" lvl="1">
              <a:lnSpc>
                <a:spcPct val="13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Each block is replicated three times by default. HDFS guarantees that different blocks from the same file are never on the same </a:t>
            </a:r>
            <a:r>
              <a:rPr lang="en-US" sz="20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  </a:t>
            </a:r>
            <a:endParaRPr lang="en-US" sz="20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82E63E-7078-AC4E-1D71-B1F62820B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68536E-8242-EA24-3D6C-1DF595E44C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86065" y="599337"/>
            <a:ext cx="12401573" cy="1447009"/>
          </a:xfrm>
        </p:spPr>
        <p:txBody>
          <a:bodyPr/>
          <a:lstStyle/>
          <a:p>
            <a:pPr>
              <a:lnSpc>
                <a:spcPct val="90000"/>
              </a:lnSpc>
              <a:buSzPts val="24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Which of the following statements best describes how a large (100 GB) file </a:t>
            </a:r>
            <a:b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is stored in HDFS?</a:t>
            </a:r>
          </a:p>
        </p:txBody>
      </p:sp>
    </p:spTree>
    <p:extLst>
      <p:ext uri="{BB962C8B-B14F-4D97-AF65-F5344CB8AC3E}">
        <p14:creationId xmlns:p14="http://schemas.microsoft.com/office/powerpoint/2010/main" val="79195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6195D6-F74A-BA8E-96BC-78C2DA76CC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0251" y="7296711"/>
            <a:ext cx="8834438" cy="584200"/>
          </a:xfrm>
        </p:spPr>
        <p:txBody>
          <a:bodyPr/>
          <a:lstStyle/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052D1B-43CA-0A42-8919-D3E07E32EA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4" y="7935913"/>
            <a:ext cx="14855825" cy="1004887"/>
          </a:xfrm>
        </p:spPr>
        <p:txBody>
          <a:bodyPr>
            <a:noAutofit/>
          </a:bodyPr>
          <a:lstStyle/>
          <a:p>
            <a:pPr lvl="0">
              <a:lnSpc>
                <a:spcPct val="124000"/>
              </a:lnSpc>
              <a:spcAft>
                <a:spcPts val="0"/>
              </a:spcAft>
              <a:buSzPts val="2800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large file is divided into fixed-size blocks which are stored on multiple </a:t>
            </a:r>
            <a:r>
              <a:rPr lang="en-US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DataNodes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Each block is replicated three times by default. HDFS guarantees that different blocks from the same file are never on the same </a:t>
            </a:r>
            <a:r>
              <a:rPr lang="en-US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DataNode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GB" kern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1533D28-219A-B234-89AF-673D1F07A2B3}"/>
              </a:ext>
            </a:extLst>
          </p:cNvPr>
          <p:cNvSpPr txBox="1">
            <a:spLocks/>
          </p:cNvSpPr>
          <p:nvPr/>
        </p:nvSpPr>
        <p:spPr>
          <a:xfrm>
            <a:off x="2330450" y="2717231"/>
            <a:ext cx="11938000" cy="37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</a:rPr>
              <a:t>The file is replicated three times by default. Each copy of the file is stored on a separate DataNode.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71D6B05-0C9C-5C28-C139-CB224C5E6AD0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master copy of the file is stored on a single DataNode. The replica copies </a:t>
            </a:r>
            <a:b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are divided into fixed-size blocks which are stored on multiple DataNodes.</a:t>
            </a:r>
            <a:endParaRPr lang="en-US" sz="200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A3A49C9-C4A5-465C-1784-0EA958174D48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2829234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 is divided into fixed-size blocks which are stored on multiple DataNodes. Each block is replicated three times by default. Multiple blocks from the same file might reside on the same DataNode. </a:t>
            </a:r>
            <a:endParaRPr lang="en-US" sz="200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8155BCF-070A-18EE-4716-57CA80A39D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3" y="5473322"/>
            <a:ext cx="10116928" cy="836613"/>
          </a:xfrm>
        </p:spPr>
        <p:txBody>
          <a:bodyPr>
            <a:noAutofit/>
          </a:bodyPr>
          <a:lstStyle/>
          <a:p>
            <a:pPr marL="0" lvl="1">
              <a:lnSpc>
                <a:spcPct val="130000"/>
              </a:lnSpc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file is divided into fixed-size blocks which are stored on multiple </a:t>
            </a:r>
            <a:r>
              <a:rPr lang="en-US" sz="20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DataNodes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b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Each block is replicated three times by default. HDFS guarantees that different blocks from the same file are never on the same </a:t>
            </a:r>
            <a:r>
              <a:rPr lang="en-US" sz="20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DataNode</a:t>
            </a: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  </a:t>
            </a:r>
            <a:endParaRPr lang="en-US" sz="2000" dirty="0">
              <a:solidFill>
                <a:srgbClr val="3F3F3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6E22571-DA81-06D1-FA9E-02E5EEC2A3D1}"/>
              </a:ext>
            </a:extLst>
          </p:cNvPr>
          <p:cNvSpPr txBox="1">
            <a:spLocks/>
          </p:cNvSpPr>
          <p:nvPr/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2E0E4D7-EEBB-EE08-2749-8577861E95AD}"/>
              </a:ext>
            </a:extLst>
          </p:cNvPr>
          <p:cNvSpPr txBox="1">
            <a:spLocks/>
          </p:cNvSpPr>
          <p:nvPr/>
        </p:nvSpPr>
        <p:spPr>
          <a:xfrm>
            <a:off x="2986065" y="59933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2400"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Which of the following statements best describes how a large (100 GB) file </a:t>
            </a:r>
            <a:b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is stored in HDFS?</a:t>
            </a:r>
          </a:p>
        </p:txBody>
      </p:sp>
    </p:spTree>
    <p:extLst>
      <p:ext uri="{BB962C8B-B14F-4D97-AF65-F5344CB8AC3E}">
        <p14:creationId xmlns:p14="http://schemas.microsoft.com/office/powerpoint/2010/main" val="3252670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3370;p87">
            <a:extLst>
              <a:ext uri="{FF2B5EF4-FFF2-40B4-BE49-F238E27FC236}">
                <a16:creationId xmlns:a16="http://schemas.microsoft.com/office/drawing/2014/main" id="{3FAD4032-AA49-C2D1-143D-016CB5F2C349}"/>
              </a:ext>
            </a:extLst>
          </p:cNvPr>
          <p:cNvSpPr txBox="1">
            <a:spLocks/>
          </p:cNvSpPr>
          <p:nvPr/>
        </p:nvSpPr>
        <p:spPr>
          <a:xfrm>
            <a:off x="2983988" y="646113"/>
            <a:ext cx="12349192" cy="14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How many blocks are required to store a file that is 514 MB in size in HDFS using default block size configuration?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9A93D0-2668-3C0E-5673-B299DC9D5A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4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FD28F48-A45C-1B4F-916E-7EB2FBED5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5</a:t>
            </a:r>
            <a:endParaRPr lang="en-IN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5B1E6F8-37DF-255D-990E-0A4246BFA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6</a:t>
            </a:r>
            <a:endParaRPr lang="en-IN"/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B2C2346F-F083-E64D-E9CB-84EC18CAA581}"/>
              </a:ext>
            </a:extLst>
          </p:cNvPr>
          <p:cNvSpPr txBox="1">
            <a:spLocks/>
          </p:cNvSpPr>
          <p:nvPr/>
        </p:nvSpPr>
        <p:spPr>
          <a:xfrm>
            <a:off x="2330449" y="5545398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7</a:t>
            </a:r>
            <a:endParaRPr lang="en-IN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55496DB-8401-0BB4-E5E8-D4F28E22F345}"/>
              </a:ext>
            </a:extLst>
          </p:cNvPr>
          <p:cNvSpPr txBox="1">
            <a:spLocks/>
          </p:cNvSpPr>
          <p:nvPr/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4565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83B5E-734E-EB44-2A03-91F81D55E5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lvl="0">
              <a:lnSpc>
                <a:spcPct val="134000"/>
              </a:lnSpc>
              <a:spcAft>
                <a:spcPts val="0"/>
              </a:spcAft>
              <a:buSzPts val="2800"/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default block size in Hadoop 3. x is 128 MB. So, a file of size 514 MB will be divided into 5 blocks, where the first four blocks will be 128 MB and the last block will be 2 MB.</a:t>
            </a:r>
          </a:p>
          <a:p>
            <a:pPr lvl="0">
              <a:lnSpc>
                <a:spcPct val="134000"/>
              </a:lnSpc>
              <a:spcAft>
                <a:spcPts val="0"/>
              </a:spcAft>
              <a:buSzPts val="2800"/>
            </a:pP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34000"/>
              </a:lnSpc>
            </a:pPr>
            <a:endParaRPr lang="en-IN" kern="120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02672B8-70D3-C339-9097-B88BC40851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0251" y="7296711"/>
            <a:ext cx="8834438" cy="584200"/>
          </a:xfrm>
        </p:spPr>
        <p:txBody>
          <a:bodyPr/>
          <a:lstStyle/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Google Shape;3370;p87">
            <a:extLst>
              <a:ext uri="{FF2B5EF4-FFF2-40B4-BE49-F238E27FC236}">
                <a16:creationId xmlns:a16="http://schemas.microsoft.com/office/drawing/2014/main" id="{E3779116-4923-6D23-D0FE-05075D784D29}"/>
              </a:ext>
            </a:extLst>
          </p:cNvPr>
          <p:cNvSpPr txBox="1">
            <a:spLocks/>
          </p:cNvSpPr>
          <p:nvPr/>
        </p:nvSpPr>
        <p:spPr>
          <a:xfrm>
            <a:off x="2983988" y="646113"/>
            <a:ext cx="12349192" cy="14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How many blocks are required to store a file that is 514 MB in size in HDFS using default block size configuration?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B3D5ECDD-B5B9-F0FC-7E23-42E47C41415C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0ACA0BD1-1DAB-798C-703E-8F4A18F717DF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2415F16C-70D4-9A05-4A15-D0E7048A0272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F6ADFD2B-9EE8-7443-4B56-D6F1C10E38FF}"/>
              </a:ext>
            </a:extLst>
          </p:cNvPr>
          <p:cNvSpPr txBox="1">
            <a:spLocks/>
          </p:cNvSpPr>
          <p:nvPr/>
        </p:nvSpPr>
        <p:spPr>
          <a:xfrm>
            <a:off x="2330449" y="5545398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F4E0280-89C7-34DD-6883-DD0E3869C3CB}"/>
              </a:ext>
            </a:extLst>
          </p:cNvPr>
          <p:cNvSpPr txBox="1">
            <a:spLocks/>
          </p:cNvSpPr>
          <p:nvPr/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2731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379E67F-915B-76F5-F037-86A792C748A0}"/>
              </a:ext>
            </a:extLst>
          </p:cNvPr>
          <p:cNvSpPr txBox="1">
            <a:spLocks/>
          </p:cNvSpPr>
          <p:nvPr/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4" name="Google Shape;3370;p87">
            <a:extLst>
              <a:ext uri="{FF2B5EF4-FFF2-40B4-BE49-F238E27FC236}">
                <a16:creationId xmlns:a16="http://schemas.microsoft.com/office/drawing/2014/main" id="{DBCACDD8-84D6-A059-15FC-20D99743EFA1}"/>
              </a:ext>
            </a:extLst>
          </p:cNvPr>
          <p:cNvSpPr txBox="1">
            <a:spLocks/>
          </p:cNvSpPr>
          <p:nvPr/>
        </p:nvSpPr>
        <p:spPr>
          <a:xfrm>
            <a:off x="2983988" y="646113"/>
            <a:ext cx="12349192" cy="14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Which of the following statements is NOT true about HDFS?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C81C272C-33A1-6408-6011-AD65B1D77D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/>
              <a:t>We cannot modify files already present in HDFS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70EF6C90-9B71-D2E9-6D57-C94C9FD62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/>
              <a:t>Multiple clients can write into an HDFS file concurrently</a:t>
            </a: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CA1C28F8-EB16-2DB3-21C5-0F70F0A390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/>
              <a:t>Both A and B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1812CEA9-E9BB-D9B4-E418-B54B39AF6BA0}"/>
              </a:ext>
            </a:extLst>
          </p:cNvPr>
          <p:cNvSpPr txBox="1">
            <a:spLocks/>
          </p:cNvSpPr>
          <p:nvPr/>
        </p:nvSpPr>
        <p:spPr>
          <a:xfrm>
            <a:off x="2330449" y="5545398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728563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5DC09-E289-54C0-C482-57FCB05F59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4" y="7935913"/>
            <a:ext cx="14512925" cy="1004887"/>
          </a:xfrm>
        </p:spPr>
        <p:txBody>
          <a:bodyPr/>
          <a:lstStyle/>
          <a:p>
            <a:pPr lvl="0">
              <a:lnSpc>
                <a:spcPct val="114000"/>
              </a:lnSpc>
              <a:spcAft>
                <a:spcPts val="0"/>
              </a:spcAft>
              <a:buSzPts val="2800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HDFS follows the write once, read many model. So, multiple clients cannot write into an HDFS file concurrently.</a:t>
            </a:r>
          </a:p>
          <a:p>
            <a:pPr lvl="0">
              <a:lnSpc>
                <a:spcPct val="114000"/>
              </a:lnSpc>
              <a:spcAft>
                <a:spcPts val="0"/>
              </a:spcAft>
              <a:buSzPts val="2800"/>
            </a:pP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</a:pPr>
            <a:endParaRPr lang="en-IN" kern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5B7B31A-4315-FB7D-E9B3-3503C9CC24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0251" y="7296711"/>
            <a:ext cx="8834438" cy="584200"/>
          </a:xfrm>
        </p:spPr>
        <p:txBody>
          <a:bodyPr/>
          <a:lstStyle/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ED0B2B6-AD41-0D82-A5CF-D4A29091BCB4}"/>
              </a:ext>
            </a:extLst>
          </p:cNvPr>
          <p:cNvSpPr txBox="1">
            <a:spLocks/>
          </p:cNvSpPr>
          <p:nvPr/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5" name="Google Shape;3370;p87">
            <a:extLst>
              <a:ext uri="{FF2B5EF4-FFF2-40B4-BE49-F238E27FC236}">
                <a16:creationId xmlns:a16="http://schemas.microsoft.com/office/drawing/2014/main" id="{D0681055-C0B7-46B6-3C3E-BC015952D027}"/>
              </a:ext>
            </a:extLst>
          </p:cNvPr>
          <p:cNvSpPr txBox="1">
            <a:spLocks/>
          </p:cNvSpPr>
          <p:nvPr/>
        </p:nvSpPr>
        <p:spPr>
          <a:xfrm>
            <a:off x="2983988" y="646113"/>
            <a:ext cx="12349192" cy="14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200" b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Which of the following statements is NOT true about HDFS?</a:t>
            </a: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268FAB61-85E5-7F68-777A-A7F402140761}"/>
              </a:ext>
            </a:extLst>
          </p:cNvPr>
          <p:cNvSpPr txBox="1">
            <a:spLocks/>
          </p:cNvSpPr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cannot modify files already present in HDFS</a:t>
            </a:r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AA43EEE8-9EBD-857D-6EAC-80BA672EDD4B}"/>
              </a:ext>
            </a:extLst>
          </p:cNvPr>
          <p:cNvSpPr txBox="1">
            <a:spLocks/>
          </p:cNvSpPr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 clients can write into an HDFS file concurrently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374F615D-8641-A2E5-3FD2-6F9E9AA5D923}"/>
              </a:ext>
            </a:extLst>
          </p:cNvPr>
          <p:cNvSpPr txBox="1">
            <a:spLocks/>
          </p:cNvSpPr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Both A and B</a:t>
            </a:r>
          </a:p>
        </p:txBody>
      </p:sp>
      <p:sp>
        <p:nvSpPr>
          <p:cNvPr id="19" name="Text Placeholder 31">
            <a:extLst>
              <a:ext uri="{FF2B5EF4-FFF2-40B4-BE49-F238E27FC236}">
                <a16:creationId xmlns:a16="http://schemas.microsoft.com/office/drawing/2014/main" id="{74BF0C24-E834-11FD-96DB-2D438EBE48B8}"/>
              </a:ext>
            </a:extLst>
          </p:cNvPr>
          <p:cNvSpPr txBox="1">
            <a:spLocks/>
          </p:cNvSpPr>
          <p:nvPr/>
        </p:nvSpPr>
        <p:spPr>
          <a:xfrm>
            <a:off x="2330449" y="5545398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3433462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91"/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igital Marketing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2727</Words>
  <Application>Microsoft Office PowerPoint</Application>
  <PresentationFormat>Custom</PresentationFormat>
  <Paragraphs>565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Open Sans SemiBold</vt:lpstr>
      <vt:lpstr>Open Sans</vt:lpstr>
      <vt:lpstr>Calibri</vt:lpstr>
      <vt:lpstr>Open Sans ExtraBold</vt:lpstr>
      <vt:lpstr>Arial</vt:lpstr>
      <vt:lpstr>Courier New</vt:lpstr>
      <vt:lpstr>Digital Marketing</vt:lpstr>
      <vt:lpstr>PowerPoint Presentation</vt:lpstr>
      <vt:lpstr>PowerPoint Presentation</vt:lpstr>
      <vt:lpstr>PowerPoint Presentation</vt:lpstr>
      <vt:lpstr>PowerPoint Presentation</vt:lpstr>
      <vt:lpstr>What Is HDFS?</vt:lpstr>
      <vt:lpstr>Challenges of Traditional Systems</vt:lpstr>
      <vt:lpstr>Need for HDFS</vt:lpstr>
      <vt:lpstr>HDFS Storage</vt:lpstr>
      <vt:lpstr>Characteristics of HDFS</vt:lpstr>
      <vt:lpstr>PowerPoint Presentation</vt:lpstr>
      <vt:lpstr>HDFS High-Availability Architecture</vt:lpstr>
      <vt:lpstr>HDFS High-Availability Architecture</vt:lpstr>
      <vt:lpstr>Types of HDFS Architectures</vt:lpstr>
      <vt:lpstr>HDFS Component: NameNode</vt:lpstr>
      <vt:lpstr>HDFS Component: DataNode</vt:lpstr>
      <vt:lpstr>HDFS Component: SNN</vt:lpstr>
      <vt:lpstr>HDFS Component: ZooKeeper</vt:lpstr>
      <vt:lpstr>HDFS Component: ZooKeeper</vt:lpstr>
      <vt:lpstr>HDFS Component: File System Namespace</vt:lpstr>
      <vt:lpstr>NameNode Operation </vt:lpstr>
      <vt:lpstr>Data Block Split </vt:lpstr>
      <vt:lpstr>Block Replication Architecture</vt:lpstr>
      <vt:lpstr>Replication Method</vt:lpstr>
      <vt:lpstr>Data Replication Topologies</vt:lpstr>
      <vt:lpstr>HDFS: Erasure Coding</vt:lpstr>
      <vt:lpstr>HDFS Access</vt:lpstr>
      <vt:lpstr>HDFS Command Line </vt:lpstr>
      <vt:lpstr>Hue File Browser</vt:lpstr>
      <vt:lpstr>PowerPoint Presentation</vt:lpstr>
      <vt:lpstr>Analyzing Uber Datasets Using Hadoop Framework</vt:lpstr>
      <vt:lpstr>Assisted Practice: HDFS commands </vt:lpstr>
      <vt:lpstr>Assisted Practice: HDFS commands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Kumar D</dc:creator>
  <cp:lastModifiedBy>Rashi Jain</cp:lastModifiedBy>
  <cp:revision>4</cp:revision>
  <dcterms:modified xsi:type="dcterms:W3CDTF">2024-03-14T12:05:00Z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0x010100730F2DDABBDF49409AAC83A5FD91EC22</vt:lpwstr>
  </property>
</Properties>
</file>