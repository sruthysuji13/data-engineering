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ags/tag3.xml" ContentType="application/vnd.openxmlformats-officedocument.presentationml.tags+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6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Lst>
  <p:sldSz cx="16256000" cy="9144000"/>
  <p:notesSz cx="6858000" cy="9144000"/>
  <p:embeddedFontLst>
    <p:embeddedFont>
      <p:font typeface="Open Sans" pitchFamily="2" charset="0"/>
      <p:regular r:id="rId67"/>
      <p:bold r:id="rId68"/>
      <p:italic r:id="rId69"/>
      <p:boldItalic r:id="rId70"/>
    </p:embeddedFont>
    <p:embeddedFont>
      <p:font typeface="Open Sans ExtraBold" pitchFamily="2" charset="0"/>
      <p:bold r:id="rId71"/>
      <p:boldItalic r:id="rId7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modifyVerifier cryptProviderType="rsaAES" cryptAlgorithmClass="hash" cryptAlgorithmType="typeAny" cryptAlgorithmSid="14" spinCount="100000" saltData="/n6p3N7y7fzjd22KYZIk8g==" hashData="7maPw22Te3/QA5+bHKOuuIGL4IUaOEefPXwmGD6VuVRp4IbUWx99LshlPeUksGlhIYZ6tfeCGJSnmQS9EzlvtA=="/>
  <p:extLst>
    <p:ext uri="{EFAFB233-063F-42B5-8137-9DF3F51BA10A}">
      <p15:sldGuideLst xmlns:p15="http://schemas.microsoft.com/office/powerpoint/2012/main">
        <p15:guide id="1" orient="horz" pos="5520">
          <p15:clr>
            <a:srgbClr val="A4A3A4"/>
          </p15:clr>
        </p15:guide>
        <p15:guide id="2" pos="8744">
          <p15:clr>
            <a:srgbClr val="A4A3A4"/>
          </p15:clr>
        </p15:guide>
        <p15:guide id="3" pos="834" userDrawn="1">
          <p15:clr>
            <a:srgbClr val="A4A3A4"/>
          </p15:clr>
        </p15:guide>
        <p15:guide id="4" orient="horz" pos="431" userDrawn="1">
          <p15:clr>
            <a:srgbClr val="A4A3A4"/>
          </p15:clr>
        </p15:guide>
        <p15:guide id="5" orient="horz" pos="612" userDrawn="1">
          <p15:clr>
            <a:srgbClr val="A4A3A4"/>
          </p15:clr>
        </p15:guide>
        <p15:guide id="6" orient="horz" pos="1111" userDrawn="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7" roundtripDataSignature="AMtx7mhuZiygIBV2efwGPGFeqHXVhavChg=="/>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91DC18D-4F61-12BB-5344-712BEA149C5E}" name="Vishnu Shanthakumar" initials="VS" userId="S::vishnu.shanthakumar@simplilearn.com::fb93e2ee-9c21-475b-bcec-87cb2b6c795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1E9"/>
    <a:srgbClr val="B4B0B0"/>
    <a:srgbClr val="BBD6EE"/>
    <a:srgbClr val="D0CECE"/>
    <a:srgbClr val="41A0CB"/>
    <a:srgbClr val="17BF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9" d="100"/>
          <a:sy n="49" d="100"/>
        </p:scale>
        <p:origin x="888" y="42"/>
      </p:cViewPr>
      <p:guideLst>
        <p:guide orient="horz" pos="5520"/>
        <p:guide pos="8744"/>
        <p:guide pos="834"/>
        <p:guide orient="horz" pos="431"/>
        <p:guide orient="horz" pos="612"/>
        <p:guide orient="horz" pos="111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font" Target="fonts/font2.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3.fntdata"/><Relationship Id="rId77" Type="http://customschemas.google.com/relationships/presentationmetadata" Target="meta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6.fntdata"/><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4.fntdata"/><Relationship Id="rId83"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font" Target="fonts/font5.fntdata"/><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shi Jain" userId="a5d69524-d872-4246-9a0d-ed17f2b349e8" providerId="ADAL" clId="{A8991203-5577-4D5B-B63D-DCE4C5A48840}"/>
    <pc:docChg chg="undo custSel modSld">
      <pc:chgData name="Rashi Jain" userId="a5d69524-d872-4246-9a0d-ed17f2b349e8" providerId="ADAL" clId="{A8991203-5577-4D5B-B63D-DCE4C5A48840}" dt="2024-03-14T12:05:48.955" v="2"/>
      <pc:docMkLst>
        <pc:docMk/>
      </pc:docMkLst>
      <pc:sldChg chg="modSp mod">
        <pc:chgData name="Rashi Jain" userId="a5d69524-d872-4246-9a0d-ed17f2b349e8" providerId="ADAL" clId="{A8991203-5577-4D5B-B63D-DCE4C5A48840}" dt="2024-03-14T12:05:48.955" v="2"/>
        <pc:sldMkLst>
          <pc:docMk/>
          <pc:sldMk cId="0" sldId="306"/>
        </pc:sldMkLst>
        <pc:spChg chg="mod">
          <ac:chgData name="Rashi Jain" userId="a5d69524-d872-4246-9a0d-ed17f2b349e8" providerId="ADAL" clId="{A8991203-5577-4D5B-B63D-DCE4C5A48840}" dt="2024-03-14T12:05:48.955" v="2"/>
          <ac:spMkLst>
            <pc:docMk/>
            <pc:sldMk cId="0" sldId="306"/>
            <ac:spMk id="143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 name="Google Shape;101;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 name="Google Shape;106;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Trainer Notes: </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Explain the learning objectives at the start of the session</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rgbClr val="000000"/>
              </a:buClr>
              <a:buSzPts val="1400"/>
              <a:buFont typeface="Arial"/>
              <a:buNone/>
            </a:pPr>
            <a:endParaRPr/>
          </a:p>
        </p:txBody>
      </p:sp>
      <p:sp>
        <p:nvSpPr>
          <p:cNvPr id="111" name="Google Shape;111;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3" name="Google Shape;123;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8" name="Google Shape;128;p5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Trainer Notes: </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Explain what is MapReduce</a:t>
            </a:r>
            <a:endParaRPr/>
          </a:p>
        </p:txBody>
      </p:sp>
      <p:sp>
        <p:nvSpPr>
          <p:cNvPr id="129" name="Google Shape;129;p5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 name="Google Shape;138;p5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Trainer Notes: </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Explain why MapReduce is required</a:t>
            </a:r>
            <a:endParaRPr/>
          </a:p>
        </p:txBody>
      </p:sp>
      <p:sp>
        <p:nvSpPr>
          <p:cNvPr id="139" name="Google Shape;139;p5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7" name="Google Shape;147;p5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Trainer Notes: </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Explain why MapReduce is required using the analogy</a:t>
            </a:r>
            <a:endParaRPr/>
          </a:p>
        </p:txBody>
      </p:sp>
      <p:sp>
        <p:nvSpPr>
          <p:cNvPr id="148" name="Google Shape;148;p5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1" name="Google Shape;281;p5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Trainer Notes: </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Explain why MapReduce is required using the analogy</a:t>
            </a:r>
            <a:endParaRPr/>
          </a:p>
        </p:txBody>
      </p:sp>
      <p:sp>
        <p:nvSpPr>
          <p:cNvPr id="282" name="Google Shape;282;p5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5" name="Google Shape;325;p6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Trainer Notes: </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Explain how MapReduce works using the wordcount example</a:t>
            </a:r>
            <a:endParaRPr/>
          </a:p>
        </p:txBody>
      </p:sp>
      <p:sp>
        <p:nvSpPr>
          <p:cNvPr id="326" name="Google Shape;326;p6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6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6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5" name="Google Shape;405;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6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3" name="Google Shape;413;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6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1" name="Google Shape;421;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6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0" name="Google Shape;430;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6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9" name="Google Shape;439;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8" name="Google Shape;448;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68:notes"/>
          <p:cNvSpPr txBox="1">
            <a:spLocks noGrp="1"/>
          </p:cNvSpPr>
          <p:nvPr>
            <p:ph type="body" idx="1"/>
          </p:nvPr>
        </p:nvSpPr>
        <p:spPr>
          <a:xfrm>
            <a:off x="685800" y="4786362"/>
            <a:ext cx="5486400" cy="391611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600">
              <a:solidFill>
                <a:schemeClr val="dk1"/>
              </a:solidFill>
              <a:latin typeface="Open Sans"/>
              <a:ea typeface="Open Sans"/>
              <a:cs typeface="Open Sans"/>
              <a:sym typeface="Open Sans"/>
            </a:endParaRPr>
          </a:p>
        </p:txBody>
      </p:sp>
      <p:sp>
        <p:nvSpPr>
          <p:cNvPr id="453" name="Google Shape;453;p68: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69:notes"/>
          <p:cNvSpPr txBox="1">
            <a:spLocks noGrp="1"/>
          </p:cNvSpPr>
          <p:nvPr>
            <p:ph type="body" idx="1"/>
          </p:nvPr>
        </p:nvSpPr>
        <p:spPr>
          <a:xfrm>
            <a:off x="685800" y="4786362"/>
            <a:ext cx="5486400" cy="391611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600">
              <a:solidFill>
                <a:schemeClr val="dk1"/>
              </a:solidFill>
              <a:latin typeface="Open Sans"/>
              <a:ea typeface="Open Sans"/>
              <a:cs typeface="Open Sans"/>
              <a:sym typeface="Open Sans"/>
            </a:endParaRPr>
          </a:p>
        </p:txBody>
      </p:sp>
      <p:sp>
        <p:nvSpPr>
          <p:cNvPr id="477" name="Google Shape;477;p69: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p70:notes"/>
          <p:cNvSpPr txBox="1">
            <a:spLocks noGrp="1"/>
          </p:cNvSpPr>
          <p:nvPr>
            <p:ph type="body" idx="1"/>
          </p:nvPr>
        </p:nvSpPr>
        <p:spPr>
          <a:xfrm>
            <a:off x="685800" y="4786362"/>
            <a:ext cx="5486400" cy="391611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600">
              <a:solidFill>
                <a:schemeClr val="dk1"/>
              </a:solidFill>
              <a:latin typeface="Open Sans"/>
              <a:ea typeface="Open Sans"/>
              <a:cs typeface="Open Sans"/>
              <a:sym typeface="Open Sans"/>
            </a:endParaRPr>
          </a:p>
        </p:txBody>
      </p:sp>
      <p:sp>
        <p:nvSpPr>
          <p:cNvPr id="501" name="Google Shape;501;p70: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p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5" name="Google Shape;525;p7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Trainer Notes: </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Explain the MapReduce essentials</a:t>
            </a:r>
            <a:endParaRPr/>
          </a:p>
          <a:p>
            <a:pPr marL="0" lvl="0" indent="0" algn="l" rtl="0">
              <a:lnSpc>
                <a:spcPct val="100000"/>
              </a:lnSpc>
              <a:spcBef>
                <a:spcPts val="0"/>
              </a:spcBef>
              <a:spcAft>
                <a:spcPts val="0"/>
              </a:spcAft>
              <a:buSzPts val="1400"/>
              <a:buNone/>
            </a:pPr>
            <a:endParaRPr/>
          </a:p>
        </p:txBody>
      </p:sp>
      <p:sp>
        <p:nvSpPr>
          <p:cNvPr id="526" name="Google Shape;526;p7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3" name="Google Shape;543;p7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Trainer Notes: </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Explain each MapReduce phase</a:t>
            </a:r>
            <a:endParaRPr/>
          </a:p>
          <a:p>
            <a:pPr marL="0" lvl="0" indent="0" algn="l" rtl="0">
              <a:lnSpc>
                <a:spcPct val="100000"/>
              </a:lnSpc>
              <a:spcBef>
                <a:spcPts val="0"/>
              </a:spcBef>
              <a:spcAft>
                <a:spcPts val="0"/>
              </a:spcAft>
              <a:buSzPts val="1400"/>
              <a:buNone/>
            </a:pPr>
            <a:endParaRPr/>
          </a:p>
        </p:txBody>
      </p:sp>
      <p:sp>
        <p:nvSpPr>
          <p:cNvPr id="544" name="Google Shape;544;p7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p7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0" name="Google Shape;580;p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p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5" name="Google Shape;585;p7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Trainer Notes: </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Explain in brief the Map execution phases</a:t>
            </a:r>
            <a:endParaRPr/>
          </a:p>
        </p:txBody>
      </p:sp>
      <p:sp>
        <p:nvSpPr>
          <p:cNvPr id="586" name="Google Shape;586;p7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p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2" name="Google Shape;632;p7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Trainer Notes: </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Explain in brief the Map execution phases</a:t>
            </a:r>
            <a:endParaRPr/>
          </a:p>
        </p:txBody>
      </p:sp>
      <p:sp>
        <p:nvSpPr>
          <p:cNvPr id="633" name="Google Shape;633;p7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p7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7" name="Google Shape;747;p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p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2" name="Google Shape;752;p7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Trainer Notes: </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Explain the MapReduce Jobs</a:t>
            </a:r>
            <a:endParaRPr/>
          </a:p>
          <a:p>
            <a:pPr marL="0" lvl="0" indent="0" algn="l" rtl="0">
              <a:lnSpc>
                <a:spcPct val="100000"/>
              </a:lnSpc>
              <a:spcBef>
                <a:spcPts val="0"/>
              </a:spcBef>
              <a:spcAft>
                <a:spcPts val="0"/>
              </a:spcAft>
              <a:buSzPts val="1400"/>
              <a:buNone/>
            </a:pPr>
            <a:endParaRPr/>
          </a:p>
        </p:txBody>
      </p:sp>
      <p:sp>
        <p:nvSpPr>
          <p:cNvPr id="753" name="Google Shape;753;p7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8" name="Google Shape;768;p7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Trainer Notes: </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Explain the associated tasks with MapReduce</a:t>
            </a:r>
            <a:endParaRPr/>
          </a:p>
          <a:p>
            <a:pPr marL="0" lvl="0" indent="0" algn="l" rtl="0">
              <a:lnSpc>
                <a:spcPct val="100000"/>
              </a:lnSpc>
              <a:spcBef>
                <a:spcPts val="0"/>
              </a:spcBef>
              <a:spcAft>
                <a:spcPts val="0"/>
              </a:spcAft>
              <a:buSzPts val="1400"/>
              <a:buNone/>
            </a:pPr>
            <a:endParaRPr/>
          </a:p>
        </p:txBody>
      </p:sp>
      <p:sp>
        <p:nvSpPr>
          <p:cNvPr id="769" name="Google Shape;769;p7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7"/>
        <p:cNvGrpSpPr/>
        <p:nvPr/>
      </p:nvGrpSpPr>
      <p:grpSpPr>
        <a:xfrm>
          <a:off x="0" y="0"/>
          <a:ext cx="0" cy="0"/>
          <a:chOff x="0" y="0"/>
          <a:chExt cx="0" cy="0"/>
        </a:xfrm>
      </p:grpSpPr>
      <p:sp>
        <p:nvSpPr>
          <p:cNvPr id="788" name="Google Shape;788;p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9" name="Google Shape;789;p7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Trainer Notes: </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Explain </a:t>
            </a:r>
            <a:r>
              <a:rPr lang="en-US">
                <a:solidFill>
                  <a:srgbClr val="404040"/>
                </a:solidFill>
              </a:rPr>
              <a:t>Hadoop MapReduce Job Work Interaction</a:t>
            </a:r>
            <a:endParaRPr/>
          </a:p>
        </p:txBody>
      </p:sp>
      <p:sp>
        <p:nvSpPr>
          <p:cNvPr id="790" name="Google Shape;790;p7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p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4" name="Google Shape;864;p8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Trainer Notes: </a:t>
            </a: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r>
              <a:rPr lang="en-US"/>
              <a:t>Explain the </a:t>
            </a:r>
            <a:r>
              <a:rPr lang="en-US" sz="1200">
                <a:solidFill>
                  <a:srgbClr val="404040"/>
                </a:solidFill>
                <a:latin typeface="Open Sans ExtraBold"/>
                <a:ea typeface="Open Sans ExtraBold"/>
                <a:cs typeface="Open Sans ExtraBold"/>
                <a:sym typeface="Open Sans ExtraBold"/>
              </a:rPr>
              <a:t>characteristics of MapReduce using real-time examples</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p:cNvGrpSpPr/>
        <p:nvPr/>
      </p:nvGrpSpPr>
      <p:grpSpPr>
        <a:xfrm>
          <a:off x="0" y="0"/>
          <a:ext cx="0" cy="0"/>
          <a:chOff x="0" y="0"/>
          <a:chExt cx="0" cy="0"/>
        </a:xfrm>
      </p:grpSpPr>
      <p:sp>
        <p:nvSpPr>
          <p:cNvPr id="898" name="Google Shape;898;p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9" name="Google Shape;899;p8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Trainer Notes: </a:t>
            </a: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r>
              <a:rPr lang="en-US"/>
              <a:t>- Explain the </a:t>
            </a:r>
            <a:r>
              <a:rPr lang="en-US" sz="1200">
                <a:solidFill>
                  <a:srgbClr val="404040"/>
                </a:solidFill>
                <a:latin typeface="Open Sans ExtraBold"/>
                <a:ea typeface="Open Sans ExtraBold"/>
                <a:cs typeface="Open Sans ExtraBold"/>
                <a:sym typeface="Open Sans ExtraBold"/>
              </a:rPr>
              <a:t>real-time uses of MapReduce</a:t>
            </a:r>
            <a:endParaRPr/>
          </a:p>
          <a:p>
            <a:pPr marL="0" marR="0" lvl="0" indent="0" algn="l" rtl="0">
              <a:lnSpc>
                <a:spcPct val="100000"/>
              </a:lnSpc>
              <a:spcBef>
                <a:spcPts val="0"/>
              </a:spcBef>
              <a:spcAft>
                <a:spcPts val="0"/>
              </a:spcAft>
              <a:buClr>
                <a:srgbClr val="404040"/>
              </a:buClr>
              <a:buSzPts val="1200"/>
              <a:buFont typeface="Open Sans ExtraBold"/>
              <a:buNone/>
            </a:pPr>
            <a:r>
              <a:rPr lang="en-US" sz="1200">
                <a:solidFill>
                  <a:srgbClr val="404040"/>
                </a:solidFill>
                <a:latin typeface="Open Sans ExtraBold"/>
                <a:ea typeface="Open Sans ExtraBold"/>
                <a:cs typeface="Open Sans ExtraBold"/>
                <a:sym typeface="Open Sans ExtraBold"/>
              </a:rPr>
              <a:t>- Give examples</a:t>
            </a:r>
            <a:endParaRPr/>
          </a:p>
          <a:p>
            <a:pPr marL="0" marR="0" lvl="0" indent="0" algn="l" rtl="0">
              <a:lnSpc>
                <a:spcPct val="100000"/>
              </a:lnSpc>
              <a:spcBef>
                <a:spcPts val="0"/>
              </a:spcBef>
              <a:spcAft>
                <a:spcPts val="0"/>
              </a:spcAft>
              <a:buClr>
                <a:schemeClr val="dk1"/>
              </a:buClr>
              <a:buSzPts val="1200"/>
              <a:buFont typeface="Calibri"/>
              <a:buNone/>
            </a:pPr>
            <a:endParaRPr sz="1200">
              <a:solidFill>
                <a:srgbClr val="404040"/>
              </a:solidFill>
              <a:latin typeface="Open Sans ExtraBold"/>
              <a:ea typeface="Open Sans ExtraBold"/>
              <a:cs typeface="Open Sans ExtraBold"/>
              <a:sym typeface="Open Sans ExtraBold"/>
            </a:endParaRPr>
          </a:p>
        </p:txBody>
      </p:sp>
      <p:sp>
        <p:nvSpPr>
          <p:cNvPr id="900" name="Google Shape;900;p8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8"/>
        <p:cNvGrpSpPr/>
        <p:nvPr/>
      </p:nvGrpSpPr>
      <p:grpSpPr>
        <a:xfrm>
          <a:off x="0" y="0"/>
          <a:ext cx="0" cy="0"/>
          <a:chOff x="0" y="0"/>
          <a:chExt cx="0" cy="0"/>
        </a:xfrm>
      </p:grpSpPr>
      <p:sp>
        <p:nvSpPr>
          <p:cNvPr id="1029" name="Google Shape;1029;p8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0" name="Google Shape;1030;p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3"/>
        <p:cNvGrpSpPr/>
        <p:nvPr/>
      </p:nvGrpSpPr>
      <p:grpSpPr>
        <a:xfrm>
          <a:off x="0" y="0"/>
          <a:ext cx="0" cy="0"/>
          <a:chOff x="0" y="0"/>
          <a:chExt cx="0" cy="0"/>
        </a:xfrm>
      </p:grpSpPr>
      <p:sp>
        <p:nvSpPr>
          <p:cNvPr id="1034" name="Google Shape;1034;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5" name="Google Shape;1035;p8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Trainer Notes:</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Explain the steps required to build a MapReduce program</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4"/>
        <p:cNvGrpSpPr/>
        <p:nvPr/>
      </p:nvGrpSpPr>
      <p:grpSpPr>
        <a:xfrm>
          <a:off x="0" y="0"/>
          <a:ext cx="0" cy="0"/>
          <a:chOff x="0" y="0"/>
          <a:chExt cx="0" cy="0"/>
        </a:xfrm>
      </p:grpSpPr>
      <p:sp>
        <p:nvSpPr>
          <p:cNvPr id="1065" name="Google Shape;1065;p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6" name="Google Shape;1066;p8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Trainer Notes: </a:t>
            </a: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r>
              <a:rPr lang="en-US"/>
              <a:t>Explain the </a:t>
            </a:r>
            <a:r>
              <a:rPr lang="en-US" sz="1200">
                <a:solidFill>
                  <a:srgbClr val="404040"/>
                </a:solidFill>
                <a:latin typeface="Open Sans ExtraBold"/>
                <a:ea typeface="Open Sans ExtraBold"/>
                <a:cs typeface="Open Sans ExtraBold"/>
                <a:sym typeface="Open Sans ExtraBold"/>
              </a:rPr>
              <a:t>basic MapReduce requirements</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7"/>
        <p:cNvGrpSpPr/>
        <p:nvPr/>
      </p:nvGrpSpPr>
      <p:grpSpPr>
        <a:xfrm>
          <a:off x="0" y="0"/>
          <a:ext cx="0" cy="0"/>
          <a:chOff x="0" y="0"/>
          <a:chExt cx="0" cy="0"/>
        </a:xfrm>
      </p:grpSpPr>
      <p:sp>
        <p:nvSpPr>
          <p:cNvPr id="1078" name="Google Shape;1078;p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9" name="Google Shape;1079;p8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Trainer Notes: </a:t>
            </a: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r>
              <a:rPr lang="en-US"/>
              <a:t>Explain the </a:t>
            </a:r>
            <a:r>
              <a:rPr lang="en-US" sz="1200">
                <a:solidFill>
                  <a:srgbClr val="404040"/>
                </a:solidFill>
                <a:latin typeface="Open Sans ExtraBold"/>
                <a:ea typeface="Open Sans ExtraBold"/>
                <a:cs typeface="Open Sans ExtraBold"/>
                <a:sym typeface="Open Sans ExtraBold"/>
              </a:rPr>
              <a:t>set of classes </a:t>
            </a:r>
            <a:r>
              <a:rPr lang="en-US" sz="1200">
                <a:solidFill>
                  <a:schemeClr val="dk1"/>
                </a:solidFill>
                <a:latin typeface="Open Sans"/>
                <a:ea typeface="Open Sans"/>
                <a:cs typeface="Open Sans"/>
                <a:sym typeface="Open Sans"/>
              </a:rPr>
              <a:t>under the user supply and the framework supply</a:t>
            </a:r>
            <a:endParaRPr/>
          </a:p>
        </p:txBody>
      </p:sp>
      <p:sp>
        <p:nvSpPr>
          <p:cNvPr id="1080" name="Google Shape;1080;p8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8"/>
        <p:cNvGrpSpPr/>
        <p:nvPr/>
      </p:nvGrpSpPr>
      <p:grpSpPr>
        <a:xfrm>
          <a:off x="0" y="0"/>
          <a:ext cx="0" cy="0"/>
          <a:chOff x="0" y="0"/>
          <a:chExt cx="0" cy="0"/>
        </a:xfrm>
      </p:grpSpPr>
      <p:sp>
        <p:nvSpPr>
          <p:cNvPr id="1119" name="Google Shape;1119;p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0" name="Google Shape;1120;p8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Trainer Notes: </a:t>
            </a: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r>
              <a:rPr lang="en-US"/>
              <a:t>Explain the </a:t>
            </a:r>
            <a:r>
              <a:rPr lang="en-US" sz="1200">
                <a:solidFill>
                  <a:srgbClr val="404040"/>
                </a:solidFill>
                <a:latin typeface="Open Sans ExtraBold"/>
                <a:ea typeface="Open Sans ExtraBold"/>
                <a:cs typeface="Open Sans ExtraBold"/>
                <a:sym typeface="Open Sans ExtraBold"/>
              </a:rPr>
              <a:t>responsibilities of the developer and the framework</a:t>
            </a:r>
            <a:endParaRPr/>
          </a:p>
        </p:txBody>
      </p:sp>
      <p:sp>
        <p:nvSpPr>
          <p:cNvPr id="1121" name="Google Shape;1121;p8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8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6" name="Google Shape;1156;p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9"/>
        <p:cNvGrpSpPr/>
        <p:nvPr/>
      </p:nvGrpSpPr>
      <p:grpSpPr>
        <a:xfrm>
          <a:off x="0" y="0"/>
          <a:ext cx="0" cy="0"/>
          <a:chOff x="0" y="0"/>
          <a:chExt cx="0" cy="0"/>
        </a:xfrm>
      </p:grpSpPr>
      <p:sp>
        <p:nvSpPr>
          <p:cNvPr id="1160" name="Google Shape;1160;p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1" name="Google Shape;1161;p8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Trainer Notes:</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Demo the activity in session</a:t>
            </a:r>
            <a:endParaRPr/>
          </a:p>
        </p:txBody>
      </p:sp>
      <p:sp>
        <p:nvSpPr>
          <p:cNvPr id="1162" name="Google Shape;1162;p8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8"/>
        <p:cNvGrpSpPr/>
        <p:nvPr/>
      </p:nvGrpSpPr>
      <p:grpSpPr>
        <a:xfrm>
          <a:off x="0" y="0"/>
          <a:ext cx="0" cy="0"/>
          <a:chOff x="0" y="0"/>
          <a:chExt cx="0" cy="0"/>
        </a:xfrm>
      </p:grpSpPr>
      <p:sp>
        <p:nvSpPr>
          <p:cNvPr id="1169" name="Google Shape;1169;p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0" name="Google Shape;1170;p8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Trainer Notes:</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Demo the activity in session</a:t>
            </a:r>
            <a:endParaRPr/>
          </a:p>
        </p:txBody>
      </p:sp>
      <p:sp>
        <p:nvSpPr>
          <p:cNvPr id="1171" name="Google Shape;1171;p8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7"/>
        <p:cNvGrpSpPr/>
        <p:nvPr/>
      </p:nvGrpSpPr>
      <p:grpSpPr>
        <a:xfrm>
          <a:off x="0" y="0"/>
          <a:ext cx="0" cy="0"/>
          <a:chOff x="0" y="0"/>
          <a:chExt cx="0" cy="0"/>
        </a:xfrm>
      </p:grpSpPr>
      <p:sp>
        <p:nvSpPr>
          <p:cNvPr id="1178" name="Google Shape;1178;p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9" name="Google Shape;1179;p9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Trainer Notes:</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Demo the activity in session</a:t>
            </a:r>
            <a:endParaRPr/>
          </a:p>
        </p:txBody>
      </p:sp>
      <p:sp>
        <p:nvSpPr>
          <p:cNvPr id="1180" name="Google Shape;1180;p9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6"/>
        <p:cNvGrpSpPr/>
        <p:nvPr/>
      </p:nvGrpSpPr>
      <p:grpSpPr>
        <a:xfrm>
          <a:off x="0" y="0"/>
          <a:ext cx="0" cy="0"/>
          <a:chOff x="0" y="0"/>
          <a:chExt cx="0" cy="0"/>
        </a:xfrm>
      </p:grpSpPr>
      <p:sp>
        <p:nvSpPr>
          <p:cNvPr id="1187" name="Google Shape;1187;p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8" name="Google Shape;1188;p9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Trainer Notes:</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Demo the activity in session</a:t>
            </a:r>
            <a:endParaRPr/>
          </a:p>
        </p:txBody>
      </p:sp>
      <p:sp>
        <p:nvSpPr>
          <p:cNvPr id="1189" name="Google Shape;1189;p9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p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7" name="Google Shape;1197;p9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Trainer Notes:</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Demo the activity in session</a:t>
            </a:r>
            <a:endParaRPr/>
          </a:p>
        </p:txBody>
      </p:sp>
      <p:sp>
        <p:nvSpPr>
          <p:cNvPr id="1198" name="Google Shape;1198;p9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4"/>
        <p:cNvGrpSpPr/>
        <p:nvPr/>
      </p:nvGrpSpPr>
      <p:grpSpPr>
        <a:xfrm>
          <a:off x="0" y="0"/>
          <a:ext cx="0" cy="0"/>
          <a:chOff x="0" y="0"/>
          <a:chExt cx="0" cy="0"/>
        </a:xfrm>
      </p:grpSpPr>
      <p:sp>
        <p:nvSpPr>
          <p:cNvPr id="1205" name="Google Shape;1205;p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06" name="Google Shape;1206;p9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Trainer Notes:</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Demo the activity in session</a:t>
            </a:r>
            <a:endParaRPr/>
          </a:p>
        </p:txBody>
      </p:sp>
      <p:sp>
        <p:nvSpPr>
          <p:cNvPr id="1207" name="Google Shape;1207;p9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6"/>
        <p:cNvGrpSpPr/>
        <p:nvPr/>
      </p:nvGrpSpPr>
      <p:grpSpPr>
        <a:xfrm>
          <a:off x="0" y="0"/>
          <a:ext cx="0" cy="0"/>
          <a:chOff x="0" y="0"/>
          <a:chExt cx="0" cy="0"/>
        </a:xfrm>
      </p:grpSpPr>
      <p:sp>
        <p:nvSpPr>
          <p:cNvPr id="1227" name="Google Shape;1227;p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8" name="Google Shape;1228;p9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1229" name="Google Shape;1229;p9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43</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8"/>
        <p:cNvGrpSpPr/>
        <p:nvPr/>
      </p:nvGrpSpPr>
      <p:grpSpPr>
        <a:xfrm>
          <a:off x="0" y="0"/>
          <a:ext cx="0" cy="0"/>
          <a:chOff x="0" y="0"/>
          <a:chExt cx="0" cy="0"/>
        </a:xfrm>
      </p:grpSpPr>
      <p:sp>
        <p:nvSpPr>
          <p:cNvPr id="1239" name="Google Shape;1239;p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0" name="Google Shape;1240;p9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28600" lvl="0" indent="0" algn="l" rtl="0">
              <a:lnSpc>
                <a:spcPct val="100000"/>
              </a:lnSpc>
              <a:spcBef>
                <a:spcPts val="0"/>
              </a:spcBef>
              <a:spcAft>
                <a:spcPts val="0"/>
              </a:spcAft>
              <a:buSzPts val="1400"/>
              <a:buNone/>
            </a:pPr>
            <a:r>
              <a:rPr lang="en-US"/>
              <a:t>Trainer Notes:</a:t>
            </a:r>
            <a:endParaRPr/>
          </a:p>
          <a:p>
            <a:pPr marL="685800" lvl="0" indent="-457200" algn="l" rtl="0">
              <a:lnSpc>
                <a:spcPct val="100000"/>
              </a:lnSpc>
              <a:spcBef>
                <a:spcPts val="0"/>
              </a:spcBef>
              <a:spcAft>
                <a:spcPts val="0"/>
              </a:spcAft>
              <a:buSzPts val="1400"/>
              <a:buAutoNum type="alphaLcPeriod"/>
            </a:pPr>
            <a:r>
              <a:rPr lang="en-US"/>
              <a:t>Use of Combiners : Combiners are like reducers running at mapper side , they greatly help to reduce shuffling as on mapper side they apply reduce logic and then send data to reducers. A lot of performance improvement can be achieved.</a:t>
            </a:r>
            <a:endParaRPr/>
          </a:p>
          <a:p>
            <a:pPr marL="685800" lvl="0" indent="-457200" algn="l" rtl="0">
              <a:lnSpc>
                <a:spcPct val="100000"/>
              </a:lnSpc>
              <a:spcBef>
                <a:spcPts val="0"/>
              </a:spcBef>
              <a:spcAft>
                <a:spcPts val="0"/>
              </a:spcAft>
              <a:buSzPts val="1400"/>
              <a:buAutoNum type="alphaLcPeriod"/>
            </a:pPr>
            <a:r>
              <a:rPr lang="en-US"/>
              <a:t>LZO compression : we know mapreduce writes to disk so its better to apply compression through LZO , yes it adds load to CPU but it saves time by reducing the amount of disk IO during the shuffle.</a:t>
            </a:r>
            <a:endParaRPr/>
          </a:p>
          <a:p>
            <a:pPr marL="685800" lvl="0" indent="-457200" algn="l" rtl="0">
              <a:lnSpc>
                <a:spcPct val="100000"/>
              </a:lnSpc>
              <a:spcBef>
                <a:spcPts val="0"/>
              </a:spcBef>
              <a:spcAft>
                <a:spcPts val="0"/>
              </a:spcAft>
              <a:buSzPts val="1400"/>
              <a:buAutoNum type="alphaLcPeriod"/>
            </a:pPr>
            <a:r>
              <a:rPr lang="en-US"/>
              <a:t>Tune Hadoop Parameters: </a:t>
            </a:r>
            <a:r>
              <a:rPr lang="en-US" i="1"/>
              <a:t>io.sort.factor, io.sort.mb, io.sort.spill.percent, mapred.reduce.tasks, mapreduce.tasktracker.map.tasks.maximum, mapred.child.java.opts</a:t>
            </a:r>
            <a:r>
              <a:rPr lang="en-US"/>
              <a:t>.</a:t>
            </a:r>
            <a:r>
              <a:rPr lang="en-US" i="1"/>
              <a:t> mapred.inmem.merge.threshold </a:t>
            </a:r>
            <a:r>
              <a:rPr lang="en-US" i="0"/>
              <a:t>: each to these factor plays a major role in map reduce task. More the shuffling more will be the hit same way more spills add to performance pressure. So having a right value is an ask .</a:t>
            </a:r>
            <a:endParaRPr/>
          </a:p>
          <a:p>
            <a:pPr marL="685800" lvl="0" indent="-457200" algn="l" rtl="0">
              <a:lnSpc>
                <a:spcPct val="100000"/>
              </a:lnSpc>
              <a:spcBef>
                <a:spcPts val="0"/>
              </a:spcBef>
              <a:spcAft>
                <a:spcPts val="0"/>
              </a:spcAft>
              <a:buSzPts val="1400"/>
              <a:buAutoNum type="alphaLcPeriod"/>
            </a:pPr>
            <a:r>
              <a:rPr lang="en-US"/>
              <a:t>Prefer using Writable interface for data: Hadoop provide serializable framework to compress/decompress data while writing to intermediate output to disk. Writable interface does that same in Hadoop. It’s inefficient to convert numeric data to and from UTF8 strings. And can actually make up a significant portion of CPU time. </a:t>
            </a:r>
            <a:endParaRPr/>
          </a:p>
          <a:p>
            <a:pPr marL="685800" lvl="0" indent="-457200" algn="l" rtl="0">
              <a:lnSpc>
                <a:spcPct val="100000"/>
              </a:lnSpc>
              <a:spcBef>
                <a:spcPts val="0"/>
              </a:spcBef>
              <a:spcAft>
                <a:spcPts val="0"/>
              </a:spcAft>
              <a:buSzPts val="1400"/>
              <a:buAutoNum type="alphaLcPeriod"/>
            </a:pPr>
            <a:r>
              <a:rPr lang="en-US"/>
              <a:t>Reuse Writable Objects whenever necessary: Many times, for task every time a new Writable object for every output from a mapper/reducer. This causes allocation of thousands of short-lived objects and Java garbage collector does a reasonable job at dealing with this. Its better to use the existing ones.</a:t>
            </a:r>
            <a:endParaRPr/>
          </a:p>
          <a:p>
            <a:pPr marL="685800" lvl="0" indent="-457200" algn="l" rtl="0">
              <a:lnSpc>
                <a:spcPct val="100000"/>
              </a:lnSpc>
              <a:spcBef>
                <a:spcPts val="0"/>
              </a:spcBef>
              <a:spcAft>
                <a:spcPts val="0"/>
              </a:spcAft>
              <a:buSzPts val="1400"/>
              <a:buAutoNum type="alphaLcPeriod"/>
            </a:pPr>
            <a:r>
              <a:rPr lang="en-US"/>
              <a:t>Proper Configuration of cluster: Try to avoid the RAID on datanode machines. This generally reduces performance. Make sure that syou have configured </a:t>
            </a:r>
            <a:r>
              <a:rPr lang="en-US" b="1"/>
              <a:t>mapred.local.dir</a:t>
            </a:r>
            <a:r>
              <a:rPr lang="en-US"/>
              <a:t> and </a:t>
            </a:r>
            <a:r>
              <a:rPr lang="en-US" b="1"/>
              <a:t>dfs.data.dir</a:t>
            </a:r>
            <a:r>
              <a:rPr lang="en-US"/>
              <a:t> to point to one directory on each of your disks. This is to ensure that all of your I/O capacity is used.</a:t>
            </a:r>
            <a:endParaRPr/>
          </a:p>
          <a:p>
            <a:pPr marL="457200" marR="0" lvl="0" indent="-228600" algn="l" rtl="0">
              <a:lnSpc>
                <a:spcPct val="100000"/>
              </a:lnSpc>
              <a:spcBef>
                <a:spcPts val="0"/>
              </a:spcBef>
              <a:spcAft>
                <a:spcPts val="0"/>
              </a:spcAft>
              <a:buClr>
                <a:srgbClr val="000000"/>
              </a:buClr>
              <a:buSzPts val="1400"/>
              <a:buFont typeface="Arial"/>
              <a:buNone/>
            </a:pPr>
            <a:endParaRPr/>
          </a:p>
        </p:txBody>
      </p:sp>
      <p:sp>
        <p:nvSpPr>
          <p:cNvPr id="1241" name="Google Shape;1241;p9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44</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2"/>
        <p:cNvGrpSpPr/>
        <p:nvPr/>
      </p:nvGrpSpPr>
      <p:grpSpPr>
        <a:xfrm>
          <a:off x="0" y="0"/>
          <a:ext cx="0" cy="0"/>
          <a:chOff x="0" y="0"/>
          <a:chExt cx="0" cy="0"/>
        </a:xfrm>
      </p:grpSpPr>
      <p:sp>
        <p:nvSpPr>
          <p:cNvPr id="1273" name="Google Shape;1273;p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4" name="Google Shape;1274;p9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r>
              <a:rPr lang="en-US"/>
              <a:t>Data Locality: This is way to move the job(computation) close to where data resides. Here in this diagram, we can see that in 5 data nodes. Data has not been distributed in last node so when MR runs it just ignore last node and there is no task which is sent. Hence no output from that node. </a:t>
            </a:r>
            <a:endParaRPr/>
          </a:p>
        </p:txBody>
      </p:sp>
      <p:sp>
        <p:nvSpPr>
          <p:cNvPr id="1275" name="Google Shape;1275;p9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45</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1"/>
        <p:cNvGrpSpPr/>
        <p:nvPr/>
      </p:nvGrpSpPr>
      <p:grpSpPr>
        <a:xfrm>
          <a:off x="0" y="0"/>
          <a:ext cx="0" cy="0"/>
          <a:chOff x="0" y="0"/>
          <a:chExt cx="0" cy="0"/>
        </a:xfrm>
      </p:grpSpPr>
      <p:sp>
        <p:nvSpPr>
          <p:cNvPr id="1302" name="Google Shape;1302;p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3" name="Google Shape;1303;p9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1304" name="Google Shape;1304;p9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46</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5"/>
        <p:cNvGrpSpPr/>
        <p:nvPr/>
      </p:nvGrpSpPr>
      <p:grpSpPr>
        <a:xfrm>
          <a:off x="0" y="0"/>
          <a:ext cx="0" cy="0"/>
          <a:chOff x="0" y="0"/>
          <a:chExt cx="0" cy="0"/>
        </a:xfrm>
      </p:grpSpPr>
      <p:sp>
        <p:nvSpPr>
          <p:cNvPr id="1336" name="Google Shape;1336;p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7" name="Google Shape;1337;p9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r>
              <a:rPr lang="en-US" b="1" i="0">
                <a:solidFill>
                  <a:srgbClr val="273239"/>
                </a:solidFill>
                <a:latin typeface="Arial"/>
                <a:ea typeface="Arial"/>
                <a:cs typeface="Arial"/>
                <a:sym typeface="Arial"/>
              </a:rPr>
              <a:t>Combiner</a:t>
            </a:r>
            <a:r>
              <a:rPr lang="en-US" b="0" i="0">
                <a:solidFill>
                  <a:srgbClr val="273239"/>
                </a:solidFill>
                <a:latin typeface="Arial"/>
                <a:ea typeface="Arial"/>
                <a:cs typeface="Arial"/>
                <a:sym typeface="Arial"/>
              </a:rPr>
              <a:t> always works in between Mapper and Reducer. The output produced by the Mapper is the intermediate output in terms of key-value pairs which is massive in size. If we directly feed this huge output to the Reducer, then that will result in increasing the </a:t>
            </a:r>
            <a:r>
              <a:rPr lang="en-US" b="1" i="0">
                <a:solidFill>
                  <a:srgbClr val="273239"/>
                </a:solidFill>
                <a:latin typeface="Arial"/>
                <a:ea typeface="Arial"/>
                <a:cs typeface="Arial"/>
                <a:sym typeface="Arial"/>
              </a:rPr>
              <a:t>Network Congestion</a:t>
            </a:r>
            <a:r>
              <a:rPr lang="en-US" b="0" i="0">
                <a:solidFill>
                  <a:srgbClr val="273239"/>
                </a:solidFill>
                <a:latin typeface="Arial"/>
                <a:ea typeface="Arial"/>
                <a:cs typeface="Arial"/>
                <a:sym typeface="Arial"/>
              </a:rPr>
              <a:t>. So to minimize this Network congestion we have to put combiner in between Mapper and Reducer. </a:t>
            </a:r>
            <a:endParaRPr/>
          </a:p>
        </p:txBody>
      </p:sp>
      <p:sp>
        <p:nvSpPr>
          <p:cNvPr id="1338" name="Google Shape;1338;p9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47</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0"/>
        <p:cNvGrpSpPr/>
        <p:nvPr/>
      </p:nvGrpSpPr>
      <p:grpSpPr>
        <a:xfrm>
          <a:off x="0" y="0"/>
          <a:ext cx="0" cy="0"/>
          <a:chOff x="0" y="0"/>
          <a:chExt cx="0" cy="0"/>
        </a:xfrm>
      </p:grpSpPr>
      <p:sp>
        <p:nvSpPr>
          <p:cNvPr id="1361" name="Google Shape;1361;p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2" name="Google Shape;1362;p9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r>
              <a:rPr lang="en-US" b="1" i="0">
                <a:solidFill>
                  <a:srgbClr val="273239"/>
                </a:solidFill>
                <a:latin typeface="Arial"/>
                <a:ea typeface="Arial"/>
                <a:cs typeface="Arial"/>
                <a:sym typeface="Arial"/>
              </a:rPr>
              <a:t>Combiner</a:t>
            </a:r>
            <a:r>
              <a:rPr lang="en-US" b="0" i="0">
                <a:solidFill>
                  <a:srgbClr val="273239"/>
                </a:solidFill>
                <a:latin typeface="Arial"/>
                <a:ea typeface="Arial"/>
                <a:cs typeface="Arial"/>
                <a:sym typeface="Arial"/>
              </a:rPr>
              <a:t> always works in between Mapper and Reducer. The output produced by the Mapper is the intermediate output in terms of key-value pairs which is massive in size. If we directly feed this huge output to the Reducer, then that will result in increasing the </a:t>
            </a:r>
            <a:r>
              <a:rPr lang="en-US" b="1" i="0">
                <a:solidFill>
                  <a:srgbClr val="273239"/>
                </a:solidFill>
                <a:latin typeface="Arial"/>
                <a:ea typeface="Arial"/>
                <a:cs typeface="Arial"/>
                <a:sym typeface="Arial"/>
              </a:rPr>
              <a:t>Network Congestion</a:t>
            </a:r>
            <a:r>
              <a:rPr lang="en-US" b="0" i="0">
                <a:solidFill>
                  <a:srgbClr val="273239"/>
                </a:solidFill>
                <a:latin typeface="Arial"/>
                <a:ea typeface="Arial"/>
                <a:cs typeface="Arial"/>
                <a:sym typeface="Arial"/>
              </a:rPr>
              <a:t>. So to minimize this Network congestion we have to put combiner in between Mapper and Reducer. </a:t>
            </a:r>
            <a:endParaRPr/>
          </a:p>
        </p:txBody>
      </p:sp>
      <p:sp>
        <p:nvSpPr>
          <p:cNvPr id="1363" name="Google Shape;1363;p9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48</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5"/>
        <p:cNvGrpSpPr/>
        <p:nvPr/>
      </p:nvGrpSpPr>
      <p:grpSpPr>
        <a:xfrm>
          <a:off x="0" y="0"/>
          <a:ext cx="0" cy="0"/>
          <a:chOff x="0" y="0"/>
          <a:chExt cx="0" cy="0"/>
        </a:xfrm>
      </p:grpSpPr>
      <p:sp>
        <p:nvSpPr>
          <p:cNvPr id="1386" name="Google Shape;1386;p1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7" name="Google Shape;1387;p10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r>
              <a:rPr lang="en-US" b="1"/>
              <a:t>Trainer Notes:</a:t>
            </a:r>
            <a:endParaRPr/>
          </a:p>
          <a:p>
            <a:pPr marL="457200" marR="0" lvl="0" indent="-228600" algn="l" rtl="0">
              <a:lnSpc>
                <a:spcPct val="100000"/>
              </a:lnSpc>
              <a:spcBef>
                <a:spcPts val="0"/>
              </a:spcBef>
              <a:spcAft>
                <a:spcPts val="0"/>
              </a:spcAft>
              <a:buClr>
                <a:srgbClr val="000000"/>
              </a:buClr>
              <a:buSzPts val="1400"/>
              <a:buFont typeface="Arial"/>
              <a:buNone/>
            </a:pPr>
            <a:r>
              <a:rPr lang="en-US"/>
              <a:t>Explain the MapReduce Program with the functions of Mapper, Combiner, and Reducer.</a:t>
            </a:r>
            <a:endParaRPr/>
          </a:p>
          <a:p>
            <a:pPr marL="457200" marR="0" lvl="0" indent="-228600" algn="l" rtl="0">
              <a:lnSpc>
                <a:spcPct val="100000"/>
              </a:lnSpc>
              <a:spcBef>
                <a:spcPts val="0"/>
              </a:spcBef>
              <a:spcAft>
                <a:spcPts val="0"/>
              </a:spcAft>
              <a:buClr>
                <a:srgbClr val="000000"/>
              </a:buClr>
              <a:buSzPts val="1400"/>
              <a:buFont typeface="Arial"/>
              <a:buNone/>
            </a:pPr>
            <a:r>
              <a:rPr lang="en-US"/>
              <a:t>Explain the working of this program.</a:t>
            </a:r>
            <a:endParaRPr/>
          </a:p>
          <a:p>
            <a:pPr marL="457200" marR="0" lvl="0" indent="-228600" algn="l" rtl="0">
              <a:lnSpc>
                <a:spcPct val="100000"/>
              </a:lnSpc>
              <a:spcBef>
                <a:spcPts val="0"/>
              </a:spcBef>
              <a:spcAft>
                <a:spcPts val="0"/>
              </a:spcAft>
              <a:buClr>
                <a:srgbClr val="000000"/>
              </a:buClr>
              <a:buSzPts val="1400"/>
              <a:buFont typeface="Arial"/>
              <a:buNone/>
            </a:pPr>
            <a:r>
              <a:rPr lang="en-US"/>
              <a:t>A Combiner, sometimes known as a semi-reducer, is a class that accepts inputs from the Map class and then passes the output key-value pairs to the Reducer class. A Combiner's primary job is to summarise map output records with the same key.</a:t>
            </a:r>
            <a:endParaRPr/>
          </a:p>
        </p:txBody>
      </p:sp>
      <p:sp>
        <p:nvSpPr>
          <p:cNvPr id="1388" name="Google Shape;1388;p10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49</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7"/>
        <p:cNvGrpSpPr/>
        <p:nvPr/>
      </p:nvGrpSpPr>
      <p:grpSpPr>
        <a:xfrm>
          <a:off x="0" y="0"/>
          <a:ext cx="0" cy="0"/>
          <a:chOff x="0" y="0"/>
          <a:chExt cx="0" cy="0"/>
        </a:xfrm>
      </p:grpSpPr>
      <p:sp>
        <p:nvSpPr>
          <p:cNvPr id="1418" name="Google Shape;1418;p101: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9" name="Google Shape;1419;p101:notes"/>
          <p:cNvSpPr txBox="1">
            <a:spLocks noGrp="1"/>
          </p:cNvSpPr>
          <p:nvPr>
            <p:ph type="body" idx="1"/>
          </p:nvPr>
        </p:nvSpPr>
        <p:spPr>
          <a:xfrm>
            <a:off x="685801" y="4786362"/>
            <a:ext cx="5486399" cy="39161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600" b="1"/>
              <a:t>Trainer Notes:</a:t>
            </a:r>
            <a:endParaRPr/>
          </a:p>
          <a:p>
            <a:pPr marL="0" marR="0" lvl="0" indent="0" algn="l" rtl="0">
              <a:lnSpc>
                <a:spcPct val="100000"/>
              </a:lnSpc>
              <a:spcBef>
                <a:spcPts val="0"/>
              </a:spcBef>
              <a:spcAft>
                <a:spcPts val="0"/>
              </a:spcAft>
              <a:buClr>
                <a:srgbClr val="000000"/>
              </a:buClr>
              <a:buSzPts val="1400"/>
              <a:buFont typeface="Arial"/>
              <a:buNone/>
            </a:pPr>
            <a:r>
              <a:rPr lang="en-US"/>
              <a:t>Perform each step along with the learner.</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p:txBody>
      </p:sp>
      <p:sp>
        <p:nvSpPr>
          <p:cNvPr id="1420" name="Google Shape;1420;p101:notes"/>
          <p:cNvSpPr txBox="1">
            <a:spLocks noGrp="1"/>
          </p:cNvSpPr>
          <p:nvPr>
            <p:ph type="sldNum" idx="12"/>
          </p:nvPr>
        </p:nvSpPr>
        <p:spPr>
          <a:xfrm>
            <a:off x="3884613" y="9446678"/>
            <a:ext cx="2971799" cy="499009"/>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300"/>
              <a:buFont typeface="Calibri"/>
              <a:buNone/>
            </a:pPr>
            <a:fld id="{00000000-1234-1234-1234-123412341234}" type="slidenum">
              <a:rPr lang="en-US" sz="1200">
                <a:solidFill>
                  <a:schemeClr val="dk1"/>
                </a:solidFill>
                <a:latin typeface="Calibri"/>
                <a:ea typeface="Calibri"/>
                <a:cs typeface="Calibri"/>
                <a:sym typeface="Calibri"/>
              </a:rPr>
              <a:t>50</a:t>
            </a:fld>
            <a:endParaRPr sz="1200">
              <a:solidFill>
                <a:schemeClr val="dk1"/>
              </a:solidFill>
              <a:latin typeface="Calibri"/>
              <a:ea typeface="Calibri"/>
              <a:cs typeface="Calibri"/>
              <a:sym typeface="Calibri"/>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5"/>
        <p:cNvGrpSpPr/>
        <p:nvPr/>
      </p:nvGrpSpPr>
      <p:grpSpPr>
        <a:xfrm>
          <a:off x="0" y="0"/>
          <a:ext cx="0" cy="0"/>
          <a:chOff x="0" y="0"/>
          <a:chExt cx="0" cy="0"/>
        </a:xfrm>
      </p:grpSpPr>
      <p:sp>
        <p:nvSpPr>
          <p:cNvPr id="1426" name="Google Shape;1426;p102: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7" name="Google Shape;1427;p102:notes"/>
          <p:cNvSpPr txBox="1">
            <a:spLocks noGrp="1"/>
          </p:cNvSpPr>
          <p:nvPr>
            <p:ph type="body" idx="1"/>
          </p:nvPr>
        </p:nvSpPr>
        <p:spPr>
          <a:xfrm>
            <a:off x="685801" y="4786362"/>
            <a:ext cx="5486399" cy="39161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600" b="1"/>
              <a:t>Trainer Notes:</a:t>
            </a:r>
            <a:endParaRPr/>
          </a:p>
          <a:p>
            <a:pPr marL="0" marR="0" lvl="0" indent="0" algn="l" rtl="0">
              <a:lnSpc>
                <a:spcPct val="100000"/>
              </a:lnSpc>
              <a:spcBef>
                <a:spcPts val="0"/>
              </a:spcBef>
              <a:spcAft>
                <a:spcPts val="0"/>
              </a:spcAft>
              <a:buClr>
                <a:srgbClr val="000000"/>
              </a:buClr>
              <a:buSzPts val="1400"/>
              <a:buFont typeface="Arial"/>
              <a:buNone/>
            </a:pPr>
            <a:r>
              <a:rPr lang="en-US"/>
              <a:t>Perform each step along with the learner.</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p:txBody>
      </p:sp>
      <p:sp>
        <p:nvSpPr>
          <p:cNvPr id="1428" name="Google Shape;1428;p102:notes"/>
          <p:cNvSpPr txBox="1">
            <a:spLocks noGrp="1"/>
          </p:cNvSpPr>
          <p:nvPr>
            <p:ph type="sldNum" idx="12"/>
          </p:nvPr>
        </p:nvSpPr>
        <p:spPr>
          <a:xfrm>
            <a:off x="3884613" y="9446678"/>
            <a:ext cx="2971799" cy="499009"/>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300"/>
              <a:buFont typeface="Calibri"/>
              <a:buNone/>
            </a:pPr>
            <a:fld id="{00000000-1234-1234-1234-123412341234}" type="slidenum">
              <a:rPr lang="en-US" sz="1200">
                <a:solidFill>
                  <a:schemeClr val="dk1"/>
                </a:solidFill>
                <a:latin typeface="Calibri"/>
                <a:ea typeface="Calibri"/>
                <a:cs typeface="Calibri"/>
                <a:sym typeface="Calibri"/>
              </a:rPr>
              <a:t>51</a:t>
            </a:fld>
            <a:endParaRPr sz="1200">
              <a:solidFill>
                <a:schemeClr val="dk1"/>
              </a:solidFill>
              <a:latin typeface="Calibri"/>
              <a:ea typeface="Calibri"/>
              <a:cs typeface="Calibri"/>
              <a:sym typeface="Calibri"/>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3"/>
        <p:cNvGrpSpPr/>
        <p:nvPr/>
      </p:nvGrpSpPr>
      <p:grpSpPr>
        <a:xfrm>
          <a:off x="0" y="0"/>
          <a:ext cx="0" cy="0"/>
          <a:chOff x="0" y="0"/>
          <a:chExt cx="0" cy="0"/>
        </a:xfrm>
      </p:grpSpPr>
      <p:sp>
        <p:nvSpPr>
          <p:cNvPr id="1434" name="Google Shape;1434;p10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rgbClr val="000000"/>
              </a:buClr>
              <a:buSzPts val="1400"/>
              <a:buFont typeface="Arial"/>
              <a:buNone/>
            </a:pPr>
            <a:endParaRPr/>
          </a:p>
        </p:txBody>
      </p:sp>
      <p:sp>
        <p:nvSpPr>
          <p:cNvPr id="1435" name="Google Shape;1435;p1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6"/>
        <p:cNvGrpSpPr/>
        <p:nvPr/>
      </p:nvGrpSpPr>
      <p:grpSpPr>
        <a:xfrm>
          <a:off x="0" y="0"/>
          <a:ext cx="0" cy="0"/>
          <a:chOff x="0" y="0"/>
          <a:chExt cx="0" cy="0"/>
        </a:xfrm>
      </p:grpSpPr>
      <p:sp>
        <p:nvSpPr>
          <p:cNvPr id="1447" name="Google Shape;1447;p10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48" name="Google Shape;1448;p1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0"/>
        <p:cNvGrpSpPr/>
        <p:nvPr/>
      </p:nvGrpSpPr>
      <p:grpSpPr>
        <a:xfrm>
          <a:off x="0" y="0"/>
          <a:ext cx="0" cy="0"/>
          <a:chOff x="0" y="0"/>
          <a:chExt cx="0" cy="0"/>
        </a:xfrm>
      </p:grpSpPr>
      <p:sp>
        <p:nvSpPr>
          <p:cNvPr id="1451" name="Google Shape;145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2" name="Google Shape;145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0"/>
        <p:cNvGrpSpPr/>
        <p:nvPr/>
      </p:nvGrpSpPr>
      <p:grpSpPr>
        <a:xfrm>
          <a:off x="0" y="0"/>
          <a:ext cx="0" cy="0"/>
          <a:chOff x="0" y="0"/>
          <a:chExt cx="0" cy="0"/>
        </a:xfrm>
      </p:grpSpPr>
      <p:sp>
        <p:nvSpPr>
          <p:cNvPr id="1461" name="Google Shape;1461;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62" name="Google Shape;146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2"/>
        <p:cNvGrpSpPr/>
        <p:nvPr/>
      </p:nvGrpSpPr>
      <p:grpSpPr>
        <a:xfrm>
          <a:off x="0" y="0"/>
          <a:ext cx="0" cy="0"/>
          <a:chOff x="0" y="0"/>
          <a:chExt cx="0" cy="0"/>
        </a:xfrm>
      </p:grpSpPr>
      <p:sp>
        <p:nvSpPr>
          <p:cNvPr id="1473" name="Google Shape;1473;p10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74" name="Google Shape;1474;p1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2"/>
        <p:cNvGrpSpPr/>
        <p:nvPr/>
      </p:nvGrpSpPr>
      <p:grpSpPr>
        <a:xfrm>
          <a:off x="0" y="0"/>
          <a:ext cx="0" cy="0"/>
          <a:chOff x="0" y="0"/>
          <a:chExt cx="0" cy="0"/>
        </a:xfrm>
      </p:grpSpPr>
      <p:sp>
        <p:nvSpPr>
          <p:cNvPr id="1483" name="Google Shape;1483;p10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84" name="Google Shape;1484;p1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4"/>
        <p:cNvGrpSpPr/>
        <p:nvPr/>
      </p:nvGrpSpPr>
      <p:grpSpPr>
        <a:xfrm>
          <a:off x="0" y="0"/>
          <a:ext cx="0" cy="0"/>
          <a:chOff x="0" y="0"/>
          <a:chExt cx="0" cy="0"/>
        </a:xfrm>
      </p:grpSpPr>
      <p:sp>
        <p:nvSpPr>
          <p:cNvPr id="1495" name="Google Shape;1495;p10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96" name="Google Shape;1496;p10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4"/>
        <p:cNvGrpSpPr/>
        <p:nvPr/>
      </p:nvGrpSpPr>
      <p:grpSpPr>
        <a:xfrm>
          <a:off x="0" y="0"/>
          <a:ext cx="0" cy="0"/>
          <a:chOff x="0" y="0"/>
          <a:chExt cx="0" cy="0"/>
        </a:xfrm>
      </p:grpSpPr>
      <p:sp>
        <p:nvSpPr>
          <p:cNvPr id="1505" name="Google Shape;1505;p10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6" name="Google Shape;1506;p1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6"/>
        <p:cNvGrpSpPr/>
        <p:nvPr/>
      </p:nvGrpSpPr>
      <p:grpSpPr>
        <a:xfrm>
          <a:off x="0" y="0"/>
          <a:ext cx="0" cy="0"/>
          <a:chOff x="0" y="0"/>
          <a:chExt cx="0" cy="0"/>
        </a:xfrm>
      </p:grpSpPr>
      <p:sp>
        <p:nvSpPr>
          <p:cNvPr id="1517" name="Google Shape;1517;p10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18" name="Google Shape;1518;p1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6"/>
        <p:cNvGrpSpPr/>
        <p:nvPr/>
      </p:nvGrpSpPr>
      <p:grpSpPr>
        <a:xfrm>
          <a:off x="0" y="0"/>
          <a:ext cx="0" cy="0"/>
          <a:chOff x="0" y="0"/>
          <a:chExt cx="0" cy="0"/>
        </a:xfrm>
      </p:grpSpPr>
      <p:sp>
        <p:nvSpPr>
          <p:cNvPr id="1527" name="Google Shape;1527;p1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8" name="Google Shape;1528;p1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8"/>
        <p:cNvGrpSpPr/>
        <p:nvPr/>
      </p:nvGrpSpPr>
      <p:grpSpPr>
        <a:xfrm>
          <a:off x="0" y="0"/>
          <a:ext cx="0" cy="0"/>
          <a:chOff x="0" y="0"/>
          <a:chExt cx="0" cy="0"/>
        </a:xfrm>
      </p:grpSpPr>
      <p:sp>
        <p:nvSpPr>
          <p:cNvPr id="1539" name="Google Shape;1539;p1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40" name="Google Shape;1540;p1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200" b="0">
                <a:latin typeface="Open Sans"/>
                <a:ea typeface="Open Sans"/>
                <a:cs typeface="Open Sans"/>
                <a:sym typeface="Open Sans"/>
              </a:rPr>
              <a:t>Trainer Notes:</a:t>
            </a:r>
            <a:endParaRPr/>
          </a:p>
          <a:p>
            <a:pPr marL="0" lvl="0" indent="0" algn="l" rtl="0">
              <a:lnSpc>
                <a:spcPct val="100000"/>
              </a:lnSpc>
              <a:spcBef>
                <a:spcPts val="0"/>
              </a:spcBef>
              <a:spcAft>
                <a:spcPts val="0"/>
              </a:spcAft>
              <a:buSzPts val="1400"/>
              <a:buNone/>
            </a:pPr>
            <a:endParaRPr sz="1200" b="0">
              <a:latin typeface="Open Sans"/>
              <a:ea typeface="Open Sans"/>
              <a:cs typeface="Open Sans"/>
              <a:sym typeface="Open Sans"/>
            </a:endParaRPr>
          </a:p>
          <a:p>
            <a:pPr marL="228600" marR="0" lvl="0" indent="-228600" algn="l" rtl="0">
              <a:lnSpc>
                <a:spcPct val="100000"/>
              </a:lnSpc>
              <a:spcBef>
                <a:spcPts val="0"/>
              </a:spcBef>
              <a:spcAft>
                <a:spcPts val="0"/>
              </a:spcAft>
              <a:buClr>
                <a:srgbClr val="000000"/>
              </a:buClr>
              <a:buSzPts val="1400"/>
              <a:buFont typeface="Arial"/>
              <a:buAutoNum type="arabicPeriod"/>
            </a:pPr>
            <a:r>
              <a:rPr lang="en-US" sz="1200" b="0" i="0">
                <a:latin typeface="Open Sans"/>
                <a:ea typeface="Open Sans"/>
                <a:cs typeface="Open Sans"/>
                <a:sym typeface="Open Sans"/>
              </a:rPr>
              <a:t>Explain the problem statement </a:t>
            </a:r>
            <a:endParaRPr/>
          </a:p>
          <a:p>
            <a:pPr marL="228600" marR="0" lvl="0" indent="-228600" algn="l" rtl="0">
              <a:lnSpc>
                <a:spcPct val="100000"/>
              </a:lnSpc>
              <a:spcBef>
                <a:spcPts val="0"/>
              </a:spcBef>
              <a:spcAft>
                <a:spcPts val="0"/>
              </a:spcAft>
              <a:buClr>
                <a:srgbClr val="000000"/>
              </a:buClr>
              <a:buSzPts val="1400"/>
              <a:buFont typeface="Arial"/>
              <a:buAutoNum type="arabicPeriod"/>
            </a:pPr>
            <a:r>
              <a:rPr lang="en-US" sz="1200" b="0">
                <a:latin typeface="Open Sans"/>
                <a:ea typeface="Open Sans"/>
                <a:cs typeface="Open Sans"/>
                <a:sym typeface="Open Sans"/>
              </a:rPr>
              <a:t>Ask the learners to finish the activity before the start of the next session</a:t>
            </a:r>
            <a:endParaRPr/>
          </a:p>
          <a:p>
            <a:pPr marL="0" lvl="0" indent="0" algn="l" rtl="0">
              <a:lnSpc>
                <a:spcPct val="100000"/>
              </a:lnSpc>
              <a:spcBef>
                <a:spcPts val="0"/>
              </a:spcBef>
              <a:spcAft>
                <a:spcPts val="0"/>
              </a:spcAft>
              <a:buSzPts val="1400"/>
              <a:buNone/>
            </a:pPr>
            <a:r>
              <a:rPr lang="en-US" sz="1200" b="0">
                <a:latin typeface="Open Sans"/>
                <a:ea typeface="Open Sans"/>
                <a:cs typeface="Open Sans"/>
                <a:sym typeface="Open Sans"/>
              </a:rPr>
              <a:t>3.   Resolve all queries and doubts raised by learners</a:t>
            </a:r>
            <a:endParaRPr/>
          </a:p>
          <a:p>
            <a:pPr marL="0" lvl="0" indent="0" algn="l" rtl="0">
              <a:lnSpc>
                <a:spcPct val="100000"/>
              </a:lnSpc>
              <a:spcBef>
                <a:spcPts val="0"/>
              </a:spcBef>
              <a:spcAft>
                <a:spcPts val="0"/>
              </a:spcAft>
              <a:buSzPts val="1400"/>
              <a:buNone/>
            </a:pPr>
            <a:endParaRPr sz="1200" b="0">
              <a:latin typeface="Open Sans"/>
              <a:ea typeface="Open Sans"/>
              <a:cs typeface="Open Sans"/>
              <a:sym typeface="Open Sans"/>
            </a:endParaRPr>
          </a:p>
          <a:p>
            <a:pPr marL="457200" marR="0" lvl="0" indent="-228600" algn="l" rtl="0">
              <a:lnSpc>
                <a:spcPct val="100000"/>
              </a:lnSpc>
              <a:spcBef>
                <a:spcPts val="0"/>
              </a:spcBef>
              <a:spcAft>
                <a:spcPts val="0"/>
              </a:spcAft>
              <a:buSzPts val="1400"/>
              <a:buNone/>
            </a:pPr>
            <a:endParaRPr sz="1200"/>
          </a:p>
          <a:p>
            <a:pPr marL="0" lvl="0" indent="0" algn="l" rtl="0">
              <a:lnSpc>
                <a:spcPct val="100000"/>
              </a:lnSpc>
              <a:spcBef>
                <a:spcPts val="0"/>
              </a:spcBef>
              <a:spcAft>
                <a:spcPts val="0"/>
              </a:spcAft>
              <a:buSzPts val="1400"/>
              <a:buNone/>
            </a:pPr>
            <a:endParaRPr sz="1200"/>
          </a:p>
          <a:p>
            <a:pPr marL="457200" marR="0" lvl="0" indent="-228600" algn="l" rtl="0">
              <a:lnSpc>
                <a:spcPct val="100000"/>
              </a:lnSpc>
              <a:spcBef>
                <a:spcPts val="0"/>
              </a:spcBef>
              <a:spcAft>
                <a:spcPts val="0"/>
              </a:spcAft>
              <a:buSzPts val="1400"/>
              <a:buNone/>
            </a:pPr>
            <a:endParaRPr/>
          </a:p>
        </p:txBody>
      </p:sp>
      <p:sp>
        <p:nvSpPr>
          <p:cNvPr id="1541" name="Google Shape;1541;p1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62</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5"/>
        <p:cNvGrpSpPr/>
        <p:nvPr/>
      </p:nvGrpSpPr>
      <p:grpSpPr>
        <a:xfrm>
          <a:off x="0" y="0"/>
          <a:ext cx="0" cy="0"/>
          <a:chOff x="0" y="0"/>
          <a:chExt cx="0" cy="0"/>
        </a:xfrm>
      </p:grpSpPr>
      <p:sp>
        <p:nvSpPr>
          <p:cNvPr id="1546" name="Google Shape;1546;p1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47" name="Google Shape;1547;p1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200" b="0">
                <a:latin typeface="Open Sans"/>
                <a:ea typeface="Open Sans"/>
                <a:cs typeface="Open Sans"/>
                <a:sym typeface="Open Sans"/>
              </a:rPr>
              <a:t>Trainer Notes:</a:t>
            </a:r>
            <a:endParaRPr/>
          </a:p>
          <a:p>
            <a:pPr marL="0" lvl="0" indent="0" algn="l" rtl="0">
              <a:lnSpc>
                <a:spcPct val="100000"/>
              </a:lnSpc>
              <a:spcBef>
                <a:spcPts val="0"/>
              </a:spcBef>
              <a:spcAft>
                <a:spcPts val="0"/>
              </a:spcAft>
              <a:buSzPts val="1400"/>
              <a:buNone/>
            </a:pPr>
            <a:endParaRPr sz="1200" b="0">
              <a:latin typeface="Open Sans"/>
              <a:ea typeface="Open Sans"/>
              <a:cs typeface="Open Sans"/>
              <a:sym typeface="Open Sans"/>
            </a:endParaRPr>
          </a:p>
          <a:p>
            <a:pPr marL="228600" marR="0" lvl="0" indent="-228600" algn="l" rtl="0">
              <a:lnSpc>
                <a:spcPct val="100000"/>
              </a:lnSpc>
              <a:spcBef>
                <a:spcPts val="0"/>
              </a:spcBef>
              <a:spcAft>
                <a:spcPts val="0"/>
              </a:spcAft>
              <a:buClr>
                <a:srgbClr val="000000"/>
              </a:buClr>
              <a:buSzPts val="1400"/>
              <a:buFont typeface="Arial"/>
              <a:buAutoNum type="arabicPeriod"/>
            </a:pPr>
            <a:r>
              <a:rPr lang="en-US" sz="1200" b="0" i="0">
                <a:latin typeface="Open Sans"/>
                <a:ea typeface="Open Sans"/>
                <a:cs typeface="Open Sans"/>
                <a:sym typeface="Open Sans"/>
              </a:rPr>
              <a:t>Explain the problem statement </a:t>
            </a:r>
            <a:endParaRPr/>
          </a:p>
          <a:p>
            <a:pPr marL="228600" marR="0" lvl="0" indent="-228600" algn="l" rtl="0">
              <a:lnSpc>
                <a:spcPct val="100000"/>
              </a:lnSpc>
              <a:spcBef>
                <a:spcPts val="0"/>
              </a:spcBef>
              <a:spcAft>
                <a:spcPts val="0"/>
              </a:spcAft>
              <a:buClr>
                <a:srgbClr val="000000"/>
              </a:buClr>
              <a:buSzPts val="1400"/>
              <a:buFont typeface="Arial"/>
              <a:buAutoNum type="arabicPeriod"/>
            </a:pPr>
            <a:r>
              <a:rPr lang="en-US" sz="1200" b="0">
                <a:latin typeface="Open Sans"/>
                <a:ea typeface="Open Sans"/>
                <a:cs typeface="Open Sans"/>
                <a:sym typeface="Open Sans"/>
              </a:rPr>
              <a:t>Ask the learners to finish the activity before the start of the next session</a:t>
            </a:r>
            <a:endParaRPr/>
          </a:p>
          <a:p>
            <a:pPr marL="0" lvl="0" indent="0" algn="l" rtl="0">
              <a:lnSpc>
                <a:spcPct val="100000"/>
              </a:lnSpc>
              <a:spcBef>
                <a:spcPts val="0"/>
              </a:spcBef>
              <a:spcAft>
                <a:spcPts val="0"/>
              </a:spcAft>
              <a:buSzPts val="1400"/>
              <a:buNone/>
            </a:pPr>
            <a:r>
              <a:rPr lang="en-US" sz="1200" b="0">
                <a:latin typeface="Open Sans"/>
                <a:ea typeface="Open Sans"/>
                <a:cs typeface="Open Sans"/>
                <a:sym typeface="Open Sans"/>
              </a:rPr>
              <a:t>3.   Resolve all queries and doubts raised by learners</a:t>
            </a:r>
            <a:endParaRPr/>
          </a:p>
          <a:p>
            <a:pPr marL="0" lvl="0" indent="0" algn="l" rtl="0">
              <a:lnSpc>
                <a:spcPct val="100000"/>
              </a:lnSpc>
              <a:spcBef>
                <a:spcPts val="0"/>
              </a:spcBef>
              <a:spcAft>
                <a:spcPts val="0"/>
              </a:spcAft>
              <a:buSzPts val="1400"/>
              <a:buNone/>
            </a:pPr>
            <a:endParaRPr sz="1200" b="0">
              <a:latin typeface="Open Sans"/>
              <a:ea typeface="Open Sans"/>
              <a:cs typeface="Open Sans"/>
              <a:sym typeface="Open Sans"/>
            </a:endParaRPr>
          </a:p>
          <a:p>
            <a:pPr marL="457200" marR="0" lvl="0" indent="-228600" algn="l" rtl="0">
              <a:lnSpc>
                <a:spcPct val="100000"/>
              </a:lnSpc>
              <a:spcBef>
                <a:spcPts val="0"/>
              </a:spcBef>
              <a:spcAft>
                <a:spcPts val="0"/>
              </a:spcAft>
              <a:buSzPts val="1400"/>
              <a:buNone/>
            </a:pPr>
            <a:endParaRPr sz="1200"/>
          </a:p>
          <a:p>
            <a:pPr marL="0" lvl="0" indent="0" algn="l" rtl="0">
              <a:lnSpc>
                <a:spcPct val="100000"/>
              </a:lnSpc>
              <a:spcBef>
                <a:spcPts val="0"/>
              </a:spcBef>
              <a:spcAft>
                <a:spcPts val="0"/>
              </a:spcAft>
              <a:buSzPts val="1400"/>
              <a:buNone/>
            </a:pPr>
            <a:endParaRPr sz="1200"/>
          </a:p>
          <a:p>
            <a:pPr marL="457200" marR="0" lvl="0" indent="-228600" algn="l" rtl="0">
              <a:lnSpc>
                <a:spcPct val="100000"/>
              </a:lnSpc>
              <a:spcBef>
                <a:spcPts val="0"/>
              </a:spcBef>
              <a:spcAft>
                <a:spcPts val="0"/>
              </a:spcAft>
              <a:buSzPts val="1400"/>
              <a:buNone/>
            </a:pPr>
            <a:endParaRPr/>
          </a:p>
        </p:txBody>
      </p:sp>
      <p:sp>
        <p:nvSpPr>
          <p:cNvPr id="1548" name="Google Shape;1548;p1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63</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2"/>
        <p:cNvGrpSpPr/>
        <p:nvPr/>
      </p:nvGrpSpPr>
      <p:grpSpPr>
        <a:xfrm>
          <a:off x="0" y="0"/>
          <a:ext cx="0" cy="0"/>
          <a:chOff x="0" y="0"/>
          <a:chExt cx="0" cy="0"/>
        </a:xfrm>
      </p:grpSpPr>
      <p:sp>
        <p:nvSpPr>
          <p:cNvPr id="1553" name="Google Shape;1553;p1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4" name="Google Shape;1554;p1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9.jpg"/><Relationship Id="rId1" Type="http://schemas.openxmlformats.org/officeDocument/2006/relationships/slideMaster" Target="../slideMasters/slideMaster1.xml"/><Relationship Id="rId4" Type="http://schemas.openxmlformats.org/officeDocument/2006/relationships/image" Target="../media/image40.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ourse Name">
    <p:spTree>
      <p:nvGrpSpPr>
        <p:cNvPr id="1" name=""/>
        <p:cNvGrpSpPr/>
        <p:nvPr/>
      </p:nvGrpSpPr>
      <p:grpSpPr>
        <a:xfrm>
          <a:off x="0" y="0"/>
          <a:ext cx="0" cy="0"/>
          <a:chOff x="0" y="0"/>
          <a:chExt cx="0" cy="0"/>
        </a:xfrm>
      </p:grpSpPr>
      <p:pic>
        <p:nvPicPr>
          <p:cNvPr id="7" name="Google Shape;18;p22">
            <a:extLst>
              <a:ext uri="{FF2B5EF4-FFF2-40B4-BE49-F238E27FC236}">
                <a16:creationId xmlns:a16="http://schemas.microsoft.com/office/drawing/2014/main" id="{7B4145C4-EE9A-4056-4B60-0881CACD0193}"/>
              </a:ext>
            </a:extLst>
          </p:cNvPr>
          <p:cNvPicPr preferRelativeResize="0"/>
          <p:nvPr userDrawn="1"/>
        </p:nvPicPr>
        <p:blipFill>
          <a:blip r:embed="rId3"/>
          <a:srcRect/>
          <a:stretch/>
        </p:blipFill>
        <p:spPr>
          <a:xfrm>
            <a:off x="0" y="0"/>
            <a:ext cx="16255998" cy="9143999"/>
          </a:xfrm>
          <a:prstGeom prst="rect">
            <a:avLst/>
          </a:prstGeom>
          <a:noFill/>
          <a:ln>
            <a:noFill/>
          </a:ln>
        </p:spPr>
      </p:pic>
      <p:sp>
        <p:nvSpPr>
          <p:cNvPr id="8" name="Google Shape;24;p23">
            <a:extLst>
              <a:ext uri="{FF2B5EF4-FFF2-40B4-BE49-F238E27FC236}">
                <a16:creationId xmlns:a16="http://schemas.microsoft.com/office/drawing/2014/main" id="{CE57947D-DBAC-21DB-73BE-F78F1726973A}"/>
              </a:ext>
            </a:extLst>
          </p:cNvPr>
          <p:cNvSpPr txBox="1">
            <a:spLocks noGrp="1"/>
          </p:cNvSpPr>
          <p:nvPr>
            <p:ph type="body" idx="10"/>
          </p:nvPr>
        </p:nvSpPr>
        <p:spPr>
          <a:xfrm>
            <a:off x="653386" y="4114800"/>
            <a:ext cx="7835706" cy="914400"/>
          </a:xfrm>
          <a:prstGeom prst="rect">
            <a:avLst/>
          </a:prstGeom>
          <a:noFill/>
          <a:ln>
            <a:noFill/>
          </a:ln>
        </p:spPr>
        <p:txBody>
          <a:bodyPr spcFirstLastPara="1" wrap="square" lIns="91425" tIns="91425" rIns="91425" bIns="91425" anchor="ctr" anchorCtr="0">
            <a:noAutofit/>
          </a:bodyPr>
          <a:lstStyle>
            <a:lvl1pPr marL="0" lvl="0" indent="0" algn="ctr">
              <a:lnSpc>
                <a:spcPct val="114000"/>
              </a:lnSpc>
              <a:spcBef>
                <a:spcPts val="0"/>
              </a:spcBef>
              <a:spcAft>
                <a:spcPts val="0"/>
              </a:spcAft>
              <a:buSzPts val="2800"/>
              <a:buFont typeface="Arial" panose="020B0604020202020204" pitchFamily="34" charset="0"/>
              <a:buNone/>
              <a:defRPr sz="2800" b="1">
                <a:solidFill>
                  <a:schemeClr val="tx1">
                    <a:lumMod val="75000"/>
                    <a:lumOff val="25000"/>
                  </a:schemeClr>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Tree>
    <p:custDataLst>
      <p:tags r:id="rId1"/>
    </p:custDataLst>
    <p:extLst>
      <p:ext uri="{BB962C8B-B14F-4D97-AF65-F5344CB8AC3E}">
        <p14:creationId xmlns:p14="http://schemas.microsoft.com/office/powerpoint/2010/main" val="506887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esson Name" preserve="1" userDrawn="1">
  <p:cSld name="1_Lesson Name">
    <p:spTree>
      <p:nvGrpSpPr>
        <p:cNvPr id="1" name="Shape 20"/>
        <p:cNvGrpSpPr/>
        <p:nvPr/>
      </p:nvGrpSpPr>
      <p:grpSpPr>
        <a:xfrm>
          <a:off x="0" y="0"/>
          <a:ext cx="0" cy="0"/>
          <a:chOff x="0" y="0"/>
          <a:chExt cx="0" cy="0"/>
        </a:xfrm>
      </p:grpSpPr>
      <p:pic>
        <p:nvPicPr>
          <p:cNvPr id="21" name="Google Shape;21;p23"/>
          <p:cNvPicPr preferRelativeResize="0"/>
          <p:nvPr/>
        </p:nvPicPr>
        <p:blipFill>
          <a:blip r:embed="rId2"/>
          <a:srcRect/>
          <a:stretch/>
        </p:blipFill>
        <p:spPr>
          <a:xfrm>
            <a:off x="0" y="0"/>
            <a:ext cx="16255999" cy="9143999"/>
          </a:xfrm>
          <a:prstGeom prst="rect">
            <a:avLst/>
          </a:prstGeom>
          <a:noFill/>
          <a:ln>
            <a:noFill/>
          </a:ln>
        </p:spPr>
      </p:pic>
      <p:sp>
        <p:nvSpPr>
          <p:cNvPr id="2" name="Google Shape;24;p23">
            <a:extLst>
              <a:ext uri="{FF2B5EF4-FFF2-40B4-BE49-F238E27FC236}">
                <a16:creationId xmlns:a16="http://schemas.microsoft.com/office/drawing/2014/main" id="{0FE0BEE1-B2B3-D8AE-8B21-7B4BAC91C142}"/>
              </a:ext>
            </a:extLst>
          </p:cNvPr>
          <p:cNvSpPr txBox="1">
            <a:spLocks noGrp="1"/>
          </p:cNvSpPr>
          <p:nvPr>
            <p:ph type="body" idx="10"/>
          </p:nvPr>
        </p:nvSpPr>
        <p:spPr>
          <a:xfrm>
            <a:off x="653386" y="4114800"/>
            <a:ext cx="7835706" cy="914400"/>
          </a:xfrm>
          <a:prstGeom prst="rect">
            <a:avLst/>
          </a:prstGeom>
          <a:noFill/>
          <a:ln>
            <a:noFill/>
          </a:ln>
        </p:spPr>
        <p:txBody>
          <a:bodyPr spcFirstLastPara="1" wrap="square" lIns="91425" tIns="91425" rIns="91425" bIns="91425" anchor="ctr" anchorCtr="0">
            <a:noAutofit/>
          </a:bodyPr>
          <a:lstStyle>
            <a:lvl1pPr marL="0" lvl="0" indent="0" algn="ctr">
              <a:lnSpc>
                <a:spcPct val="114000"/>
              </a:lnSpc>
              <a:spcBef>
                <a:spcPts val="0"/>
              </a:spcBef>
              <a:spcAft>
                <a:spcPts val="0"/>
              </a:spcAft>
              <a:buSzPts val="2800"/>
              <a:buFont typeface="Arial" panose="020B0604020202020204" pitchFamily="34" charset="0"/>
              <a:buNone/>
              <a:defRPr sz="2800" b="1">
                <a:solidFill>
                  <a:schemeClr val="tx1">
                    <a:lumMod val="75000"/>
                    <a:lumOff val="25000"/>
                  </a:schemeClr>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Tree>
    <p:extLst>
      <p:ext uri="{BB962C8B-B14F-4D97-AF65-F5344CB8AC3E}">
        <p14:creationId xmlns:p14="http://schemas.microsoft.com/office/powerpoint/2010/main" val="7856982"/>
      </p:ext>
    </p:extLst>
  </p:cSld>
  <p:clrMapOvr>
    <a:masterClrMapping/>
  </p:clrMapOvr>
  <p:extLst>
    <p:ext uri="{DCECCB84-F9BA-43D5-87BE-67443E8EF086}">
      <p15:sldGuideLst xmlns:p15="http://schemas.microsoft.com/office/powerpoint/2012/main">
        <p15:guide id="1" orient="horz" pos="2880">
          <p15:clr>
            <a:srgbClr val="000000"/>
          </p15:clr>
        </p15:guide>
        <p15:guide id="2" pos="5120">
          <p15:clr>
            <a:srgbClr val="00000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You Already Know" preserve="1" userDrawn="1">
  <p:cSld name="You Already Know">
    <p:spTree>
      <p:nvGrpSpPr>
        <p:cNvPr id="1" name="Shape 25"/>
        <p:cNvGrpSpPr/>
        <p:nvPr/>
      </p:nvGrpSpPr>
      <p:grpSpPr>
        <a:xfrm>
          <a:off x="0" y="0"/>
          <a:ext cx="0" cy="0"/>
          <a:chOff x="0" y="0"/>
          <a:chExt cx="0" cy="0"/>
        </a:xfrm>
      </p:grpSpPr>
      <p:pic>
        <p:nvPicPr>
          <p:cNvPr id="26" name="Google Shape;26;p24"/>
          <p:cNvPicPr preferRelativeResize="0"/>
          <p:nvPr/>
        </p:nvPicPr>
        <p:blipFill>
          <a:blip r:embed="rId2"/>
          <a:srcRect/>
          <a:stretch/>
        </p:blipFill>
        <p:spPr>
          <a:xfrm>
            <a:off x="0" y="0"/>
            <a:ext cx="16255999" cy="9143999"/>
          </a:xfrm>
          <a:prstGeom prst="rect">
            <a:avLst/>
          </a:prstGeom>
          <a:noFill/>
          <a:ln>
            <a:noFill/>
          </a:ln>
        </p:spPr>
      </p:pic>
      <p:sp>
        <p:nvSpPr>
          <p:cNvPr id="30" name="Google Shape;30;p24"/>
          <p:cNvSpPr/>
          <p:nvPr/>
        </p:nvSpPr>
        <p:spPr>
          <a:xfrm>
            <a:off x="5718038" y="322216"/>
            <a:ext cx="4819925" cy="430887"/>
          </a:xfrm>
          <a:prstGeom prst="rect">
            <a:avLst/>
          </a:prstGeom>
          <a:noFill/>
          <a:ln>
            <a:noFill/>
          </a:ln>
        </p:spPr>
        <p:txBody>
          <a:bodyPr spcFirstLastPara="1" wrap="square" lIns="91425" tIns="0" rIns="91425" bIns="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chemeClr val="lt1"/>
                </a:solidFill>
                <a:latin typeface="Open Sans"/>
                <a:ea typeface="Open Sans"/>
                <a:cs typeface="Open Sans"/>
                <a:sym typeface="Open Sans"/>
              </a:rPr>
              <a:t>You Already Know</a:t>
            </a:r>
            <a:endParaRPr sz="1400" b="0" i="0" u="none" strike="noStrike" cap="none">
              <a:solidFill>
                <a:srgbClr val="000000"/>
              </a:solidFill>
              <a:latin typeface="Arial"/>
              <a:ea typeface="Arial"/>
              <a:cs typeface="Arial"/>
              <a:sym typeface="Arial"/>
            </a:endParaRPr>
          </a:p>
        </p:txBody>
      </p:sp>
      <p:sp>
        <p:nvSpPr>
          <p:cNvPr id="2" name="Google Shape;29;p24">
            <a:extLst>
              <a:ext uri="{FF2B5EF4-FFF2-40B4-BE49-F238E27FC236}">
                <a16:creationId xmlns:a16="http://schemas.microsoft.com/office/drawing/2014/main" id="{45805213-5148-C374-0B6A-FBC7DF66B880}"/>
              </a:ext>
            </a:extLst>
          </p:cNvPr>
          <p:cNvSpPr txBox="1">
            <a:spLocks noGrp="1"/>
          </p:cNvSpPr>
          <p:nvPr>
            <p:ph type="body" idx="1"/>
          </p:nvPr>
        </p:nvSpPr>
        <p:spPr>
          <a:xfrm>
            <a:off x="1291858" y="2603120"/>
            <a:ext cx="13696998" cy="5527418"/>
          </a:xfrm>
          <a:prstGeom prst="rect">
            <a:avLst/>
          </a:prstGeom>
          <a:noFill/>
          <a:ln>
            <a:noFill/>
          </a:ln>
        </p:spPr>
        <p:txBody>
          <a:bodyPr spcFirstLastPara="1" vert="horz" wrap="square" lIns="91425" tIns="0" rIns="91425" bIns="0" rtlCol="0" anchor="t" anchorCtr="0">
            <a:normAutofit/>
          </a:bodyPr>
          <a:lstStyle>
            <a:lvl1pPr marL="0" indent="0">
              <a:buFont typeface="Arial" panose="020B0604020202020204" pitchFamily="34" charset="0"/>
              <a:buNone/>
              <a:defRPr dirty="0">
                <a:solidFill>
                  <a:schemeClr val="tx1">
                    <a:lumMod val="75000"/>
                    <a:lumOff val="25000"/>
                  </a:schemeClr>
                </a:solidFill>
                <a:latin typeface="Open Sans"/>
                <a:ea typeface="Open Sans"/>
                <a:cs typeface="Open Sans"/>
              </a:defRPr>
            </a:lvl1pPr>
          </a:lstStyle>
          <a:p>
            <a:pPr lvl="0" algn="ctr">
              <a:lnSpc>
                <a:spcPct val="115000"/>
              </a:lnSpc>
              <a:spcBef>
                <a:spcPts val="0"/>
              </a:spcBef>
              <a:spcAft>
                <a:spcPts val="0"/>
              </a:spcAft>
              <a:buSzPts val="2800"/>
              <a:buFont typeface="Arial"/>
            </a:pPr>
            <a:endParaRPr/>
          </a:p>
        </p:txBody>
      </p:sp>
      <p:sp>
        <p:nvSpPr>
          <p:cNvPr id="5" name="Google Shape;73;p29">
            <a:extLst>
              <a:ext uri="{FF2B5EF4-FFF2-40B4-BE49-F238E27FC236}">
                <a16:creationId xmlns:a16="http://schemas.microsoft.com/office/drawing/2014/main" id="{A329659F-8931-D1BF-F644-B58CEC7A819F}"/>
              </a:ext>
            </a:extLst>
          </p:cNvPr>
          <p:cNvSpPr txBox="1">
            <a:spLocks noGrp="1"/>
          </p:cNvSpPr>
          <p:nvPr>
            <p:ph type="body" idx="10"/>
          </p:nvPr>
        </p:nvSpPr>
        <p:spPr>
          <a:xfrm>
            <a:off x="1291857" y="1512833"/>
            <a:ext cx="13696999" cy="903776"/>
          </a:xfrm>
          <a:prstGeom prst="rect">
            <a:avLst/>
          </a:prstGeom>
          <a:noFill/>
          <a:ln>
            <a:noFill/>
          </a:ln>
        </p:spPr>
        <p:txBody>
          <a:bodyPr spcFirstLastPara="1" wrap="square" lIns="91425" tIns="0" rIns="91425" bIns="0" anchor="t" anchorCtr="0">
            <a:normAutofit/>
          </a:bodyPr>
          <a:lstStyle>
            <a:lvl1pPr marL="0" lvl="0" indent="0" algn="ctr">
              <a:lnSpc>
                <a:spcPct val="115000"/>
              </a:lnSpc>
              <a:spcBef>
                <a:spcPts val="0"/>
              </a:spcBef>
              <a:spcAft>
                <a:spcPts val="0"/>
              </a:spcAft>
              <a:buSzPts val="2800"/>
              <a:buFont typeface="Arial" panose="020B0604020202020204" pitchFamily="34" charset="0"/>
              <a:buNone/>
              <a:defRPr sz="2200">
                <a:solidFill>
                  <a:schemeClr val="tx1">
                    <a:lumMod val="75000"/>
                    <a:lumOff val="25000"/>
                  </a:schemeClr>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Tree>
    <p:extLst>
      <p:ext uri="{BB962C8B-B14F-4D97-AF65-F5344CB8AC3E}">
        <p14:creationId xmlns:p14="http://schemas.microsoft.com/office/powerpoint/2010/main" val="3354720228"/>
      </p:ext>
    </p:extLst>
  </p:cSld>
  <p:clrMapOvr>
    <a:masterClrMapping/>
  </p:clrMapOvr>
  <p:extLst>
    <p:ext uri="{DCECCB84-F9BA-43D5-87BE-67443E8EF086}">
      <p15:sldGuideLst xmlns:p15="http://schemas.microsoft.com/office/powerpoint/2012/main">
        <p15:guide id="2" pos="5120">
          <p15:clr>
            <a:srgbClr val="00000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ullet_You_already_know">
    <p:spTree>
      <p:nvGrpSpPr>
        <p:cNvPr id="1" name=""/>
        <p:cNvGrpSpPr/>
        <p:nvPr/>
      </p:nvGrpSpPr>
      <p:grpSpPr>
        <a:xfrm>
          <a:off x="0" y="0"/>
          <a:ext cx="0" cy="0"/>
          <a:chOff x="0" y="0"/>
          <a:chExt cx="0" cy="0"/>
        </a:xfrm>
      </p:grpSpPr>
      <p:pic>
        <p:nvPicPr>
          <p:cNvPr id="3" name="Google Shape;26;p24">
            <a:extLst>
              <a:ext uri="{FF2B5EF4-FFF2-40B4-BE49-F238E27FC236}">
                <a16:creationId xmlns:a16="http://schemas.microsoft.com/office/drawing/2014/main" id="{6F1C32AD-6E65-45D9-86A4-DCDE0D32768F}"/>
              </a:ext>
            </a:extLst>
          </p:cNvPr>
          <p:cNvPicPr preferRelativeResize="0"/>
          <p:nvPr userDrawn="1"/>
        </p:nvPicPr>
        <p:blipFill>
          <a:blip r:embed="rId2"/>
          <a:srcRect/>
          <a:stretch/>
        </p:blipFill>
        <p:spPr>
          <a:xfrm>
            <a:off x="0" y="0"/>
            <a:ext cx="16255999" cy="9143999"/>
          </a:xfrm>
          <a:prstGeom prst="rect">
            <a:avLst/>
          </a:prstGeom>
          <a:noFill/>
          <a:ln>
            <a:noFill/>
          </a:ln>
        </p:spPr>
      </p:pic>
      <p:sp>
        <p:nvSpPr>
          <p:cNvPr id="4" name="Google Shape;30;p24">
            <a:extLst>
              <a:ext uri="{FF2B5EF4-FFF2-40B4-BE49-F238E27FC236}">
                <a16:creationId xmlns:a16="http://schemas.microsoft.com/office/drawing/2014/main" id="{26A301A2-0292-1A51-1C40-16AB99F30AB7}"/>
              </a:ext>
            </a:extLst>
          </p:cNvPr>
          <p:cNvSpPr/>
          <p:nvPr userDrawn="1"/>
        </p:nvSpPr>
        <p:spPr>
          <a:xfrm>
            <a:off x="5718038" y="322216"/>
            <a:ext cx="4819925" cy="430887"/>
          </a:xfrm>
          <a:prstGeom prst="rect">
            <a:avLst/>
          </a:prstGeom>
          <a:noFill/>
          <a:ln>
            <a:noFill/>
          </a:ln>
        </p:spPr>
        <p:txBody>
          <a:bodyPr spcFirstLastPara="1" wrap="square" lIns="91425" tIns="0" rIns="91425" bIns="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chemeClr val="lt1"/>
                </a:solidFill>
                <a:latin typeface="Open Sans"/>
                <a:ea typeface="Open Sans"/>
                <a:cs typeface="Open Sans"/>
                <a:sym typeface="Open Sans"/>
              </a:rPr>
              <a:t>You Already Know</a:t>
            </a:r>
            <a:endParaRPr sz="1400" b="0" i="0" u="none" strike="noStrike" cap="none">
              <a:solidFill>
                <a:srgbClr val="000000"/>
              </a:solidFill>
              <a:latin typeface="Arial"/>
              <a:ea typeface="Arial"/>
              <a:cs typeface="Arial"/>
              <a:sym typeface="Arial"/>
            </a:endParaRPr>
          </a:p>
        </p:txBody>
      </p:sp>
      <p:sp>
        <p:nvSpPr>
          <p:cNvPr id="2" name="Text Placeholder 4">
            <a:extLst>
              <a:ext uri="{FF2B5EF4-FFF2-40B4-BE49-F238E27FC236}">
                <a16:creationId xmlns:a16="http://schemas.microsoft.com/office/drawing/2014/main" id="{80BBD519-6780-E29A-51F9-BC84AACECBB8}"/>
              </a:ext>
            </a:extLst>
          </p:cNvPr>
          <p:cNvSpPr>
            <a:spLocks noGrp="1"/>
          </p:cNvSpPr>
          <p:nvPr>
            <p:ph type="body" sz="quarter" idx="13"/>
          </p:nvPr>
        </p:nvSpPr>
        <p:spPr>
          <a:xfrm>
            <a:off x="1250783" y="1512887"/>
            <a:ext cx="13732042" cy="6618287"/>
          </a:xfrm>
        </p:spPr>
        <p:txBody>
          <a:bodyPr/>
          <a:lstStyle>
            <a:lvl1pPr marL="0" indent="0">
              <a:buNone/>
              <a:defRPr>
                <a:solidFill>
                  <a:schemeClr val="tx1">
                    <a:lumMod val="75000"/>
                    <a:lumOff val="25000"/>
                  </a:schemeClr>
                </a:solidFill>
              </a:defRPr>
            </a:lvl1pPr>
            <a:lvl2pPr>
              <a:defRPr>
                <a:solidFill>
                  <a:schemeClr val="tx1">
                    <a:lumMod val="75000"/>
                    <a:lumOff val="25000"/>
                  </a:schemeClr>
                </a:solidFill>
              </a:defRPr>
            </a:lvl2pPr>
            <a:lvl3pPr marL="1143000" indent="-228600">
              <a:buFont typeface="Courier New" panose="02070309020205020404" pitchFamily="49" charset="0"/>
              <a:buChar char="o"/>
              <a:defRPr>
                <a:solidFill>
                  <a:schemeClr val="tx1">
                    <a:lumMod val="75000"/>
                    <a:lumOff val="25000"/>
                  </a:schemeClr>
                </a:solidFill>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8100944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Recap" preserve="1" userDrawn="1">
  <p:cSld name="Recap">
    <p:spTree>
      <p:nvGrpSpPr>
        <p:cNvPr id="1" name="Shape 31"/>
        <p:cNvGrpSpPr/>
        <p:nvPr/>
      </p:nvGrpSpPr>
      <p:grpSpPr>
        <a:xfrm>
          <a:off x="0" y="0"/>
          <a:ext cx="0" cy="0"/>
          <a:chOff x="0" y="0"/>
          <a:chExt cx="0" cy="0"/>
        </a:xfrm>
      </p:grpSpPr>
      <p:pic>
        <p:nvPicPr>
          <p:cNvPr id="32" name="Google Shape;32;p25"/>
          <p:cNvPicPr preferRelativeResize="0"/>
          <p:nvPr/>
        </p:nvPicPr>
        <p:blipFill>
          <a:blip r:embed="rId2"/>
          <a:srcRect/>
          <a:stretch/>
        </p:blipFill>
        <p:spPr>
          <a:xfrm>
            <a:off x="0" y="0"/>
            <a:ext cx="16255999" cy="9143999"/>
          </a:xfrm>
          <a:prstGeom prst="rect">
            <a:avLst/>
          </a:prstGeom>
          <a:noFill/>
          <a:ln>
            <a:noFill/>
          </a:ln>
        </p:spPr>
      </p:pic>
      <p:pic>
        <p:nvPicPr>
          <p:cNvPr id="33" name="Google Shape;33;p25"/>
          <p:cNvPicPr preferRelativeResize="0"/>
          <p:nvPr/>
        </p:nvPicPr>
        <p:blipFill rotWithShape="1">
          <a:blip r:embed="rId3"/>
          <a:srcRect/>
          <a:stretch/>
        </p:blipFill>
        <p:spPr>
          <a:xfrm>
            <a:off x="0" y="0"/>
            <a:ext cx="16256000" cy="9144000"/>
          </a:xfrm>
          <a:prstGeom prst="rect">
            <a:avLst/>
          </a:prstGeom>
        </p:spPr>
      </p:pic>
      <p:sp>
        <p:nvSpPr>
          <p:cNvPr id="36" name="Google Shape;36;p25"/>
          <p:cNvSpPr/>
          <p:nvPr/>
        </p:nvSpPr>
        <p:spPr>
          <a:xfrm>
            <a:off x="352712" y="438867"/>
            <a:ext cx="2404969" cy="430887"/>
          </a:xfrm>
          <a:prstGeom prst="rect">
            <a:avLst/>
          </a:prstGeom>
          <a:noFill/>
          <a:ln>
            <a:noFill/>
          </a:ln>
        </p:spPr>
        <p:txBody>
          <a:bodyPr spcFirstLastPara="1" wrap="square" lIns="91425" tIns="0" rIns="91425" bIns="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chemeClr val="lt1"/>
                </a:solidFill>
                <a:latin typeface="Open Sans"/>
                <a:ea typeface="Open Sans"/>
                <a:cs typeface="Open Sans"/>
                <a:sym typeface="Open Sans"/>
              </a:rPr>
              <a:t>Recap</a:t>
            </a:r>
            <a:endParaRPr sz="1400" b="0" i="0" u="none" strike="noStrike" cap="none">
              <a:solidFill>
                <a:srgbClr val="000000"/>
              </a:solidFill>
              <a:latin typeface="Arial"/>
              <a:ea typeface="Arial"/>
              <a:cs typeface="Arial"/>
              <a:sym typeface="Arial"/>
            </a:endParaRPr>
          </a:p>
        </p:txBody>
      </p:sp>
      <p:sp>
        <p:nvSpPr>
          <p:cNvPr id="12" name="Google Shape;73;p29">
            <a:extLst>
              <a:ext uri="{FF2B5EF4-FFF2-40B4-BE49-F238E27FC236}">
                <a16:creationId xmlns:a16="http://schemas.microsoft.com/office/drawing/2014/main" id="{BA8E9C16-575E-F214-D660-349F8CD58800}"/>
              </a:ext>
            </a:extLst>
          </p:cNvPr>
          <p:cNvSpPr txBox="1">
            <a:spLocks noGrp="1"/>
          </p:cNvSpPr>
          <p:nvPr>
            <p:ph type="body" idx="10"/>
          </p:nvPr>
        </p:nvSpPr>
        <p:spPr>
          <a:xfrm>
            <a:off x="844889" y="1622017"/>
            <a:ext cx="10807533" cy="903776"/>
          </a:xfrm>
          <a:prstGeom prst="rect">
            <a:avLst/>
          </a:prstGeom>
          <a:noFill/>
          <a:ln>
            <a:noFill/>
          </a:ln>
        </p:spPr>
        <p:txBody>
          <a:bodyPr spcFirstLastPara="1" vert="horz" wrap="square" lIns="91425" tIns="0" rIns="91425" bIns="0" rtlCol="0" anchor="t" anchorCtr="0">
            <a:normAutofit/>
          </a:bodyPr>
          <a:lstStyle>
            <a:lvl1pPr marL="0" indent="0">
              <a:buFont typeface="Arial" panose="020B0604020202020204" pitchFamily="34" charset="0"/>
              <a:buNone/>
              <a:defRPr dirty="0">
                <a:solidFill>
                  <a:schemeClr val="tx1">
                    <a:lumMod val="75000"/>
                    <a:lumOff val="25000"/>
                  </a:schemeClr>
                </a:solidFill>
                <a:latin typeface="Open Sans"/>
                <a:ea typeface="Open Sans"/>
                <a:cs typeface="Open Sans"/>
              </a:defRPr>
            </a:lvl1pPr>
          </a:lstStyle>
          <a:p>
            <a:pPr marL="228600" lvl="0" indent="-228600" algn="ctr">
              <a:lnSpc>
                <a:spcPct val="115000"/>
              </a:lnSpc>
              <a:spcBef>
                <a:spcPts val="0"/>
              </a:spcBef>
              <a:spcAft>
                <a:spcPts val="0"/>
              </a:spcAft>
              <a:buSzPts val="2800"/>
            </a:pPr>
            <a:endParaRPr/>
          </a:p>
        </p:txBody>
      </p:sp>
      <p:sp>
        <p:nvSpPr>
          <p:cNvPr id="13" name="Google Shape;29;p24">
            <a:extLst>
              <a:ext uri="{FF2B5EF4-FFF2-40B4-BE49-F238E27FC236}">
                <a16:creationId xmlns:a16="http://schemas.microsoft.com/office/drawing/2014/main" id="{A8352C58-E1B7-7AF5-20DA-4A18ECBF310C}"/>
              </a:ext>
            </a:extLst>
          </p:cNvPr>
          <p:cNvSpPr txBox="1">
            <a:spLocks noGrp="1"/>
          </p:cNvSpPr>
          <p:nvPr>
            <p:ph type="body" idx="11"/>
          </p:nvPr>
        </p:nvSpPr>
        <p:spPr>
          <a:xfrm>
            <a:off x="812800" y="2712304"/>
            <a:ext cx="10839622" cy="5527418"/>
          </a:xfrm>
          <a:prstGeom prst="rect">
            <a:avLst/>
          </a:prstGeom>
          <a:noFill/>
          <a:ln>
            <a:noFill/>
          </a:ln>
        </p:spPr>
        <p:txBody>
          <a:bodyPr spcFirstLastPara="1" vert="horz" wrap="square" lIns="91425" tIns="0" rIns="91425" bIns="0" rtlCol="0" anchor="t" anchorCtr="0">
            <a:normAutofit/>
          </a:bodyPr>
          <a:lstStyle>
            <a:lvl1pPr marL="0" indent="0">
              <a:buFont typeface="Arial" panose="020B0604020202020204" pitchFamily="34" charset="0"/>
              <a:buNone/>
              <a:defRPr dirty="0">
                <a:solidFill>
                  <a:schemeClr val="tx1">
                    <a:lumMod val="75000"/>
                    <a:lumOff val="25000"/>
                  </a:schemeClr>
                </a:solidFill>
                <a:latin typeface="Open Sans"/>
                <a:ea typeface="Open Sans"/>
                <a:cs typeface="Open Sans"/>
              </a:defRPr>
            </a:lvl1pPr>
          </a:lstStyle>
          <a:p>
            <a:pPr marL="228600" lvl="0" indent="-228600" algn="ctr">
              <a:lnSpc>
                <a:spcPct val="115000"/>
              </a:lnSpc>
              <a:spcBef>
                <a:spcPts val="0"/>
              </a:spcBef>
              <a:spcAft>
                <a:spcPts val="0"/>
              </a:spcAft>
              <a:buSzPts val="2800"/>
            </a:pPr>
            <a:endParaRPr/>
          </a:p>
        </p:txBody>
      </p:sp>
    </p:spTree>
    <p:extLst>
      <p:ext uri="{BB962C8B-B14F-4D97-AF65-F5344CB8AC3E}">
        <p14:creationId xmlns:p14="http://schemas.microsoft.com/office/powerpoint/2010/main" val="152511797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A day in the life" preserve="1" userDrawn="1">
  <p:cSld name="A day in the life">
    <p:spTree>
      <p:nvGrpSpPr>
        <p:cNvPr id="1" name="Shape 37"/>
        <p:cNvGrpSpPr/>
        <p:nvPr/>
      </p:nvGrpSpPr>
      <p:grpSpPr>
        <a:xfrm>
          <a:off x="0" y="0"/>
          <a:ext cx="0" cy="0"/>
          <a:chOff x="0" y="0"/>
          <a:chExt cx="0" cy="0"/>
        </a:xfrm>
      </p:grpSpPr>
      <p:pic>
        <p:nvPicPr>
          <p:cNvPr id="3" name="Picture 2">
            <a:extLst>
              <a:ext uri="{FF2B5EF4-FFF2-40B4-BE49-F238E27FC236}">
                <a16:creationId xmlns:a16="http://schemas.microsoft.com/office/drawing/2014/main" id="{CB03379F-6615-3946-F3DC-84DD58EC0F1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6255998" cy="9143999"/>
          </a:xfrm>
          <a:prstGeom prst="rect">
            <a:avLst/>
          </a:prstGeom>
        </p:spPr>
      </p:pic>
      <p:sp>
        <p:nvSpPr>
          <p:cNvPr id="6" name="Google Shape;73;p29">
            <a:extLst>
              <a:ext uri="{FF2B5EF4-FFF2-40B4-BE49-F238E27FC236}">
                <a16:creationId xmlns:a16="http://schemas.microsoft.com/office/drawing/2014/main" id="{47D8B3EC-6FC1-1D8C-89C7-6C535510F2DE}"/>
              </a:ext>
            </a:extLst>
          </p:cNvPr>
          <p:cNvSpPr txBox="1">
            <a:spLocks noGrp="1"/>
          </p:cNvSpPr>
          <p:nvPr>
            <p:ph type="body" idx="10"/>
          </p:nvPr>
        </p:nvSpPr>
        <p:spPr>
          <a:xfrm>
            <a:off x="844889" y="1622017"/>
            <a:ext cx="10807533" cy="903776"/>
          </a:xfrm>
          <a:prstGeom prst="rect">
            <a:avLst/>
          </a:prstGeom>
          <a:noFill/>
          <a:ln>
            <a:noFill/>
          </a:ln>
        </p:spPr>
        <p:txBody>
          <a:bodyPr spcFirstLastPara="1" vert="horz" wrap="square" lIns="91425" tIns="0" rIns="91425" bIns="0" rtlCol="0" anchor="t" anchorCtr="0">
            <a:normAutofit/>
          </a:bodyPr>
          <a:lstStyle>
            <a:lvl1pPr marL="0" indent="0">
              <a:buFont typeface="Arial" panose="020B0604020202020204" pitchFamily="34" charset="0"/>
              <a:buNone/>
              <a:defRPr dirty="0">
                <a:solidFill>
                  <a:schemeClr val="tx1">
                    <a:lumMod val="75000"/>
                    <a:lumOff val="25000"/>
                  </a:schemeClr>
                </a:solidFill>
                <a:latin typeface="Open Sans"/>
                <a:ea typeface="Open Sans"/>
                <a:cs typeface="Open Sans"/>
              </a:defRPr>
            </a:lvl1pPr>
          </a:lstStyle>
          <a:p>
            <a:pPr marL="228600" lvl="0" indent="-228600" algn="ctr">
              <a:lnSpc>
                <a:spcPct val="115000"/>
              </a:lnSpc>
              <a:spcBef>
                <a:spcPts val="0"/>
              </a:spcBef>
              <a:spcAft>
                <a:spcPts val="0"/>
              </a:spcAft>
              <a:buSzPts val="2800"/>
            </a:pPr>
            <a:endParaRPr/>
          </a:p>
        </p:txBody>
      </p:sp>
      <p:sp>
        <p:nvSpPr>
          <p:cNvPr id="7" name="Google Shape;29;p24">
            <a:extLst>
              <a:ext uri="{FF2B5EF4-FFF2-40B4-BE49-F238E27FC236}">
                <a16:creationId xmlns:a16="http://schemas.microsoft.com/office/drawing/2014/main" id="{1D6B2300-6D1F-B115-8FF6-63B469079D08}"/>
              </a:ext>
            </a:extLst>
          </p:cNvPr>
          <p:cNvSpPr txBox="1">
            <a:spLocks noGrp="1"/>
          </p:cNvSpPr>
          <p:nvPr>
            <p:ph type="body" idx="11"/>
          </p:nvPr>
        </p:nvSpPr>
        <p:spPr>
          <a:xfrm>
            <a:off x="812800" y="2712304"/>
            <a:ext cx="10839622" cy="5527418"/>
          </a:xfrm>
          <a:prstGeom prst="rect">
            <a:avLst/>
          </a:prstGeom>
          <a:noFill/>
          <a:ln>
            <a:noFill/>
          </a:ln>
        </p:spPr>
        <p:txBody>
          <a:bodyPr spcFirstLastPara="1" vert="horz" wrap="square" lIns="91425" tIns="0" rIns="91425" bIns="0" rtlCol="0" anchor="t" anchorCtr="0">
            <a:normAutofit/>
          </a:bodyPr>
          <a:lstStyle>
            <a:lvl1pPr marL="0" indent="0">
              <a:buFont typeface="Arial" panose="020B0604020202020204" pitchFamily="34" charset="0"/>
              <a:buNone/>
              <a:defRPr dirty="0">
                <a:solidFill>
                  <a:schemeClr val="tx1">
                    <a:lumMod val="75000"/>
                    <a:lumOff val="25000"/>
                  </a:schemeClr>
                </a:solidFill>
                <a:latin typeface="Open Sans"/>
                <a:ea typeface="Open Sans"/>
                <a:cs typeface="Open Sans"/>
              </a:defRPr>
            </a:lvl1pPr>
          </a:lstStyle>
          <a:p>
            <a:pPr marL="228600" lvl="0" indent="-228600" algn="ctr">
              <a:lnSpc>
                <a:spcPct val="115000"/>
              </a:lnSpc>
              <a:spcBef>
                <a:spcPts val="0"/>
              </a:spcBef>
              <a:spcAft>
                <a:spcPts val="0"/>
              </a:spcAft>
              <a:buSzPts val="2800"/>
            </a:pPr>
            <a:endParaRPr/>
          </a:p>
        </p:txBody>
      </p:sp>
      <p:sp>
        <p:nvSpPr>
          <p:cNvPr id="2" name="Google Shape;62;p29">
            <a:extLst>
              <a:ext uri="{FF2B5EF4-FFF2-40B4-BE49-F238E27FC236}">
                <a16:creationId xmlns:a16="http://schemas.microsoft.com/office/drawing/2014/main" id="{A8ED1C70-09C3-3416-0187-C1611F8017B4}"/>
              </a:ext>
            </a:extLst>
          </p:cNvPr>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lvl1pPr marL="0" lvl="0" indent="0" algn="ctr">
              <a:lnSpc>
                <a:spcPct val="90000"/>
              </a:lnSpc>
              <a:spcBef>
                <a:spcPts val="0"/>
              </a:spcBef>
              <a:spcAft>
                <a:spcPts val="0"/>
              </a:spcAft>
              <a:buSzPts val="4400"/>
              <a:buFont typeface="Arial" panose="020B0604020202020204" pitchFamily="34" charset="0"/>
              <a:buNone/>
              <a:defRPr sz="2800" b="1">
                <a:solidFill>
                  <a:schemeClr val="tx1">
                    <a:lumMod val="75000"/>
                    <a:lumOff val="25000"/>
                  </a:schemeClr>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847367780"/>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ullets_for_Aday_Recap">
    <p:spTree>
      <p:nvGrpSpPr>
        <p:cNvPr id="1" name=""/>
        <p:cNvGrpSpPr/>
        <p:nvPr/>
      </p:nvGrpSpPr>
      <p:grpSpPr>
        <a:xfrm>
          <a:off x="0" y="0"/>
          <a:ext cx="0" cy="0"/>
          <a:chOff x="0" y="0"/>
          <a:chExt cx="0" cy="0"/>
        </a:xfrm>
      </p:grpSpPr>
      <p:sp>
        <p:nvSpPr>
          <p:cNvPr id="11" name="Google Shape;73;p29">
            <a:extLst>
              <a:ext uri="{FF2B5EF4-FFF2-40B4-BE49-F238E27FC236}">
                <a16:creationId xmlns:a16="http://schemas.microsoft.com/office/drawing/2014/main" id="{B3939B18-51C6-B760-9847-DBF969067996}"/>
              </a:ext>
            </a:extLst>
          </p:cNvPr>
          <p:cNvSpPr txBox="1">
            <a:spLocks noGrp="1"/>
          </p:cNvSpPr>
          <p:nvPr>
            <p:ph type="body" idx="10"/>
          </p:nvPr>
        </p:nvSpPr>
        <p:spPr>
          <a:xfrm>
            <a:off x="844889" y="1512833"/>
            <a:ext cx="10807533" cy="903776"/>
          </a:xfrm>
          <a:prstGeom prst="rect">
            <a:avLst/>
          </a:prstGeom>
        </p:spPr>
        <p:txBody>
          <a:bodyPr vert="horz" lIns="91440" tIns="45720" rIns="91440" bIns="45720" rtlCol="0">
            <a:normAutofit/>
          </a:bodyPr>
          <a:lstStyle>
            <a:lvl1pPr marL="0" indent="0">
              <a:buFont typeface="Arial" panose="020B0604020202020204" pitchFamily="34" charset="0"/>
              <a:buNone/>
              <a:defRPr dirty="0">
                <a:solidFill>
                  <a:schemeClr val="tx1">
                    <a:lumMod val="75000"/>
                    <a:lumOff val="25000"/>
                  </a:schemeClr>
                </a:solidFill>
              </a:defRPr>
            </a:lvl1pPr>
          </a:lstStyle>
          <a:p>
            <a:pPr marL="228600" lvl="0" indent="-228600"/>
            <a:endParaRPr/>
          </a:p>
        </p:txBody>
      </p:sp>
      <p:sp>
        <p:nvSpPr>
          <p:cNvPr id="5" name="Text Placeholder 4">
            <a:extLst>
              <a:ext uri="{FF2B5EF4-FFF2-40B4-BE49-F238E27FC236}">
                <a16:creationId xmlns:a16="http://schemas.microsoft.com/office/drawing/2014/main" id="{964B5EF1-B91C-9C3A-2571-75C7A1B0B8AF}"/>
              </a:ext>
            </a:extLst>
          </p:cNvPr>
          <p:cNvSpPr>
            <a:spLocks noGrp="1"/>
          </p:cNvSpPr>
          <p:nvPr>
            <p:ph type="body" sz="quarter" idx="12"/>
          </p:nvPr>
        </p:nvSpPr>
        <p:spPr>
          <a:xfrm>
            <a:off x="844550" y="2603500"/>
            <a:ext cx="10807700" cy="5538468"/>
          </a:xfrm>
        </p:spPr>
        <p:txBody>
          <a:bodyPr/>
          <a:lstStyle>
            <a:lvl1pPr marL="0" indent="0">
              <a:buNone/>
              <a:defRPr>
                <a:solidFill>
                  <a:schemeClr val="tx1">
                    <a:lumMod val="75000"/>
                    <a:lumOff val="25000"/>
                  </a:schemeClr>
                </a:solidFill>
              </a:defRPr>
            </a:lvl1pPr>
            <a:lvl2pPr>
              <a:defRPr>
                <a:solidFill>
                  <a:schemeClr val="tx1">
                    <a:lumMod val="75000"/>
                    <a:lumOff val="25000"/>
                  </a:schemeClr>
                </a:solidFill>
              </a:defRPr>
            </a:lvl2pPr>
            <a:lvl3pPr marL="1143000" indent="-228600">
              <a:buFont typeface="Courier New" panose="02070309020205020404" pitchFamily="49" charset="0"/>
              <a:buChar char="o"/>
              <a:defRPr>
                <a:solidFill>
                  <a:schemeClr val="tx1">
                    <a:lumMod val="75000"/>
                    <a:lumOff val="25000"/>
                  </a:schemeClr>
                </a:solidFill>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166048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Learning Objectives" preserve="1" userDrawn="1">
  <p:cSld name="1_Learning Objectives">
    <p:spTree>
      <p:nvGrpSpPr>
        <p:cNvPr id="1" name="Shape 44"/>
        <p:cNvGrpSpPr/>
        <p:nvPr/>
      </p:nvGrpSpPr>
      <p:grpSpPr>
        <a:xfrm>
          <a:off x="0" y="0"/>
          <a:ext cx="0" cy="0"/>
          <a:chOff x="0" y="0"/>
          <a:chExt cx="0" cy="0"/>
        </a:xfrm>
      </p:grpSpPr>
      <p:pic>
        <p:nvPicPr>
          <p:cNvPr id="45" name="Google Shape;45;p27"/>
          <p:cNvPicPr preferRelativeResize="0">
            <a:picLocks noGrp="1" noRot="1" noMove="1" noResize="1" noEditPoints="1" noAdjustHandles="1" noChangeArrowheads="1" noChangeShapeType="1" noCrop="1"/>
          </p:cNvPicPr>
          <p:nvPr/>
        </p:nvPicPr>
        <p:blipFill>
          <a:blip r:embed="rId2"/>
          <a:srcRect/>
          <a:stretch/>
        </p:blipFill>
        <p:spPr>
          <a:xfrm>
            <a:off x="0" y="0"/>
            <a:ext cx="16255999" cy="9143999"/>
          </a:xfrm>
          <a:prstGeom prst="rect">
            <a:avLst/>
          </a:prstGeom>
        </p:spPr>
      </p:pic>
      <p:sp>
        <p:nvSpPr>
          <p:cNvPr id="47" name="Google Shape;47;p27"/>
          <p:cNvSpPr>
            <a:spLocks noGrp="1" noRot="1" noMove="1" noResize="1" noEditPoints="1" noAdjustHandles="1" noChangeArrowheads="1" noChangeShapeType="1"/>
          </p:cNvSpPr>
          <p:nvPr/>
        </p:nvSpPr>
        <p:spPr>
          <a:xfrm>
            <a:off x="2747395" y="274390"/>
            <a:ext cx="4819800" cy="523200"/>
          </a:xfrm>
          <a:prstGeom prst="rect">
            <a:avLst/>
          </a:prstGeom>
          <a:noFill/>
          <a:ln>
            <a:noFill/>
          </a:ln>
        </p:spPr>
        <p:txBody>
          <a:bodyPr spcFirstLastPara="1" wrap="square" lIns="91425" tIns="45700" rIns="91425" bIns="45700" anchor="t" anchorCtr="0">
            <a:spAutoFit/>
          </a:bodyPr>
          <a:lstStyle/>
          <a:p>
            <a:pPr marL="457200" marR="0" lvl="0" indent="-228600" algn="ctr" rtl="0">
              <a:lnSpc>
                <a:spcPct val="100000"/>
              </a:lnSpc>
              <a:spcBef>
                <a:spcPts val="0"/>
              </a:spcBef>
              <a:spcAft>
                <a:spcPts val="0"/>
              </a:spcAft>
              <a:buClr>
                <a:srgbClr val="3F3F3F"/>
              </a:buClr>
              <a:buSzPts val="2200"/>
              <a:buFont typeface="Arial"/>
              <a:buNone/>
            </a:pPr>
            <a:r>
              <a:rPr lang="en-US" sz="2800" b="1" i="0" u="none" strike="noStrike" cap="none">
                <a:solidFill>
                  <a:schemeClr val="tx1">
                    <a:lumMod val="75000"/>
                    <a:lumOff val="25000"/>
                  </a:schemeClr>
                </a:solidFill>
                <a:latin typeface="Open Sans"/>
                <a:ea typeface="Open Sans"/>
                <a:cs typeface="Open Sans"/>
                <a:sym typeface="Open Sans"/>
              </a:rPr>
              <a:t>Learning Objectives</a:t>
            </a:r>
            <a:endParaRPr sz="1400" b="0" i="0" u="none" strike="noStrike" cap="none">
              <a:solidFill>
                <a:schemeClr val="tx1">
                  <a:lumMod val="75000"/>
                  <a:lumOff val="25000"/>
                </a:schemeClr>
              </a:solidFill>
              <a:latin typeface="Arial"/>
              <a:ea typeface="Arial"/>
              <a:cs typeface="Arial"/>
              <a:sym typeface="Arial"/>
            </a:endParaRPr>
          </a:p>
        </p:txBody>
      </p:sp>
      <p:sp>
        <p:nvSpPr>
          <p:cNvPr id="53" name="Google Shape;53;p27"/>
          <p:cNvSpPr>
            <a:spLocks noGrp="1" noRot="1" noMove="1" noResize="1" noEditPoints="1" noAdjustHandles="1" noChangeArrowheads="1" noChangeShapeType="1"/>
          </p:cNvSpPr>
          <p:nvPr/>
        </p:nvSpPr>
        <p:spPr>
          <a:xfrm>
            <a:off x="718944" y="1933649"/>
            <a:ext cx="7888027" cy="553212"/>
          </a:xfrm>
          <a:prstGeom prst="rect">
            <a:avLst/>
          </a:prstGeom>
          <a:noFill/>
          <a:ln>
            <a:noFill/>
          </a:ln>
        </p:spPr>
        <p:txBody>
          <a:bodyPr spcFirstLastPara="1" wrap="square" lIns="91425" tIns="0" rIns="91425" bIns="0" anchor="t" anchorCtr="0">
            <a:normAutofit/>
          </a:bodyPr>
          <a:lstStyle/>
          <a:p>
            <a:pPr marL="342900" marR="0" lvl="0" indent="-342900" algn="l" rtl="0">
              <a:lnSpc>
                <a:spcPct val="90000"/>
              </a:lnSpc>
              <a:spcBef>
                <a:spcPts val="1000"/>
              </a:spcBef>
              <a:spcAft>
                <a:spcPts val="0"/>
              </a:spcAft>
              <a:buClr>
                <a:schemeClr val="dk1"/>
              </a:buClr>
              <a:buSzPts val="2800"/>
              <a:buFont typeface="Arial"/>
              <a:buNone/>
            </a:pPr>
            <a:r>
              <a:rPr lang="en-US" sz="2200" b="0" i="0" u="none" strike="noStrike" cap="none">
                <a:solidFill>
                  <a:schemeClr val="tx1">
                    <a:lumMod val="75000"/>
                    <a:lumOff val="25000"/>
                  </a:schemeClr>
                </a:solidFill>
                <a:latin typeface="Open Sans"/>
                <a:ea typeface="Open Sans"/>
                <a:cs typeface="Open Sans"/>
                <a:sym typeface="Open Sans"/>
              </a:rPr>
              <a:t>By the end of this lesson, you will be able to:</a:t>
            </a:r>
            <a:endParaRPr>
              <a:solidFill>
                <a:schemeClr val="tx1">
                  <a:lumMod val="75000"/>
                  <a:lumOff val="25000"/>
                </a:schemeClr>
              </a:solidFill>
            </a:endParaRPr>
          </a:p>
        </p:txBody>
      </p:sp>
      <p:sp>
        <p:nvSpPr>
          <p:cNvPr id="5" name="Brandline_LVC">
            <a:extLst>
              <a:ext uri="{FF2B5EF4-FFF2-40B4-BE49-F238E27FC236}">
                <a16:creationId xmlns:a16="http://schemas.microsoft.com/office/drawing/2014/main" id="{78567AD7-7BF8-45E8-DB3F-F2D6FE361A28}"/>
              </a:ext>
            </a:extLst>
          </p:cNvPr>
          <p:cNvSpPr>
            <a:spLocks noGrp="1" noRot="1" noMove="1" noResize="1" noEditPoints="1" noAdjustHandles="1" noChangeArrowheads="1" noChangeShapeType="1"/>
          </p:cNvSpPr>
          <p:nvPr userDrawn="1"/>
        </p:nvSpPr>
        <p:spPr>
          <a:xfrm>
            <a:off x="2967652" y="837660"/>
            <a:ext cx="4391501"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4">
            <a:extLst>
              <a:ext uri="{FF2B5EF4-FFF2-40B4-BE49-F238E27FC236}">
                <a16:creationId xmlns:a16="http://schemas.microsoft.com/office/drawing/2014/main" id="{6384E7AB-95CF-3870-72EE-80D1C6CB172C}"/>
              </a:ext>
            </a:extLst>
          </p:cNvPr>
          <p:cNvSpPr>
            <a:spLocks noGrp="1"/>
          </p:cNvSpPr>
          <p:nvPr>
            <p:ph type="body" sz="quarter" idx="11" hasCustomPrompt="1"/>
          </p:nvPr>
        </p:nvSpPr>
        <p:spPr>
          <a:xfrm>
            <a:off x="1332875" y="2758746"/>
            <a:ext cx="9036000" cy="1011600"/>
          </a:xfrm>
        </p:spPr>
        <p:txBody>
          <a:bodyPr vert="horz" lIns="91440" tIns="45720" rIns="91440" bIns="45720" rtlCol="0" anchor="t">
            <a:normAutofit/>
          </a:bodyPr>
          <a:lstStyle>
            <a:lvl1pPr marL="0" indent="0">
              <a:buNone/>
              <a:defRPr lang="en-GB" dirty="0">
                <a:solidFill>
                  <a:schemeClr val="tx1">
                    <a:lumMod val="75000"/>
                    <a:lumOff val="25000"/>
                  </a:schemeClr>
                </a:solidFill>
              </a:defRPr>
            </a:lvl1pPr>
          </a:lstStyle>
          <a:p>
            <a:pPr marL="228600" lvl="0" indent="-228600">
              <a:spcBef>
                <a:spcPts val="0"/>
              </a:spcBef>
            </a:pPr>
            <a:r>
              <a:rPr lang="en-GB"/>
              <a:t>Click to add text</a:t>
            </a:r>
          </a:p>
        </p:txBody>
      </p:sp>
      <p:sp>
        <p:nvSpPr>
          <p:cNvPr id="7" name="Text Placeholder 4">
            <a:extLst>
              <a:ext uri="{FF2B5EF4-FFF2-40B4-BE49-F238E27FC236}">
                <a16:creationId xmlns:a16="http://schemas.microsoft.com/office/drawing/2014/main" id="{50792C23-1841-F349-D944-8E77CAED48FD}"/>
              </a:ext>
            </a:extLst>
          </p:cNvPr>
          <p:cNvSpPr>
            <a:spLocks noGrp="1"/>
          </p:cNvSpPr>
          <p:nvPr>
            <p:ph type="body" sz="quarter" idx="12" hasCustomPrompt="1"/>
          </p:nvPr>
        </p:nvSpPr>
        <p:spPr>
          <a:xfrm>
            <a:off x="1332356" y="3558751"/>
            <a:ext cx="9036000" cy="1011600"/>
          </a:xfrm>
        </p:spPr>
        <p:txBody>
          <a:bodyPr anchor="t"/>
          <a:lstStyle>
            <a:lvl1pPr marL="0" indent="0">
              <a:lnSpc>
                <a:spcPct val="114000"/>
              </a:lnSpc>
              <a:spcBef>
                <a:spcPts val="0"/>
              </a:spcBef>
              <a:buFont typeface="Arial" panose="020B0604020202020204" pitchFamily="34" charset="0"/>
              <a:buNone/>
              <a:defRPr>
                <a:solidFill>
                  <a:schemeClr val="tx1">
                    <a:lumMod val="75000"/>
                    <a:lumOff val="25000"/>
                  </a:schemeClr>
                </a:solidFill>
              </a:defRPr>
            </a:lvl1pPr>
            <a:lvl2pPr>
              <a:spcBef>
                <a:spcPts val="0"/>
              </a:spcBef>
              <a:defRPr/>
            </a:lvl2pPr>
            <a:lvl3pPr>
              <a:spcBef>
                <a:spcPts val="0"/>
              </a:spcBef>
              <a:defRPr/>
            </a:lvl3pPr>
          </a:lstStyle>
          <a:p>
            <a:pPr lvl="0"/>
            <a:r>
              <a:rPr lang="en-GB"/>
              <a:t>Click to add text</a:t>
            </a:r>
          </a:p>
        </p:txBody>
      </p:sp>
      <p:sp>
        <p:nvSpPr>
          <p:cNvPr id="8" name="Text Placeholder 4">
            <a:extLst>
              <a:ext uri="{FF2B5EF4-FFF2-40B4-BE49-F238E27FC236}">
                <a16:creationId xmlns:a16="http://schemas.microsoft.com/office/drawing/2014/main" id="{7746234C-6D4D-7050-90E1-5A68C852394F}"/>
              </a:ext>
            </a:extLst>
          </p:cNvPr>
          <p:cNvSpPr>
            <a:spLocks noGrp="1"/>
          </p:cNvSpPr>
          <p:nvPr>
            <p:ph type="body" sz="quarter" idx="13" hasCustomPrompt="1"/>
          </p:nvPr>
        </p:nvSpPr>
        <p:spPr>
          <a:xfrm>
            <a:off x="1331837" y="4383470"/>
            <a:ext cx="9036000" cy="1011600"/>
          </a:xfrm>
        </p:spPr>
        <p:txBody>
          <a:bodyPr anchor="t"/>
          <a:lstStyle>
            <a:lvl1pPr marL="0" indent="0">
              <a:lnSpc>
                <a:spcPct val="114000"/>
              </a:lnSpc>
              <a:spcBef>
                <a:spcPts val="0"/>
              </a:spcBef>
              <a:buFont typeface="Arial" panose="020B0604020202020204" pitchFamily="34" charset="0"/>
              <a:buNone/>
              <a:defRPr>
                <a:solidFill>
                  <a:schemeClr val="tx1">
                    <a:lumMod val="75000"/>
                    <a:lumOff val="25000"/>
                  </a:schemeClr>
                </a:solidFill>
              </a:defRPr>
            </a:lvl1pPr>
            <a:lvl2pPr>
              <a:spcBef>
                <a:spcPts val="0"/>
              </a:spcBef>
              <a:defRPr/>
            </a:lvl2pPr>
            <a:lvl3pPr>
              <a:spcBef>
                <a:spcPts val="0"/>
              </a:spcBef>
              <a:defRPr/>
            </a:lvl3pPr>
          </a:lstStyle>
          <a:p>
            <a:pPr lvl="0"/>
            <a:r>
              <a:rPr lang="en-GB"/>
              <a:t>Click to add text</a:t>
            </a:r>
          </a:p>
        </p:txBody>
      </p:sp>
      <p:sp>
        <p:nvSpPr>
          <p:cNvPr id="9" name="Text Placeholder 4">
            <a:extLst>
              <a:ext uri="{FF2B5EF4-FFF2-40B4-BE49-F238E27FC236}">
                <a16:creationId xmlns:a16="http://schemas.microsoft.com/office/drawing/2014/main" id="{DF9AB914-01CE-78D6-02EB-58EA39C5A159}"/>
              </a:ext>
            </a:extLst>
          </p:cNvPr>
          <p:cNvSpPr>
            <a:spLocks noGrp="1"/>
          </p:cNvSpPr>
          <p:nvPr>
            <p:ph type="body" sz="quarter" idx="14" hasCustomPrompt="1"/>
          </p:nvPr>
        </p:nvSpPr>
        <p:spPr>
          <a:xfrm>
            <a:off x="1332873" y="5195833"/>
            <a:ext cx="9034445" cy="1010072"/>
          </a:xfrm>
        </p:spPr>
        <p:txBody>
          <a:bodyPr anchor="t"/>
          <a:lstStyle>
            <a:lvl1pPr marL="0" indent="0">
              <a:lnSpc>
                <a:spcPct val="114000"/>
              </a:lnSpc>
              <a:spcBef>
                <a:spcPts val="0"/>
              </a:spcBef>
              <a:buFont typeface="Arial" panose="020B0604020202020204" pitchFamily="34" charset="0"/>
              <a:buNone/>
              <a:defRPr>
                <a:solidFill>
                  <a:schemeClr val="tx1">
                    <a:lumMod val="75000"/>
                    <a:lumOff val="25000"/>
                  </a:schemeClr>
                </a:solidFill>
              </a:defRPr>
            </a:lvl1pPr>
            <a:lvl2pPr>
              <a:spcBef>
                <a:spcPts val="0"/>
              </a:spcBef>
              <a:defRPr/>
            </a:lvl2pPr>
            <a:lvl3pPr>
              <a:spcBef>
                <a:spcPts val="0"/>
              </a:spcBef>
              <a:defRPr/>
            </a:lvl3pPr>
          </a:lstStyle>
          <a:p>
            <a:pPr lvl="0"/>
            <a:r>
              <a:rPr lang="en-GB"/>
              <a:t>Click to add text</a:t>
            </a:r>
          </a:p>
        </p:txBody>
      </p:sp>
    </p:spTree>
    <p:extLst>
      <p:ext uri="{BB962C8B-B14F-4D97-AF65-F5344CB8AC3E}">
        <p14:creationId xmlns:p14="http://schemas.microsoft.com/office/powerpoint/2010/main" val="15531182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opic Name" preserve="1" userDrawn="1">
  <p:cSld name="1_Topic Name">
    <p:spTree>
      <p:nvGrpSpPr>
        <p:cNvPr id="1" name="Shape 54"/>
        <p:cNvGrpSpPr/>
        <p:nvPr/>
      </p:nvGrpSpPr>
      <p:grpSpPr>
        <a:xfrm>
          <a:off x="0" y="0"/>
          <a:ext cx="0" cy="0"/>
          <a:chOff x="0" y="0"/>
          <a:chExt cx="0" cy="0"/>
        </a:xfrm>
      </p:grpSpPr>
      <p:pic>
        <p:nvPicPr>
          <p:cNvPr id="55" name="Google Shape;55;p28"/>
          <p:cNvPicPr preferRelativeResize="0"/>
          <p:nvPr/>
        </p:nvPicPr>
        <p:blipFill>
          <a:blip r:embed="rId3"/>
          <a:srcRect/>
          <a:stretch/>
        </p:blipFill>
        <p:spPr>
          <a:xfrm>
            <a:off x="0" y="0"/>
            <a:ext cx="16255998" cy="9143999"/>
          </a:xfrm>
          <a:prstGeom prst="rect">
            <a:avLst/>
          </a:prstGeom>
          <a:noFill/>
          <a:ln>
            <a:noFill/>
          </a:ln>
        </p:spPr>
      </p:pic>
      <p:sp>
        <p:nvSpPr>
          <p:cNvPr id="3" name="Google Shape;57;p28">
            <a:extLst>
              <a:ext uri="{FF2B5EF4-FFF2-40B4-BE49-F238E27FC236}">
                <a16:creationId xmlns:a16="http://schemas.microsoft.com/office/drawing/2014/main" id="{B82D352B-96E6-AAAA-F1D6-C3BB62225E8B}"/>
              </a:ext>
            </a:extLst>
          </p:cNvPr>
          <p:cNvSpPr txBox="1">
            <a:spLocks noGrp="1"/>
          </p:cNvSpPr>
          <p:nvPr>
            <p:ph type="body" idx="10"/>
          </p:nvPr>
        </p:nvSpPr>
        <p:spPr>
          <a:xfrm>
            <a:off x="0" y="4114800"/>
            <a:ext cx="16256001" cy="914400"/>
          </a:xfrm>
          <a:prstGeom prst="rect">
            <a:avLst/>
          </a:prstGeom>
          <a:noFill/>
          <a:ln>
            <a:noFill/>
          </a:ln>
        </p:spPr>
        <p:txBody>
          <a:bodyPr spcFirstLastPara="1" wrap="square" lIns="91425" tIns="91425" rIns="91425" bIns="91425" anchor="ctr" anchorCtr="0">
            <a:noAutofit/>
          </a:bodyPr>
          <a:lstStyle>
            <a:lvl1pPr marL="0" lvl="0" indent="0" algn="ctr">
              <a:lnSpc>
                <a:spcPct val="114000"/>
              </a:lnSpc>
              <a:spcBef>
                <a:spcPts val="0"/>
              </a:spcBef>
              <a:spcAft>
                <a:spcPts val="0"/>
              </a:spcAft>
              <a:buSzPts val="2800"/>
              <a:buNone/>
              <a:defRPr sz="2800" b="1" i="0" u="none" strike="noStrike" cap="none">
                <a:solidFill>
                  <a:schemeClr val="tx1">
                    <a:lumMod val="75000"/>
                    <a:lumOff val="25000"/>
                  </a:schemeClr>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Tree>
    <p:custDataLst>
      <p:tags r:id="rId1"/>
    </p:custDataLst>
    <p:extLst>
      <p:ext uri="{BB962C8B-B14F-4D97-AF65-F5344CB8AC3E}">
        <p14:creationId xmlns:p14="http://schemas.microsoft.com/office/powerpoint/2010/main" val="631652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Slide" preserve="1" userDrawn="1">
  <p:cSld name="1_Content Slide">
    <p:spTree>
      <p:nvGrpSpPr>
        <p:cNvPr id="1" name="Shape 59"/>
        <p:cNvGrpSpPr/>
        <p:nvPr/>
      </p:nvGrpSpPr>
      <p:grpSpPr>
        <a:xfrm>
          <a:off x="0" y="0"/>
          <a:ext cx="0" cy="0"/>
          <a:chOff x="0" y="0"/>
          <a:chExt cx="0" cy="0"/>
        </a:xfrm>
      </p:grpSpPr>
      <p:pic>
        <p:nvPicPr>
          <p:cNvPr id="60" name="Google Shape;60;p29"/>
          <p:cNvPicPr preferRelativeResize="0"/>
          <p:nvPr/>
        </p:nvPicPr>
        <p:blipFill>
          <a:blip r:embed="rId2"/>
          <a:srcRect/>
          <a:stretch/>
        </p:blipFill>
        <p:spPr>
          <a:xfrm>
            <a:off x="0" y="0"/>
            <a:ext cx="16255999" cy="9143999"/>
          </a:xfrm>
          <a:prstGeom prst="rect">
            <a:avLst/>
          </a:prstGeom>
          <a:noFill/>
          <a:ln>
            <a:noFill/>
          </a:ln>
        </p:spPr>
      </p:pic>
      <p:sp>
        <p:nvSpPr>
          <p:cNvPr id="2" name="Google Shape;29;p24">
            <a:extLst>
              <a:ext uri="{FF2B5EF4-FFF2-40B4-BE49-F238E27FC236}">
                <a16:creationId xmlns:a16="http://schemas.microsoft.com/office/drawing/2014/main" id="{9DE67C09-DDD5-F518-3695-E699DFE5CC4F}"/>
              </a:ext>
            </a:extLst>
          </p:cNvPr>
          <p:cNvSpPr txBox="1">
            <a:spLocks noGrp="1"/>
          </p:cNvSpPr>
          <p:nvPr>
            <p:ph type="body" idx="1"/>
          </p:nvPr>
        </p:nvSpPr>
        <p:spPr>
          <a:xfrm>
            <a:off x="1291858" y="2603120"/>
            <a:ext cx="13696998" cy="5527418"/>
          </a:xfrm>
          <a:prstGeom prst="rect">
            <a:avLst/>
          </a:prstGeom>
          <a:noFill/>
          <a:ln>
            <a:noFill/>
          </a:ln>
        </p:spPr>
        <p:txBody>
          <a:bodyPr spcFirstLastPara="1" wrap="square" lIns="91425" tIns="0" rIns="91425" bIns="0" anchor="t" anchorCtr="0">
            <a:normAutofit/>
          </a:bodyPr>
          <a:lstStyle>
            <a:lvl1pPr marL="0" indent="0">
              <a:spcBef>
                <a:spcPts val="0"/>
              </a:spcBef>
              <a:buNone/>
              <a:defRPr sz="2200" dirty="0">
                <a:solidFill>
                  <a:schemeClr val="tx1">
                    <a:lumMod val="75000"/>
                    <a:lumOff val="25000"/>
                  </a:schemeClr>
                </a:solidFill>
                <a:latin typeface="Open Sans"/>
                <a:ea typeface="Open Sans"/>
                <a:cs typeface="Open Sans"/>
              </a:defRPr>
            </a:lvl1pPr>
          </a:lstStyle>
          <a:p>
            <a:pPr marL="342900" lvl="0" indent="-342900" algn="ctr">
              <a:lnSpc>
                <a:spcPct val="115000"/>
              </a:lnSpc>
            </a:pPr>
            <a:endParaRPr/>
          </a:p>
        </p:txBody>
      </p:sp>
      <p:sp>
        <p:nvSpPr>
          <p:cNvPr id="3" name="Google Shape;73;p29">
            <a:extLst>
              <a:ext uri="{FF2B5EF4-FFF2-40B4-BE49-F238E27FC236}">
                <a16:creationId xmlns:a16="http://schemas.microsoft.com/office/drawing/2014/main" id="{38354FE8-D9C0-5D1E-6102-5F329424ACA2}"/>
              </a:ext>
            </a:extLst>
          </p:cNvPr>
          <p:cNvSpPr txBox="1">
            <a:spLocks noGrp="1"/>
          </p:cNvSpPr>
          <p:nvPr>
            <p:ph type="body" idx="10"/>
          </p:nvPr>
        </p:nvSpPr>
        <p:spPr>
          <a:xfrm>
            <a:off x="1291857" y="1512833"/>
            <a:ext cx="13696999" cy="903776"/>
          </a:xfrm>
          <a:prstGeom prst="rect">
            <a:avLst/>
          </a:prstGeom>
          <a:noFill/>
          <a:ln>
            <a:noFill/>
          </a:ln>
        </p:spPr>
        <p:txBody>
          <a:bodyPr spcFirstLastPara="1" wrap="square" lIns="91425" tIns="0" rIns="91425" bIns="0" anchor="t" anchorCtr="0">
            <a:normAutofit/>
          </a:bodyPr>
          <a:lstStyle>
            <a:lvl1pPr marL="0" lvl="0" indent="0" algn="ctr">
              <a:lnSpc>
                <a:spcPct val="115000"/>
              </a:lnSpc>
              <a:spcBef>
                <a:spcPts val="0"/>
              </a:spcBef>
              <a:spcAft>
                <a:spcPts val="0"/>
              </a:spcAft>
              <a:buSzPts val="2800"/>
              <a:buFont typeface="Arial" panose="020B0604020202020204" pitchFamily="34" charset="0"/>
              <a:buNone/>
              <a:defRPr sz="2200">
                <a:solidFill>
                  <a:schemeClr val="tx1">
                    <a:lumMod val="75000"/>
                    <a:lumOff val="25000"/>
                  </a:schemeClr>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pic>
        <p:nvPicPr>
          <p:cNvPr id="4" name="Picture 3" descr="A picture containing colorfulness, pattern, rectangle, screenshot&#10;&#10;Description automatically generated">
            <a:extLst>
              <a:ext uri="{FF2B5EF4-FFF2-40B4-BE49-F238E27FC236}">
                <a16:creationId xmlns:a16="http://schemas.microsoft.com/office/drawing/2014/main" id="{E2A3B44F-361D-277C-1049-456D3197569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6566008" y="913238"/>
            <a:ext cx="1219478" cy="7291461"/>
          </a:xfrm>
          <a:prstGeom prst="rect">
            <a:avLst/>
          </a:prstGeom>
        </p:spPr>
      </p:pic>
      <p:sp>
        <p:nvSpPr>
          <p:cNvPr id="5" name="Google Shape;62;p29">
            <a:extLst>
              <a:ext uri="{FF2B5EF4-FFF2-40B4-BE49-F238E27FC236}">
                <a16:creationId xmlns:a16="http://schemas.microsoft.com/office/drawing/2014/main" id="{AB337D6E-8449-CC57-E216-03FFF7FCAE69}"/>
              </a:ext>
            </a:extLst>
          </p:cNvPr>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lvl1pPr marL="0" lvl="0" indent="0" algn="ctr">
              <a:lnSpc>
                <a:spcPct val="90000"/>
              </a:lnSpc>
              <a:spcBef>
                <a:spcPts val="0"/>
              </a:spcBef>
              <a:spcAft>
                <a:spcPts val="0"/>
              </a:spcAft>
              <a:buSzPts val="4400"/>
              <a:buFont typeface="Arial" panose="020B0604020202020204" pitchFamily="34" charset="0"/>
              <a:buNone/>
              <a:defRPr sz="2800" b="1">
                <a:solidFill>
                  <a:schemeClr val="tx1">
                    <a:lumMod val="75000"/>
                    <a:lumOff val="25000"/>
                  </a:schemeClr>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6978773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ullet_Content_Slide">
    <p:spTree>
      <p:nvGrpSpPr>
        <p:cNvPr id="1" name=""/>
        <p:cNvGrpSpPr/>
        <p:nvPr/>
      </p:nvGrpSpPr>
      <p:grpSpPr>
        <a:xfrm>
          <a:off x="0" y="0"/>
          <a:ext cx="0" cy="0"/>
          <a:chOff x="0" y="0"/>
          <a:chExt cx="0" cy="0"/>
        </a:xfrm>
      </p:grpSpPr>
      <p:pic>
        <p:nvPicPr>
          <p:cNvPr id="3" name="Google Shape;60;p29">
            <a:extLst>
              <a:ext uri="{FF2B5EF4-FFF2-40B4-BE49-F238E27FC236}">
                <a16:creationId xmlns:a16="http://schemas.microsoft.com/office/drawing/2014/main" id="{F32A8D92-D03F-CBD0-6218-23FF67B0B49F}"/>
              </a:ext>
            </a:extLst>
          </p:cNvPr>
          <p:cNvPicPr preferRelativeResize="0"/>
          <p:nvPr userDrawn="1"/>
        </p:nvPicPr>
        <p:blipFill>
          <a:blip r:embed="rId2"/>
          <a:srcRect/>
          <a:stretch/>
        </p:blipFill>
        <p:spPr>
          <a:xfrm>
            <a:off x="0" y="0"/>
            <a:ext cx="16255999" cy="9143999"/>
          </a:xfrm>
          <a:prstGeom prst="rect">
            <a:avLst/>
          </a:prstGeom>
          <a:noFill/>
          <a:ln>
            <a:noFill/>
          </a:ln>
        </p:spPr>
      </p:pic>
      <p:sp>
        <p:nvSpPr>
          <p:cNvPr id="15" name="Google Shape;73;p29">
            <a:extLst>
              <a:ext uri="{FF2B5EF4-FFF2-40B4-BE49-F238E27FC236}">
                <a16:creationId xmlns:a16="http://schemas.microsoft.com/office/drawing/2014/main" id="{E6FEAC37-04A1-A80A-3380-E02111EDE62B}"/>
              </a:ext>
            </a:extLst>
          </p:cNvPr>
          <p:cNvSpPr txBox="1">
            <a:spLocks noGrp="1"/>
          </p:cNvSpPr>
          <p:nvPr>
            <p:ph type="body" idx="10"/>
          </p:nvPr>
        </p:nvSpPr>
        <p:spPr>
          <a:xfrm>
            <a:off x="1291857" y="1512833"/>
            <a:ext cx="13696999" cy="903776"/>
          </a:xfrm>
          <a:prstGeom prst="rect">
            <a:avLst/>
          </a:prstGeom>
          <a:noFill/>
          <a:ln>
            <a:noFill/>
          </a:ln>
        </p:spPr>
        <p:txBody>
          <a:bodyPr spcFirstLastPara="1" vert="horz" wrap="square" lIns="91425" tIns="0" rIns="91425" bIns="0" rtlCol="0" anchor="t" anchorCtr="0">
            <a:normAutofit/>
          </a:bodyPr>
          <a:lstStyle>
            <a:lvl1pPr marL="0" indent="0">
              <a:buFont typeface="Arial" panose="020B0604020202020204" pitchFamily="34" charset="0"/>
              <a:buNone/>
              <a:defRPr dirty="0">
                <a:solidFill>
                  <a:schemeClr val="tx1">
                    <a:lumMod val="75000"/>
                    <a:lumOff val="25000"/>
                  </a:schemeClr>
                </a:solidFill>
                <a:latin typeface="Open Sans"/>
                <a:ea typeface="Open Sans"/>
                <a:cs typeface="Open Sans"/>
              </a:defRPr>
            </a:lvl1pPr>
          </a:lstStyle>
          <a:p>
            <a:pPr marL="228600" lvl="0" indent="-228600">
              <a:lnSpc>
                <a:spcPct val="115000"/>
              </a:lnSpc>
              <a:spcBef>
                <a:spcPts val="0"/>
              </a:spcBef>
              <a:spcAft>
                <a:spcPts val="0"/>
              </a:spcAft>
              <a:buSzPts val="2800"/>
            </a:pPr>
            <a:endParaRPr/>
          </a:p>
        </p:txBody>
      </p:sp>
      <p:pic>
        <p:nvPicPr>
          <p:cNvPr id="2" name="Picture 1" descr="A picture containing colorfulness, pattern, rectangle, screenshot&#10;&#10;Description automatically generated">
            <a:extLst>
              <a:ext uri="{FF2B5EF4-FFF2-40B4-BE49-F238E27FC236}">
                <a16:creationId xmlns:a16="http://schemas.microsoft.com/office/drawing/2014/main" id="{CE904573-2F71-0E73-120D-C3CFB365EE2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6566008" y="897196"/>
            <a:ext cx="1219478" cy="7291461"/>
          </a:xfrm>
          <a:prstGeom prst="rect">
            <a:avLst/>
          </a:prstGeom>
        </p:spPr>
      </p:pic>
      <p:sp>
        <p:nvSpPr>
          <p:cNvPr id="6" name="Text Placeholder 4">
            <a:extLst>
              <a:ext uri="{FF2B5EF4-FFF2-40B4-BE49-F238E27FC236}">
                <a16:creationId xmlns:a16="http://schemas.microsoft.com/office/drawing/2014/main" id="{F3E84CA6-4EC8-7CAF-7B14-1E891A95D9DF}"/>
              </a:ext>
            </a:extLst>
          </p:cNvPr>
          <p:cNvSpPr>
            <a:spLocks noGrp="1"/>
          </p:cNvSpPr>
          <p:nvPr>
            <p:ph type="body" sz="quarter" idx="13"/>
          </p:nvPr>
        </p:nvSpPr>
        <p:spPr>
          <a:xfrm>
            <a:off x="1285825" y="2612636"/>
            <a:ext cx="13697000" cy="5517901"/>
          </a:xfrm>
        </p:spPr>
        <p:txBody>
          <a:bodyPr/>
          <a:lstStyle>
            <a:lvl1pPr marL="0" indent="0">
              <a:buNone/>
              <a:defRPr>
                <a:solidFill>
                  <a:schemeClr val="tx1">
                    <a:lumMod val="75000"/>
                    <a:lumOff val="25000"/>
                  </a:schemeClr>
                </a:solidFill>
              </a:defRPr>
            </a:lvl1pPr>
            <a:lvl2pPr>
              <a:defRPr>
                <a:solidFill>
                  <a:schemeClr val="tx1">
                    <a:lumMod val="75000"/>
                    <a:lumOff val="25000"/>
                  </a:schemeClr>
                </a:solidFill>
              </a:defRPr>
            </a:lvl2pPr>
            <a:lvl3pPr marL="1143000" indent="-228600">
              <a:buFont typeface="Courier New" panose="02070309020205020404" pitchFamily="49" charset="0"/>
              <a:buChar char="o"/>
              <a:defRPr>
                <a:solidFill>
                  <a:schemeClr val="tx1">
                    <a:lumMod val="75000"/>
                    <a:lumOff val="25000"/>
                  </a:schemeClr>
                </a:solidFill>
              </a:defRPr>
            </a:lvl3pPr>
          </a:lstStyle>
          <a:p>
            <a:pPr lvl="0"/>
            <a:r>
              <a:rPr lang="en-US"/>
              <a:t>Click to edit Master text styles</a:t>
            </a:r>
          </a:p>
          <a:p>
            <a:pPr lvl="1"/>
            <a:r>
              <a:rPr lang="en-US"/>
              <a:t>Second level</a:t>
            </a:r>
          </a:p>
          <a:p>
            <a:pPr lvl="2"/>
            <a:r>
              <a:rPr lang="en-US"/>
              <a:t>Third level</a:t>
            </a:r>
          </a:p>
        </p:txBody>
      </p:sp>
      <p:sp>
        <p:nvSpPr>
          <p:cNvPr id="7" name="Google Shape;62;p29">
            <a:extLst>
              <a:ext uri="{FF2B5EF4-FFF2-40B4-BE49-F238E27FC236}">
                <a16:creationId xmlns:a16="http://schemas.microsoft.com/office/drawing/2014/main" id="{AC975B08-1151-8CCE-4012-72257845E88A}"/>
              </a:ext>
            </a:extLst>
          </p:cNvPr>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lvl1pPr marL="0" lvl="0" indent="0" algn="ctr">
              <a:lnSpc>
                <a:spcPct val="90000"/>
              </a:lnSpc>
              <a:spcBef>
                <a:spcPts val="0"/>
              </a:spcBef>
              <a:spcAft>
                <a:spcPts val="0"/>
              </a:spcAft>
              <a:buSzPts val="4400"/>
              <a:buFont typeface="Arial" panose="020B0604020202020204" pitchFamily="34" charset="0"/>
              <a:buNone/>
              <a:defRPr sz="2800" b="1">
                <a:solidFill>
                  <a:schemeClr val="tx1">
                    <a:lumMod val="75000"/>
                    <a:lumOff val="25000"/>
                  </a:schemeClr>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10009306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Knowledge Check " preserve="1">
  <p:cSld name="Knowledge Check ">
    <p:spTree>
      <p:nvGrpSpPr>
        <p:cNvPr id="1" name="Shape 74"/>
        <p:cNvGrpSpPr/>
        <p:nvPr/>
      </p:nvGrpSpPr>
      <p:grpSpPr>
        <a:xfrm>
          <a:off x="0" y="0"/>
          <a:ext cx="0" cy="0"/>
          <a:chOff x="0" y="0"/>
          <a:chExt cx="0" cy="0"/>
        </a:xfrm>
      </p:grpSpPr>
      <p:pic>
        <p:nvPicPr>
          <p:cNvPr id="2" name="Google Shape;75;p30">
            <a:extLst>
              <a:ext uri="{FF2B5EF4-FFF2-40B4-BE49-F238E27FC236}">
                <a16:creationId xmlns:a16="http://schemas.microsoft.com/office/drawing/2014/main" id="{DBF002C0-AEB4-C534-B92D-91D67E6C1306}"/>
              </a:ext>
            </a:extLst>
          </p:cNvPr>
          <p:cNvPicPr preferRelativeResize="0"/>
          <p:nvPr userDrawn="1"/>
        </p:nvPicPr>
        <p:blipFill>
          <a:blip r:embed="rId2"/>
          <a:srcRect/>
          <a:stretch/>
        </p:blipFill>
        <p:spPr>
          <a:xfrm>
            <a:off x="0" y="0"/>
            <a:ext cx="16255998" cy="9143998"/>
          </a:xfrm>
          <a:prstGeom prst="rect">
            <a:avLst/>
          </a:prstGeom>
          <a:noFill/>
          <a:ln>
            <a:noFill/>
          </a:ln>
        </p:spPr>
      </p:pic>
      <p:pic>
        <p:nvPicPr>
          <p:cNvPr id="4" name="Picture 3" descr="A picture containing arrow&#10;&#10;Description automatically generated">
            <a:extLst>
              <a:ext uri="{FF2B5EF4-FFF2-40B4-BE49-F238E27FC236}">
                <a16:creationId xmlns:a16="http://schemas.microsoft.com/office/drawing/2014/main" id="{72D68FFF-4E46-2E6B-67FA-3692374CF001}"/>
              </a:ext>
            </a:extLst>
          </p:cNvPr>
          <p:cNvPicPr>
            <a:picLocks noChangeAspect="1"/>
          </p:cNvPicPr>
          <p:nvPr userDrawn="1"/>
        </p:nvPicPr>
        <p:blipFill>
          <a:blip r:embed="rId3"/>
          <a:stretch>
            <a:fillRect/>
          </a:stretch>
        </p:blipFill>
        <p:spPr>
          <a:xfrm>
            <a:off x="0" y="0"/>
            <a:ext cx="16256000" cy="9144000"/>
          </a:xfrm>
          <a:prstGeom prst="rect">
            <a:avLst/>
          </a:prstGeom>
        </p:spPr>
      </p:pic>
      <p:sp>
        <p:nvSpPr>
          <p:cNvPr id="3" name="Google Shape;77;p30">
            <a:extLst>
              <a:ext uri="{FF2B5EF4-FFF2-40B4-BE49-F238E27FC236}">
                <a16:creationId xmlns:a16="http://schemas.microsoft.com/office/drawing/2014/main" id="{6A084776-D363-88F2-5A8F-FF2A63DFFD9D}"/>
              </a:ext>
            </a:extLst>
          </p:cNvPr>
          <p:cNvSpPr/>
          <p:nvPr userDrawn="1"/>
        </p:nvSpPr>
        <p:spPr>
          <a:xfrm>
            <a:off x="8955907" y="4310390"/>
            <a:ext cx="4819925" cy="430887"/>
          </a:xfrm>
          <a:prstGeom prst="rect">
            <a:avLst/>
          </a:prstGeom>
          <a:noFill/>
          <a:ln>
            <a:noFill/>
          </a:ln>
        </p:spPr>
        <p:txBody>
          <a:bodyPr spcFirstLastPara="1" wrap="square" lIns="91425" tIns="0" rIns="91425" bIns="0" anchor="t" anchorCtr="0">
            <a:spAutoFit/>
          </a:bodyPr>
          <a:lstStyle/>
          <a:p>
            <a:pPr marL="0" marR="0" lvl="0" indent="0" algn="ctr" rtl="0">
              <a:lnSpc>
                <a:spcPct val="100000"/>
              </a:lnSpc>
              <a:spcBef>
                <a:spcPts val="0"/>
              </a:spcBef>
              <a:spcAft>
                <a:spcPts val="0"/>
              </a:spcAft>
              <a:buClr>
                <a:srgbClr val="000000"/>
              </a:buClr>
              <a:buSzPts val="2800"/>
              <a:buFont typeface="Arial" panose="020B0604020202020204" pitchFamily="34" charset="0"/>
              <a:buNone/>
            </a:pPr>
            <a:r>
              <a:rPr lang="en-US" sz="2800" b="1" i="0" u="none" strike="noStrike" cap="none" dirty="0">
                <a:solidFill>
                  <a:schemeClr val="tx1">
                    <a:lumMod val="75000"/>
                    <a:lumOff val="25000"/>
                  </a:schemeClr>
                </a:solidFill>
                <a:latin typeface="Open Sans"/>
                <a:ea typeface="Open Sans"/>
                <a:cs typeface="Open Sans"/>
                <a:sym typeface="Open Sans"/>
              </a:rPr>
              <a:t>Knowledge Check</a:t>
            </a:r>
            <a:endParaRPr sz="1400" b="0" i="0" u="none" strike="noStrike" cap="none" dirty="0">
              <a:solidFill>
                <a:schemeClr val="tx1">
                  <a:lumMod val="75000"/>
                  <a:lumOff val="25000"/>
                </a:schemeClr>
              </a:solidFill>
              <a:latin typeface="Arial"/>
              <a:ea typeface="Arial"/>
              <a:cs typeface="Arial"/>
              <a:sym typeface="Arial"/>
            </a:endParaRPr>
          </a:p>
        </p:txBody>
      </p:sp>
    </p:spTree>
    <p:extLst>
      <p:ext uri="{BB962C8B-B14F-4D97-AF65-F5344CB8AC3E}">
        <p14:creationId xmlns:p14="http://schemas.microsoft.com/office/powerpoint/2010/main" val="13797919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Question">
    <p:spTree>
      <p:nvGrpSpPr>
        <p:cNvPr id="1" name=""/>
        <p:cNvGrpSpPr/>
        <p:nvPr/>
      </p:nvGrpSpPr>
      <p:grpSpPr>
        <a:xfrm>
          <a:off x="0" y="0"/>
          <a:ext cx="0" cy="0"/>
          <a:chOff x="0" y="0"/>
          <a:chExt cx="0" cy="0"/>
        </a:xfrm>
      </p:grpSpPr>
      <p:pic>
        <p:nvPicPr>
          <p:cNvPr id="3" name="BG">
            <a:extLst>
              <a:ext uri="{FF2B5EF4-FFF2-40B4-BE49-F238E27FC236}">
                <a16:creationId xmlns:a16="http://schemas.microsoft.com/office/drawing/2014/main" id="{2CCF119B-BE71-CB96-2E2D-4D70E3379D0F}"/>
              </a:ext>
            </a:extLst>
          </p:cNvPr>
          <p:cNvPicPr preferRelativeResize="0"/>
          <p:nvPr userDrawn="1"/>
        </p:nvPicPr>
        <p:blipFill>
          <a:blip r:embed="rId2"/>
          <a:srcRect/>
          <a:stretch/>
        </p:blipFill>
        <p:spPr>
          <a:xfrm>
            <a:off x="1" y="1"/>
            <a:ext cx="16255999" cy="9143999"/>
          </a:xfrm>
          <a:prstGeom prst="rect">
            <a:avLst/>
          </a:prstGeom>
          <a:noFill/>
          <a:ln>
            <a:noFill/>
          </a:ln>
        </p:spPr>
      </p:pic>
      <p:sp>
        <p:nvSpPr>
          <p:cNvPr id="4" name="Box">
            <a:extLst>
              <a:ext uri="{FF2B5EF4-FFF2-40B4-BE49-F238E27FC236}">
                <a16:creationId xmlns:a16="http://schemas.microsoft.com/office/drawing/2014/main" id="{E7B51B66-9EEF-5EF8-EAC3-1AA2FA35C688}"/>
              </a:ext>
            </a:extLst>
          </p:cNvPr>
          <p:cNvSpPr/>
          <p:nvPr userDrawn="1"/>
        </p:nvSpPr>
        <p:spPr>
          <a:xfrm>
            <a:off x="1281113" y="584654"/>
            <a:ext cx="1685902" cy="1438275"/>
          </a:xfrm>
          <a:prstGeom prst="rect">
            <a:avLst/>
          </a:prstGeom>
          <a:solidFill>
            <a:srgbClr val="3D9C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KT_Text">
            <a:extLst>
              <a:ext uri="{FF2B5EF4-FFF2-40B4-BE49-F238E27FC236}">
                <a16:creationId xmlns:a16="http://schemas.microsoft.com/office/drawing/2014/main" id="{9E09D2CD-8815-6873-76A0-750613A9B008}"/>
              </a:ext>
            </a:extLst>
          </p:cNvPr>
          <p:cNvSpPr txBox="1"/>
          <p:nvPr userDrawn="1"/>
        </p:nvSpPr>
        <p:spPr>
          <a:xfrm>
            <a:off x="1280469" y="732325"/>
            <a:ext cx="1698904" cy="46166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000" b="1" i="0" u="none" strike="noStrike" cap="none">
                <a:solidFill>
                  <a:srgbClr val="FFFFFF"/>
                </a:solidFill>
                <a:latin typeface="Open Sans"/>
                <a:ea typeface="Open Sans"/>
                <a:cs typeface="Open Sans"/>
                <a:sym typeface="Open Sans"/>
              </a:rPr>
              <a:t>Knowledge Check</a:t>
            </a:r>
            <a:endParaRPr sz="2000" b="1" i="0" u="none" strike="noStrike" cap="none">
              <a:solidFill>
                <a:srgbClr val="FFFFFF"/>
              </a:solidFill>
              <a:latin typeface="Open Sans"/>
              <a:ea typeface="Open Sans"/>
              <a:cs typeface="Open Sans"/>
              <a:sym typeface="Open Sans"/>
            </a:endParaRPr>
          </a:p>
        </p:txBody>
      </p:sp>
      <p:sp>
        <p:nvSpPr>
          <p:cNvPr id="6" name="Rec_Box">
            <a:extLst>
              <a:ext uri="{FF2B5EF4-FFF2-40B4-BE49-F238E27FC236}">
                <a16:creationId xmlns:a16="http://schemas.microsoft.com/office/drawing/2014/main" id="{0E9A9157-9B5D-B020-50FD-5C124440F36A}"/>
              </a:ext>
            </a:extLst>
          </p:cNvPr>
          <p:cNvSpPr/>
          <p:nvPr userDrawn="1"/>
        </p:nvSpPr>
        <p:spPr>
          <a:xfrm>
            <a:off x="1275907" y="580480"/>
            <a:ext cx="14093455" cy="1446622"/>
          </a:xfrm>
          <a:prstGeom prst="rect">
            <a:avLst/>
          </a:prstGeom>
          <a:noFill/>
          <a:ln w="12700">
            <a:solidFill>
              <a:srgbClr val="3D9C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
            <a:extLst>
              <a:ext uri="{FF2B5EF4-FFF2-40B4-BE49-F238E27FC236}">
                <a16:creationId xmlns:a16="http://schemas.microsoft.com/office/drawing/2014/main" id="{FDF40B25-39B3-30ED-29BE-9F1AD527FCEE}"/>
              </a:ext>
            </a:extLst>
          </p:cNvPr>
          <p:cNvSpPr txBox="1"/>
          <p:nvPr userDrawn="1"/>
        </p:nvSpPr>
        <p:spPr>
          <a:xfrm>
            <a:off x="1708922" y="2698180"/>
            <a:ext cx="465463" cy="421719"/>
          </a:xfrm>
          <a:prstGeom prst="rect">
            <a:avLst/>
          </a:prstGeom>
        </p:spPr>
        <p:txBody>
          <a:bodyPr vert="horz" lIns="91440" tIns="45720" rIns="91440" bIns="45720" rtlCol="0" anchor="ctr">
            <a:normAutofit/>
          </a:bodyPr>
          <a:lstStyle>
            <a:lvl1pPr lvl="0" indent="0" defTabSz="914400">
              <a:lnSpc>
                <a:spcPct val="114000"/>
              </a:lnSpc>
              <a:spcBef>
                <a:spcPts val="0"/>
              </a:spcBef>
              <a:buFont typeface="Arial" panose="020B0604020202020204" pitchFamily="34" charset="0"/>
              <a:buNone/>
              <a:defRPr lang="en-GB" sz="2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indent="0" defTabSz="914400">
              <a:lnSpc>
                <a:spcPct val="90000"/>
              </a:lnSpc>
              <a:spcBef>
                <a:spcPts val="500"/>
              </a:spcBef>
              <a:buFont typeface="Arial" panose="020B0604020202020204" pitchFamily="34" charset="0"/>
              <a:buNone/>
            </a:lvl4pPr>
            <a:lvl5pPr indent="0" defTabSz="914400">
              <a:lnSpc>
                <a:spcPct val="90000"/>
              </a:lnSpc>
              <a:spcBef>
                <a:spcPts val="500"/>
              </a:spcBef>
              <a:buFont typeface="Arial" panose="020B0604020202020204" pitchFamily="34" charset="0"/>
              <a:buNone/>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lgn="ctr"/>
            <a:r>
              <a:rPr lang="en-US">
                <a:solidFill>
                  <a:schemeClr val="tx1">
                    <a:lumMod val="75000"/>
                    <a:lumOff val="25000"/>
                  </a:schemeClr>
                </a:solidFill>
              </a:rPr>
              <a:t>A.</a:t>
            </a:r>
          </a:p>
        </p:txBody>
      </p:sp>
      <p:sp>
        <p:nvSpPr>
          <p:cNvPr id="8" name="Opt_A">
            <a:extLst>
              <a:ext uri="{FF2B5EF4-FFF2-40B4-BE49-F238E27FC236}">
                <a16:creationId xmlns:a16="http://schemas.microsoft.com/office/drawing/2014/main" id="{2FFD20E1-904E-7B1C-E7A2-1A99877EE0D7}"/>
              </a:ext>
            </a:extLst>
          </p:cNvPr>
          <p:cNvSpPr>
            <a:spLocks noGrp="1"/>
          </p:cNvSpPr>
          <p:nvPr>
            <p:ph type="body" sz="quarter" idx="12" hasCustomPrompt="1"/>
          </p:nvPr>
        </p:nvSpPr>
        <p:spPr>
          <a:xfrm>
            <a:off x="2330450" y="2698180"/>
            <a:ext cx="11250613" cy="836613"/>
          </a:xfrm>
        </p:spPr>
        <p:txBody>
          <a:bodyPr anchor="t">
            <a:normAutofit/>
          </a:bodyPr>
          <a:lstStyle>
            <a:lvl1pPr marL="0" indent="0">
              <a:lnSpc>
                <a:spcPct val="114000"/>
              </a:lnSpc>
              <a:spcBef>
                <a:spcPts val="0"/>
              </a:spcBef>
              <a:buNone/>
              <a:defRPr sz="2000">
                <a:solidFill>
                  <a:schemeClr val="tx1">
                    <a:lumMod val="75000"/>
                    <a:lumOff val="2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9" name="B">
            <a:extLst>
              <a:ext uri="{FF2B5EF4-FFF2-40B4-BE49-F238E27FC236}">
                <a16:creationId xmlns:a16="http://schemas.microsoft.com/office/drawing/2014/main" id="{DB253624-90B8-4C2B-CA21-11904E51AA4D}"/>
              </a:ext>
            </a:extLst>
          </p:cNvPr>
          <p:cNvSpPr txBox="1"/>
          <p:nvPr userDrawn="1"/>
        </p:nvSpPr>
        <p:spPr>
          <a:xfrm>
            <a:off x="1713038" y="3629064"/>
            <a:ext cx="465463" cy="421719"/>
          </a:xfrm>
          <a:prstGeom prst="rect">
            <a:avLst/>
          </a:prstGeom>
        </p:spPr>
        <p:txBody>
          <a:bodyPr vert="horz" lIns="91440" tIns="45720" rIns="91440" bIns="45720" rtlCol="0" anchor="ctr">
            <a:normAutofit/>
          </a:bodyPr>
          <a:lstStyle>
            <a:lvl1pPr lvl="0" indent="0" defTabSz="914400">
              <a:lnSpc>
                <a:spcPct val="114000"/>
              </a:lnSpc>
              <a:spcBef>
                <a:spcPts val="0"/>
              </a:spcBef>
              <a:buFont typeface="Arial" panose="020B0604020202020204" pitchFamily="34" charset="0"/>
              <a:buNone/>
              <a:defRPr lang="en-GB" sz="2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indent="0" defTabSz="914400">
              <a:lnSpc>
                <a:spcPct val="90000"/>
              </a:lnSpc>
              <a:spcBef>
                <a:spcPts val="500"/>
              </a:spcBef>
              <a:buFont typeface="Arial" panose="020B0604020202020204" pitchFamily="34" charset="0"/>
              <a:buNone/>
            </a:lvl4pPr>
            <a:lvl5pPr indent="0" defTabSz="914400">
              <a:lnSpc>
                <a:spcPct val="90000"/>
              </a:lnSpc>
              <a:spcBef>
                <a:spcPts val="500"/>
              </a:spcBef>
              <a:buFont typeface="Arial" panose="020B0604020202020204" pitchFamily="34" charset="0"/>
              <a:buNone/>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lgn="ctr"/>
            <a:r>
              <a:rPr lang="en-US">
                <a:solidFill>
                  <a:schemeClr val="tx1">
                    <a:lumMod val="75000"/>
                    <a:lumOff val="25000"/>
                  </a:schemeClr>
                </a:solidFill>
              </a:rPr>
              <a:t>B.</a:t>
            </a:r>
          </a:p>
        </p:txBody>
      </p:sp>
      <p:sp>
        <p:nvSpPr>
          <p:cNvPr id="10" name="Opt_B">
            <a:extLst>
              <a:ext uri="{FF2B5EF4-FFF2-40B4-BE49-F238E27FC236}">
                <a16:creationId xmlns:a16="http://schemas.microsoft.com/office/drawing/2014/main" id="{497E5D63-1C02-9A8F-6921-B4CF2B94E4A1}"/>
              </a:ext>
            </a:extLst>
          </p:cNvPr>
          <p:cNvSpPr>
            <a:spLocks noGrp="1"/>
          </p:cNvSpPr>
          <p:nvPr>
            <p:ph type="body" sz="quarter" idx="13" hasCustomPrompt="1"/>
          </p:nvPr>
        </p:nvSpPr>
        <p:spPr>
          <a:xfrm>
            <a:off x="2334566" y="3629064"/>
            <a:ext cx="11250613" cy="836613"/>
          </a:xfrm>
        </p:spPr>
        <p:txBody>
          <a:bodyPr anchor="t">
            <a:normAutofit/>
          </a:bodyPr>
          <a:lstStyle>
            <a:lvl1pPr marL="0" indent="0">
              <a:lnSpc>
                <a:spcPct val="114000"/>
              </a:lnSpc>
              <a:spcBef>
                <a:spcPts val="0"/>
              </a:spcBef>
              <a:buNone/>
              <a:defRPr sz="2000">
                <a:solidFill>
                  <a:schemeClr val="tx1">
                    <a:lumMod val="75000"/>
                    <a:lumOff val="2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11" name="C">
            <a:extLst>
              <a:ext uri="{FF2B5EF4-FFF2-40B4-BE49-F238E27FC236}">
                <a16:creationId xmlns:a16="http://schemas.microsoft.com/office/drawing/2014/main" id="{92E01BA2-8854-8B22-5E3B-BD48CB6419FD}"/>
              </a:ext>
            </a:extLst>
          </p:cNvPr>
          <p:cNvSpPr txBox="1"/>
          <p:nvPr userDrawn="1"/>
        </p:nvSpPr>
        <p:spPr>
          <a:xfrm>
            <a:off x="1713038" y="4568181"/>
            <a:ext cx="465463" cy="421719"/>
          </a:xfrm>
          <a:prstGeom prst="rect">
            <a:avLst/>
          </a:prstGeom>
        </p:spPr>
        <p:txBody>
          <a:bodyPr vert="horz" lIns="91440" tIns="45720" rIns="91440" bIns="45720" rtlCol="0" anchor="ctr">
            <a:normAutofit/>
          </a:bodyPr>
          <a:lstStyle>
            <a:lvl1pPr lvl="0" indent="0" defTabSz="914400">
              <a:lnSpc>
                <a:spcPct val="114000"/>
              </a:lnSpc>
              <a:spcBef>
                <a:spcPts val="0"/>
              </a:spcBef>
              <a:buFont typeface="Arial" panose="020B0604020202020204" pitchFamily="34" charset="0"/>
              <a:buNone/>
              <a:defRPr lang="en-GB" sz="2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indent="0" defTabSz="914400">
              <a:lnSpc>
                <a:spcPct val="90000"/>
              </a:lnSpc>
              <a:spcBef>
                <a:spcPts val="500"/>
              </a:spcBef>
              <a:buFont typeface="Arial" panose="020B0604020202020204" pitchFamily="34" charset="0"/>
              <a:buNone/>
            </a:lvl4pPr>
            <a:lvl5pPr indent="0" defTabSz="914400">
              <a:lnSpc>
                <a:spcPct val="90000"/>
              </a:lnSpc>
              <a:spcBef>
                <a:spcPts val="500"/>
              </a:spcBef>
              <a:buFont typeface="Arial" panose="020B0604020202020204" pitchFamily="34" charset="0"/>
              <a:buNone/>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lgn="ctr"/>
            <a:r>
              <a:rPr lang="en-US">
                <a:solidFill>
                  <a:schemeClr val="tx1">
                    <a:lumMod val="75000"/>
                    <a:lumOff val="25000"/>
                  </a:schemeClr>
                </a:solidFill>
              </a:rPr>
              <a:t>C.</a:t>
            </a:r>
          </a:p>
        </p:txBody>
      </p:sp>
      <p:sp>
        <p:nvSpPr>
          <p:cNvPr id="12" name="Opt_C">
            <a:extLst>
              <a:ext uri="{FF2B5EF4-FFF2-40B4-BE49-F238E27FC236}">
                <a16:creationId xmlns:a16="http://schemas.microsoft.com/office/drawing/2014/main" id="{231483CE-CEF9-6644-5D62-34D212C6AC67}"/>
              </a:ext>
            </a:extLst>
          </p:cNvPr>
          <p:cNvSpPr>
            <a:spLocks noGrp="1"/>
          </p:cNvSpPr>
          <p:nvPr>
            <p:ph type="body" sz="quarter" idx="14" hasCustomPrompt="1"/>
          </p:nvPr>
        </p:nvSpPr>
        <p:spPr>
          <a:xfrm>
            <a:off x="2334566" y="4568181"/>
            <a:ext cx="11250613" cy="836613"/>
          </a:xfrm>
        </p:spPr>
        <p:txBody>
          <a:bodyPr anchor="t">
            <a:normAutofit/>
          </a:bodyPr>
          <a:lstStyle>
            <a:lvl1pPr marL="0" indent="0">
              <a:lnSpc>
                <a:spcPct val="114000"/>
              </a:lnSpc>
              <a:spcBef>
                <a:spcPts val="0"/>
              </a:spcBef>
              <a:buNone/>
              <a:defRPr sz="2000">
                <a:solidFill>
                  <a:schemeClr val="tx1">
                    <a:lumMod val="75000"/>
                    <a:lumOff val="2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13" name="D">
            <a:extLst>
              <a:ext uri="{FF2B5EF4-FFF2-40B4-BE49-F238E27FC236}">
                <a16:creationId xmlns:a16="http://schemas.microsoft.com/office/drawing/2014/main" id="{29F7EC89-820C-671D-8F62-46D0543D5E13}"/>
              </a:ext>
            </a:extLst>
          </p:cNvPr>
          <p:cNvSpPr txBox="1"/>
          <p:nvPr userDrawn="1"/>
        </p:nvSpPr>
        <p:spPr>
          <a:xfrm>
            <a:off x="1717154" y="5511422"/>
            <a:ext cx="465463" cy="421719"/>
          </a:xfrm>
          <a:prstGeom prst="rect">
            <a:avLst/>
          </a:prstGeom>
        </p:spPr>
        <p:txBody>
          <a:bodyPr vert="horz" lIns="91440" tIns="45720" rIns="91440" bIns="45720" rtlCol="0" anchor="ctr">
            <a:normAutofit/>
          </a:bodyPr>
          <a:lstStyle>
            <a:lvl1pPr lvl="0" indent="0" defTabSz="914400">
              <a:lnSpc>
                <a:spcPct val="114000"/>
              </a:lnSpc>
              <a:spcBef>
                <a:spcPts val="0"/>
              </a:spcBef>
              <a:buFont typeface="Arial" panose="020B0604020202020204" pitchFamily="34" charset="0"/>
              <a:buNone/>
              <a:defRPr lang="en-GB" sz="2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indent="0" defTabSz="914400">
              <a:lnSpc>
                <a:spcPct val="90000"/>
              </a:lnSpc>
              <a:spcBef>
                <a:spcPts val="500"/>
              </a:spcBef>
              <a:buFont typeface="Arial" panose="020B0604020202020204" pitchFamily="34" charset="0"/>
              <a:buNone/>
            </a:lvl4pPr>
            <a:lvl5pPr indent="0" defTabSz="914400">
              <a:lnSpc>
                <a:spcPct val="90000"/>
              </a:lnSpc>
              <a:spcBef>
                <a:spcPts val="500"/>
              </a:spcBef>
              <a:buFont typeface="Arial" panose="020B0604020202020204" pitchFamily="34" charset="0"/>
              <a:buNone/>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lgn="ctr"/>
            <a:r>
              <a:rPr lang="en-US">
                <a:solidFill>
                  <a:schemeClr val="tx1">
                    <a:lumMod val="75000"/>
                    <a:lumOff val="25000"/>
                  </a:schemeClr>
                </a:solidFill>
              </a:rPr>
              <a:t>D.</a:t>
            </a:r>
          </a:p>
        </p:txBody>
      </p:sp>
      <p:sp>
        <p:nvSpPr>
          <p:cNvPr id="14" name="Opt_D">
            <a:extLst>
              <a:ext uri="{FF2B5EF4-FFF2-40B4-BE49-F238E27FC236}">
                <a16:creationId xmlns:a16="http://schemas.microsoft.com/office/drawing/2014/main" id="{D10DFBE0-864B-7031-13FD-BF42F6452ABB}"/>
              </a:ext>
            </a:extLst>
          </p:cNvPr>
          <p:cNvSpPr>
            <a:spLocks noGrp="1"/>
          </p:cNvSpPr>
          <p:nvPr>
            <p:ph type="body" sz="quarter" idx="15" hasCustomPrompt="1"/>
          </p:nvPr>
        </p:nvSpPr>
        <p:spPr>
          <a:xfrm>
            <a:off x="2338682" y="5511422"/>
            <a:ext cx="11250613" cy="836613"/>
          </a:xfrm>
        </p:spPr>
        <p:txBody>
          <a:bodyPr anchor="t">
            <a:normAutofit/>
          </a:bodyPr>
          <a:lstStyle>
            <a:lvl1pPr marL="0" indent="0">
              <a:lnSpc>
                <a:spcPct val="114000"/>
              </a:lnSpc>
              <a:spcBef>
                <a:spcPts val="0"/>
              </a:spcBef>
              <a:buNone/>
              <a:defRPr sz="2000">
                <a:solidFill>
                  <a:schemeClr val="tx1">
                    <a:lumMod val="75000"/>
                    <a:lumOff val="2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15" name="Q">
            <a:extLst>
              <a:ext uri="{FF2B5EF4-FFF2-40B4-BE49-F238E27FC236}">
                <a16:creationId xmlns:a16="http://schemas.microsoft.com/office/drawing/2014/main" id="{48CDC350-FF9D-82C7-1731-756BBBD2CE0D}"/>
              </a:ext>
            </a:extLst>
          </p:cNvPr>
          <p:cNvSpPr>
            <a:spLocks noGrp="1"/>
          </p:cNvSpPr>
          <p:nvPr>
            <p:ph type="body" sz="quarter" idx="11" hasCustomPrompt="1"/>
          </p:nvPr>
        </p:nvSpPr>
        <p:spPr>
          <a:xfrm>
            <a:off x="2967015" y="580287"/>
            <a:ext cx="12401573" cy="1447009"/>
          </a:xfrm>
        </p:spPr>
        <p:txBody>
          <a:bodyPr anchor="ctr"/>
          <a:lstStyle>
            <a:lvl1pPr marL="0" indent="0">
              <a:lnSpc>
                <a:spcPct val="114000"/>
              </a:lnSpc>
              <a:spcBef>
                <a:spcPts val="0"/>
              </a:spcBef>
              <a:buNone/>
              <a:defRPr b="1">
                <a:solidFill>
                  <a:schemeClr val="tx1">
                    <a:lumMod val="75000"/>
                    <a:lumOff val="25000"/>
                  </a:schemeClr>
                </a:solidFill>
              </a:defRPr>
            </a:lvl1pPr>
          </a:lstStyle>
          <a:p>
            <a:pPr lvl="0"/>
            <a:r>
              <a:rPr lang="en-GB"/>
              <a:t>Click to add text</a:t>
            </a:r>
            <a:endParaRPr lang="en-US"/>
          </a:p>
        </p:txBody>
      </p:sp>
      <p:sp>
        <p:nvSpPr>
          <p:cNvPr id="2" name="Q_No">
            <a:extLst>
              <a:ext uri="{FF2B5EF4-FFF2-40B4-BE49-F238E27FC236}">
                <a16:creationId xmlns:a16="http://schemas.microsoft.com/office/drawing/2014/main" id="{60E48CF6-ADFB-CA4C-5E8B-AE3CD5F217B1}"/>
              </a:ext>
            </a:extLst>
          </p:cNvPr>
          <p:cNvSpPr>
            <a:spLocks noGrp="1"/>
          </p:cNvSpPr>
          <p:nvPr>
            <p:ph type="body" sz="quarter" idx="10" hasCustomPrompt="1"/>
          </p:nvPr>
        </p:nvSpPr>
        <p:spPr>
          <a:xfrm>
            <a:off x="1562390" y="1193800"/>
            <a:ext cx="1135063" cy="830263"/>
          </a:xfrm>
        </p:spPr>
        <p:txBody>
          <a:bodyPr anchor="ctr"/>
          <a:lstStyle>
            <a:lvl1pPr marL="0" indent="0" algn="ctr">
              <a:spcBef>
                <a:spcPts val="0"/>
              </a:spcBef>
              <a:buNone/>
              <a:defRPr b="1">
                <a:solidFill>
                  <a:schemeClr val="bg1"/>
                </a:solidFill>
              </a:defRPr>
            </a:lvl1pPr>
          </a:lstStyle>
          <a:p>
            <a:pPr lvl="0"/>
            <a:r>
              <a:rPr lang="en-US"/>
              <a:t>1</a:t>
            </a:r>
          </a:p>
        </p:txBody>
      </p:sp>
    </p:spTree>
    <p:extLst>
      <p:ext uri="{BB962C8B-B14F-4D97-AF65-F5344CB8AC3E}">
        <p14:creationId xmlns:p14="http://schemas.microsoft.com/office/powerpoint/2010/main" val="39953358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Ques_Ans_IS">
    <p:spTree>
      <p:nvGrpSpPr>
        <p:cNvPr id="1" name=""/>
        <p:cNvGrpSpPr/>
        <p:nvPr/>
      </p:nvGrpSpPr>
      <p:grpSpPr>
        <a:xfrm>
          <a:off x="0" y="0"/>
          <a:ext cx="0" cy="0"/>
          <a:chOff x="0" y="0"/>
          <a:chExt cx="0" cy="0"/>
        </a:xfrm>
      </p:grpSpPr>
      <p:pic>
        <p:nvPicPr>
          <p:cNvPr id="3" name="BG">
            <a:extLst>
              <a:ext uri="{FF2B5EF4-FFF2-40B4-BE49-F238E27FC236}">
                <a16:creationId xmlns:a16="http://schemas.microsoft.com/office/drawing/2014/main" id="{EF08981F-95F3-6867-209A-E2A49BEB7AC3}"/>
              </a:ext>
            </a:extLst>
          </p:cNvPr>
          <p:cNvPicPr preferRelativeResize="0"/>
          <p:nvPr userDrawn="1"/>
        </p:nvPicPr>
        <p:blipFill>
          <a:blip r:embed="rId2"/>
          <a:srcRect/>
          <a:stretch/>
        </p:blipFill>
        <p:spPr>
          <a:xfrm>
            <a:off x="1" y="1"/>
            <a:ext cx="16255999" cy="9143999"/>
          </a:xfrm>
          <a:prstGeom prst="rect">
            <a:avLst/>
          </a:prstGeom>
          <a:noFill/>
          <a:ln>
            <a:noFill/>
          </a:ln>
        </p:spPr>
      </p:pic>
      <p:sp>
        <p:nvSpPr>
          <p:cNvPr id="4" name="C_Ans">
            <a:extLst>
              <a:ext uri="{FF2B5EF4-FFF2-40B4-BE49-F238E27FC236}">
                <a16:creationId xmlns:a16="http://schemas.microsoft.com/office/drawing/2014/main" id="{C5585E79-E8D7-0597-1980-9449B5FE0292}"/>
              </a:ext>
            </a:extLst>
          </p:cNvPr>
          <p:cNvSpPr txBox="1"/>
          <p:nvPr userDrawn="1"/>
        </p:nvSpPr>
        <p:spPr>
          <a:xfrm>
            <a:off x="670034" y="7369706"/>
            <a:ext cx="2749059"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3F3F3F"/>
                </a:solidFill>
                <a:latin typeface="Open Sans"/>
                <a:ea typeface="Open Sans"/>
                <a:cs typeface="Open Sans"/>
                <a:sym typeface="Open Sans"/>
              </a:rPr>
              <a:t>The correct answer is</a:t>
            </a:r>
            <a:endParaRPr sz="1400" b="0" i="0" u="none" strike="noStrike" cap="none">
              <a:solidFill>
                <a:srgbClr val="000000"/>
              </a:solidFill>
              <a:latin typeface="Open Sans"/>
              <a:ea typeface="Open Sans"/>
              <a:cs typeface="Open Sans"/>
              <a:sym typeface="Open Sans"/>
            </a:endParaRPr>
          </a:p>
        </p:txBody>
      </p:sp>
      <p:cxnSp>
        <p:nvCxnSpPr>
          <p:cNvPr id="5" name="Ans_Line_2">
            <a:extLst>
              <a:ext uri="{FF2B5EF4-FFF2-40B4-BE49-F238E27FC236}">
                <a16:creationId xmlns:a16="http://schemas.microsoft.com/office/drawing/2014/main" id="{55D1669A-D9BB-F86C-6916-C74581CEC093}"/>
              </a:ext>
            </a:extLst>
          </p:cNvPr>
          <p:cNvCxnSpPr/>
          <p:nvPr userDrawn="1"/>
        </p:nvCxnSpPr>
        <p:spPr>
          <a:xfrm>
            <a:off x="670034" y="7854368"/>
            <a:ext cx="13167360" cy="0"/>
          </a:xfrm>
          <a:prstGeom prst="straightConnector1">
            <a:avLst/>
          </a:prstGeom>
          <a:noFill/>
          <a:ln w="9525" cap="flat" cmpd="sng">
            <a:solidFill>
              <a:schemeClr val="dk1"/>
            </a:solidFill>
            <a:prstDash val="solid"/>
            <a:round/>
            <a:headEnd type="none" w="sm" len="sm"/>
            <a:tailEnd type="none" w="sm" len="sm"/>
          </a:ln>
        </p:spPr>
      </p:cxnSp>
      <p:cxnSp>
        <p:nvCxnSpPr>
          <p:cNvPr id="6" name="Ans_Line">
            <a:extLst>
              <a:ext uri="{FF2B5EF4-FFF2-40B4-BE49-F238E27FC236}">
                <a16:creationId xmlns:a16="http://schemas.microsoft.com/office/drawing/2014/main" id="{25B26E89-236B-925D-2F8A-FDAD4518B1D0}"/>
              </a:ext>
            </a:extLst>
          </p:cNvPr>
          <p:cNvCxnSpPr/>
          <p:nvPr userDrawn="1"/>
        </p:nvCxnSpPr>
        <p:spPr>
          <a:xfrm>
            <a:off x="649436" y="7265358"/>
            <a:ext cx="13167360" cy="0"/>
          </a:xfrm>
          <a:prstGeom prst="straightConnector1">
            <a:avLst/>
          </a:prstGeom>
          <a:noFill/>
          <a:ln w="9525" cap="flat" cmpd="sng">
            <a:solidFill>
              <a:schemeClr val="dk1"/>
            </a:solidFill>
            <a:prstDash val="solid"/>
            <a:round/>
            <a:headEnd type="none" w="sm" len="sm"/>
            <a:tailEnd type="none" w="sm" len="sm"/>
          </a:ln>
        </p:spPr>
      </p:cxnSp>
      <p:sp>
        <p:nvSpPr>
          <p:cNvPr id="7" name="Ans_text">
            <a:extLst>
              <a:ext uri="{FF2B5EF4-FFF2-40B4-BE49-F238E27FC236}">
                <a16:creationId xmlns:a16="http://schemas.microsoft.com/office/drawing/2014/main" id="{FE57084E-D5CD-4D1D-AD6B-B0A29FBA4D52}"/>
              </a:ext>
            </a:extLst>
          </p:cNvPr>
          <p:cNvSpPr>
            <a:spLocks noGrp="1"/>
          </p:cNvSpPr>
          <p:nvPr>
            <p:ph type="body" sz="quarter" idx="18" hasCustomPrompt="1"/>
          </p:nvPr>
        </p:nvSpPr>
        <p:spPr>
          <a:xfrm>
            <a:off x="3251201" y="7277661"/>
            <a:ext cx="8834438" cy="584200"/>
          </a:xfrm>
        </p:spPr>
        <p:txBody>
          <a:bodyPr anchor="ctr">
            <a:normAutofit/>
          </a:bodyPr>
          <a:lstStyle>
            <a:lvl1pPr marL="0" indent="0">
              <a:spcBef>
                <a:spcPts val="0"/>
              </a:spcBef>
              <a:buNone/>
              <a:defRPr sz="2000" b="1">
                <a:solidFill>
                  <a:srgbClr val="024F93"/>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8" name="Ans_Desc_Text_Box">
            <a:extLst>
              <a:ext uri="{FF2B5EF4-FFF2-40B4-BE49-F238E27FC236}">
                <a16:creationId xmlns:a16="http://schemas.microsoft.com/office/drawing/2014/main" id="{7CBBC3EA-7B88-E6C6-BE6B-D41D2C647AAB}"/>
              </a:ext>
            </a:extLst>
          </p:cNvPr>
          <p:cNvSpPr>
            <a:spLocks noGrp="1"/>
          </p:cNvSpPr>
          <p:nvPr>
            <p:ph type="body" sz="quarter" idx="16" hasCustomPrompt="1"/>
          </p:nvPr>
        </p:nvSpPr>
        <p:spPr>
          <a:xfrm>
            <a:off x="669925" y="7935913"/>
            <a:ext cx="13095288" cy="1004887"/>
          </a:xfrm>
        </p:spPr>
        <p:txBody>
          <a:bodyPr>
            <a:normAutofit/>
          </a:bodyPr>
          <a:lstStyle>
            <a:lvl1pPr marL="0" indent="0">
              <a:spcBef>
                <a:spcPts val="0"/>
              </a:spcBef>
              <a:buNone/>
              <a:defRPr sz="2000" b="1"/>
            </a:lvl1pPr>
            <a:lvl2pPr marL="457200" indent="0">
              <a:buNone/>
              <a:defRPr/>
            </a:lvl2pPr>
            <a:lvl3pPr marL="914400" indent="0">
              <a:buNone/>
              <a:defRPr/>
            </a:lvl3pPr>
            <a:lvl4pPr marL="1371600" indent="0">
              <a:buNone/>
              <a:defRPr/>
            </a:lvl4pPr>
            <a:lvl5pPr marL="1828800" indent="0">
              <a:buNone/>
              <a:defRPr/>
            </a:lvl5pPr>
          </a:lstStyle>
          <a:p>
            <a:pPr lvl="0"/>
            <a:r>
              <a:rPr lang="en-GB" dirty="0"/>
              <a:t>Click to add text</a:t>
            </a:r>
            <a:endParaRPr lang="en-US" dirty="0"/>
          </a:p>
        </p:txBody>
      </p:sp>
      <p:sp>
        <p:nvSpPr>
          <p:cNvPr id="9" name="Box">
            <a:extLst>
              <a:ext uri="{FF2B5EF4-FFF2-40B4-BE49-F238E27FC236}">
                <a16:creationId xmlns:a16="http://schemas.microsoft.com/office/drawing/2014/main" id="{CDEDD483-9F61-36CD-8536-63FB8C1D1DC9}"/>
              </a:ext>
            </a:extLst>
          </p:cNvPr>
          <p:cNvSpPr/>
          <p:nvPr userDrawn="1"/>
        </p:nvSpPr>
        <p:spPr>
          <a:xfrm>
            <a:off x="1281113" y="584654"/>
            <a:ext cx="1685902" cy="1438275"/>
          </a:xfrm>
          <a:prstGeom prst="rect">
            <a:avLst/>
          </a:prstGeom>
          <a:solidFill>
            <a:srgbClr val="3D9C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KT_Text">
            <a:extLst>
              <a:ext uri="{FF2B5EF4-FFF2-40B4-BE49-F238E27FC236}">
                <a16:creationId xmlns:a16="http://schemas.microsoft.com/office/drawing/2014/main" id="{BA405B45-EFAB-0D57-ADA9-DD1F4FD2F9B7}"/>
              </a:ext>
            </a:extLst>
          </p:cNvPr>
          <p:cNvSpPr txBox="1"/>
          <p:nvPr userDrawn="1"/>
        </p:nvSpPr>
        <p:spPr>
          <a:xfrm>
            <a:off x="1280469" y="732325"/>
            <a:ext cx="1698904" cy="46166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000" b="1" i="0" u="none" strike="noStrike" cap="none">
                <a:solidFill>
                  <a:srgbClr val="FFFFFF"/>
                </a:solidFill>
                <a:latin typeface="Open Sans"/>
                <a:ea typeface="Open Sans"/>
                <a:cs typeface="Open Sans"/>
                <a:sym typeface="Open Sans"/>
              </a:rPr>
              <a:t>Knowledge Check</a:t>
            </a:r>
            <a:endParaRPr sz="2000" b="1" i="0" u="none" strike="noStrike" cap="none">
              <a:solidFill>
                <a:srgbClr val="FFFFFF"/>
              </a:solidFill>
              <a:latin typeface="Open Sans"/>
              <a:ea typeface="Open Sans"/>
              <a:cs typeface="Open Sans"/>
              <a:sym typeface="Open Sans"/>
            </a:endParaRPr>
          </a:p>
        </p:txBody>
      </p:sp>
      <p:sp>
        <p:nvSpPr>
          <p:cNvPr id="11" name="Rec_Box">
            <a:extLst>
              <a:ext uri="{FF2B5EF4-FFF2-40B4-BE49-F238E27FC236}">
                <a16:creationId xmlns:a16="http://schemas.microsoft.com/office/drawing/2014/main" id="{C6D60610-3ED0-B3DE-F0C6-1E2E0C6FC1CE}"/>
              </a:ext>
            </a:extLst>
          </p:cNvPr>
          <p:cNvSpPr/>
          <p:nvPr userDrawn="1"/>
        </p:nvSpPr>
        <p:spPr>
          <a:xfrm>
            <a:off x="1275907" y="580480"/>
            <a:ext cx="14093455" cy="1446622"/>
          </a:xfrm>
          <a:prstGeom prst="rect">
            <a:avLst/>
          </a:prstGeom>
          <a:noFill/>
          <a:ln w="12700">
            <a:solidFill>
              <a:srgbClr val="3D9C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D">
            <a:extLst>
              <a:ext uri="{FF2B5EF4-FFF2-40B4-BE49-F238E27FC236}">
                <a16:creationId xmlns:a16="http://schemas.microsoft.com/office/drawing/2014/main" id="{C6A04807-31DA-6E4E-AAB1-C5EB073355C4}"/>
              </a:ext>
            </a:extLst>
          </p:cNvPr>
          <p:cNvSpPr txBox="1"/>
          <p:nvPr userDrawn="1"/>
        </p:nvSpPr>
        <p:spPr>
          <a:xfrm>
            <a:off x="1717154" y="5511422"/>
            <a:ext cx="465463" cy="421719"/>
          </a:xfrm>
          <a:prstGeom prst="rect">
            <a:avLst/>
          </a:prstGeom>
        </p:spPr>
        <p:txBody>
          <a:bodyPr vert="horz" lIns="91440" tIns="45720" rIns="91440" bIns="45720" rtlCol="0" anchor="ctr">
            <a:normAutofit/>
          </a:bodyPr>
          <a:lstStyle>
            <a:lvl1pPr lvl="0" indent="0" defTabSz="914400">
              <a:lnSpc>
                <a:spcPct val="114000"/>
              </a:lnSpc>
              <a:spcBef>
                <a:spcPts val="0"/>
              </a:spcBef>
              <a:buFont typeface="Arial" panose="020B0604020202020204" pitchFamily="34" charset="0"/>
              <a:buNone/>
              <a:defRPr lang="en-GB" sz="2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indent="0" defTabSz="914400">
              <a:lnSpc>
                <a:spcPct val="90000"/>
              </a:lnSpc>
              <a:spcBef>
                <a:spcPts val="500"/>
              </a:spcBef>
              <a:buFont typeface="Arial" panose="020B0604020202020204" pitchFamily="34" charset="0"/>
              <a:buNone/>
            </a:lvl4pPr>
            <a:lvl5pPr indent="0" defTabSz="914400">
              <a:lnSpc>
                <a:spcPct val="90000"/>
              </a:lnSpc>
              <a:spcBef>
                <a:spcPts val="500"/>
              </a:spcBef>
              <a:buFont typeface="Arial" panose="020B0604020202020204" pitchFamily="34" charset="0"/>
              <a:buNone/>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lgn="ctr"/>
            <a:r>
              <a:rPr lang="en-US">
                <a:solidFill>
                  <a:schemeClr val="tx1">
                    <a:lumMod val="75000"/>
                    <a:lumOff val="25000"/>
                  </a:schemeClr>
                </a:solidFill>
              </a:rPr>
              <a:t>D.</a:t>
            </a:r>
          </a:p>
        </p:txBody>
      </p:sp>
      <p:sp>
        <p:nvSpPr>
          <p:cNvPr id="16" name="C">
            <a:extLst>
              <a:ext uri="{FF2B5EF4-FFF2-40B4-BE49-F238E27FC236}">
                <a16:creationId xmlns:a16="http://schemas.microsoft.com/office/drawing/2014/main" id="{19EED400-005F-8BFC-0381-17F5410E8424}"/>
              </a:ext>
            </a:extLst>
          </p:cNvPr>
          <p:cNvSpPr txBox="1"/>
          <p:nvPr userDrawn="1"/>
        </p:nvSpPr>
        <p:spPr>
          <a:xfrm>
            <a:off x="1713038" y="4568181"/>
            <a:ext cx="465463" cy="421719"/>
          </a:xfrm>
          <a:prstGeom prst="rect">
            <a:avLst/>
          </a:prstGeom>
        </p:spPr>
        <p:txBody>
          <a:bodyPr vert="horz" lIns="91440" tIns="45720" rIns="91440" bIns="45720" rtlCol="0" anchor="ctr">
            <a:normAutofit/>
          </a:bodyPr>
          <a:lstStyle>
            <a:lvl1pPr lvl="0" indent="0" defTabSz="914400">
              <a:lnSpc>
                <a:spcPct val="114000"/>
              </a:lnSpc>
              <a:spcBef>
                <a:spcPts val="0"/>
              </a:spcBef>
              <a:buFont typeface="Arial" panose="020B0604020202020204" pitchFamily="34" charset="0"/>
              <a:buNone/>
              <a:defRPr lang="en-GB" sz="2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indent="0" defTabSz="914400">
              <a:lnSpc>
                <a:spcPct val="90000"/>
              </a:lnSpc>
              <a:spcBef>
                <a:spcPts val="500"/>
              </a:spcBef>
              <a:buFont typeface="Arial" panose="020B0604020202020204" pitchFamily="34" charset="0"/>
              <a:buNone/>
            </a:lvl4pPr>
            <a:lvl5pPr indent="0" defTabSz="914400">
              <a:lnSpc>
                <a:spcPct val="90000"/>
              </a:lnSpc>
              <a:spcBef>
                <a:spcPts val="500"/>
              </a:spcBef>
              <a:buFont typeface="Arial" panose="020B0604020202020204" pitchFamily="34" charset="0"/>
              <a:buNone/>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lgn="ctr"/>
            <a:r>
              <a:rPr lang="en-US">
                <a:solidFill>
                  <a:schemeClr val="tx1">
                    <a:lumMod val="75000"/>
                    <a:lumOff val="25000"/>
                  </a:schemeClr>
                </a:solidFill>
              </a:rPr>
              <a:t>C.</a:t>
            </a:r>
          </a:p>
        </p:txBody>
      </p:sp>
      <p:sp>
        <p:nvSpPr>
          <p:cNvPr id="14" name="B">
            <a:extLst>
              <a:ext uri="{FF2B5EF4-FFF2-40B4-BE49-F238E27FC236}">
                <a16:creationId xmlns:a16="http://schemas.microsoft.com/office/drawing/2014/main" id="{21CD75C6-F639-739D-B089-020EF5CBFA3A}"/>
              </a:ext>
            </a:extLst>
          </p:cNvPr>
          <p:cNvSpPr txBox="1"/>
          <p:nvPr userDrawn="1"/>
        </p:nvSpPr>
        <p:spPr>
          <a:xfrm>
            <a:off x="1713038" y="3629064"/>
            <a:ext cx="465463" cy="421719"/>
          </a:xfrm>
          <a:prstGeom prst="rect">
            <a:avLst/>
          </a:prstGeom>
        </p:spPr>
        <p:txBody>
          <a:bodyPr vert="horz" lIns="91440" tIns="45720" rIns="91440" bIns="45720" rtlCol="0" anchor="ctr">
            <a:normAutofit/>
          </a:bodyPr>
          <a:lstStyle>
            <a:lvl1pPr lvl="0" indent="0" defTabSz="914400">
              <a:lnSpc>
                <a:spcPct val="114000"/>
              </a:lnSpc>
              <a:spcBef>
                <a:spcPts val="0"/>
              </a:spcBef>
              <a:buFont typeface="Arial" panose="020B0604020202020204" pitchFamily="34" charset="0"/>
              <a:buNone/>
              <a:defRPr lang="en-GB" sz="2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indent="0" defTabSz="914400">
              <a:lnSpc>
                <a:spcPct val="90000"/>
              </a:lnSpc>
              <a:spcBef>
                <a:spcPts val="500"/>
              </a:spcBef>
              <a:buFont typeface="Arial" panose="020B0604020202020204" pitchFamily="34" charset="0"/>
              <a:buNone/>
            </a:lvl4pPr>
            <a:lvl5pPr indent="0" defTabSz="914400">
              <a:lnSpc>
                <a:spcPct val="90000"/>
              </a:lnSpc>
              <a:spcBef>
                <a:spcPts val="500"/>
              </a:spcBef>
              <a:buFont typeface="Arial" panose="020B0604020202020204" pitchFamily="34" charset="0"/>
              <a:buNone/>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lgn="ctr"/>
            <a:r>
              <a:rPr lang="en-US">
                <a:solidFill>
                  <a:schemeClr val="tx1">
                    <a:lumMod val="75000"/>
                    <a:lumOff val="25000"/>
                  </a:schemeClr>
                </a:solidFill>
              </a:rPr>
              <a:t>B.</a:t>
            </a:r>
          </a:p>
        </p:txBody>
      </p:sp>
      <p:sp>
        <p:nvSpPr>
          <p:cNvPr id="12" name="A">
            <a:extLst>
              <a:ext uri="{FF2B5EF4-FFF2-40B4-BE49-F238E27FC236}">
                <a16:creationId xmlns:a16="http://schemas.microsoft.com/office/drawing/2014/main" id="{76DB4DA8-CC10-506C-D27B-9B1CE227D9B0}"/>
              </a:ext>
            </a:extLst>
          </p:cNvPr>
          <p:cNvSpPr txBox="1"/>
          <p:nvPr userDrawn="1"/>
        </p:nvSpPr>
        <p:spPr>
          <a:xfrm>
            <a:off x="1708922" y="2698180"/>
            <a:ext cx="465463" cy="421719"/>
          </a:xfrm>
          <a:prstGeom prst="rect">
            <a:avLst/>
          </a:prstGeom>
        </p:spPr>
        <p:txBody>
          <a:bodyPr vert="horz" lIns="91440" tIns="45720" rIns="91440" bIns="45720" rtlCol="0" anchor="ctr">
            <a:normAutofit/>
          </a:bodyPr>
          <a:lstStyle>
            <a:lvl1pPr lvl="0" indent="0" defTabSz="914400">
              <a:lnSpc>
                <a:spcPct val="114000"/>
              </a:lnSpc>
              <a:spcBef>
                <a:spcPts val="0"/>
              </a:spcBef>
              <a:buFont typeface="Arial" panose="020B0604020202020204" pitchFamily="34" charset="0"/>
              <a:buNone/>
              <a:defRPr lang="en-GB" sz="2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indent="0" defTabSz="914400">
              <a:lnSpc>
                <a:spcPct val="90000"/>
              </a:lnSpc>
              <a:spcBef>
                <a:spcPts val="500"/>
              </a:spcBef>
              <a:buFont typeface="Arial" panose="020B0604020202020204" pitchFamily="34" charset="0"/>
              <a:buNone/>
            </a:lvl4pPr>
            <a:lvl5pPr indent="0" defTabSz="914400">
              <a:lnSpc>
                <a:spcPct val="90000"/>
              </a:lnSpc>
              <a:spcBef>
                <a:spcPts val="500"/>
              </a:spcBef>
              <a:buFont typeface="Arial" panose="020B0604020202020204" pitchFamily="34" charset="0"/>
              <a:buNone/>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lgn="ctr"/>
            <a:r>
              <a:rPr lang="en-US">
                <a:solidFill>
                  <a:schemeClr val="tx1">
                    <a:lumMod val="75000"/>
                    <a:lumOff val="25000"/>
                  </a:schemeClr>
                </a:solidFill>
              </a:rPr>
              <a:t>A.</a:t>
            </a:r>
          </a:p>
        </p:txBody>
      </p:sp>
      <p:sp>
        <p:nvSpPr>
          <p:cNvPr id="19" name="Opt_D">
            <a:extLst>
              <a:ext uri="{FF2B5EF4-FFF2-40B4-BE49-F238E27FC236}">
                <a16:creationId xmlns:a16="http://schemas.microsoft.com/office/drawing/2014/main" id="{F320B7DB-043B-B1AC-2976-FCB6609BE238}"/>
              </a:ext>
            </a:extLst>
          </p:cNvPr>
          <p:cNvSpPr>
            <a:spLocks noGrp="1"/>
          </p:cNvSpPr>
          <p:nvPr>
            <p:ph type="body" sz="quarter" idx="15" hasCustomPrompt="1"/>
          </p:nvPr>
        </p:nvSpPr>
        <p:spPr>
          <a:xfrm>
            <a:off x="2338682" y="5511422"/>
            <a:ext cx="11250613" cy="836613"/>
          </a:xfrm>
        </p:spPr>
        <p:txBody>
          <a:bodyPr anchor="t">
            <a:normAutofit/>
          </a:bodyPr>
          <a:lstStyle>
            <a:lvl1pPr marL="0" indent="0">
              <a:lnSpc>
                <a:spcPct val="114000"/>
              </a:lnSpc>
              <a:spcBef>
                <a:spcPts val="0"/>
              </a:spcBef>
              <a:buNone/>
              <a:defRPr sz="2000">
                <a:solidFill>
                  <a:schemeClr val="tx1">
                    <a:lumMod val="75000"/>
                    <a:lumOff val="2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17" name="Opt_C">
            <a:extLst>
              <a:ext uri="{FF2B5EF4-FFF2-40B4-BE49-F238E27FC236}">
                <a16:creationId xmlns:a16="http://schemas.microsoft.com/office/drawing/2014/main" id="{DF544E43-096D-AD15-9CFA-70A320AE0272}"/>
              </a:ext>
            </a:extLst>
          </p:cNvPr>
          <p:cNvSpPr>
            <a:spLocks noGrp="1"/>
          </p:cNvSpPr>
          <p:nvPr>
            <p:ph type="body" sz="quarter" idx="14" hasCustomPrompt="1"/>
          </p:nvPr>
        </p:nvSpPr>
        <p:spPr>
          <a:xfrm>
            <a:off x="2334566" y="4568181"/>
            <a:ext cx="11250613" cy="836613"/>
          </a:xfrm>
        </p:spPr>
        <p:txBody>
          <a:bodyPr anchor="t">
            <a:normAutofit/>
          </a:bodyPr>
          <a:lstStyle>
            <a:lvl1pPr marL="0" indent="0">
              <a:lnSpc>
                <a:spcPct val="114000"/>
              </a:lnSpc>
              <a:spcBef>
                <a:spcPts val="0"/>
              </a:spcBef>
              <a:buNone/>
              <a:defRPr sz="2000">
                <a:solidFill>
                  <a:schemeClr val="tx1">
                    <a:lumMod val="75000"/>
                    <a:lumOff val="2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15" name="Opt_B">
            <a:extLst>
              <a:ext uri="{FF2B5EF4-FFF2-40B4-BE49-F238E27FC236}">
                <a16:creationId xmlns:a16="http://schemas.microsoft.com/office/drawing/2014/main" id="{0969321A-3DCC-F52F-8C1B-6E04397531A7}"/>
              </a:ext>
            </a:extLst>
          </p:cNvPr>
          <p:cNvSpPr>
            <a:spLocks noGrp="1"/>
          </p:cNvSpPr>
          <p:nvPr>
            <p:ph type="body" sz="quarter" idx="13" hasCustomPrompt="1"/>
          </p:nvPr>
        </p:nvSpPr>
        <p:spPr>
          <a:xfrm>
            <a:off x="2334566" y="3629064"/>
            <a:ext cx="11250613" cy="836613"/>
          </a:xfrm>
        </p:spPr>
        <p:txBody>
          <a:bodyPr anchor="t">
            <a:normAutofit/>
          </a:bodyPr>
          <a:lstStyle>
            <a:lvl1pPr marL="0" indent="0">
              <a:lnSpc>
                <a:spcPct val="114000"/>
              </a:lnSpc>
              <a:spcBef>
                <a:spcPts val="0"/>
              </a:spcBef>
              <a:buNone/>
              <a:defRPr sz="2000">
                <a:solidFill>
                  <a:schemeClr val="tx1">
                    <a:lumMod val="75000"/>
                    <a:lumOff val="2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13" name="Opt_A">
            <a:extLst>
              <a:ext uri="{FF2B5EF4-FFF2-40B4-BE49-F238E27FC236}">
                <a16:creationId xmlns:a16="http://schemas.microsoft.com/office/drawing/2014/main" id="{5A890064-C69C-0664-8FC1-9D4423FC9A34}"/>
              </a:ext>
            </a:extLst>
          </p:cNvPr>
          <p:cNvSpPr>
            <a:spLocks noGrp="1"/>
          </p:cNvSpPr>
          <p:nvPr>
            <p:ph type="body" sz="quarter" idx="12" hasCustomPrompt="1"/>
          </p:nvPr>
        </p:nvSpPr>
        <p:spPr>
          <a:xfrm>
            <a:off x="2330450" y="2698180"/>
            <a:ext cx="11250613" cy="836613"/>
          </a:xfrm>
        </p:spPr>
        <p:txBody>
          <a:bodyPr anchor="t">
            <a:normAutofit/>
          </a:bodyPr>
          <a:lstStyle>
            <a:lvl1pPr marL="0" indent="0">
              <a:lnSpc>
                <a:spcPct val="114000"/>
              </a:lnSpc>
              <a:spcBef>
                <a:spcPts val="0"/>
              </a:spcBef>
              <a:buNone/>
              <a:defRPr sz="2000">
                <a:solidFill>
                  <a:schemeClr val="tx1">
                    <a:lumMod val="75000"/>
                    <a:lumOff val="2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20" name="Q">
            <a:extLst>
              <a:ext uri="{FF2B5EF4-FFF2-40B4-BE49-F238E27FC236}">
                <a16:creationId xmlns:a16="http://schemas.microsoft.com/office/drawing/2014/main" id="{F963B27F-8F18-67BB-B561-399E9B718B77}"/>
              </a:ext>
            </a:extLst>
          </p:cNvPr>
          <p:cNvSpPr>
            <a:spLocks noGrp="1"/>
          </p:cNvSpPr>
          <p:nvPr>
            <p:ph type="body" sz="quarter" idx="11" hasCustomPrompt="1"/>
          </p:nvPr>
        </p:nvSpPr>
        <p:spPr>
          <a:xfrm>
            <a:off x="2967015" y="580287"/>
            <a:ext cx="12401573" cy="1447009"/>
          </a:xfrm>
        </p:spPr>
        <p:txBody>
          <a:bodyPr anchor="ctr"/>
          <a:lstStyle>
            <a:lvl1pPr marL="0" indent="0">
              <a:lnSpc>
                <a:spcPct val="114000"/>
              </a:lnSpc>
              <a:spcBef>
                <a:spcPts val="0"/>
              </a:spcBef>
              <a:buNone/>
              <a:defRPr b="1">
                <a:solidFill>
                  <a:schemeClr val="tx1">
                    <a:lumMod val="75000"/>
                    <a:lumOff val="25000"/>
                  </a:schemeClr>
                </a:solidFill>
              </a:defRPr>
            </a:lvl1pPr>
          </a:lstStyle>
          <a:p>
            <a:pPr lvl="0"/>
            <a:r>
              <a:rPr lang="en-GB"/>
              <a:t>Click to add text</a:t>
            </a:r>
            <a:endParaRPr lang="en-US"/>
          </a:p>
        </p:txBody>
      </p:sp>
      <p:sp>
        <p:nvSpPr>
          <p:cNvPr id="22" name="Q_No">
            <a:extLst>
              <a:ext uri="{FF2B5EF4-FFF2-40B4-BE49-F238E27FC236}">
                <a16:creationId xmlns:a16="http://schemas.microsoft.com/office/drawing/2014/main" id="{56C84790-83B0-039F-DB11-90A54FCA41D6}"/>
              </a:ext>
            </a:extLst>
          </p:cNvPr>
          <p:cNvSpPr>
            <a:spLocks noGrp="1"/>
          </p:cNvSpPr>
          <p:nvPr>
            <p:ph type="body" sz="quarter" idx="10" hasCustomPrompt="1"/>
          </p:nvPr>
        </p:nvSpPr>
        <p:spPr>
          <a:xfrm>
            <a:off x="1562390" y="1193800"/>
            <a:ext cx="1135063" cy="830263"/>
          </a:xfrm>
        </p:spPr>
        <p:txBody>
          <a:bodyPr anchor="ctr"/>
          <a:lstStyle>
            <a:lvl1pPr marL="0" indent="0" algn="ctr">
              <a:spcBef>
                <a:spcPts val="0"/>
              </a:spcBef>
              <a:buNone/>
              <a:defRPr b="1">
                <a:solidFill>
                  <a:schemeClr val="bg1"/>
                </a:solidFill>
              </a:defRPr>
            </a:lvl1pPr>
          </a:lstStyle>
          <a:p>
            <a:pPr lvl="0"/>
            <a:r>
              <a:rPr lang="en-US"/>
              <a:t>1</a:t>
            </a:r>
          </a:p>
        </p:txBody>
      </p:sp>
    </p:spTree>
    <p:extLst>
      <p:ext uri="{BB962C8B-B14F-4D97-AF65-F5344CB8AC3E}">
        <p14:creationId xmlns:p14="http://schemas.microsoft.com/office/powerpoint/2010/main" val="40225181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es_Ans_Are">
    <p:spTree>
      <p:nvGrpSpPr>
        <p:cNvPr id="1" name=""/>
        <p:cNvGrpSpPr/>
        <p:nvPr/>
      </p:nvGrpSpPr>
      <p:grpSpPr>
        <a:xfrm>
          <a:off x="0" y="0"/>
          <a:ext cx="0" cy="0"/>
          <a:chOff x="0" y="0"/>
          <a:chExt cx="0" cy="0"/>
        </a:xfrm>
      </p:grpSpPr>
      <p:pic>
        <p:nvPicPr>
          <p:cNvPr id="3" name="BG">
            <a:extLst>
              <a:ext uri="{FF2B5EF4-FFF2-40B4-BE49-F238E27FC236}">
                <a16:creationId xmlns:a16="http://schemas.microsoft.com/office/drawing/2014/main" id="{2F8347C9-CC7D-0DF8-C02A-47B5723D8572}"/>
              </a:ext>
            </a:extLst>
          </p:cNvPr>
          <p:cNvPicPr preferRelativeResize="0"/>
          <p:nvPr userDrawn="1"/>
        </p:nvPicPr>
        <p:blipFill>
          <a:blip r:embed="rId2"/>
          <a:srcRect/>
          <a:stretch/>
        </p:blipFill>
        <p:spPr>
          <a:xfrm>
            <a:off x="1" y="1"/>
            <a:ext cx="16255999" cy="9143999"/>
          </a:xfrm>
          <a:prstGeom prst="rect">
            <a:avLst/>
          </a:prstGeom>
          <a:noFill/>
          <a:ln>
            <a:noFill/>
          </a:ln>
        </p:spPr>
      </p:pic>
      <p:sp>
        <p:nvSpPr>
          <p:cNvPr id="4" name="C_Ans">
            <a:extLst>
              <a:ext uri="{FF2B5EF4-FFF2-40B4-BE49-F238E27FC236}">
                <a16:creationId xmlns:a16="http://schemas.microsoft.com/office/drawing/2014/main" id="{06DF12F7-7FC3-A6A0-1F9D-2B31AAB76C62}"/>
              </a:ext>
            </a:extLst>
          </p:cNvPr>
          <p:cNvSpPr txBox="1"/>
          <p:nvPr userDrawn="1"/>
        </p:nvSpPr>
        <p:spPr>
          <a:xfrm>
            <a:off x="670034" y="7369706"/>
            <a:ext cx="2913425"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3F3F3F"/>
                </a:solidFill>
                <a:latin typeface="Open Sans"/>
                <a:ea typeface="Open Sans"/>
                <a:cs typeface="Open Sans"/>
                <a:sym typeface="Open Sans"/>
              </a:rPr>
              <a:t>The correct answer are</a:t>
            </a:r>
            <a:endParaRPr sz="1400" b="0" i="0" u="none" strike="noStrike" cap="none">
              <a:solidFill>
                <a:srgbClr val="000000"/>
              </a:solidFill>
              <a:latin typeface="Open Sans"/>
              <a:ea typeface="Open Sans"/>
              <a:cs typeface="Open Sans"/>
              <a:sym typeface="Open Sans"/>
            </a:endParaRPr>
          </a:p>
        </p:txBody>
      </p:sp>
      <p:cxnSp>
        <p:nvCxnSpPr>
          <p:cNvPr id="5" name="Ans_Line_2">
            <a:extLst>
              <a:ext uri="{FF2B5EF4-FFF2-40B4-BE49-F238E27FC236}">
                <a16:creationId xmlns:a16="http://schemas.microsoft.com/office/drawing/2014/main" id="{B75A6E75-5672-578C-B075-BA07AABDEC08}"/>
              </a:ext>
            </a:extLst>
          </p:cNvPr>
          <p:cNvCxnSpPr/>
          <p:nvPr userDrawn="1"/>
        </p:nvCxnSpPr>
        <p:spPr>
          <a:xfrm>
            <a:off x="670034" y="7854368"/>
            <a:ext cx="13167360" cy="0"/>
          </a:xfrm>
          <a:prstGeom prst="straightConnector1">
            <a:avLst/>
          </a:prstGeom>
          <a:noFill/>
          <a:ln w="9525" cap="flat" cmpd="sng">
            <a:solidFill>
              <a:schemeClr val="dk1"/>
            </a:solidFill>
            <a:prstDash val="solid"/>
            <a:round/>
            <a:headEnd type="none" w="sm" len="sm"/>
            <a:tailEnd type="none" w="sm" len="sm"/>
          </a:ln>
        </p:spPr>
      </p:cxnSp>
      <p:cxnSp>
        <p:nvCxnSpPr>
          <p:cNvPr id="6" name="Ans_Line">
            <a:extLst>
              <a:ext uri="{FF2B5EF4-FFF2-40B4-BE49-F238E27FC236}">
                <a16:creationId xmlns:a16="http://schemas.microsoft.com/office/drawing/2014/main" id="{B67B1844-0936-2346-DC2D-072812F8FF82}"/>
              </a:ext>
            </a:extLst>
          </p:cNvPr>
          <p:cNvCxnSpPr/>
          <p:nvPr userDrawn="1"/>
        </p:nvCxnSpPr>
        <p:spPr>
          <a:xfrm>
            <a:off x="649436" y="7265358"/>
            <a:ext cx="13167360" cy="0"/>
          </a:xfrm>
          <a:prstGeom prst="straightConnector1">
            <a:avLst/>
          </a:prstGeom>
          <a:noFill/>
          <a:ln w="9525" cap="flat" cmpd="sng">
            <a:solidFill>
              <a:schemeClr val="dk1"/>
            </a:solidFill>
            <a:prstDash val="solid"/>
            <a:round/>
            <a:headEnd type="none" w="sm" len="sm"/>
            <a:tailEnd type="none" w="sm" len="sm"/>
          </a:ln>
        </p:spPr>
      </p:cxnSp>
      <p:sp>
        <p:nvSpPr>
          <p:cNvPr id="7" name="Ans_text">
            <a:extLst>
              <a:ext uri="{FF2B5EF4-FFF2-40B4-BE49-F238E27FC236}">
                <a16:creationId xmlns:a16="http://schemas.microsoft.com/office/drawing/2014/main" id="{505D6B31-CF67-8AE8-6D6C-1AE10E434FE3}"/>
              </a:ext>
            </a:extLst>
          </p:cNvPr>
          <p:cNvSpPr>
            <a:spLocks noGrp="1"/>
          </p:cNvSpPr>
          <p:nvPr>
            <p:ph type="body" sz="quarter" idx="18" hasCustomPrompt="1"/>
          </p:nvPr>
        </p:nvSpPr>
        <p:spPr>
          <a:xfrm>
            <a:off x="3484605" y="7277661"/>
            <a:ext cx="8601033" cy="584200"/>
          </a:xfrm>
        </p:spPr>
        <p:txBody>
          <a:bodyPr anchor="ctr">
            <a:normAutofit/>
          </a:bodyPr>
          <a:lstStyle>
            <a:lvl1pPr marL="0" indent="0">
              <a:spcBef>
                <a:spcPts val="0"/>
              </a:spcBef>
              <a:buNone/>
              <a:defRPr sz="2000" b="1">
                <a:solidFill>
                  <a:srgbClr val="024F93"/>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8" name="Ans_Desc_Text_Box">
            <a:extLst>
              <a:ext uri="{FF2B5EF4-FFF2-40B4-BE49-F238E27FC236}">
                <a16:creationId xmlns:a16="http://schemas.microsoft.com/office/drawing/2014/main" id="{2AA669A4-854E-BC52-A6EB-CEC258CCD135}"/>
              </a:ext>
            </a:extLst>
          </p:cNvPr>
          <p:cNvSpPr>
            <a:spLocks noGrp="1"/>
          </p:cNvSpPr>
          <p:nvPr>
            <p:ph type="body" sz="quarter" idx="16" hasCustomPrompt="1"/>
          </p:nvPr>
        </p:nvSpPr>
        <p:spPr>
          <a:xfrm>
            <a:off x="669925" y="7935913"/>
            <a:ext cx="13095288" cy="1004887"/>
          </a:xfrm>
        </p:spPr>
        <p:txBody>
          <a:bodyPr>
            <a:normAutofit/>
          </a:bodyPr>
          <a:lstStyle>
            <a:lvl1pPr marL="0" indent="0">
              <a:spcBef>
                <a:spcPts val="0"/>
              </a:spcBef>
              <a:buNone/>
              <a:defRPr sz="2000" b="1"/>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9" name="Box">
            <a:extLst>
              <a:ext uri="{FF2B5EF4-FFF2-40B4-BE49-F238E27FC236}">
                <a16:creationId xmlns:a16="http://schemas.microsoft.com/office/drawing/2014/main" id="{4ADF7E3A-81A0-2B00-A3DE-320BBA3EAADC}"/>
              </a:ext>
            </a:extLst>
          </p:cNvPr>
          <p:cNvSpPr/>
          <p:nvPr userDrawn="1"/>
        </p:nvSpPr>
        <p:spPr>
          <a:xfrm>
            <a:off x="1281113" y="584654"/>
            <a:ext cx="1685902" cy="1438275"/>
          </a:xfrm>
          <a:prstGeom prst="rect">
            <a:avLst/>
          </a:prstGeom>
          <a:solidFill>
            <a:srgbClr val="3D9C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KT_Text">
            <a:extLst>
              <a:ext uri="{FF2B5EF4-FFF2-40B4-BE49-F238E27FC236}">
                <a16:creationId xmlns:a16="http://schemas.microsoft.com/office/drawing/2014/main" id="{65E260BD-9AEB-3002-A10D-0ED784F237CC}"/>
              </a:ext>
            </a:extLst>
          </p:cNvPr>
          <p:cNvSpPr txBox="1"/>
          <p:nvPr userDrawn="1"/>
        </p:nvSpPr>
        <p:spPr>
          <a:xfrm>
            <a:off x="1280469" y="732325"/>
            <a:ext cx="1698904" cy="46166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000" b="1" i="0" u="none" strike="noStrike" cap="none">
                <a:solidFill>
                  <a:srgbClr val="FFFFFF"/>
                </a:solidFill>
                <a:latin typeface="Open Sans"/>
                <a:ea typeface="Open Sans"/>
                <a:cs typeface="Open Sans"/>
                <a:sym typeface="Open Sans"/>
              </a:rPr>
              <a:t>Knowledge Check</a:t>
            </a:r>
            <a:endParaRPr sz="2000" b="1" i="0" u="none" strike="noStrike" cap="none">
              <a:solidFill>
                <a:srgbClr val="FFFFFF"/>
              </a:solidFill>
              <a:latin typeface="Open Sans"/>
              <a:ea typeface="Open Sans"/>
              <a:cs typeface="Open Sans"/>
              <a:sym typeface="Open Sans"/>
            </a:endParaRPr>
          </a:p>
        </p:txBody>
      </p:sp>
      <p:sp>
        <p:nvSpPr>
          <p:cNvPr id="11" name="Rec_Box">
            <a:extLst>
              <a:ext uri="{FF2B5EF4-FFF2-40B4-BE49-F238E27FC236}">
                <a16:creationId xmlns:a16="http://schemas.microsoft.com/office/drawing/2014/main" id="{667E1C0D-1A8F-3FEE-62D2-1CF59B597F36}"/>
              </a:ext>
            </a:extLst>
          </p:cNvPr>
          <p:cNvSpPr/>
          <p:nvPr userDrawn="1"/>
        </p:nvSpPr>
        <p:spPr>
          <a:xfrm>
            <a:off x="1275907" y="580480"/>
            <a:ext cx="14093455" cy="1446622"/>
          </a:xfrm>
          <a:prstGeom prst="rect">
            <a:avLst/>
          </a:prstGeom>
          <a:noFill/>
          <a:ln w="12700">
            <a:solidFill>
              <a:srgbClr val="3D9C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
            <a:extLst>
              <a:ext uri="{FF2B5EF4-FFF2-40B4-BE49-F238E27FC236}">
                <a16:creationId xmlns:a16="http://schemas.microsoft.com/office/drawing/2014/main" id="{A40B7AF7-3696-C4FB-D945-5436FC8398CE}"/>
              </a:ext>
            </a:extLst>
          </p:cNvPr>
          <p:cNvSpPr txBox="1"/>
          <p:nvPr userDrawn="1"/>
        </p:nvSpPr>
        <p:spPr>
          <a:xfrm>
            <a:off x="1708922" y="2698180"/>
            <a:ext cx="465463" cy="421719"/>
          </a:xfrm>
          <a:prstGeom prst="rect">
            <a:avLst/>
          </a:prstGeom>
        </p:spPr>
        <p:txBody>
          <a:bodyPr vert="horz" lIns="91440" tIns="45720" rIns="91440" bIns="45720" rtlCol="0" anchor="ctr">
            <a:normAutofit/>
          </a:bodyPr>
          <a:lstStyle>
            <a:lvl1pPr lvl="0" indent="0" defTabSz="914400">
              <a:lnSpc>
                <a:spcPct val="114000"/>
              </a:lnSpc>
              <a:spcBef>
                <a:spcPts val="0"/>
              </a:spcBef>
              <a:buFont typeface="Arial" panose="020B0604020202020204" pitchFamily="34" charset="0"/>
              <a:buNone/>
              <a:defRPr lang="en-GB" sz="2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indent="0" defTabSz="914400">
              <a:lnSpc>
                <a:spcPct val="90000"/>
              </a:lnSpc>
              <a:spcBef>
                <a:spcPts val="500"/>
              </a:spcBef>
              <a:buFont typeface="Arial" panose="020B0604020202020204" pitchFamily="34" charset="0"/>
              <a:buNone/>
            </a:lvl4pPr>
            <a:lvl5pPr indent="0" defTabSz="914400">
              <a:lnSpc>
                <a:spcPct val="90000"/>
              </a:lnSpc>
              <a:spcBef>
                <a:spcPts val="500"/>
              </a:spcBef>
              <a:buFont typeface="Arial" panose="020B0604020202020204" pitchFamily="34" charset="0"/>
              <a:buNone/>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lgn="ctr"/>
            <a:r>
              <a:rPr lang="en-US">
                <a:solidFill>
                  <a:schemeClr val="tx1">
                    <a:lumMod val="75000"/>
                    <a:lumOff val="25000"/>
                  </a:schemeClr>
                </a:solidFill>
              </a:rPr>
              <a:t>A.</a:t>
            </a:r>
          </a:p>
        </p:txBody>
      </p:sp>
      <p:sp>
        <p:nvSpPr>
          <p:cNvPr id="13" name="Opt_A">
            <a:extLst>
              <a:ext uri="{FF2B5EF4-FFF2-40B4-BE49-F238E27FC236}">
                <a16:creationId xmlns:a16="http://schemas.microsoft.com/office/drawing/2014/main" id="{1494EC36-DEF5-5104-F8EA-E3D4B2BBD8E4}"/>
              </a:ext>
            </a:extLst>
          </p:cNvPr>
          <p:cNvSpPr>
            <a:spLocks noGrp="1"/>
          </p:cNvSpPr>
          <p:nvPr>
            <p:ph type="body" sz="quarter" idx="12" hasCustomPrompt="1"/>
          </p:nvPr>
        </p:nvSpPr>
        <p:spPr>
          <a:xfrm>
            <a:off x="2330450" y="2698180"/>
            <a:ext cx="11250613" cy="836613"/>
          </a:xfrm>
        </p:spPr>
        <p:txBody>
          <a:bodyPr anchor="t">
            <a:normAutofit/>
          </a:bodyPr>
          <a:lstStyle>
            <a:lvl1pPr marL="0" indent="0">
              <a:lnSpc>
                <a:spcPct val="114000"/>
              </a:lnSpc>
              <a:spcBef>
                <a:spcPts val="0"/>
              </a:spcBef>
              <a:buNone/>
              <a:defRPr sz="2000">
                <a:solidFill>
                  <a:schemeClr val="tx1">
                    <a:lumMod val="75000"/>
                    <a:lumOff val="2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14" name="B">
            <a:extLst>
              <a:ext uri="{FF2B5EF4-FFF2-40B4-BE49-F238E27FC236}">
                <a16:creationId xmlns:a16="http://schemas.microsoft.com/office/drawing/2014/main" id="{9AFF282F-7CD2-660E-F6FB-6A6841171D6F}"/>
              </a:ext>
            </a:extLst>
          </p:cNvPr>
          <p:cNvSpPr txBox="1"/>
          <p:nvPr userDrawn="1"/>
        </p:nvSpPr>
        <p:spPr>
          <a:xfrm>
            <a:off x="1713038" y="3629064"/>
            <a:ext cx="465463" cy="421719"/>
          </a:xfrm>
          <a:prstGeom prst="rect">
            <a:avLst/>
          </a:prstGeom>
        </p:spPr>
        <p:txBody>
          <a:bodyPr vert="horz" lIns="91440" tIns="45720" rIns="91440" bIns="45720" rtlCol="0" anchor="ctr">
            <a:normAutofit/>
          </a:bodyPr>
          <a:lstStyle>
            <a:lvl1pPr lvl="0" indent="0" defTabSz="914400">
              <a:lnSpc>
                <a:spcPct val="114000"/>
              </a:lnSpc>
              <a:spcBef>
                <a:spcPts val="0"/>
              </a:spcBef>
              <a:buFont typeface="Arial" panose="020B0604020202020204" pitchFamily="34" charset="0"/>
              <a:buNone/>
              <a:defRPr lang="en-GB" sz="2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indent="0" defTabSz="914400">
              <a:lnSpc>
                <a:spcPct val="90000"/>
              </a:lnSpc>
              <a:spcBef>
                <a:spcPts val="500"/>
              </a:spcBef>
              <a:buFont typeface="Arial" panose="020B0604020202020204" pitchFamily="34" charset="0"/>
              <a:buNone/>
            </a:lvl4pPr>
            <a:lvl5pPr indent="0" defTabSz="914400">
              <a:lnSpc>
                <a:spcPct val="90000"/>
              </a:lnSpc>
              <a:spcBef>
                <a:spcPts val="500"/>
              </a:spcBef>
              <a:buFont typeface="Arial" panose="020B0604020202020204" pitchFamily="34" charset="0"/>
              <a:buNone/>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lgn="ctr"/>
            <a:r>
              <a:rPr lang="en-US">
                <a:solidFill>
                  <a:schemeClr val="tx1">
                    <a:lumMod val="75000"/>
                    <a:lumOff val="25000"/>
                  </a:schemeClr>
                </a:solidFill>
              </a:rPr>
              <a:t>B.</a:t>
            </a:r>
          </a:p>
        </p:txBody>
      </p:sp>
      <p:sp>
        <p:nvSpPr>
          <p:cNvPr id="15" name="Opt_B">
            <a:extLst>
              <a:ext uri="{FF2B5EF4-FFF2-40B4-BE49-F238E27FC236}">
                <a16:creationId xmlns:a16="http://schemas.microsoft.com/office/drawing/2014/main" id="{01ADAF17-D7DF-669F-96A4-A5A66652F7E4}"/>
              </a:ext>
            </a:extLst>
          </p:cNvPr>
          <p:cNvSpPr>
            <a:spLocks noGrp="1"/>
          </p:cNvSpPr>
          <p:nvPr>
            <p:ph type="body" sz="quarter" idx="13" hasCustomPrompt="1"/>
          </p:nvPr>
        </p:nvSpPr>
        <p:spPr>
          <a:xfrm>
            <a:off x="2334566" y="3629064"/>
            <a:ext cx="11250613" cy="836613"/>
          </a:xfrm>
        </p:spPr>
        <p:txBody>
          <a:bodyPr anchor="t">
            <a:normAutofit/>
          </a:bodyPr>
          <a:lstStyle>
            <a:lvl1pPr marL="0" indent="0">
              <a:lnSpc>
                <a:spcPct val="114000"/>
              </a:lnSpc>
              <a:spcBef>
                <a:spcPts val="0"/>
              </a:spcBef>
              <a:buNone/>
              <a:defRPr sz="2000">
                <a:solidFill>
                  <a:schemeClr val="tx1">
                    <a:lumMod val="75000"/>
                    <a:lumOff val="2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16" name="C">
            <a:extLst>
              <a:ext uri="{FF2B5EF4-FFF2-40B4-BE49-F238E27FC236}">
                <a16:creationId xmlns:a16="http://schemas.microsoft.com/office/drawing/2014/main" id="{E0054334-AE0D-D3F5-C186-9EAB001CEBAA}"/>
              </a:ext>
            </a:extLst>
          </p:cNvPr>
          <p:cNvSpPr txBox="1"/>
          <p:nvPr userDrawn="1"/>
        </p:nvSpPr>
        <p:spPr>
          <a:xfrm>
            <a:off x="1713038" y="4568181"/>
            <a:ext cx="465463" cy="421719"/>
          </a:xfrm>
          <a:prstGeom prst="rect">
            <a:avLst/>
          </a:prstGeom>
        </p:spPr>
        <p:txBody>
          <a:bodyPr vert="horz" lIns="91440" tIns="45720" rIns="91440" bIns="45720" rtlCol="0" anchor="ctr">
            <a:normAutofit/>
          </a:bodyPr>
          <a:lstStyle>
            <a:lvl1pPr lvl="0" indent="0" defTabSz="914400">
              <a:lnSpc>
                <a:spcPct val="114000"/>
              </a:lnSpc>
              <a:spcBef>
                <a:spcPts val="0"/>
              </a:spcBef>
              <a:buFont typeface="Arial" panose="020B0604020202020204" pitchFamily="34" charset="0"/>
              <a:buNone/>
              <a:defRPr lang="en-GB" sz="2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indent="0" defTabSz="914400">
              <a:lnSpc>
                <a:spcPct val="90000"/>
              </a:lnSpc>
              <a:spcBef>
                <a:spcPts val="500"/>
              </a:spcBef>
              <a:buFont typeface="Arial" panose="020B0604020202020204" pitchFamily="34" charset="0"/>
              <a:buNone/>
            </a:lvl4pPr>
            <a:lvl5pPr indent="0" defTabSz="914400">
              <a:lnSpc>
                <a:spcPct val="90000"/>
              </a:lnSpc>
              <a:spcBef>
                <a:spcPts val="500"/>
              </a:spcBef>
              <a:buFont typeface="Arial" panose="020B0604020202020204" pitchFamily="34" charset="0"/>
              <a:buNone/>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lgn="ctr"/>
            <a:r>
              <a:rPr lang="en-US">
                <a:solidFill>
                  <a:schemeClr val="tx1">
                    <a:lumMod val="75000"/>
                    <a:lumOff val="25000"/>
                  </a:schemeClr>
                </a:solidFill>
              </a:rPr>
              <a:t>C.</a:t>
            </a:r>
          </a:p>
        </p:txBody>
      </p:sp>
      <p:sp>
        <p:nvSpPr>
          <p:cNvPr id="17" name="Opt_C">
            <a:extLst>
              <a:ext uri="{FF2B5EF4-FFF2-40B4-BE49-F238E27FC236}">
                <a16:creationId xmlns:a16="http://schemas.microsoft.com/office/drawing/2014/main" id="{98DDCBFB-B945-8ADF-F3B2-02F8E9E10B08}"/>
              </a:ext>
            </a:extLst>
          </p:cNvPr>
          <p:cNvSpPr>
            <a:spLocks noGrp="1"/>
          </p:cNvSpPr>
          <p:nvPr>
            <p:ph type="body" sz="quarter" idx="14" hasCustomPrompt="1"/>
          </p:nvPr>
        </p:nvSpPr>
        <p:spPr>
          <a:xfrm>
            <a:off x="2334566" y="4568181"/>
            <a:ext cx="11250613" cy="836613"/>
          </a:xfrm>
        </p:spPr>
        <p:txBody>
          <a:bodyPr anchor="t">
            <a:normAutofit/>
          </a:bodyPr>
          <a:lstStyle>
            <a:lvl1pPr marL="0" indent="0">
              <a:lnSpc>
                <a:spcPct val="114000"/>
              </a:lnSpc>
              <a:spcBef>
                <a:spcPts val="0"/>
              </a:spcBef>
              <a:buNone/>
              <a:defRPr sz="2000">
                <a:solidFill>
                  <a:schemeClr val="tx1">
                    <a:lumMod val="75000"/>
                    <a:lumOff val="2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18" name="D">
            <a:extLst>
              <a:ext uri="{FF2B5EF4-FFF2-40B4-BE49-F238E27FC236}">
                <a16:creationId xmlns:a16="http://schemas.microsoft.com/office/drawing/2014/main" id="{A5C29CAE-D65C-162C-E28E-5C00B6BF49E6}"/>
              </a:ext>
            </a:extLst>
          </p:cNvPr>
          <p:cNvSpPr txBox="1"/>
          <p:nvPr userDrawn="1"/>
        </p:nvSpPr>
        <p:spPr>
          <a:xfrm>
            <a:off x="1717154" y="5511422"/>
            <a:ext cx="465463" cy="421719"/>
          </a:xfrm>
          <a:prstGeom prst="rect">
            <a:avLst/>
          </a:prstGeom>
        </p:spPr>
        <p:txBody>
          <a:bodyPr vert="horz" lIns="91440" tIns="45720" rIns="91440" bIns="45720" rtlCol="0" anchor="ctr">
            <a:normAutofit/>
          </a:bodyPr>
          <a:lstStyle>
            <a:lvl1pPr lvl="0" indent="0" defTabSz="914400">
              <a:lnSpc>
                <a:spcPct val="114000"/>
              </a:lnSpc>
              <a:spcBef>
                <a:spcPts val="0"/>
              </a:spcBef>
              <a:buFont typeface="Arial" panose="020B0604020202020204" pitchFamily="34" charset="0"/>
              <a:buNone/>
              <a:defRPr lang="en-GB" sz="2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indent="0" defTabSz="914400">
              <a:lnSpc>
                <a:spcPct val="90000"/>
              </a:lnSpc>
              <a:spcBef>
                <a:spcPts val="500"/>
              </a:spcBef>
              <a:buFont typeface="Arial" panose="020B0604020202020204" pitchFamily="34" charset="0"/>
              <a:buNone/>
            </a:lvl4pPr>
            <a:lvl5pPr indent="0" defTabSz="914400">
              <a:lnSpc>
                <a:spcPct val="90000"/>
              </a:lnSpc>
              <a:spcBef>
                <a:spcPts val="500"/>
              </a:spcBef>
              <a:buFont typeface="Arial" panose="020B0604020202020204" pitchFamily="34" charset="0"/>
              <a:buNone/>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lgn="ctr"/>
            <a:r>
              <a:rPr lang="en-US">
                <a:solidFill>
                  <a:schemeClr val="tx1">
                    <a:lumMod val="75000"/>
                    <a:lumOff val="25000"/>
                  </a:schemeClr>
                </a:solidFill>
              </a:rPr>
              <a:t>D.</a:t>
            </a:r>
          </a:p>
        </p:txBody>
      </p:sp>
      <p:sp>
        <p:nvSpPr>
          <p:cNvPr id="19" name="Opt_D">
            <a:extLst>
              <a:ext uri="{FF2B5EF4-FFF2-40B4-BE49-F238E27FC236}">
                <a16:creationId xmlns:a16="http://schemas.microsoft.com/office/drawing/2014/main" id="{787DB315-5654-6FF4-4775-BE435BA1CC23}"/>
              </a:ext>
            </a:extLst>
          </p:cNvPr>
          <p:cNvSpPr>
            <a:spLocks noGrp="1"/>
          </p:cNvSpPr>
          <p:nvPr>
            <p:ph type="body" sz="quarter" idx="15" hasCustomPrompt="1"/>
          </p:nvPr>
        </p:nvSpPr>
        <p:spPr>
          <a:xfrm>
            <a:off x="2338682" y="5511422"/>
            <a:ext cx="11250613" cy="836613"/>
          </a:xfrm>
        </p:spPr>
        <p:txBody>
          <a:bodyPr anchor="t">
            <a:normAutofit/>
          </a:bodyPr>
          <a:lstStyle>
            <a:lvl1pPr marL="0" indent="0">
              <a:lnSpc>
                <a:spcPct val="114000"/>
              </a:lnSpc>
              <a:spcBef>
                <a:spcPts val="0"/>
              </a:spcBef>
              <a:buNone/>
              <a:defRPr sz="2000">
                <a:solidFill>
                  <a:schemeClr val="tx1">
                    <a:lumMod val="75000"/>
                    <a:lumOff val="2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21" name="Q">
            <a:extLst>
              <a:ext uri="{FF2B5EF4-FFF2-40B4-BE49-F238E27FC236}">
                <a16:creationId xmlns:a16="http://schemas.microsoft.com/office/drawing/2014/main" id="{32B26A31-7ADA-92C4-0EC9-7FBCC4B0F2B6}"/>
              </a:ext>
            </a:extLst>
          </p:cNvPr>
          <p:cNvSpPr>
            <a:spLocks noGrp="1"/>
          </p:cNvSpPr>
          <p:nvPr>
            <p:ph type="body" sz="quarter" idx="11" hasCustomPrompt="1"/>
          </p:nvPr>
        </p:nvSpPr>
        <p:spPr>
          <a:xfrm>
            <a:off x="2967015" y="580287"/>
            <a:ext cx="12401573" cy="1447009"/>
          </a:xfrm>
        </p:spPr>
        <p:txBody>
          <a:bodyPr anchor="ctr"/>
          <a:lstStyle>
            <a:lvl1pPr marL="0" indent="0">
              <a:lnSpc>
                <a:spcPct val="114000"/>
              </a:lnSpc>
              <a:spcBef>
                <a:spcPts val="0"/>
              </a:spcBef>
              <a:buNone/>
              <a:defRPr b="1">
                <a:solidFill>
                  <a:schemeClr val="tx1">
                    <a:lumMod val="75000"/>
                    <a:lumOff val="25000"/>
                  </a:schemeClr>
                </a:solidFill>
              </a:defRPr>
            </a:lvl1pPr>
          </a:lstStyle>
          <a:p>
            <a:pPr lvl="0"/>
            <a:r>
              <a:rPr lang="en-GB"/>
              <a:t>Click to add text</a:t>
            </a:r>
            <a:endParaRPr lang="en-US"/>
          </a:p>
        </p:txBody>
      </p:sp>
      <p:sp>
        <p:nvSpPr>
          <p:cNvPr id="22" name="Q_No">
            <a:extLst>
              <a:ext uri="{FF2B5EF4-FFF2-40B4-BE49-F238E27FC236}">
                <a16:creationId xmlns:a16="http://schemas.microsoft.com/office/drawing/2014/main" id="{6AEFDC33-934D-D32C-A2F5-91C510E8C696}"/>
              </a:ext>
            </a:extLst>
          </p:cNvPr>
          <p:cNvSpPr>
            <a:spLocks noGrp="1"/>
          </p:cNvSpPr>
          <p:nvPr>
            <p:ph type="body" sz="quarter" idx="10" hasCustomPrompt="1"/>
          </p:nvPr>
        </p:nvSpPr>
        <p:spPr>
          <a:xfrm>
            <a:off x="1562390" y="1193800"/>
            <a:ext cx="1135063" cy="830263"/>
          </a:xfrm>
        </p:spPr>
        <p:txBody>
          <a:bodyPr anchor="ctr"/>
          <a:lstStyle>
            <a:lvl1pPr marL="0" indent="0" algn="ctr">
              <a:spcBef>
                <a:spcPts val="0"/>
              </a:spcBef>
              <a:buNone/>
              <a:defRPr b="1">
                <a:solidFill>
                  <a:schemeClr val="bg1"/>
                </a:solidFill>
              </a:defRPr>
            </a:lvl1pPr>
          </a:lstStyle>
          <a:p>
            <a:pPr lvl="0"/>
            <a:r>
              <a:rPr lang="en-US"/>
              <a:t>1</a:t>
            </a:r>
          </a:p>
        </p:txBody>
      </p:sp>
    </p:spTree>
    <p:extLst>
      <p:ext uri="{BB962C8B-B14F-4D97-AF65-F5344CB8AC3E}">
        <p14:creationId xmlns:p14="http://schemas.microsoft.com/office/powerpoint/2010/main" val="5918283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Key Takeaways" preserve="1" userDrawn="1">
  <p:cSld name="1_Key Takeaways">
    <p:spTree>
      <p:nvGrpSpPr>
        <p:cNvPr id="1" name="Shape 129"/>
        <p:cNvGrpSpPr/>
        <p:nvPr/>
      </p:nvGrpSpPr>
      <p:grpSpPr>
        <a:xfrm>
          <a:off x="0" y="0"/>
          <a:ext cx="0" cy="0"/>
          <a:chOff x="0" y="0"/>
          <a:chExt cx="0" cy="0"/>
        </a:xfrm>
      </p:grpSpPr>
      <p:pic>
        <p:nvPicPr>
          <p:cNvPr id="130" name="Google Shape;130;p33"/>
          <p:cNvPicPr preferRelativeResize="0"/>
          <p:nvPr/>
        </p:nvPicPr>
        <p:blipFill>
          <a:blip r:embed="rId2"/>
          <a:srcRect/>
          <a:stretch/>
        </p:blipFill>
        <p:spPr>
          <a:xfrm>
            <a:off x="0" y="0"/>
            <a:ext cx="16255999" cy="9143999"/>
          </a:xfrm>
          <a:prstGeom prst="rect">
            <a:avLst/>
          </a:prstGeom>
          <a:noFill/>
          <a:ln>
            <a:noFill/>
          </a:ln>
        </p:spPr>
      </p:pic>
      <p:sp>
        <p:nvSpPr>
          <p:cNvPr id="2" name="Google Shape;47;p27">
            <a:extLst>
              <a:ext uri="{FF2B5EF4-FFF2-40B4-BE49-F238E27FC236}">
                <a16:creationId xmlns:a16="http://schemas.microsoft.com/office/drawing/2014/main" id="{DFADBA2E-0E91-C8B8-3A16-37E16A8024BC}"/>
              </a:ext>
            </a:extLst>
          </p:cNvPr>
          <p:cNvSpPr/>
          <p:nvPr userDrawn="1"/>
        </p:nvSpPr>
        <p:spPr>
          <a:xfrm>
            <a:off x="2747395" y="274390"/>
            <a:ext cx="4819800" cy="523200"/>
          </a:xfrm>
          <a:prstGeom prst="rect">
            <a:avLst/>
          </a:prstGeom>
          <a:noFill/>
          <a:ln>
            <a:noFill/>
          </a:ln>
        </p:spPr>
        <p:txBody>
          <a:bodyPr spcFirstLastPara="1" wrap="square" lIns="91425" tIns="45700" rIns="91425" bIns="45700" anchor="t" anchorCtr="0">
            <a:spAutoFit/>
          </a:bodyPr>
          <a:lstStyle/>
          <a:p>
            <a:pPr marL="228600" marR="0" lvl="0" indent="0" algn="ctr" rtl="0">
              <a:lnSpc>
                <a:spcPct val="100000"/>
              </a:lnSpc>
              <a:spcBef>
                <a:spcPts val="0"/>
              </a:spcBef>
              <a:spcAft>
                <a:spcPts val="0"/>
              </a:spcAft>
              <a:buClr>
                <a:srgbClr val="3F3F3F"/>
              </a:buClr>
              <a:buSzPts val="2200"/>
              <a:buFont typeface="Arial"/>
              <a:buNone/>
            </a:pPr>
            <a:r>
              <a:rPr lang="en-US" sz="2800" b="1" i="0" u="none" strike="noStrike" cap="none" dirty="0">
                <a:solidFill>
                  <a:schemeClr val="tx1">
                    <a:lumMod val="75000"/>
                    <a:lumOff val="25000"/>
                  </a:schemeClr>
                </a:solidFill>
                <a:latin typeface="Open Sans"/>
                <a:ea typeface="Open Sans"/>
                <a:cs typeface="Open Sans"/>
                <a:sym typeface="Open Sans"/>
              </a:rPr>
              <a:t>Key Takeaways</a:t>
            </a:r>
            <a:endParaRPr lang="en-US" sz="1400" b="0" i="0" u="none" strike="noStrike" cap="none" dirty="0">
              <a:solidFill>
                <a:schemeClr val="tx1">
                  <a:lumMod val="75000"/>
                  <a:lumOff val="25000"/>
                </a:schemeClr>
              </a:solidFill>
              <a:latin typeface="Arial"/>
              <a:ea typeface="Arial"/>
              <a:cs typeface="Arial"/>
              <a:sym typeface="Arial"/>
            </a:endParaRPr>
          </a:p>
        </p:txBody>
      </p:sp>
      <p:sp>
        <p:nvSpPr>
          <p:cNvPr id="4" name="Brandline_LVC">
            <a:extLst>
              <a:ext uri="{FF2B5EF4-FFF2-40B4-BE49-F238E27FC236}">
                <a16:creationId xmlns:a16="http://schemas.microsoft.com/office/drawing/2014/main" id="{F274DB65-9471-8FF1-5F67-3A8B02FBF3BD}"/>
              </a:ext>
            </a:extLst>
          </p:cNvPr>
          <p:cNvSpPr/>
          <p:nvPr userDrawn="1"/>
        </p:nvSpPr>
        <p:spPr>
          <a:xfrm>
            <a:off x="3559993" y="837660"/>
            <a:ext cx="3377485"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75000"/>
                  <a:lumOff val="25000"/>
                </a:schemeClr>
              </a:solidFill>
            </a:endParaRPr>
          </a:p>
        </p:txBody>
      </p:sp>
      <p:sp>
        <p:nvSpPr>
          <p:cNvPr id="3" name="Text Placeholder 4">
            <a:extLst>
              <a:ext uri="{FF2B5EF4-FFF2-40B4-BE49-F238E27FC236}">
                <a16:creationId xmlns:a16="http://schemas.microsoft.com/office/drawing/2014/main" id="{96AF3B2F-06F8-C0B9-F594-763BF82CAEE1}"/>
              </a:ext>
            </a:extLst>
          </p:cNvPr>
          <p:cNvSpPr>
            <a:spLocks noGrp="1"/>
          </p:cNvSpPr>
          <p:nvPr>
            <p:ph type="body" sz="quarter" idx="15" hasCustomPrompt="1"/>
          </p:nvPr>
        </p:nvSpPr>
        <p:spPr>
          <a:xfrm>
            <a:off x="1332875" y="1967907"/>
            <a:ext cx="9036000" cy="1011600"/>
          </a:xfrm>
        </p:spPr>
        <p:txBody>
          <a:bodyPr vert="horz" lIns="91440" tIns="45720" rIns="91440" bIns="45720" rtlCol="0" anchor="t">
            <a:normAutofit/>
          </a:bodyPr>
          <a:lstStyle>
            <a:lvl1pPr marL="0" indent="0">
              <a:buNone/>
              <a:defRPr lang="en-GB" dirty="0">
                <a:solidFill>
                  <a:schemeClr val="tx1">
                    <a:lumMod val="75000"/>
                    <a:lumOff val="25000"/>
                  </a:schemeClr>
                </a:solidFill>
              </a:defRPr>
            </a:lvl1pPr>
          </a:lstStyle>
          <a:p>
            <a:pPr marL="228600" lvl="0" indent="-228600">
              <a:spcBef>
                <a:spcPts val="0"/>
              </a:spcBef>
            </a:pPr>
            <a:r>
              <a:rPr lang="en-GB"/>
              <a:t>Click to add text</a:t>
            </a:r>
          </a:p>
        </p:txBody>
      </p:sp>
      <p:sp>
        <p:nvSpPr>
          <p:cNvPr id="5" name="Text Placeholder 4">
            <a:extLst>
              <a:ext uri="{FF2B5EF4-FFF2-40B4-BE49-F238E27FC236}">
                <a16:creationId xmlns:a16="http://schemas.microsoft.com/office/drawing/2014/main" id="{887B16BD-1678-AAEB-705C-ACC6F4E638BB}"/>
              </a:ext>
            </a:extLst>
          </p:cNvPr>
          <p:cNvSpPr>
            <a:spLocks noGrp="1"/>
          </p:cNvSpPr>
          <p:nvPr>
            <p:ph type="body" sz="quarter" idx="16" hasCustomPrompt="1"/>
          </p:nvPr>
        </p:nvSpPr>
        <p:spPr>
          <a:xfrm>
            <a:off x="1332356" y="2755555"/>
            <a:ext cx="9036000" cy="1011600"/>
          </a:xfrm>
        </p:spPr>
        <p:txBody>
          <a:bodyPr anchor="t"/>
          <a:lstStyle>
            <a:lvl1pPr marL="0" indent="0">
              <a:lnSpc>
                <a:spcPct val="114000"/>
              </a:lnSpc>
              <a:spcBef>
                <a:spcPts val="0"/>
              </a:spcBef>
              <a:buFont typeface="Arial" panose="020B0604020202020204" pitchFamily="34" charset="0"/>
              <a:buNone/>
              <a:defRPr>
                <a:solidFill>
                  <a:schemeClr val="tx1">
                    <a:lumMod val="75000"/>
                    <a:lumOff val="25000"/>
                  </a:schemeClr>
                </a:solidFill>
              </a:defRPr>
            </a:lvl1pPr>
            <a:lvl2pPr>
              <a:spcBef>
                <a:spcPts val="0"/>
              </a:spcBef>
              <a:defRPr/>
            </a:lvl2pPr>
            <a:lvl3pPr>
              <a:spcBef>
                <a:spcPts val="0"/>
              </a:spcBef>
              <a:defRPr/>
            </a:lvl3pPr>
          </a:lstStyle>
          <a:p>
            <a:pPr lvl="0"/>
            <a:r>
              <a:rPr lang="en-GB"/>
              <a:t>Click to add text</a:t>
            </a:r>
          </a:p>
        </p:txBody>
      </p:sp>
      <p:sp>
        <p:nvSpPr>
          <p:cNvPr id="6" name="Text Placeholder 4">
            <a:extLst>
              <a:ext uri="{FF2B5EF4-FFF2-40B4-BE49-F238E27FC236}">
                <a16:creationId xmlns:a16="http://schemas.microsoft.com/office/drawing/2014/main" id="{9DA0B994-BAF5-3871-1AE2-2955090941D6}"/>
              </a:ext>
            </a:extLst>
          </p:cNvPr>
          <p:cNvSpPr>
            <a:spLocks noGrp="1"/>
          </p:cNvSpPr>
          <p:nvPr>
            <p:ph type="body" sz="quarter" idx="17" hasCustomPrompt="1"/>
          </p:nvPr>
        </p:nvSpPr>
        <p:spPr>
          <a:xfrm>
            <a:off x="1331837" y="3567917"/>
            <a:ext cx="9036000" cy="1011600"/>
          </a:xfrm>
        </p:spPr>
        <p:txBody>
          <a:bodyPr anchor="t"/>
          <a:lstStyle>
            <a:lvl1pPr marL="0" indent="0">
              <a:lnSpc>
                <a:spcPct val="114000"/>
              </a:lnSpc>
              <a:spcBef>
                <a:spcPts val="0"/>
              </a:spcBef>
              <a:buFont typeface="Arial" panose="020B0604020202020204" pitchFamily="34" charset="0"/>
              <a:buNone/>
              <a:defRPr>
                <a:solidFill>
                  <a:schemeClr val="tx1">
                    <a:lumMod val="75000"/>
                    <a:lumOff val="25000"/>
                  </a:schemeClr>
                </a:solidFill>
              </a:defRPr>
            </a:lvl1pPr>
            <a:lvl2pPr>
              <a:spcBef>
                <a:spcPts val="0"/>
              </a:spcBef>
              <a:defRPr/>
            </a:lvl2pPr>
            <a:lvl3pPr>
              <a:spcBef>
                <a:spcPts val="0"/>
              </a:spcBef>
              <a:defRPr/>
            </a:lvl3pPr>
          </a:lstStyle>
          <a:p>
            <a:pPr lvl="0"/>
            <a:r>
              <a:rPr lang="en-GB"/>
              <a:t>Click to add text</a:t>
            </a:r>
          </a:p>
        </p:txBody>
      </p:sp>
      <p:sp>
        <p:nvSpPr>
          <p:cNvPr id="7" name="Text Placeholder 4">
            <a:extLst>
              <a:ext uri="{FF2B5EF4-FFF2-40B4-BE49-F238E27FC236}">
                <a16:creationId xmlns:a16="http://schemas.microsoft.com/office/drawing/2014/main" id="{9153C8D8-C81D-C688-AD6D-054C831ED8FF}"/>
              </a:ext>
            </a:extLst>
          </p:cNvPr>
          <p:cNvSpPr>
            <a:spLocks noGrp="1"/>
          </p:cNvSpPr>
          <p:nvPr>
            <p:ph type="body" sz="quarter" idx="18" hasCustomPrompt="1"/>
          </p:nvPr>
        </p:nvSpPr>
        <p:spPr>
          <a:xfrm>
            <a:off x="1332873" y="4392637"/>
            <a:ext cx="9034445" cy="1010072"/>
          </a:xfrm>
        </p:spPr>
        <p:txBody>
          <a:bodyPr anchor="t"/>
          <a:lstStyle>
            <a:lvl1pPr marL="0" indent="0">
              <a:lnSpc>
                <a:spcPct val="114000"/>
              </a:lnSpc>
              <a:spcBef>
                <a:spcPts val="0"/>
              </a:spcBef>
              <a:buFont typeface="Arial" panose="020B0604020202020204" pitchFamily="34" charset="0"/>
              <a:buNone/>
              <a:defRPr>
                <a:solidFill>
                  <a:schemeClr val="tx1">
                    <a:lumMod val="75000"/>
                    <a:lumOff val="25000"/>
                  </a:schemeClr>
                </a:solidFill>
              </a:defRPr>
            </a:lvl1pPr>
            <a:lvl2pPr>
              <a:spcBef>
                <a:spcPts val="0"/>
              </a:spcBef>
              <a:defRPr/>
            </a:lvl2pPr>
            <a:lvl3pPr>
              <a:spcBef>
                <a:spcPts val="0"/>
              </a:spcBef>
              <a:defRPr/>
            </a:lvl3pPr>
          </a:lstStyle>
          <a:p>
            <a:pPr lvl="0"/>
            <a:r>
              <a:rPr lang="en-GB"/>
              <a:t>Click to add text</a:t>
            </a:r>
          </a:p>
        </p:txBody>
      </p:sp>
      <p:grpSp>
        <p:nvGrpSpPr>
          <p:cNvPr id="23" name="Group 22" hidden="1">
            <a:extLst>
              <a:ext uri="{FF2B5EF4-FFF2-40B4-BE49-F238E27FC236}">
                <a16:creationId xmlns:a16="http://schemas.microsoft.com/office/drawing/2014/main" id="{7D3CB7FC-1EE6-F753-459E-16D565CC72D5}"/>
              </a:ext>
            </a:extLst>
          </p:cNvPr>
          <p:cNvGrpSpPr>
            <a:grpSpLocks noGrp="1" noUngrp="1" noRot="1" noMove="1" noResize="1"/>
          </p:cNvGrpSpPr>
          <p:nvPr userDrawn="1"/>
        </p:nvGrpSpPr>
        <p:grpSpPr>
          <a:xfrm>
            <a:off x="1239953" y="642551"/>
            <a:ext cx="4011669" cy="4670397"/>
            <a:chOff x="1239953" y="642551"/>
            <a:chExt cx="4011669" cy="4670397"/>
          </a:xfrm>
        </p:grpSpPr>
        <p:sp>
          <p:nvSpPr>
            <p:cNvPr id="24" name="Rectangle 23">
              <a:extLst>
                <a:ext uri="{FF2B5EF4-FFF2-40B4-BE49-F238E27FC236}">
                  <a16:creationId xmlns:a16="http://schemas.microsoft.com/office/drawing/2014/main" id="{7938B2B5-F7D2-93C4-4B9B-2A8705CFBB0D}"/>
                </a:ext>
              </a:extLst>
            </p:cNvPr>
            <p:cNvSpPr>
              <a:spLocks noGrp="1" noRot="1" noMove="1" noResize="1" noEditPoints="1" noAdjustHandles="1" noChangeArrowheads="1" noChangeShapeType="1"/>
            </p:cNvSpPr>
            <p:nvPr userDrawn="1"/>
          </p:nvSpPr>
          <p:spPr>
            <a:xfrm>
              <a:off x="2967652" y="642551"/>
              <a:ext cx="2283970" cy="149516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C60516D-1A86-E05D-CDB5-234F5B190421}"/>
                </a:ext>
              </a:extLst>
            </p:cNvPr>
            <p:cNvSpPr>
              <a:spLocks noGrp="1" noRot="1" noMove="1" noResize="1" noEditPoints="1" noAdjustHandles="1" noChangeArrowheads="1" noChangeShapeType="1"/>
            </p:cNvSpPr>
            <p:nvPr userDrawn="1"/>
          </p:nvSpPr>
          <p:spPr>
            <a:xfrm>
              <a:off x="1239953" y="2290530"/>
              <a:ext cx="594000" cy="59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61049D24-171C-A4CE-5C84-362BCAE9D2EF}"/>
                </a:ext>
              </a:extLst>
            </p:cNvPr>
            <p:cNvSpPr>
              <a:spLocks noGrp="1" noRot="1" noMove="1" noResize="1" noEditPoints="1" noAdjustHandles="1" noChangeArrowheads="1" noChangeShapeType="1"/>
            </p:cNvSpPr>
            <p:nvPr userDrawn="1"/>
          </p:nvSpPr>
          <p:spPr>
            <a:xfrm>
              <a:off x="1332872" y="3094469"/>
              <a:ext cx="594000" cy="59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EB4E1D9-0180-437B-334A-07F7823362C0}"/>
                </a:ext>
              </a:extLst>
            </p:cNvPr>
            <p:cNvSpPr>
              <a:spLocks noGrp="1" noRot="1" noMove="1" noResize="1" noEditPoints="1" noAdjustHandles="1" noChangeArrowheads="1" noChangeShapeType="1"/>
            </p:cNvSpPr>
            <p:nvPr userDrawn="1"/>
          </p:nvSpPr>
          <p:spPr>
            <a:xfrm>
              <a:off x="1332872" y="3903123"/>
              <a:ext cx="594000" cy="59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0CFBF9F-0A86-F779-0E1B-EE628909727A}"/>
                </a:ext>
              </a:extLst>
            </p:cNvPr>
            <p:cNvSpPr>
              <a:spLocks noGrp="1" noRot="1" noMove="1" noResize="1" noEditPoints="1" noAdjustHandles="1" noChangeArrowheads="1" noChangeShapeType="1"/>
            </p:cNvSpPr>
            <p:nvPr userDrawn="1"/>
          </p:nvSpPr>
          <p:spPr>
            <a:xfrm>
              <a:off x="1332872" y="4718948"/>
              <a:ext cx="594000" cy="59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600040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Assisted Practice">
    <p:spTree>
      <p:nvGrpSpPr>
        <p:cNvPr id="1" name=""/>
        <p:cNvGrpSpPr/>
        <p:nvPr/>
      </p:nvGrpSpPr>
      <p:grpSpPr>
        <a:xfrm>
          <a:off x="0" y="0"/>
          <a:ext cx="0" cy="0"/>
          <a:chOff x="0" y="0"/>
          <a:chExt cx="0" cy="0"/>
        </a:xfrm>
      </p:grpSpPr>
      <p:pic>
        <p:nvPicPr>
          <p:cNvPr id="3" name="Google Shape;145;p35">
            <a:extLst>
              <a:ext uri="{FF2B5EF4-FFF2-40B4-BE49-F238E27FC236}">
                <a16:creationId xmlns:a16="http://schemas.microsoft.com/office/drawing/2014/main" id="{3DE6C980-51B8-EAB6-D92E-2C853D6EBC40}"/>
              </a:ext>
            </a:extLst>
          </p:cNvPr>
          <p:cNvPicPr preferRelativeResize="0"/>
          <p:nvPr userDrawn="1"/>
        </p:nvPicPr>
        <p:blipFill>
          <a:blip r:embed="rId2"/>
          <a:srcRect/>
          <a:stretch/>
        </p:blipFill>
        <p:spPr>
          <a:xfrm>
            <a:off x="0" y="0"/>
            <a:ext cx="16255998" cy="9143999"/>
          </a:xfrm>
          <a:prstGeom prst="rect">
            <a:avLst/>
          </a:prstGeom>
          <a:noFill/>
          <a:ln>
            <a:noFill/>
          </a:ln>
        </p:spPr>
      </p:pic>
      <p:pic>
        <p:nvPicPr>
          <p:cNvPr id="4" name="Google Shape;113;p27">
            <a:extLst>
              <a:ext uri="{FF2B5EF4-FFF2-40B4-BE49-F238E27FC236}">
                <a16:creationId xmlns:a16="http://schemas.microsoft.com/office/drawing/2014/main" id="{734849E0-7011-DCAE-0132-1322B2CB68DB}"/>
              </a:ext>
            </a:extLst>
          </p:cNvPr>
          <p:cNvPicPr preferRelativeResize="0"/>
          <p:nvPr userDrawn="1"/>
        </p:nvPicPr>
        <p:blipFill>
          <a:blip r:embed="rId3">
            <a:extLst>
              <a:ext uri="{28A0092B-C50C-407E-A947-70E740481C1C}">
                <a14:useLocalDpi xmlns:a14="http://schemas.microsoft.com/office/drawing/2010/main" val="0"/>
              </a:ext>
            </a:extLst>
          </a:blip>
          <a:srcRect/>
          <a:stretch/>
        </p:blipFill>
        <p:spPr>
          <a:xfrm>
            <a:off x="0" y="0"/>
            <a:ext cx="16255999" cy="9144000"/>
          </a:xfrm>
          <a:prstGeom prst="rect">
            <a:avLst/>
          </a:prstGeom>
          <a:noFill/>
          <a:ln>
            <a:noFill/>
          </a:ln>
        </p:spPr>
      </p:pic>
      <p:sp>
        <p:nvSpPr>
          <p:cNvPr id="5" name="Google Shape;149;p35">
            <a:extLst>
              <a:ext uri="{FF2B5EF4-FFF2-40B4-BE49-F238E27FC236}">
                <a16:creationId xmlns:a16="http://schemas.microsoft.com/office/drawing/2014/main" id="{7948A9B8-596D-80F3-DBBD-D7EDD89ABE09}"/>
              </a:ext>
            </a:extLst>
          </p:cNvPr>
          <p:cNvSpPr txBox="1">
            <a:spLocks noGrp="1"/>
          </p:cNvSpPr>
          <p:nvPr>
            <p:ph type="title"/>
          </p:nvPr>
        </p:nvSpPr>
        <p:spPr>
          <a:xfrm>
            <a:off x="1297626" y="436395"/>
            <a:ext cx="9696532" cy="665045"/>
          </a:xfrm>
          <a:prstGeom prst="rect">
            <a:avLst/>
          </a:prstGeom>
          <a:noFill/>
          <a:ln>
            <a:noFill/>
          </a:ln>
        </p:spPr>
        <p:txBody>
          <a:bodyPr spcFirstLastPara="1" wrap="square" lIns="91425" tIns="45700" rIns="91425" bIns="45700" anchor="ctr" anchorCtr="0">
            <a:noAutofit/>
          </a:bodyPr>
          <a:lstStyle>
            <a:lvl1pPr marL="0" lvl="0" indent="0" algn="l">
              <a:lnSpc>
                <a:spcPct val="114000"/>
              </a:lnSpc>
              <a:spcBef>
                <a:spcPts val="0"/>
              </a:spcBef>
              <a:spcAft>
                <a:spcPts val="0"/>
              </a:spcAft>
              <a:buSzPts val="4400"/>
              <a:buFont typeface="Arial" panose="020B0604020202020204" pitchFamily="34" charset="0"/>
              <a:buNone/>
              <a:defRPr sz="2800" b="1">
                <a:solidFill>
                  <a:schemeClr val="lt1"/>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 name="Text Placeholder 6">
            <a:extLst>
              <a:ext uri="{FF2B5EF4-FFF2-40B4-BE49-F238E27FC236}">
                <a16:creationId xmlns:a16="http://schemas.microsoft.com/office/drawing/2014/main" id="{D6E140C6-C70A-C947-7711-0BA4214D3E0D}"/>
              </a:ext>
            </a:extLst>
          </p:cNvPr>
          <p:cNvSpPr>
            <a:spLocks noGrp="1"/>
          </p:cNvSpPr>
          <p:nvPr>
            <p:ph type="body" sz="quarter" idx="11"/>
          </p:nvPr>
        </p:nvSpPr>
        <p:spPr>
          <a:xfrm>
            <a:off x="1291857" y="2854366"/>
            <a:ext cx="13696999" cy="5389521"/>
          </a:xfrm>
          <a:prstGeom prst="rect">
            <a:avLst/>
          </a:prstGeom>
        </p:spPr>
        <p:txBody>
          <a:bodyPr/>
          <a:lstStyle>
            <a:lvl1pPr marL="0" indent="0" algn="ctr">
              <a:lnSpc>
                <a:spcPct val="114000"/>
              </a:lnSpc>
              <a:spcBef>
                <a:spcPts val="0"/>
              </a:spcBef>
              <a:buFont typeface="Arial" panose="020B0604020202020204" pitchFamily="34" charset="0"/>
              <a:buNone/>
              <a:defRPr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
        <p:nvSpPr>
          <p:cNvPr id="7" name="Text Placeholder 6">
            <a:extLst>
              <a:ext uri="{FF2B5EF4-FFF2-40B4-BE49-F238E27FC236}">
                <a16:creationId xmlns:a16="http://schemas.microsoft.com/office/drawing/2014/main" id="{CB5683BC-C8F7-FCBC-E768-137F5B5152C9}"/>
              </a:ext>
            </a:extLst>
          </p:cNvPr>
          <p:cNvSpPr>
            <a:spLocks noGrp="1"/>
          </p:cNvSpPr>
          <p:nvPr>
            <p:ph type="body" sz="quarter" idx="12"/>
          </p:nvPr>
        </p:nvSpPr>
        <p:spPr>
          <a:xfrm>
            <a:off x="1291857" y="1795807"/>
            <a:ext cx="13696999" cy="814506"/>
          </a:xfrm>
          <a:prstGeom prst="rect">
            <a:avLst/>
          </a:prstGeom>
        </p:spPr>
        <p:txBody>
          <a:bodyPr/>
          <a:lstStyle>
            <a:lvl1pPr marL="0" indent="0" algn="ctr">
              <a:lnSpc>
                <a:spcPct val="114000"/>
              </a:lnSpc>
              <a:spcBef>
                <a:spcPts val="0"/>
              </a:spcBef>
              <a:buFont typeface="Arial" panose="020B0604020202020204" pitchFamily="34" charset="0"/>
              <a:buNone/>
              <a:defRPr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Tree>
    <p:extLst>
      <p:ext uri="{BB962C8B-B14F-4D97-AF65-F5344CB8AC3E}">
        <p14:creationId xmlns:p14="http://schemas.microsoft.com/office/powerpoint/2010/main" val="8776669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Unassisted Practice" preserve="1" userDrawn="1">
  <p:cSld name="Unassisted Practice">
    <p:spTree>
      <p:nvGrpSpPr>
        <p:cNvPr id="1" name="Shape 144"/>
        <p:cNvGrpSpPr/>
        <p:nvPr/>
      </p:nvGrpSpPr>
      <p:grpSpPr>
        <a:xfrm>
          <a:off x="0" y="0"/>
          <a:ext cx="0" cy="0"/>
          <a:chOff x="0" y="0"/>
          <a:chExt cx="0" cy="0"/>
        </a:xfrm>
      </p:grpSpPr>
      <p:pic>
        <p:nvPicPr>
          <p:cNvPr id="145" name="Google Shape;145;p35"/>
          <p:cNvPicPr preferRelativeResize="0"/>
          <p:nvPr/>
        </p:nvPicPr>
        <p:blipFill>
          <a:blip r:embed="rId2"/>
          <a:srcRect/>
          <a:stretch/>
        </p:blipFill>
        <p:spPr>
          <a:xfrm>
            <a:off x="0" y="0"/>
            <a:ext cx="16255998" cy="9143999"/>
          </a:xfrm>
          <a:prstGeom prst="rect">
            <a:avLst/>
          </a:prstGeom>
          <a:noFill/>
          <a:ln>
            <a:noFill/>
          </a:ln>
        </p:spPr>
      </p:pic>
      <p:pic>
        <p:nvPicPr>
          <p:cNvPr id="147" name="Google Shape;147;p35"/>
          <p:cNvPicPr preferRelativeResize="0"/>
          <p:nvPr/>
        </p:nvPicPr>
        <p:blipFill>
          <a:blip r:embed="rId3">
            <a:extLst>
              <a:ext uri="{28A0092B-C50C-407E-A947-70E740481C1C}">
                <a14:useLocalDpi xmlns:a14="http://schemas.microsoft.com/office/drawing/2010/main" val="0"/>
              </a:ext>
            </a:extLst>
          </a:blip>
          <a:srcRect/>
          <a:stretch/>
        </p:blipFill>
        <p:spPr>
          <a:xfrm>
            <a:off x="0" y="0"/>
            <a:ext cx="16255999" cy="9144000"/>
          </a:xfrm>
          <a:prstGeom prst="rect">
            <a:avLst/>
          </a:prstGeom>
          <a:noFill/>
          <a:ln>
            <a:noFill/>
          </a:ln>
        </p:spPr>
      </p:pic>
      <p:sp>
        <p:nvSpPr>
          <p:cNvPr id="149" name="Google Shape;149;p35"/>
          <p:cNvSpPr txBox="1">
            <a:spLocks noGrp="1"/>
          </p:cNvSpPr>
          <p:nvPr>
            <p:ph type="title"/>
          </p:nvPr>
        </p:nvSpPr>
        <p:spPr>
          <a:xfrm>
            <a:off x="1297626" y="436395"/>
            <a:ext cx="9696532" cy="665045"/>
          </a:xfrm>
          <a:prstGeom prst="rect">
            <a:avLst/>
          </a:prstGeom>
          <a:noFill/>
          <a:ln>
            <a:noFill/>
          </a:ln>
        </p:spPr>
        <p:txBody>
          <a:bodyPr spcFirstLastPara="1" wrap="square" lIns="91425" tIns="45700" rIns="91425" bIns="45700" anchor="ctr" anchorCtr="0">
            <a:noAutofit/>
          </a:bodyPr>
          <a:lstStyle>
            <a:lvl1pPr marL="0" lvl="0" indent="0" algn="l">
              <a:lnSpc>
                <a:spcPct val="114000"/>
              </a:lnSpc>
              <a:spcBef>
                <a:spcPts val="0"/>
              </a:spcBef>
              <a:spcAft>
                <a:spcPts val="0"/>
              </a:spcAft>
              <a:buSzPts val="4400"/>
              <a:buFont typeface="Arial" panose="020B0604020202020204" pitchFamily="34" charset="0"/>
              <a:buNone/>
              <a:defRPr sz="2800" b="1">
                <a:solidFill>
                  <a:schemeClr val="lt1"/>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 name="Text Placeholder 6">
            <a:extLst>
              <a:ext uri="{FF2B5EF4-FFF2-40B4-BE49-F238E27FC236}">
                <a16:creationId xmlns:a16="http://schemas.microsoft.com/office/drawing/2014/main" id="{4DC99CB9-B9F0-7414-1AF5-045EF855FDA1}"/>
              </a:ext>
            </a:extLst>
          </p:cNvPr>
          <p:cNvSpPr>
            <a:spLocks noGrp="1"/>
          </p:cNvSpPr>
          <p:nvPr>
            <p:ph type="body" sz="quarter" idx="11"/>
          </p:nvPr>
        </p:nvSpPr>
        <p:spPr>
          <a:xfrm>
            <a:off x="1291857" y="2854366"/>
            <a:ext cx="13696999" cy="5389521"/>
          </a:xfrm>
          <a:prstGeom prst="rect">
            <a:avLst/>
          </a:prstGeom>
        </p:spPr>
        <p:txBody>
          <a:bodyPr/>
          <a:lstStyle>
            <a:lvl1pPr marL="0" indent="0" algn="ctr">
              <a:lnSpc>
                <a:spcPct val="114000"/>
              </a:lnSpc>
              <a:spcBef>
                <a:spcPts val="0"/>
              </a:spcBef>
              <a:buFont typeface="Arial" panose="020B0604020202020204" pitchFamily="34" charset="0"/>
              <a:buNone/>
              <a:defRPr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
        <p:nvSpPr>
          <p:cNvPr id="5" name="Text Placeholder 6">
            <a:extLst>
              <a:ext uri="{FF2B5EF4-FFF2-40B4-BE49-F238E27FC236}">
                <a16:creationId xmlns:a16="http://schemas.microsoft.com/office/drawing/2014/main" id="{CF61395D-ECD0-5341-1B2E-8C1937098D4C}"/>
              </a:ext>
            </a:extLst>
          </p:cNvPr>
          <p:cNvSpPr>
            <a:spLocks noGrp="1"/>
          </p:cNvSpPr>
          <p:nvPr>
            <p:ph type="body" sz="quarter" idx="12"/>
          </p:nvPr>
        </p:nvSpPr>
        <p:spPr>
          <a:xfrm>
            <a:off x="1291857" y="1795807"/>
            <a:ext cx="13696999" cy="814506"/>
          </a:xfrm>
          <a:prstGeom prst="rect">
            <a:avLst/>
          </a:prstGeom>
        </p:spPr>
        <p:txBody>
          <a:bodyPr/>
          <a:lstStyle>
            <a:lvl1pPr marL="0" indent="0" algn="ctr">
              <a:lnSpc>
                <a:spcPct val="114000"/>
              </a:lnSpc>
              <a:spcBef>
                <a:spcPts val="0"/>
              </a:spcBef>
              <a:buFont typeface="Arial" panose="020B0604020202020204" pitchFamily="34" charset="0"/>
              <a:buNone/>
              <a:defRPr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Tree>
    <p:extLst>
      <p:ext uri="{BB962C8B-B14F-4D97-AF65-F5344CB8AC3E}">
        <p14:creationId xmlns:p14="http://schemas.microsoft.com/office/powerpoint/2010/main" val="27990267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ullet_for_Practise">
    <p:spTree>
      <p:nvGrpSpPr>
        <p:cNvPr id="1" name=""/>
        <p:cNvGrpSpPr/>
        <p:nvPr/>
      </p:nvGrpSpPr>
      <p:grpSpPr>
        <a:xfrm>
          <a:off x="0" y="0"/>
          <a:ext cx="0" cy="0"/>
          <a:chOff x="0" y="0"/>
          <a:chExt cx="0" cy="0"/>
        </a:xfrm>
      </p:grpSpPr>
      <p:sp>
        <p:nvSpPr>
          <p:cNvPr id="6" name="Google Shape;73;p29">
            <a:extLst>
              <a:ext uri="{FF2B5EF4-FFF2-40B4-BE49-F238E27FC236}">
                <a16:creationId xmlns:a16="http://schemas.microsoft.com/office/drawing/2014/main" id="{D1405CDE-CE1A-9CEE-B0C9-004F72CAF344}"/>
              </a:ext>
            </a:extLst>
          </p:cNvPr>
          <p:cNvSpPr txBox="1">
            <a:spLocks noGrp="1"/>
          </p:cNvSpPr>
          <p:nvPr>
            <p:ph type="body" idx="11"/>
          </p:nvPr>
        </p:nvSpPr>
        <p:spPr>
          <a:xfrm>
            <a:off x="1291857" y="1788696"/>
            <a:ext cx="13696999" cy="821615"/>
          </a:xfrm>
          <a:prstGeom prst="rect">
            <a:avLst/>
          </a:prstGeom>
          <a:noFill/>
          <a:ln>
            <a:noFill/>
          </a:ln>
        </p:spPr>
        <p:txBody>
          <a:bodyPr spcFirstLastPara="1" vert="horz" wrap="square" lIns="91425" tIns="0" rIns="91425" bIns="0" rtlCol="0" anchor="t" anchorCtr="0">
            <a:normAutofit/>
          </a:bodyPr>
          <a:lstStyle>
            <a:lvl1pPr marL="0" indent="0">
              <a:buNone/>
              <a:defRPr>
                <a:solidFill>
                  <a:schemeClr val="tx1">
                    <a:lumMod val="75000"/>
                    <a:lumOff val="25000"/>
                  </a:schemeClr>
                </a:solidFill>
                <a:latin typeface="Open Sans"/>
                <a:ea typeface="Open Sans"/>
                <a:cs typeface="Open Sans"/>
              </a:defRPr>
            </a:lvl1pPr>
          </a:lstStyle>
          <a:p>
            <a:pPr marL="228600" lvl="0" indent="-228600">
              <a:lnSpc>
                <a:spcPct val="115000"/>
              </a:lnSpc>
              <a:spcBef>
                <a:spcPts val="0"/>
              </a:spcBef>
              <a:spcAft>
                <a:spcPts val="0"/>
              </a:spcAft>
              <a:buSzPts val="2800"/>
            </a:pPr>
            <a:endParaRPr/>
          </a:p>
        </p:txBody>
      </p:sp>
      <p:sp>
        <p:nvSpPr>
          <p:cNvPr id="3" name="Text Placeholder 4">
            <a:extLst>
              <a:ext uri="{FF2B5EF4-FFF2-40B4-BE49-F238E27FC236}">
                <a16:creationId xmlns:a16="http://schemas.microsoft.com/office/drawing/2014/main" id="{6659D141-D5AB-CB0E-32C4-D683A6B3D762}"/>
              </a:ext>
            </a:extLst>
          </p:cNvPr>
          <p:cNvSpPr>
            <a:spLocks noGrp="1"/>
          </p:cNvSpPr>
          <p:nvPr>
            <p:ph type="body" sz="quarter" idx="13"/>
          </p:nvPr>
        </p:nvSpPr>
        <p:spPr>
          <a:xfrm>
            <a:off x="1285825" y="2872126"/>
            <a:ext cx="13697000" cy="5406695"/>
          </a:xfrm>
        </p:spPr>
        <p:txBody>
          <a:bodyPr/>
          <a:lstStyle>
            <a:lvl1pPr marL="0" indent="0">
              <a:buNone/>
              <a:defRPr>
                <a:solidFill>
                  <a:schemeClr val="tx1">
                    <a:lumMod val="75000"/>
                    <a:lumOff val="25000"/>
                  </a:schemeClr>
                </a:solidFill>
              </a:defRPr>
            </a:lvl1pPr>
            <a:lvl2pPr>
              <a:defRPr>
                <a:solidFill>
                  <a:schemeClr val="tx1">
                    <a:lumMod val="75000"/>
                    <a:lumOff val="25000"/>
                  </a:schemeClr>
                </a:solidFill>
              </a:defRPr>
            </a:lvl2pPr>
            <a:lvl3pPr marL="1143000" indent="-228600">
              <a:buFont typeface="Courier New" panose="02070309020205020404" pitchFamily="49" charset="0"/>
              <a:buChar char="o"/>
              <a:defRPr>
                <a:solidFill>
                  <a:schemeClr val="tx1">
                    <a:lumMod val="75000"/>
                    <a:lumOff val="25000"/>
                  </a:schemeClr>
                </a:solidFill>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7810996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End Project" preserve="1" userDrawn="1">
  <p:cSld name="Section-End Project">
    <p:spTree>
      <p:nvGrpSpPr>
        <p:cNvPr id="1" name="Shape 150"/>
        <p:cNvGrpSpPr/>
        <p:nvPr/>
      </p:nvGrpSpPr>
      <p:grpSpPr>
        <a:xfrm>
          <a:off x="0" y="0"/>
          <a:ext cx="0" cy="0"/>
          <a:chOff x="0" y="0"/>
          <a:chExt cx="0" cy="0"/>
        </a:xfrm>
      </p:grpSpPr>
      <p:pic>
        <p:nvPicPr>
          <p:cNvPr id="151" name="Google Shape;151;p53"/>
          <p:cNvPicPr preferRelativeResize="0"/>
          <p:nvPr/>
        </p:nvPicPr>
        <p:blipFill>
          <a:blip r:embed="rId2"/>
          <a:srcRect/>
          <a:stretch/>
        </p:blipFill>
        <p:spPr>
          <a:xfrm>
            <a:off x="0" y="0"/>
            <a:ext cx="16255998" cy="9143999"/>
          </a:xfrm>
          <a:prstGeom prst="rect">
            <a:avLst/>
          </a:prstGeom>
          <a:noFill/>
          <a:ln>
            <a:noFill/>
          </a:ln>
        </p:spPr>
      </p:pic>
      <p:sp>
        <p:nvSpPr>
          <p:cNvPr id="3" name="Google Shape;62;p29">
            <a:extLst>
              <a:ext uri="{FF2B5EF4-FFF2-40B4-BE49-F238E27FC236}">
                <a16:creationId xmlns:a16="http://schemas.microsoft.com/office/drawing/2014/main" id="{C8B862E1-9541-C73F-B4E1-7205F5F0B55E}"/>
              </a:ext>
            </a:extLst>
          </p:cNvPr>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lvl1pPr marL="0" lvl="0" indent="0" algn="ctr">
              <a:lnSpc>
                <a:spcPct val="90000"/>
              </a:lnSpc>
              <a:spcBef>
                <a:spcPts val="0"/>
              </a:spcBef>
              <a:spcAft>
                <a:spcPts val="0"/>
              </a:spcAft>
              <a:buSzPts val="4400"/>
              <a:buFont typeface="Arial" panose="020B0604020202020204" pitchFamily="34" charset="0"/>
              <a:buNone/>
              <a:defRPr sz="2800" b="1">
                <a:solidFill>
                  <a:schemeClr val="tx1">
                    <a:lumMod val="75000"/>
                    <a:lumOff val="25000"/>
                  </a:schemeClr>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 name="Text Placeholder 6">
            <a:extLst>
              <a:ext uri="{FF2B5EF4-FFF2-40B4-BE49-F238E27FC236}">
                <a16:creationId xmlns:a16="http://schemas.microsoft.com/office/drawing/2014/main" id="{EA35605C-2EDD-0BD1-F3BC-5BCA7F763AE8}"/>
              </a:ext>
            </a:extLst>
          </p:cNvPr>
          <p:cNvSpPr>
            <a:spLocks noGrp="1"/>
          </p:cNvSpPr>
          <p:nvPr>
            <p:ph type="body" sz="quarter" idx="10"/>
          </p:nvPr>
        </p:nvSpPr>
        <p:spPr>
          <a:xfrm>
            <a:off x="4834890" y="1364776"/>
            <a:ext cx="10314124" cy="6823881"/>
          </a:xfrm>
          <a:prstGeom prst="rect">
            <a:avLst/>
          </a:prstGeom>
        </p:spPr>
        <p:txBody>
          <a:bodyPr/>
          <a:lstStyle>
            <a:lvl1pPr marL="0" indent="0">
              <a:lnSpc>
                <a:spcPct val="114000"/>
              </a:lnSpc>
              <a:spcBef>
                <a:spcPts val="0"/>
              </a:spcBef>
              <a:buFont typeface="Arial" panose="020B0604020202020204" pitchFamily="34" charset="0"/>
              <a:buNone/>
              <a:defRPr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Tree>
    <p:extLst>
      <p:ext uri="{BB962C8B-B14F-4D97-AF65-F5344CB8AC3E}">
        <p14:creationId xmlns:p14="http://schemas.microsoft.com/office/powerpoint/2010/main" val="6112299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Lesson-end Project" preserve="1" userDrawn="1">
  <p:cSld name="1_Lesson-end Project">
    <p:spTree>
      <p:nvGrpSpPr>
        <p:cNvPr id="1" name="Shape 156"/>
        <p:cNvGrpSpPr/>
        <p:nvPr/>
      </p:nvGrpSpPr>
      <p:grpSpPr>
        <a:xfrm>
          <a:off x="0" y="0"/>
          <a:ext cx="0" cy="0"/>
          <a:chOff x="0" y="0"/>
          <a:chExt cx="0" cy="0"/>
        </a:xfrm>
      </p:grpSpPr>
      <p:pic>
        <p:nvPicPr>
          <p:cNvPr id="157" name="Google Shape;157;p36"/>
          <p:cNvPicPr preferRelativeResize="0"/>
          <p:nvPr/>
        </p:nvPicPr>
        <p:blipFill>
          <a:blip r:embed="rId2"/>
          <a:srcRect/>
          <a:stretch/>
        </p:blipFill>
        <p:spPr>
          <a:xfrm>
            <a:off x="0" y="0"/>
            <a:ext cx="16255998" cy="9143999"/>
          </a:xfrm>
          <a:prstGeom prst="rect">
            <a:avLst/>
          </a:prstGeom>
          <a:noFill/>
          <a:ln>
            <a:noFill/>
          </a:ln>
        </p:spPr>
      </p:pic>
      <p:sp>
        <p:nvSpPr>
          <p:cNvPr id="2" name="Google Shape;62;p29">
            <a:extLst>
              <a:ext uri="{FF2B5EF4-FFF2-40B4-BE49-F238E27FC236}">
                <a16:creationId xmlns:a16="http://schemas.microsoft.com/office/drawing/2014/main" id="{3E86479C-5EE1-09E2-3000-A2B690B93C33}"/>
              </a:ext>
            </a:extLst>
          </p:cNvPr>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lvl1pPr marL="0" lvl="0" indent="0" algn="ctr">
              <a:lnSpc>
                <a:spcPct val="90000"/>
              </a:lnSpc>
              <a:spcBef>
                <a:spcPts val="0"/>
              </a:spcBef>
              <a:spcAft>
                <a:spcPts val="0"/>
              </a:spcAft>
              <a:buSzPts val="4400"/>
              <a:buFont typeface="Arial" panose="020B0604020202020204" pitchFamily="34" charset="0"/>
              <a:buNone/>
              <a:defRPr sz="2800" b="1">
                <a:solidFill>
                  <a:schemeClr val="tx1">
                    <a:lumMod val="75000"/>
                    <a:lumOff val="25000"/>
                  </a:schemeClr>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 name="Text Placeholder 6">
            <a:extLst>
              <a:ext uri="{FF2B5EF4-FFF2-40B4-BE49-F238E27FC236}">
                <a16:creationId xmlns:a16="http://schemas.microsoft.com/office/drawing/2014/main" id="{012C144F-B154-93C1-CFA0-EFC58EC80E5A}"/>
              </a:ext>
            </a:extLst>
          </p:cNvPr>
          <p:cNvSpPr>
            <a:spLocks noGrp="1"/>
          </p:cNvSpPr>
          <p:nvPr>
            <p:ph type="body" sz="quarter" idx="10"/>
          </p:nvPr>
        </p:nvSpPr>
        <p:spPr>
          <a:xfrm>
            <a:off x="4834890" y="1364776"/>
            <a:ext cx="10314124" cy="6823881"/>
          </a:xfrm>
          <a:prstGeom prst="rect">
            <a:avLst/>
          </a:prstGeom>
        </p:spPr>
        <p:txBody>
          <a:bodyPr/>
          <a:lstStyle>
            <a:lvl1pPr marL="0" indent="0">
              <a:lnSpc>
                <a:spcPct val="114000"/>
              </a:lnSpc>
              <a:spcBef>
                <a:spcPts val="0"/>
              </a:spcBef>
              <a:buFont typeface="Arial" panose="020B0604020202020204" pitchFamily="34" charset="0"/>
              <a:buNone/>
              <a:defRPr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Tree>
    <p:extLst>
      <p:ext uri="{BB962C8B-B14F-4D97-AF65-F5344CB8AC3E}">
        <p14:creationId xmlns:p14="http://schemas.microsoft.com/office/powerpoint/2010/main" val="23584971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hase-End Project" preserve="1" userDrawn="1">
  <p:cSld name="Phase-End Project">
    <p:spTree>
      <p:nvGrpSpPr>
        <p:cNvPr id="1" name="Shape 162"/>
        <p:cNvGrpSpPr/>
        <p:nvPr/>
      </p:nvGrpSpPr>
      <p:grpSpPr>
        <a:xfrm>
          <a:off x="0" y="0"/>
          <a:ext cx="0" cy="0"/>
          <a:chOff x="0" y="0"/>
          <a:chExt cx="0" cy="0"/>
        </a:xfrm>
      </p:grpSpPr>
      <p:pic>
        <p:nvPicPr>
          <p:cNvPr id="163" name="Google Shape;163;p52"/>
          <p:cNvPicPr preferRelativeResize="0"/>
          <p:nvPr/>
        </p:nvPicPr>
        <p:blipFill>
          <a:blip r:embed="rId2"/>
          <a:srcRect/>
          <a:stretch/>
        </p:blipFill>
        <p:spPr>
          <a:xfrm>
            <a:off x="0" y="0"/>
            <a:ext cx="16255998" cy="9143999"/>
          </a:xfrm>
          <a:prstGeom prst="rect">
            <a:avLst/>
          </a:prstGeom>
          <a:noFill/>
          <a:ln>
            <a:noFill/>
          </a:ln>
        </p:spPr>
      </p:pic>
      <p:sp>
        <p:nvSpPr>
          <p:cNvPr id="2" name="Google Shape;62;p29">
            <a:extLst>
              <a:ext uri="{FF2B5EF4-FFF2-40B4-BE49-F238E27FC236}">
                <a16:creationId xmlns:a16="http://schemas.microsoft.com/office/drawing/2014/main" id="{A829CD2D-82CE-C005-D724-CC0A723196CF}"/>
              </a:ext>
            </a:extLst>
          </p:cNvPr>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lvl1pPr marL="0" lvl="0" indent="0" algn="ctr">
              <a:lnSpc>
                <a:spcPct val="90000"/>
              </a:lnSpc>
              <a:spcBef>
                <a:spcPts val="0"/>
              </a:spcBef>
              <a:spcAft>
                <a:spcPts val="0"/>
              </a:spcAft>
              <a:buSzPts val="4400"/>
              <a:buFont typeface="Arial" panose="020B0604020202020204" pitchFamily="34" charset="0"/>
              <a:buNone/>
              <a:defRPr sz="2800" b="1">
                <a:solidFill>
                  <a:schemeClr val="tx1">
                    <a:lumMod val="75000"/>
                    <a:lumOff val="25000"/>
                  </a:schemeClr>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 name="Text Placeholder 6">
            <a:extLst>
              <a:ext uri="{FF2B5EF4-FFF2-40B4-BE49-F238E27FC236}">
                <a16:creationId xmlns:a16="http://schemas.microsoft.com/office/drawing/2014/main" id="{809861E1-DB64-D3D1-CB74-AB30BEF481B3}"/>
              </a:ext>
            </a:extLst>
          </p:cNvPr>
          <p:cNvSpPr>
            <a:spLocks noGrp="1"/>
          </p:cNvSpPr>
          <p:nvPr>
            <p:ph type="body" sz="quarter" idx="10"/>
          </p:nvPr>
        </p:nvSpPr>
        <p:spPr>
          <a:xfrm>
            <a:off x="4834890" y="1364776"/>
            <a:ext cx="10314124" cy="6823881"/>
          </a:xfrm>
          <a:prstGeom prst="rect">
            <a:avLst/>
          </a:prstGeom>
        </p:spPr>
        <p:txBody>
          <a:bodyPr/>
          <a:lstStyle>
            <a:lvl1pPr marL="0" indent="0">
              <a:lnSpc>
                <a:spcPct val="114000"/>
              </a:lnSpc>
              <a:spcBef>
                <a:spcPts val="0"/>
              </a:spcBef>
              <a:buFont typeface="Arial" panose="020B0604020202020204" pitchFamily="34" charset="0"/>
              <a:buNone/>
              <a:defRPr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Tree>
    <p:extLst>
      <p:ext uri="{BB962C8B-B14F-4D97-AF65-F5344CB8AC3E}">
        <p14:creationId xmlns:p14="http://schemas.microsoft.com/office/powerpoint/2010/main" val="3574229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ullet_for_projects">
    <p:spTree>
      <p:nvGrpSpPr>
        <p:cNvPr id="1" name=""/>
        <p:cNvGrpSpPr/>
        <p:nvPr/>
      </p:nvGrpSpPr>
      <p:grpSpPr>
        <a:xfrm>
          <a:off x="0" y="0"/>
          <a:ext cx="0" cy="0"/>
          <a:chOff x="0" y="0"/>
          <a:chExt cx="0" cy="0"/>
        </a:xfrm>
      </p:grpSpPr>
      <p:sp>
        <p:nvSpPr>
          <p:cNvPr id="3" name="Text Placeholder 4">
            <a:extLst>
              <a:ext uri="{FF2B5EF4-FFF2-40B4-BE49-F238E27FC236}">
                <a16:creationId xmlns:a16="http://schemas.microsoft.com/office/drawing/2014/main" id="{E5D05C5A-9735-BDF2-45FB-ECA0E61F3FE0}"/>
              </a:ext>
            </a:extLst>
          </p:cNvPr>
          <p:cNvSpPr>
            <a:spLocks noGrp="1"/>
          </p:cNvSpPr>
          <p:nvPr>
            <p:ph type="body" sz="quarter" idx="13"/>
          </p:nvPr>
        </p:nvSpPr>
        <p:spPr>
          <a:xfrm>
            <a:off x="4834890" y="1377162"/>
            <a:ext cx="10314607" cy="6815160"/>
          </a:xfrm>
        </p:spPr>
        <p:txBody>
          <a:bodyPr/>
          <a:lstStyle>
            <a:lvl1pPr marL="0" indent="0">
              <a:buNone/>
              <a:defRPr>
                <a:solidFill>
                  <a:schemeClr val="tx1">
                    <a:lumMod val="75000"/>
                    <a:lumOff val="25000"/>
                  </a:schemeClr>
                </a:solidFill>
              </a:defRPr>
            </a:lvl1pPr>
            <a:lvl2pPr>
              <a:defRPr>
                <a:solidFill>
                  <a:schemeClr val="tx1">
                    <a:lumMod val="75000"/>
                    <a:lumOff val="25000"/>
                  </a:schemeClr>
                </a:solidFill>
              </a:defRPr>
            </a:lvl2pPr>
            <a:lvl3pPr marL="1143000" indent="-228600">
              <a:buFont typeface="Courier New" panose="02070309020205020404" pitchFamily="49" charset="0"/>
              <a:buChar char="o"/>
              <a:defRPr>
                <a:solidFill>
                  <a:schemeClr val="tx1">
                    <a:lumMod val="75000"/>
                    <a:lumOff val="25000"/>
                  </a:schemeClr>
                </a:solidFill>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72436586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pic>
        <p:nvPicPr>
          <p:cNvPr id="6" name="Google Shape;169;p16">
            <a:extLst>
              <a:ext uri="{FF2B5EF4-FFF2-40B4-BE49-F238E27FC236}">
                <a16:creationId xmlns:a16="http://schemas.microsoft.com/office/drawing/2014/main" id="{136CAA0F-DD7B-0995-4200-59792701A9ED}"/>
              </a:ext>
            </a:extLst>
          </p:cNvPr>
          <p:cNvPicPr preferRelativeResize="0"/>
          <p:nvPr userDrawn="1"/>
        </p:nvPicPr>
        <p:blipFill>
          <a:blip r:embed="rId2"/>
          <a:srcRect/>
          <a:stretch/>
        </p:blipFill>
        <p:spPr>
          <a:xfrm>
            <a:off x="0" y="0"/>
            <a:ext cx="16255999" cy="9143999"/>
          </a:xfrm>
          <a:prstGeom prst="rect">
            <a:avLst/>
          </a:prstGeom>
          <a:noFill/>
          <a:ln>
            <a:noFill/>
          </a:ln>
        </p:spPr>
      </p:pic>
      <p:sp>
        <p:nvSpPr>
          <p:cNvPr id="9" name="Text Placeholder 3">
            <a:extLst>
              <a:ext uri="{FF2B5EF4-FFF2-40B4-BE49-F238E27FC236}">
                <a16:creationId xmlns:a16="http://schemas.microsoft.com/office/drawing/2014/main" id="{7FAA6052-B67C-D403-9614-DC0C0FDBAAB1}"/>
              </a:ext>
            </a:extLst>
          </p:cNvPr>
          <p:cNvSpPr>
            <a:spLocks noGrp="1"/>
          </p:cNvSpPr>
          <p:nvPr>
            <p:ph type="body" sz="quarter" idx="36" hasCustomPrompt="1"/>
          </p:nvPr>
        </p:nvSpPr>
        <p:spPr>
          <a:xfrm>
            <a:off x="9752023" y="4114800"/>
            <a:ext cx="4348077" cy="914400"/>
          </a:xfrm>
          <a:prstGeom prst="rect">
            <a:avLst/>
          </a:prstGeom>
          <a:noFill/>
          <a:ln>
            <a:noFill/>
          </a:ln>
        </p:spPr>
        <p:txBody>
          <a:bodyPr spcFirstLastPara="1" wrap="square" lIns="91425" tIns="91425" rIns="91425" bIns="91425" anchor="ctr" anchorCtr="0">
            <a:noAutofit/>
          </a:bodyPr>
          <a:lstStyle>
            <a:lvl1pPr marL="0" indent="0" algn="ctr">
              <a:spcBef>
                <a:spcPts val="0"/>
              </a:spcBef>
              <a:buNone/>
              <a:defRPr lang="en-US" sz="2800" b="1" dirty="0">
                <a:solidFill>
                  <a:schemeClr val="tx1">
                    <a:lumMod val="75000"/>
                    <a:lumOff val="25000"/>
                  </a:schemeClr>
                </a:solidFill>
                <a:latin typeface="Open Sans"/>
                <a:ea typeface="Open Sans"/>
                <a:cs typeface="Open Sans"/>
              </a:defRPr>
            </a:lvl1pPr>
          </a:lstStyle>
          <a:p>
            <a:pPr marL="457200" lvl="0" indent="-457200" algn="ctr"/>
            <a:r>
              <a:rPr lang="en-US"/>
              <a:t>Topic Name</a:t>
            </a:r>
          </a:p>
        </p:txBody>
      </p:sp>
      <p:pic>
        <p:nvPicPr>
          <p:cNvPr id="4" name="Picture 3" descr="A picture containing child art, table, illustration, design&#10;&#10;Description automatically generated">
            <a:extLst>
              <a:ext uri="{FF2B5EF4-FFF2-40B4-BE49-F238E27FC236}">
                <a16:creationId xmlns:a16="http://schemas.microsoft.com/office/drawing/2014/main" id="{46A1F55C-8226-40C3-1D94-8C756099327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222176" y="2171113"/>
            <a:ext cx="4823955" cy="4555588"/>
          </a:xfrm>
          <a:prstGeom prst="rect">
            <a:avLst/>
          </a:prstGeom>
        </p:spPr>
      </p:pic>
    </p:spTree>
    <p:extLst>
      <p:ext uri="{BB962C8B-B14F-4D97-AF65-F5344CB8AC3E}">
        <p14:creationId xmlns:p14="http://schemas.microsoft.com/office/powerpoint/2010/main" val="2300185529"/>
      </p:ext>
    </p:extLst>
  </p:cSld>
  <p:clrMapOvr>
    <a:masterClrMapping/>
  </p:clrMapOvr>
  <p:extLst>
    <p:ext uri="{DCECCB84-F9BA-43D5-87BE-67443E8EF086}">
      <p15:sldGuideLst xmlns:p15="http://schemas.microsoft.com/office/powerpoint/2012/main">
        <p15:guide id="1" orient="horz" pos="2880">
          <p15:clr>
            <a:srgbClr val="000000"/>
          </p15:clr>
        </p15:guide>
        <p15:guide id="2" pos="5120">
          <p15:clr>
            <a:srgbClr val="00000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Discussion" preserve="1" userDrawn="1">
  <p:cSld name="Discussion">
    <p:spTree>
      <p:nvGrpSpPr>
        <p:cNvPr id="1" name="Shape 168"/>
        <p:cNvGrpSpPr/>
        <p:nvPr/>
      </p:nvGrpSpPr>
      <p:grpSpPr>
        <a:xfrm>
          <a:off x="0" y="0"/>
          <a:ext cx="0" cy="0"/>
          <a:chOff x="0" y="0"/>
          <a:chExt cx="0" cy="0"/>
        </a:xfrm>
      </p:grpSpPr>
      <p:pic>
        <p:nvPicPr>
          <p:cNvPr id="169" name="Google Shape;169;p16"/>
          <p:cNvPicPr preferRelativeResize="0"/>
          <p:nvPr/>
        </p:nvPicPr>
        <p:blipFill>
          <a:blip r:embed="rId2"/>
          <a:srcRect/>
          <a:stretch/>
        </p:blipFill>
        <p:spPr>
          <a:xfrm>
            <a:off x="0" y="0"/>
            <a:ext cx="16255999" cy="9144000"/>
          </a:xfrm>
          <a:prstGeom prst="rect">
            <a:avLst/>
          </a:prstGeom>
          <a:noFill/>
          <a:ln>
            <a:noFill/>
          </a:ln>
        </p:spPr>
      </p:pic>
      <p:pic>
        <p:nvPicPr>
          <p:cNvPr id="2" name="Picture 1">
            <a:extLst>
              <a:ext uri="{FF2B5EF4-FFF2-40B4-BE49-F238E27FC236}">
                <a16:creationId xmlns:a16="http://schemas.microsoft.com/office/drawing/2014/main" id="{F4AA18AE-0804-BDBB-3D58-9BEC7C3955F3}"/>
              </a:ext>
            </a:extLst>
          </p:cNvPr>
          <p:cNvPicPr>
            <a:picLocks noChangeAspect="1"/>
          </p:cNvPicPr>
          <p:nvPr userDrawn="1"/>
        </p:nvPicPr>
        <p:blipFill>
          <a:blip r:embed="rId3"/>
          <a:srcRect/>
          <a:stretch/>
        </p:blipFill>
        <p:spPr>
          <a:xfrm>
            <a:off x="1303264" y="2051538"/>
            <a:ext cx="4661781" cy="4794738"/>
          </a:xfrm>
          <a:prstGeom prst="rect">
            <a:avLst/>
          </a:prstGeom>
        </p:spPr>
      </p:pic>
      <p:sp>
        <p:nvSpPr>
          <p:cNvPr id="4" name="Text Placeholder 3">
            <a:extLst>
              <a:ext uri="{FF2B5EF4-FFF2-40B4-BE49-F238E27FC236}">
                <a16:creationId xmlns:a16="http://schemas.microsoft.com/office/drawing/2014/main" id="{95138432-77B6-A0DB-E9D4-05C1ED62A6FF}"/>
              </a:ext>
            </a:extLst>
          </p:cNvPr>
          <p:cNvSpPr>
            <a:spLocks noGrp="1"/>
          </p:cNvSpPr>
          <p:nvPr>
            <p:ph type="body" sz="quarter" idx="36" hasCustomPrompt="1"/>
          </p:nvPr>
        </p:nvSpPr>
        <p:spPr>
          <a:xfrm>
            <a:off x="9752023" y="4114800"/>
            <a:ext cx="4348077" cy="914400"/>
          </a:xfrm>
          <a:prstGeom prst="rect">
            <a:avLst/>
          </a:prstGeom>
          <a:noFill/>
          <a:ln>
            <a:noFill/>
          </a:ln>
        </p:spPr>
        <p:txBody>
          <a:bodyPr spcFirstLastPara="1" wrap="square" lIns="91425" tIns="91425" rIns="91425" bIns="91425" anchor="ctr" anchorCtr="0">
            <a:noAutofit/>
          </a:bodyPr>
          <a:lstStyle>
            <a:lvl1pPr marL="0" indent="0" algn="ctr">
              <a:spcBef>
                <a:spcPts val="0"/>
              </a:spcBef>
              <a:buNone/>
              <a:defRPr lang="en-US" sz="2800" b="1" dirty="0">
                <a:solidFill>
                  <a:schemeClr val="tx1">
                    <a:lumMod val="75000"/>
                    <a:lumOff val="25000"/>
                  </a:schemeClr>
                </a:solidFill>
                <a:latin typeface="Open Sans"/>
                <a:ea typeface="Open Sans"/>
                <a:cs typeface="Open Sans"/>
              </a:defRPr>
            </a:lvl1pPr>
          </a:lstStyle>
          <a:p>
            <a:pPr marL="457200" lvl="0" indent="-457200" algn="ctr"/>
            <a:r>
              <a:rPr lang="en-US"/>
              <a:t>Topic Name</a:t>
            </a:r>
          </a:p>
        </p:txBody>
      </p:sp>
    </p:spTree>
    <p:extLst>
      <p:ext uri="{BB962C8B-B14F-4D97-AF65-F5344CB8AC3E}">
        <p14:creationId xmlns:p14="http://schemas.microsoft.com/office/powerpoint/2010/main" val="3145886176"/>
      </p:ext>
    </p:extLst>
  </p:cSld>
  <p:clrMapOvr>
    <a:masterClrMapping/>
  </p:clrMapOvr>
  <p:extLst>
    <p:ext uri="{DCECCB84-F9BA-43D5-87BE-67443E8EF086}">
      <p15:sldGuideLst xmlns:p15="http://schemas.microsoft.com/office/powerpoint/2012/main">
        <p15:guide id="1" orient="horz" pos="2880">
          <p15:clr>
            <a:srgbClr val="000000"/>
          </p15:clr>
        </p15:guide>
        <p15:guide id="2" pos="5120">
          <p15:clr>
            <a:srgbClr val="00000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Discussion-Content" preserve="1" userDrawn="1">
  <p:cSld name="Discussion-Content">
    <p:spTree>
      <p:nvGrpSpPr>
        <p:cNvPr id="1" name="Shape 174"/>
        <p:cNvGrpSpPr/>
        <p:nvPr/>
      </p:nvGrpSpPr>
      <p:grpSpPr>
        <a:xfrm>
          <a:off x="0" y="0"/>
          <a:ext cx="0" cy="0"/>
          <a:chOff x="0" y="0"/>
          <a:chExt cx="0" cy="0"/>
        </a:xfrm>
      </p:grpSpPr>
      <p:pic>
        <p:nvPicPr>
          <p:cNvPr id="175" name="Google Shape;175;p17"/>
          <p:cNvPicPr preferRelativeResize="0"/>
          <p:nvPr/>
        </p:nvPicPr>
        <p:blipFill>
          <a:blip r:embed="rId2"/>
          <a:srcRect/>
          <a:stretch/>
        </p:blipFill>
        <p:spPr>
          <a:xfrm>
            <a:off x="0" y="0"/>
            <a:ext cx="16255999" cy="9144000"/>
          </a:xfrm>
          <a:prstGeom prst="rect">
            <a:avLst/>
          </a:prstGeom>
          <a:noFill/>
          <a:ln>
            <a:noFill/>
          </a:ln>
        </p:spPr>
      </p:pic>
      <p:sp>
        <p:nvSpPr>
          <p:cNvPr id="177" name="Google Shape;177;p17"/>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lvl1pPr marL="0" lvl="0" indent="0" algn="ctr">
              <a:lnSpc>
                <a:spcPct val="90000"/>
              </a:lnSpc>
              <a:spcBef>
                <a:spcPts val="0"/>
              </a:spcBef>
              <a:spcAft>
                <a:spcPts val="0"/>
              </a:spcAft>
              <a:buSzPts val="4400"/>
              <a:buFont typeface="Arial" panose="020B0604020202020204" pitchFamily="34" charset="0"/>
              <a:buNone/>
              <a:defRPr sz="2800" b="1">
                <a:solidFill>
                  <a:schemeClr val="tx1">
                    <a:lumMod val="75000"/>
                    <a:lumOff val="25000"/>
                  </a:schemeClr>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89" name="Google Shape;189;p17"/>
          <p:cNvPicPr preferRelativeResize="0"/>
          <p:nvPr/>
        </p:nvPicPr>
        <p:blipFill rotWithShape="1">
          <a:blip r:embed="rId3">
            <a:alphaModFix/>
          </a:blip>
          <a:srcRect/>
          <a:stretch/>
        </p:blipFill>
        <p:spPr>
          <a:xfrm>
            <a:off x="752450" y="2249238"/>
            <a:ext cx="4290990" cy="4413372"/>
          </a:xfrm>
          <a:prstGeom prst="rect">
            <a:avLst/>
          </a:prstGeom>
          <a:noFill/>
          <a:ln>
            <a:noFill/>
          </a:ln>
        </p:spPr>
      </p:pic>
      <p:sp>
        <p:nvSpPr>
          <p:cNvPr id="2" name="Text Placeholder 6">
            <a:extLst>
              <a:ext uri="{FF2B5EF4-FFF2-40B4-BE49-F238E27FC236}">
                <a16:creationId xmlns:a16="http://schemas.microsoft.com/office/drawing/2014/main" id="{2190EDBE-42C7-8577-2262-B01D520296F0}"/>
              </a:ext>
            </a:extLst>
          </p:cNvPr>
          <p:cNvSpPr>
            <a:spLocks noGrp="1"/>
          </p:cNvSpPr>
          <p:nvPr>
            <p:ph type="body" sz="quarter" idx="10"/>
          </p:nvPr>
        </p:nvSpPr>
        <p:spPr>
          <a:xfrm>
            <a:off x="5394960" y="1761785"/>
            <a:ext cx="10346786" cy="6260127"/>
          </a:xfrm>
          <a:prstGeom prst="rect">
            <a:avLst/>
          </a:prstGeom>
        </p:spPr>
        <p:txBody>
          <a:bodyPr/>
          <a:lstStyle>
            <a:lvl1pPr marL="0" indent="0">
              <a:lnSpc>
                <a:spcPct val="114000"/>
              </a:lnSpc>
              <a:spcBef>
                <a:spcPts val="0"/>
              </a:spcBef>
              <a:buFont typeface="Arial" panose="020B0604020202020204" pitchFamily="34" charset="0"/>
              <a:buNone/>
              <a:defRPr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Tree>
    <p:extLst>
      <p:ext uri="{BB962C8B-B14F-4D97-AF65-F5344CB8AC3E}">
        <p14:creationId xmlns:p14="http://schemas.microsoft.com/office/powerpoint/2010/main" val="2819460167"/>
      </p:ext>
    </p:extLst>
  </p:cSld>
  <p:clrMapOvr>
    <a:masterClrMapping/>
  </p:clrMapOvr>
  <p:extLst>
    <p:ext uri="{DCECCB84-F9BA-43D5-87BE-67443E8EF086}">
      <p15:sldGuideLst xmlns:p15="http://schemas.microsoft.com/office/powerpoint/2012/main">
        <p15:guide id="1" orient="horz" pos="2880">
          <p15:clr>
            <a:srgbClr val="000000"/>
          </p15:clr>
        </p15:guide>
        <p15:guide id="2" pos="5120">
          <p15:clr>
            <a:srgbClr val="00000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Role-Play Activities">
    <p:spTree>
      <p:nvGrpSpPr>
        <p:cNvPr id="1" name=""/>
        <p:cNvGrpSpPr/>
        <p:nvPr/>
      </p:nvGrpSpPr>
      <p:grpSpPr>
        <a:xfrm>
          <a:off x="0" y="0"/>
          <a:ext cx="0" cy="0"/>
          <a:chOff x="0" y="0"/>
          <a:chExt cx="0" cy="0"/>
        </a:xfrm>
      </p:grpSpPr>
      <p:pic>
        <p:nvPicPr>
          <p:cNvPr id="6" name="Google Shape;169;p16">
            <a:extLst>
              <a:ext uri="{FF2B5EF4-FFF2-40B4-BE49-F238E27FC236}">
                <a16:creationId xmlns:a16="http://schemas.microsoft.com/office/drawing/2014/main" id="{2444B81E-A7F2-DD03-1F7C-99ED49FAF882}"/>
              </a:ext>
            </a:extLst>
          </p:cNvPr>
          <p:cNvPicPr preferRelativeResize="0"/>
          <p:nvPr userDrawn="1"/>
        </p:nvPicPr>
        <p:blipFill>
          <a:blip r:embed="rId2"/>
          <a:srcRect/>
          <a:stretch/>
        </p:blipFill>
        <p:spPr>
          <a:xfrm>
            <a:off x="0" y="0"/>
            <a:ext cx="16255999" cy="9143999"/>
          </a:xfrm>
          <a:prstGeom prst="rect">
            <a:avLst/>
          </a:prstGeom>
          <a:noFill/>
          <a:ln>
            <a:noFill/>
          </a:ln>
        </p:spPr>
      </p:pic>
      <p:sp>
        <p:nvSpPr>
          <p:cNvPr id="2" name="Text Placeholder 3">
            <a:extLst>
              <a:ext uri="{FF2B5EF4-FFF2-40B4-BE49-F238E27FC236}">
                <a16:creationId xmlns:a16="http://schemas.microsoft.com/office/drawing/2014/main" id="{8C918EE9-73C7-114C-7405-846E29EB7AEA}"/>
              </a:ext>
            </a:extLst>
          </p:cNvPr>
          <p:cNvSpPr>
            <a:spLocks noGrp="1"/>
          </p:cNvSpPr>
          <p:nvPr>
            <p:ph type="body" sz="quarter" idx="36" hasCustomPrompt="1"/>
          </p:nvPr>
        </p:nvSpPr>
        <p:spPr>
          <a:xfrm>
            <a:off x="9752023" y="4114800"/>
            <a:ext cx="4348077" cy="914400"/>
          </a:xfrm>
          <a:prstGeom prst="rect">
            <a:avLst/>
          </a:prstGeom>
          <a:noFill/>
          <a:ln>
            <a:noFill/>
          </a:ln>
        </p:spPr>
        <p:txBody>
          <a:bodyPr spcFirstLastPara="1" wrap="square" lIns="91425" tIns="91425" rIns="91425" bIns="91425" anchor="t" anchorCtr="0">
            <a:noAutofit/>
          </a:bodyPr>
          <a:lstStyle>
            <a:lvl1pPr marL="0" indent="0" algn="ctr">
              <a:buFont typeface="Arial" panose="020B0604020202020204" pitchFamily="34" charset="0"/>
              <a:buNone/>
              <a:defRPr lang="en-US" sz="2800" b="1" dirty="0">
                <a:solidFill>
                  <a:schemeClr val="tx1">
                    <a:lumMod val="75000"/>
                    <a:lumOff val="25000"/>
                  </a:schemeClr>
                </a:solidFill>
                <a:latin typeface="Open Sans"/>
                <a:ea typeface="Open Sans"/>
                <a:cs typeface="Open Sans"/>
              </a:defRPr>
            </a:lvl1pPr>
          </a:lstStyle>
          <a:p>
            <a:pPr marL="228600" lvl="0" indent="-228600" algn="ctr"/>
            <a:r>
              <a:rPr lang="en-US"/>
              <a:t>Topic Name</a:t>
            </a:r>
          </a:p>
        </p:txBody>
      </p:sp>
      <p:pic>
        <p:nvPicPr>
          <p:cNvPr id="9" name="Picture 8" descr="A group of people reading books&#10;&#10;Description automatically generated with low confidence">
            <a:extLst>
              <a:ext uri="{FF2B5EF4-FFF2-40B4-BE49-F238E27FC236}">
                <a16:creationId xmlns:a16="http://schemas.microsoft.com/office/drawing/2014/main" id="{F1D10771-AD41-E153-2D96-91B7FA55089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37129" y="2323120"/>
            <a:ext cx="5664389" cy="4497760"/>
          </a:xfrm>
          <a:prstGeom prst="rect">
            <a:avLst/>
          </a:prstGeom>
        </p:spPr>
      </p:pic>
    </p:spTree>
    <p:extLst>
      <p:ext uri="{BB962C8B-B14F-4D97-AF65-F5344CB8AC3E}">
        <p14:creationId xmlns:p14="http://schemas.microsoft.com/office/powerpoint/2010/main" val="3822297967"/>
      </p:ext>
    </p:extLst>
  </p:cSld>
  <p:clrMapOvr>
    <a:masterClrMapping/>
  </p:clrMapOvr>
  <p:extLst>
    <p:ext uri="{DCECCB84-F9BA-43D5-87BE-67443E8EF086}">
      <p15:sldGuideLst xmlns:p15="http://schemas.microsoft.com/office/powerpoint/2012/main">
        <p15:guide id="1" orient="horz" pos="2880">
          <p15:clr>
            <a:srgbClr val="000000"/>
          </p15:clr>
        </p15:guide>
        <p15:guide id="2" pos="5120">
          <p15:clr>
            <a:srgbClr val="00000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ourse-end Project" preserve="1" userDrawn="1">
  <p:cSld name="Course-end Project">
    <p:spTree>
      <p:nvGrpSpPr>
        <p:cNvPr id="1" name="Shape 190"/>
        <p:cNvGrpSpPr/>
        <p:nvPr/>
      </p:nvGrpSpPr>
      <p:grpSpPr>
        <a:xfrm>
          <a:off x="0" y="0"/>
          <a:ext cx="0" cy="0"/>
          <a:chOff x="0" y="0"/>
          <a:chExt cx="0" cy="0"/>
        </a:xfrm>
      </p:grpSpPr>
      <p:pic>
        <p:nvPicPr>
          <p:cNvPr id="191" name="Google Shape;191;p37"/>
          <p:cNvPicPr preferRelativeResize="0"/>
          <p:nvPr/>
        </p:nvPicPr>
        <p:blipFill>
          <a:blip r:embed="rId2"/>
          <a:srcRect/>
          <a:stretch/>
        </p:blipFill>
        <p:spPr>
          <a:xfrm>
            <a:off x="2" y="0"/>
            <a:ext cx="16255996" cy="9143998"/>
          </a:xfrm>
          <a:prstGeom prst="rect">
            <a:avLst/>
          </a:prstGeom>
          <a:noFill/>
          <a:ln>
            <a:noFill/>
          </a:ln>
        </p:spPr>
      </p:pic>
      <p:sp>
        <p:nvSpPr>
          <p:cNvPr id="2" name="Google Shape;177;p17">
            <a:extLst>
              <a:ext uri="{FF2B5EF4-FFF2-40B4-BE49-F238E27FC236}">
                <a16:creationId xmlns:a16="http://schemas.microsoft.com/office/drawing/2014/main" id="{662DC3C5-12CB-1B7D-A0D6-88DA0A6525F3}"/>
              </a:ext>
            </a:extLst>
          </p:cNvPr>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lvl1pPr marL="0" lvl="0" indent="0" algn="ctr">
              <a:lnSpc>
                <a:spcPct val="90000"/>
              </a:lnSpc>
              <a:spcBef>
                <a:spcPts val="0"/>
              </a:spcBef>
              <a:spcAft>
                <a:spcPts val="0"/>
              </a:spcAft>
              <a:buSzPts val="4400"/>
              <a:buFont typeface="Arial" panose="020B0604020202020204" pitchFamily="34" charset="0"/>
              <a:buNone/>
              <a:defRPr sz="2800" b="1">
                <a:solidFill>
                  <a:schemeClr val="tx1">
                    <a:lumMod val="75000"/>
                    <a:lumOff val="25000"/>
                  </a:schemeClr>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 name="Text Placeholder 6">
            <a:extLst>
              <a:ext uri="{FF2B5EF4-FFF2-40B4-BE49-F238E27FC236}">
                <a16:creationId xmlns:a16="http://schemas.microsoft.com/office/drawing/2014/main" id="{2F575C20-C035-6B61-875E-DFDF9C3950C5}"/>
              </a:ext>
            </a:extLst>
          </p:cNvPr>
          <p:cNvSpPr>
            <a:spLocks noGrp="1"/>
          </p:cNvSpPr>
          <p:nvPr>
            <p:ph type="body" sz="quarter" idx="10"/>
          </p:nvPr>
        </p:nvSpPr>
        <p:spPr>
          <a:xfrm>
            <a:off x="4845052" y="1364776"/>
            <a:ext cx="10303962" cy="6823881"/>
          </a:xfrm>
          <a:prstGeom prst="rect">
            <a:avLst/>
          </a:prstGeom>
        </p:spPr>
        <p:txBody>
          <a:bodyPr/>
          <a:lstStyle>
            <a:lvl1pPr marL="0" indent="0" algn="l">
              <a:lnSpc>
                <a:spcPct val="114000"/>
              </a:lnSpc>
              <a:spcBef>
                <a:spcPts val="0"/>
              </a:spcBef>
              <a:buFont typeface="Arial" panose="020B0604020202020204" pitchFamily="34" charset="0"/>
              <a:buNone/>
              <a:defRPr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Tree>
    <p:extLst>
      <p:ext uri="{BB962C8B-B14F-4D97-AF65-F5344CB8AC3E}">
        <p14:creationId xmlns:p14="http://schemas.microsoft.com/office/powerpoint/2010/main" val="21299096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efore the Next Class" preserve="1" userDrawn="1">
  <p:cSld name="Before the Next Class">
    <p:spTree>
      <p:nvGrpSpPr>
        <p:cNvPr id="1" name="Shape 196"/>
        <p:cNvGrpSpPr/>
        <p:nvPr/>
      </p:nvGrpSpPr>
      <p:grpSpPr>
        <a:xfrm>
          <a:off x="0" y="0"/>
          <a:ext cx="0" cy="0"/>
          <a:chOff x="0" y="0"/>
          <a:chExt cx="0" cy="0"/>
        </a:xfrm>
      </p:grpSpPr>
      <p:pic>
        <p:nvPicPr>
          <p:cNvPr id="197" name="Google Shape;197;p40"/>
          <p:cNvPicPr preferRelativeResize="0"/>
          <p:nvPr/>
        </p:nvPicPr>
        <p:blipFill>
          <a:blip r:embed="rId2"/>
          <a:srcRect/>
          <a:stretch/>
        </p:blipFill>
        <p:spPr>
          <a:xfrm>
            <a:off x="0" y="0"/>
            <a:ext cx="16255999" cy="9143999"/>
          </a:xfrm>
          <a:prstGeom prst="rect">
            <a:avLst/>
          </a:prstGeom>
          <a:noFill/>
          <a:ln>
            <a:noFill/>
          </a:ln>
        </p:spPr>
      </p:pic>
      <p:sp>
        <p:nvSpPr>
          <p:cNvPr id="201" name="Google Shape;201;p40"/>
          <p:cNvSpPr/>
          <p:nvPr userDrawn="1"/>
        </p:nvSpPr>
        <p:spPr>
          <a:xfrm>
            <a:off x="2464058" y="762715"/>
            <a:ext cx="4819925" cy="430887"/>
          </a:xfrm>
          <a:prstGeom prst="rect">
            <a:avLst/>
          </a:prstGeom>
          <a:noFill/>
          <a:ln>
            <a:noFill/>
          </a:ln>
        </p:spPr>
        <p:txBody>
          <a:bodyPr spcFirstLastPara="1" wrap="square" lIns="91425" tIns="0" rIns="91425" bIns="0" anchor="t" anchorCtr="0">
            <a:spAutoFit/>
          </a:bodyPr>
          <a:lstStyle/>
          <a:p>
            <a:pPr marL="0" lvl="0" indent="0" algn="ctr">
              <a:buSzPts val="2800"/>
              <a:buNone/>
            </a:pPr>
            <a:r>
              <a:rPr lang="en-US" sz="2800" b="1">
                <a:solidFill>
                  <a:schemeClr val="tx1">
                    <a:lumMod val="75000"/>
                    <a:lumOff val="25000"/>
                  </a:schemeClr>
                </a:solidFill>
                <a:latin typeface="Open Sans"/>
                <a:ea typeface="Open Sans"/>
                <a:cs typeface="Open Sans"/>
                <a:sym typeface="Open Sans"/>
              </a:rPr>
              <a:t>Before the Next Class</a:t>
            </a:r>
            <a:endParaRPr sz="2800" b="1">
              <a:solidFill>
                <a:schemeClr val="tx1">
                  <a:lumMod val="75000"/>
                  <a:lumOff val="25000"/>
                </a:schemeClr>
              </a:solidFill>
              <a:latin typeface="Open Sans"/>
              <a:ea typeface="Open Sans"/>
              <a:cs typeface="Open Sans"/>
              <a:sym typeface="Arial"/>
            </a:endParaRPr>
          </a:p>
        </p:txBody>
      </p:sp>
      <p:sp>
        <p:nvSpPr>
          <p:cNvPr id="3" name="Text Placeholder 6">
            <a:extLst>
              <a:ext uri="{FF2B5EF4-FFF2-40B4-BE49-F238E27FC236}">
                <a16:creationId xmlns:a16="http://schemas.microsoft.com/office/drawing/2014/main" id="{9A8AA2E1-D889-F5D4-9C7E-C1EBB432455A}"/>
              </a:ext>
            </a:extLst>
          </p:cNvPr>
          <p:cNvSpPr>
            <a:spLocks noGrp="1"/>
          </p:cNvSpPr>
          <p:nvPr>
            <p:ph type="body" sz="quarter" idx="11"/>
          </p:nvPr>
        </p:nvSpPr>
        <p:spPr>
          <a:xfrm>
            <a:off x="655084" y="1364776"/>
            <a:ext cx="8439490" cy="6823881"/>
          </a:xfrm>
          <a:prstGeom prst="rect">
            <a:avLst/>
          </a:prstGeom>
        </p:spPr>
        <p:txBody>
          <a:bodyPr/>
          <a:lstStyle>
            <a:lvl1pPr marL="0" indent="0">
              <a:lnSpc>
                <a:spcPct val="114000"/>
              </a:lnSpc>
              <a:spcBef>
                <a:spcPts val="0"/>
              </a:spcBef>
              <a:buFont typeface="Arial" panose="020B0604020202020204" pitchFamily="34" charset="0"/>
              <a:buNone/>
              <a:defRPr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Tree>
    <p:extLst>
      <p:ext uri="{BB962C8B-B14F-4D97-AF65-F5344CB8AC3E}">
        <p14:creationId xmlns:p14="http://schemas.microsoft.com/office/powerpoint/2010/main" val="238684465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What Next?" preserve="1" userDrawn="1">
  <p:cSld name="What Next?">
    <p:spTree>
      <p:nvGrpSpPr>
        <p:cNvPr id="1" name="Shape 202"/>
        <p:cNvGrpSpPr/>
        <p:nvPr/>
      </p:nvGrpSpPr>
      <p:grpSpPr>
        <a:xfrm>
          <a:off x="0" y="0"/>
          <a:ext cx="0" cy="0"/>
          <a:chOff x="0" y="0"/>
          <a:chExt cx="0" cy="0"/>
        </a:xfrm>
      </p:grpSpPr>
      <p:pic>
        <p:nvPicPr>
          <p:cNvPr id="203" name="Google Shape;203;p41"/>
          <p:cNvPicPr preferRelativeResize="0"/>
          <p:nvPr/>
        </p:nvPicPr>
        <p:blipFill>
          <a:blip r:embed="rId2"/>
          <a:srcRect/>
          <a:stretch/>
        </p:blipFill>
        <p:spPr>
          <a:xfrm>
            <a:off x="0" y="0"/>
            <a:ext cx="16255999" cy="9143999"/>
          </a:xfrm>
          <a:prstGeom prst="rect">
            <a:avLst/>
          </a:prstGeom>
          <a:noFill/>
          <a:ln>
            <a:noFill/>
          </a:ln>
        </p:spPr>
      </p:pic>
      <p:sp>
        <p:nvSpPr>
          <p:cNvPr id="207" name="Google Shape;207;p41"/>
          <p:cNvSpPr/>
          <p:nvPr/>
        </p:nvSpPr>
        <p:spPr>
          <a:xfrm>
            <a:off x="2464058" y="762715"/>
            <a:ext cx="4819925" cy="430887"/>
          </a:xfrm>
          <a:prstGeom prst="rect">
            <a:avLst/>
          </a:prstGeom>
          <a:noFill/>
          <a:ln>
            <a:noFill/>
          </a:ln>
        </p:spPr>
        <p:txBody>
          <a:bodyPr spcFirstLastPara="1" wrap="square" lIns="91425" tIns="0" rIns="91425" bIns="0" anchor="t" anchorCtr="0">
            <a:spAutoFit/>
          </a:bodyPr>
          <a:lstStyle/>
          <a:p>
            <a:pPr marL="0" lvl="0" indent="0" algn="ctr">
              <a:buSzPts val="2800"/>
              <a:buNone/>
            </a:pPr>
            <a:r>
              <a:rPr lang="en-US" sz="2800" b="1">
                <a:solidFill>
                  <a:schemeClr val="tx1">
                    <a:lumMod val="75000"/>
                    <a:lumOff val="25000"/>
                  </a:schemeClr>
                </a:solidFill>
                <a:latin typeface="Open Sans"/>
                <a:ea typeface="Open Sans"/>
                <a:cs typeface="Open Sans"/>
                <a:sym typeface="Open Sans"/>
              </a:rPr>
              <a:t>What’s Next?</a:t>
            </a:r>
            <a:endParaRPr sz="2800" b="1">
              <a:solidFill>
                <a:schemeClr val="tx1">
                  <a:lumMod val="75000"/>
                  <a:lumOff val="25000"/>
                </a:schemeClr>
              </a:solidFill>
              <a:latin typeface="Open Sans"/>
              <a:ea typeface="Open Sans"/>
              <a:cs typeface="Open Sans"/>
              <a:sym typeface="Arial"/>
            </a:endParaRPr>
          </a:p>
        </p:txBody>
      </p:sp>
      <p:sp>
        <p:nvSpPr>
          <p:cNvPr id="3" name="Text Placeholder 6">
            <a:extLst>
              <a:ext uri="{FF2B5EF4-FFF2-40B4-BE49-F238E27FC236}">
                <a16:creationId xmlns:a16="http://schemas.microsoft.com/office/drawing/2014/main" id="{57DB387E-1A29-1EE9-8E02-0C57BA6B68C2}"/>
              </a:ext>
            </a:extLst>
          </p:cNvPr>
          <p:cNvSpPr>
            <a:spLocks noGrp="1"/>
          </p:cNvSpPr>
          <p:nvPr>
            <p:ph type="body" sz="quarter" idx="10"/>
          </p:nvPr>
        </p:nvSpPr>
        <p:spPr>
          <a:xfrm>
            <a:off x="655084" y="1364776"/>
            <a:ext cx="8439490" cy="6823881"/>
          </a:xfrm>
          <a:prstGeom prst="rect">
            <a:avLst/>
          </a:prstGeom>
        </p:spPr>
        <p:txBody>
          <a:bodyPr/>
          <a:lstStyle>
            <a:lvl1pPr marL="0" indent="0">
              <a:lnSpc>
                <a:spcPct val="114000"/>
              </a:lnSpc>
              <a:spcBef>
                <a:spcPts val="0"/>
              </a:spcBef>
              <a:buFont typeface="Arial" panose="020B0604020202020204" pitchFamily="34" charset="0"/>
              <a:buNone/>
              <a:defRPr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Tree>
    <p:extLst>
      <p:ext uri="{BB962C8B-B14F-4D97-AF65-F5344CB8AC3E}">
        <p14:creationId xmlns:p14="http://schemas.microsoft.com/office/powerpoint/2010/main" val="339041563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ullets_for_whatnext_nextclass">
    <p:spTree>
      <p:nvGrpSpPr>
        <p:cNvPr id="1" name=""/>
        <p:cNvGrpSpPr/>
        <p:nvPr/>
      </p:nvGrpSpPr>
      <p:grpSpPr>
        <a:xfrm>
          <a:off x="0" y="0"/>
          <a:ext cx="0" cy="0"/>
          <a:chOff x="0" y="0"/>
          <a:chExt cx="0" cy="0"/>
        </a:xfrm>
      </p:grpSpPr>
      <p:sp>
        <p:nvSpPr>
          <p:cNvPr id="3" name="Text Placeholder 4">
            <a:extLst>
              <a:ext uri="{FF2B5EF4-FFF2-40B4-BE49-F238E27FC236}">
                <a16:creationId xmlns:a16="http://schemas.microsoft.com/office/drawing/2014/main" id="{CFEACA45-46CE-3149-F1F8-368C0B35FE06}"/>
              </a:ext>
            </a:extLst>
          </p:cNvPr>
          <p:cNvSpPr>
            <a:spLocks noGrp="1"/>
          </p:cNvSpPr>
          <p:nvPr>
            <p:ph type="body" sz="quarter" idx="13"/>
          </p:nvPr>
        </p:nvSpPr>
        <p:spPr>
          <a:xfrm>
            <a:off x="670649" y="1377162"/>
            <a:ext cx="8439490" cy="6815160"/>
          </a:xfrm>
        </p:spPr>
        <p:txBody>
          <a:bodyPr/>
          <a:lstStyle>
            <a:lvl1pPr marL="0" indent="0">
              <a:buNone/>
              <a:defRPr>
                <a:solidFill>
                  <a:schemeClr val="tx1">
                    <a:lumMod val="75000"/>
                    <a:lumOff val="25000"/>
                  </a:schemeClr>
                </a:solidFill>
              </a:defRPr>
            </a:lvl1pPr>
            <a:lvl2pPr>
              <a:defRPr>
                <a:solidFill>
                  <a:schemeClr val="tx1">
                    <a:lumMod val="75000"/>
                    <a:lumOff val="25000"/>
                  </a:schemeClr>
                </a:solidFill>
              </a:defRPr>
            </a:lvl2pPr>
            <a:lvl3pPr marL="1143000" indent="-228600">
              <a:buFont typeface="Courier New" panose="02070309020205020404" pitchFamily="49" charset="0"/>
              <a:buChar char="o"/>
              <a:defRPr>
                <a:solidFill>
                  <a:schemeClr val="tx1">
                    <a:lumMod val="75000"/>
                    <a:lumOff val="25000"/>
                  </a:schemeClr>
                </a:solidFill>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8503449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ourse Name">
  <p:cSld name="Course Name">
    <p:spTree>
      <p:nvGrpSpPr>
        <p:cNvPr id="1" name="Shape 15"/>
        <p:cNvGrpSpPr/>
        <p:nvPr/>
      </p:nvGrpSpPr>
      <p:grpSpPr>
        <a:xfrm>
          <a:off x="0" y="0"/>
          <a:ext cx="0" cy="0"/>
          <a:chOff x="0" y="0"/>
          <a:chExt cx="0" cy="0"/>
        </a:xfrm>
      </p:grpSpPr>
      <p:pic>
        <p:nvPicPr>
          <p:cNvPr id="16" name="Google Shape;16;p114" descr="Graphical user interface&#10;&#10;Description automatically generated with medium confidence"/>
          <p:cNvPicPr preferRelativeResize="0"/>
          <p:nvPr/>
        </p:nvPicPr>
        <p:blipFill rotWithShape="1">
          <a:blip r:embed="rId2">
            <a:alphaModFix/>
          </a:blip>
          <a:srcRect/>
          <a:stretch/>
        </p:blipFill>
        <p:spPr>
          <a:xfrm>
            <a:off x="0" y="0"/>
            <a:ext cx="16255999" cy="9144000"/>
          </a:xfrm>
          <a:prstGeom prst="rect">
            <a:avLst/>
          </a:prstGeom>
          <a:noFill/>
          <a:ln>
            <a:noFill/>
          </a:ln>
        </p:spPr>
      </p:pic>
      <p:sp>
        <p:nvSpPr>
          <p:cNvPr id="17" name="Google Shape;17;p114"/>
          <p:cNvSpPr txBox="1">
            <a:spLocks noGrp="1"/>
          </p:cNvSpPr>
          <p:nvPr>
            <p:ph type="body" idx="1"/>
          </p:nvPr>
        </p:nvSpPr>
        <p:spPr>
          <a:xfrm>
            <a:off x="4470400" y="4419240"/>
            <a:ext cx="7315200" cy="914400"/>
          </a:xfrm>
          <a:prstGeom prst="rect">
            <a:avLst/>
          </a:prstGeom>
          <a:noFill/>
          <a:ln>
            <a:noFill/>
          </a:ln>
        </p:spPr>
        <p:txBody>
          <a:bodyPr spcFirstLastPara="1" wrap="square" lIns="91425" tIns="91425" rIns="91425" bIns="91425" anchor="t" anchorCtr="0">
            <a:noAutofit/>
          </a:bodyPr>
          <a:lstStyle>
            <a:lvl1pPr marL="457200" lvl="0" indent="-228600" algn="ctr">
              <a:lnSpc>
                <a:spcPct val="90000"/>
              </a:lnSpc>
              <a:spcBef>
                <a:spcPts val="1000"/>
              </a:spcBef>
              <a:spcAft>
                <a:spcPts val="0"/>
              </a:spcAft>
              <a:buClr>
                <a:srgbClr val="FFFFFF"/>
              </a:buClr>
              <a:buSzPts val="2800"/>
              <a:buFont typeface="Arial"/>
              <a:buNone/>
              <a:defRPr sz="3200" b="1">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Clr>
                <a:srgbClr val="FFFFFF"/>
              </a:buClr>
              <a:buSzPts val="2400"/>
              <a:buChar char="•"/>
              <a:defRPr>
                <a:solidFill>
                  <a:srgbClr val="FFFFFF"/>
                </a:solidFill>
              </a:defRPr>
            </a:lvl2pPr>
            <a:lvl3pPr marL="1371600" lvl="2" indent="-355600" algn="l">
              <a:lnSpc>
                <a:spcPct val="90000"/>
              </a:lnSpc>
              <a:spcBef>
                <a:spcPts val="500"/>
              </a:spcBef>
              <a:spcAft>
                <a:spcPts val="0"/>
              </a:spcAft>
              <a:buClr>
                <a:srgbClr val="FFFFFF"/>
              </a:buClr>
              <a:buSzPts val="2000"/>
              <a:buChar char="•"/>
              <a:defRPr>
                <a:solidFill>
                  <a:srgbClr val="FFFFFF"/>
                </a:solidFill>
              </a:defRPr>
            </a:lvl3pPr>
            <a:lvl4pPr marL="1828800" lvl="3" indent="-342900" algn="l">
              <a:lnSpc>
                <a:spcPct val="90000"/>
              </a:lnSpc>
              <a:spcBef>
                <a:spcPts val="500"/>
              </a:spcBef>
              <a:spcAft>
                <a:spcPts val="0"/>
              </a:spcAft>
              <a:buClr>
                <a:srgbClr val="FFFFFF"/>
              </a:buClr>
              <a:buSzPts val="1800"/>
              <a:buChar char="•"/>
              <a:defRPr>
                <a:solidFill>
                  <a:srgbClr val="FFFFFF"/>
                </a:solidFill>
              </a:defRPr>
            </a:lvl4pPr>
            <a:lvl5pPr marL="2286000" lvl="4" indent="-342900" algn="l">
              <a:lnSpc>
                <a:spcPct val="90000"/>
              </a:lnSpc>
              <a:spcBef>
                <a:spcPts val="500"/>
              </a:spcBef>
              <a:spcAft>
                <a:spcPts val="0"/>
              </a:spcAft>
              <a:buClr>
                <a:srgbClr val="FFFFFF"/>
              </a:buClr>
              <a:buSzPts val="1800"/>
              <a:buChar char="•"/>
              <a:defRPr>
                <a:solidFill>
                  <a:srgbClr val="FFFFFF"/>
                </a:solidFill>
              </a:defRPr>
            </a:lvl5pPr>
            <a:lvl6pPr marL="2743200" lvl="5" indent="-342900" algn="l">
              <a:lnSpc>
                <a:spcPct val="90000"/>
              </a:lnSpc>
              <a:spcBef>
                <a:spcPts val="500"/>
              </a:spcBef>
              <a:spcAft>
                <a:spcPts val="0"/>
              </a:spcAft>
              <a:buClr>
                <a:srgbClr val="FFFFFF"/>
              </a:buClr>
              <a:buSzPts val="1800"/>
              <a:buChar char="•"/>
              <a:defRPr>
                <a:solidFill>
                  <a:srgbClr val="FFFFFF"/>
                </a:solidFill>
              </a:defRPr>
            </a:lvl6pPr>
            <a:lvl7pPr marL="3200400" lvl="6" indent="-342900" algn="l">
              <a:lnSpc>
                <a:spcPct val="90000"/>
              </a:lnSpc>
              <a:spcBef>
                <a:spcPts val="500"/>
              </a:spcBef>
              <a:spcAft>
                <a:spcPts val="0"/>
              </a:spcAft>
              <a:buClr>
                <a:srgbClr val="FFFFFF"/>
              </a:buClr>
              <a:buSzPts val="1800"/>
              <a:buChar char="•"/>
              <a:defRPr>
                <a:solidFill>
                  <a:srgbClr val="FFFFFF"/>
                </a:solidFill>
              </a:defRPr>
            </a:lvl7pPr>
            <a:lvl8pPr marL="3657600" lvl="7" indent="-342900" algn="l">
              <a:lnSpc>
                <a:spcPct val="90000"/>
              </a:lnSpc>
              <a:spcBef>
                <a:spcPts val="500"/>
              </a:spcBef>
              <a:spcAft>
                <a:spcPts val="0"/>
              </a:spcAft>
              <a:buClr>
                <a:srgbClr val="FFFFFF"/>
              </a:buClr>
              <a:buSzPts val="1800"/>
              <a:buChar char="•"/>
              <a:defRPr>
                <a:solidFill>
                  <a:srgbClr val="FFFFFF"/>
                </a:solidFill>
              </a:defRPr>
            </a:lvl8pPr>
            <a:lvl9pPr marL="4114800" lvl="8" indent="-342900" algn="l">
              <a:lnSpc>
                <a:spcPct val="90000"/>
              </a:lnSpc>
              <a:spcBef>
                <a:spcPts val="500"/>
              </a:spcBef>
              <a:spcAft>
                <a:spcPts val="0"/>
              </a:spcAft>
              <a:buClr>
                <a:srgbClr val="FFFFFF"/>
              </a:buClr>
              <a:buSzPts val="1800"/>
              <a:buChar char="•"/>
              <a:defRPr>
                <a:solidFill>
                  <a:srgbClr val="FFFFFF"/>
                </a:solidFill>
              </a:defRPr>
            </a:lvl9pPr>
          </a:lstStyle>
          <a:p>
            <a:endParaRPr/>
          </a:p>
        </p:txBody>
      </p:sp>
    </p:spTree>
  </p:cSld>
  <p:clrMapOvr>
    <a:masterClrMapping/>
  </p:clrMapOvr>
  <p:extLst>
    <p:ext uri="{DCECCB84-F9BA-43D5-87BE-67443E8EF086}">
      <p15:sldGuideLst xmlns:p15="http://schemas.microsoft.com/office/powerpoint/2012/main">
        <p15:guide id="1" orient="horz" pos="2616">
          <p15:clr>
            <a:srgbClr val="FBAE40"/>
          </p15:clr>
        </p15:guide>
        <p15:guide id="2" pos="416">
          <p15:clr>
            <a:srgbClr val="FBAE40"/>
          </p15:clr>
        </p15:guide>
        <p15:guide id="3" pos="483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Lesson Name">
  <p:cSld name="Lesson Name">
    <p:spTree>
      <p:nvGrpSpPr>
        <p:cNvPr id="1" name="Shape 18"/>
        <p:cNvGrpSpPr/>
        <p:nvPr/>
      </p:nvGrpSpPr>
      <p:grpSpPr>
        <a:xfrm>
          <a:off x="0" y="0"/>
          <a:ext cx="0" cy="0"/>
          <a:chOff x="0" y="0"/>
          <a:chExt cx="0" cy="0"/>
        </a:xfrm>
      </p:grpSpPr>
      <p:pic>
        <p:nvPicPr>
          <p:cNvPr id="19" name="Google Shape;19;p19" descr="A picture containing text&#10;&#10;Description automatically generated"/>
          <p:cNvPicPr preferRelativeResize="0"/>
          <p:nvPr/>
        </p:nvPicPr>
        <p:blipFill rotWithShape="1">
          <a:blip r:embed="rId2">
            <a:alphaModFix/>
          </a:blip>
          <a:srcRect/>
          <a:stretch/>
        </p:blipFill>
        <p:spPr>
          <a:xfrm>
            <a:off x="0" y="0"/>
            <a:ext cx="16255999" cy="9144000"/>
          </a:xfrm>
          <a:prstGeom prst="rect">
            <a:avLst/>
          </a:prstGeom>
          <a:noFill/>
          <a:ln>
            <a:noFill/>
          </a:ln>
        </p:spPr>
      </p:pic>
      <p:sp>
        <p:nvSpPr>
          <p:cNvPr id="20" name="Google Shape;20;p19"/>
          <p:cNvSpPr txBox="1">
            <a:spLocks noGrp="1"/>
          </p:cNvSpPr>
          <p:nvPr>
            <p:ph type="body" idx="1"/>
          </p:nvPr>
        </p:nvSpPr>
        <p:spPr>
          <a:xfrm>
            <a:off x="4068169" y="4126230"/>
            <a:ext cx="8119663" cy="914400"/>
          </a:xfrm>
          <a:prstGeom prst="rect">
            <a:avLst/>
          </a:prstGeom>
          <a:noFill/>
          <a:ln>
            <a:noFill/>
          </a:ln>
        </p:spPr>
        <p:txBody>
          <a:bodyPr spcFirstLastPara="1" wrap="square" lIns="91425" tIns="91425" rIns="91425" bIns="91425" anchor="t" anchorCtr="0">
            <a:noAutofit/>
          </a:bodyPr>
          <a:lstStyle>
            <a:lvl1pPr marL="457200" lvl="0" indent="-228600" algn="ctr">
              <a:lnSpc>
                <a:spcPct val="90000"/>
              </a:lnSpc>
              <a:spcBef>
                <a:spcPts val="1000"/>
              </a:spcBef>
              <a:spcAft>
                <a:spcPts val="0"/>
              </a:spcAft>
              <a:buClr>
                <a:srgbClr val="FFFFFF"/>
              </a:buClr>
              <a:buSzPts val="2800"/>
              <a:buFont typeface="Arial"/>
              <a:buNone/>
              <a:defRPr b="1">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Clr>
                <a:srgbClr val="FFFFFF"/>
              </a:buClr>
              <a:buSzPts val="2400"/>
              <a:buChar char="•"/>
              <a:defRPr>
                <a:solidFill>
                  <a:srgbClr val="FFFFFF"/>
                </a:solidFill>
              </a:defRPr>
            </a:lvl2pPr>
            <a:lvl3pPr marL="1371600" lvl="2" indent="-355600" algn="l">
              <a:lnSpc>
                <a:spcPct val="90000"/>
              </a:lnSpc>
              <a:spcBef>
                <a:spcPts val="500"/>
              </a:spcBef>
              <a:spcAft>
                <a:spcPts val="0"/>
              </a:spcAft>
              <a:buClr>
                <a:srgbClr val="FFFFFF"/>
              </a:buClr>
              <a:buSzPts val="2000"/>
              <a:buChar char="•"/>
              <a:defRPr>
                <a:solidFill>
                  <a:srgbClr val="FFFFFF"/>
                </a:solidFill>
              </a:defRPr>
            </a:lvl3pPr>
            <a:lvl4pPr marL="1828800" lvl="3" indent="-342900" algn="l">
              <a:lnSpc>
                <a:spcPct val="90000"/>
              </a:lnSpc>
              <a:spcBef>
                <a:spcPts val="500"/>
              </a:spcBef>
              <a:spcAft>
                <a:spcPts val="0"/>
              </a:spcAft>
              <a:buClr>
                <a:srgbClr val="FFFFFF"/>
              </a:buClr>
              <a:buSzPts val="1800"/>
              <a:buChar char="•"/>
              <a:defRPr>
                <a:solidFill>
                  <a:srgbClr val="FFFFFF"/>
                </a:solidFill>
              </a:defRPr>
            </a:lvl4pPr>
            <a:lvl5pPr marL="2286000" lvl="4" indent="-342900" algn="l">
              <a:lnSpc>
                <a:spcPct val="90000"/>
              </a:lnSpc>
              <a:spcBef>
                <a:spcPts val="500"/>
              </a:spcBef>
              <a:spcAft>
                <a:spcPts val="0"/>
              </a:spcAft>
              <a:buClr>
                <a:srgbClr val="FFFFFF"/>
              </a:buClr>
              <a:buSzPts val="1800"/>
              <a:buChar char="•"/>
              <a:defRPr>
                <a:solidFill>
                  <a:srgbClr val="FFFFFF"/>
                </a:solidFill>
              </a:defRPr>
            </a:lvl5pPr>
            <a:lvl6pPr marL="2743200" lvl="5" indent="-342900" algn="l">
              <a:lnSpc>
                <a:spcPct val="90000"/>
              </a:lnSpc>
              <a:spcBef>
                <a:spcPts val="500"/>
              </a:spcBef>
              <a:spcAft>
                <a:spcPts val="0"/>
              </a:spcAft>
              <a:buClr>
                <a:srgbClr val="FFFFFF"/>
              </a:buClr>
              <a:buSzPts val="1800"/>
              <a:buChar char="•"/>
              <a:defRPr>
                <a:solidFill>
                  <a:srgbClr val="FFFFFF"/>
                </a:solidFill>
              </a:defRPr>
            </a:lvl6pPr>
            <a:lvl7pPr marL="3200400" lvl="6" indent="-342900" algn="l">
              <a:lnSpc>
                <a:spcPct val="90000"/>
              </a:lnSpc>
              <a:spcBef>
                <a:spcPts val="500"/>
              </a:spcBef>
              <a:spcAft>
                <a:spcPts val="0"/>
              </a:spcAft>
              <a:buClr>
                <a:srgbClr val="FFFFFF"/>
              </a:buClr>
              <a:buSzPts val="1800"/>
              <a:buChar char="•"/>
              <a:defRPr>
                <a:solidFill>
                  <a:srgbClr val="FFFFFF"/>
                </a:solidFill>
              </a:defRPr>
            </a:lvl7pPr>
            <a:lvl8pPr marL="3657600" lvl="7" indent="-342900" algn="l">
              <a:lnSpc>
                <a:spcPct val="90000"/>
              </a:lnSpc>
              <a:spcBef>
                <a:spcPts val="500"/>
              </a:spcBef>
              <a:spcAft>
                <a:spcPts val="0"/>
              </a:spcAft>
              <a:buClr>
                <a:srgbClr val="FFFFFF"/>
              </a:buClr>
              <a:buSzPts val="1800"/>
              <a:buChar char="•"/>
              <a:defRPr>
                <a:solidFill>
                  <a:srgbClr val="FFFFFF"/>
                </a:solidFill>
              </a:defRPr>
            </a:lvl8pPr>
            <a:lvl9pPr marL="4114800" lvl="8" indent="-342900" algn="l">
              <a:lnSpc>
                <a:spcPct val="90000"/>
              </a:lnSpc>
              <a:spcBef>
                <a:spcPts val="500"/>
              </a:spcBef>
              <a:spcAft>
                <a:spcPts val="0"/>
              </a:spcAft>
              <a:buClr>
                <a:srgbClr val="FFFFFF"/>
              </a:buClr>
              <a:buSzPts val="1800"/>
              <a:buChar char="•"/>
              <a:defRPr>
                <a:solidFill>
                  <a:srgbClr val="FFFFFF"/>
                </a:solidFill>
              </a:defRPr>
            </a:lvl9pPr>
          </a:lstStyle>
          <a:p>
            <a:endParaRPr/>
          </a:p>
        </p:txBody>
      </p:sp>
    </p:spTree>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opic Name">
  <p:cSld name="Topic Name">
    <p:spTree>
      <p:nvGrpSpPr>
        <p:cNvPr id="1" name="Shape 30"/>
        <p:cNvGrpSpPr/>
        <p:nvPr/>
      </p:nvGrpSpPr>
      <p:grpSpPr>
        <a:xfrm>
          <a:off x="0" y="0"/>
          <a:ext cx="0" cy="0"/>
          <a:chOff x="0" y="0"/>
          <a:chExt cx="0" cy="0"/>
        </a:xfrm>
      </p:grpSpPr>
      <p:pic>
        <p:nvPicPr>
          <p:cNvPr id="31" name="Google Shape;31;p21"/>
          <p:cNvPicPr preferRelativeResize="0"/>
          <p:nvPr/>
        </p:nvPicPr>
        <p:blipFill rotWithShape="1">
          <a:blip r:embed="rId2">
            <a:alphaModFix/>
          </a:blip>
          <a:srcRect/>
          <a:stretch/>
        </p:blipFill>
        <p:spPr>
          <a:xfrm>
            <a:off x="1580" y="888"/>
            <a:ext cx="16252840" cy="9142222"/>
          </a:xfrm>
          <a:prstGeom prst="rect">
            <a:avLst/>
          </a:prstGeom>
          <a:noFill/>
          <a:ln>
            <a:noFill/>
          </a:ln>
        </p:spPr>
      </p:pic>
      <p:sp>
        <p:nvSpPr>
          <p:cNvPr id="32" name="Google Shape;32;p21"/>
          <p:cNvSpPr txBox="1">
            <a:spLocks noGrp="1"/>
          </p:cNvSpPr>
          <p:nvPr>
            <p:ph type="body" idx="1"/>
          </p:nvPr>
        </p:nvSpPr>
        <p:spPr>
          <a:xfrm>
            <a:off x="4068169" y="4126230"/>
            <a:ext cx="8119663" cy="914400"/>
          </a:xfrm>
          <a:prstGeom prst="rect">
            <a:avLst/>
          </a:prstGeom>
          <a:noFill/>
          <a:ln>
            <a:noFill/>
          </a:ln>
        </p:spPr>
        <p:txBody>
          <a:bodyPr spcFirstLastPara="1" wrap="square" lIns="91425" tIns="91425" rIns="91425" bIns="91425" anchor="t" anchorCtr="0">
            <a:noAutofit/>
          </a:bodyPr>
          <a:lstStyle>
            <a:lvl1pPr marL="457200" lvl="0" indent="-228600" algn="ctr">
              <a:lnSpc>
                <a:spcPct val="90000"/>
              </a:lnSpc>
              <a:spcBef>
                <a:spcPts val="1000"/>
              </a:spcBef>
              <a:spcAft>
                <a:spcPts val="0"/>
              </a:spcAft>
              <a:buClr>
                <a:srgbClr val="FFFFFF"/>
              </a:buClr>
              <a:buSzPts val="2800"/>
              <a:buFont typeface="Arial"/>
              <a:buNone/>
              <a:defRPr b="1">
                <a:solidFill>
                  <a:srgbClr val="FFFFFF"/>
                </a:solidFill>
                <a:latin typeface="Open Sans"/>
                <a:ea typeface="Open Sans"/>
                <a:cs typeface="Open Sans"/>
                <a:sym typeface="Open Sans"/>
              </a:defRPr>
            </a:lvl1pPr>
            <a:lvl2pPr marL="914400" lvl="1" indent="-381000" algn="l">
              <a:lnSpc>
                <a:spcPct val="90000"/>
              </a:lnSpc>
              <a:spcBef>
                <a:spcPts val="500"/>
              </a:spcBef>
              <a:spcAft>
                <a:spcPts val="0"/>
              </a:spcAft>
              <a:buClr>
                <a:srgbClr val="FFFFFF"/>
              </a:buClr>
              <a:buSzPts val="2400"/>
              <a:buChar char="•"/>
              <a:defRPr>
                <a:solidFill>
                  <a:srgbClr val="FFFFFF"/>
                </a:solidFill>
              </a:defRPr>
            </a:lvl2pPr>
            <a:lvl3pPr marL="1371600" lvl="2" indent="-355600" algn="l">
              <a:lnSpc>
                <a:spcPct val="90000"/>
              </a:lnSpc>
              <a:spcBef>
                <a:spcPts val="500"/>
              </a:spcBef>
              <a:spcAft>
                <a:spcPts val="0"/>
              </a:spcAft>
              <a:buClr>
                <a:srgbClr val="FFFFFF"/>
              </a:buClr>
              <a:buSzPts val="2000"/>
              <a:buChar char="•"/>
              <a:defRPr>
                <a:solidFill>
                  <a:srgbClr val="FFFFFF"/>
                </a:solidFill>
              </a:defRPr>
            </a:lvl3pPr>
            <a:lvl4pPr marL="1828800" lvl="3" indent="-342900" algn="l">
              <a:lnSpc>
                <a:spcPct val="90000"/>
              </a:lnSpc>
              <a:spcBef>
                <a:spcPts val="500"/>
              </a:spcBef>
              <a:spcAft>
                <a:spcPts val="0"/>
              </a:spcAft>
              <a:buClr>
                <a:srgbClr val="FFFFFF"/>
              </a:buClr>
              <a:buSzPts val="1800"/>
              <a:buChar char="•"/>
              <a:defRPr>
                <a:solidFill>
                  <a:srgbClr val="FFFFFF"/>
                </a:solidFill>
              </a:defRPr>
            </a:lvl4pPr>
            <a:lvl5pPr marL="2286000" lvl="4" indent="-342900" algn="l">
              <a:lnSpc>
                <a:spcPct val="90000"/>
              </a:lnSpc>
              <a:spcBef>
                <a:spcPts val="500"/>
              </a:spcBef>
              <a:spcAft>
                <a:spcPts val="0"/>
              </a:spcAft>
              <a:buClr>
                <a:srgbClr val="FFFFFF"/>
              </a:buClr>
              <a:buSzPts val="1800"/>
              <a:buChar char="•"/>
              <a:defRPr>
                <a:solidFill>
                  <a:srgbClr val="FFFFFF"/>
                </a:solidFill>
              </a:defRPr>
            </a:lvl5pPr>
            <a:lvl6pPr marL="2743200" lvl="5" indent="-342900" algn="l">
              <a:lnSpc>
                <a:spcPct val="90000"/>
              </a:lnSpc>
              <a:spcBef>
                <a:spcPts val="500"/>
              </a:spcBef>
              <a:spcAft>
                <a:spcPts val="0"/>
              </a:spcAft>
              <a:buClr>
                <a:srgbClr val="FFFFFF"/>
              </a:buClr>
              <a:buSzPts val="1800"/>
              <a:buChar char="•"/>
              <a:defRPr>
                <a:solidFill>
                  <a:srgbClr val="FFFFFF"/>
                </a:solidFill>
              </a:defRPr>
            </a:lvl6pPr>
            <a:lvl7pPr marL="3200400" lvl="6" indent="-342900" algn="l">
              <a:lnSpc>
                <a:spcPct val="90000"/>
              </a:lnSpc>
              <a:spcBef>
                <a:spcPts val="500"/>
              </a:spcBef>
              <a:spcAft>
                <a:spcPts val="0"/>
              </a:spcAft>
              <a:buClr>
                <a:srgbClr val="FFFFFF"/>
              </a:buClr>
              <a:buSzPts val="1800"/>
              <a:buChar char="•"/>
              <a:defRPr>
                <a:solidFill>
                  <a:srgbClr val="FFFFFF"/>
                </a:solidFill>
              </a:defRPr>
            </a:lvl7pPr>
            <a:lvl8pPr marL="3657600" lvl="7" indent="-342900" algn="l">
              <a:lnSpc>
                <a:spcPct val="90000"/>
              </a:lnSpc>
              <a:spcBef>
                <a:spcPts val="500"/>
              </a:spcBef>
              <a:spcAft>
                <a:spcPts val="0"/>
              </a:spcAft>
              <a:buClr>
                <a:srgbClr val="FFFFFF"/>
              </a:buClr>
              <a:buSzPts val="1800"/>
              <a:buChar char="•"/>
              <a:defRPr>
                <a:solidFill>
                  <a:srgbClr val="FFFFFF"/>
                </a:solidFill>
              </a:defRPr>
            </a:lvl8pPr>
            <a:lvl9pPr marL="4114800" lvl="8" indent="-342900" algn="l">
              <a:lnSpc>
                <a:spcPct val="90000"/>
              </a:lnSpc>
              <a:spcBef>
                <a:spcPts val="500"/>
              </a:spcBef>
              <a:spcAft>
                <a:spcPts val="0"/>
              </a:spcAft>
              <a:buClr>
                <a:srgbClr val="FFFFFF"/>
              </a:buClr>
              <a:buSzPts val="1800"/>
              <a:buChar char="•"/>
              <a:defRPr>
                <a:solidFill>
                  <a:srgbClr val="FFFFFF"/>
                </a:solidFill>
              </a:defRPr>
            </a:lvl9pPr>
          </a:lstStyle>
          <a:p>
            <a:endParaRPr/>
          </a:p>
        </p:txBody>
      </p:sp>
    </p:spTree>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Content Slide">
  <p:cSld name="1_Content Slide">
    <p:spTree>
      <p:nvGrpSpPr>
        <p:cNvPr id="1" name="Shape 33"/>
        <p:cNvGrpSpPr/>
        <p:nvPr/>
      </p:nvGrpSpPr>
      <p:grpSpPr>
        <a:xfrm>
          <a:off x="0" y="0"/>
          <a:ext cx="0" cy="0"/>
          <a:chOff x="0" y="0"/>
          <a:chExt cx="0" cy="0"/>
        </a:xfrm>
      </p:grpSpPr>
      <p:pic>
        <p:nvPicPr>
          <p:cNvPr id="34" name="Google Shape;34;p115"/>
          <p:cNvPicPr preferRelativeResize="0"/>
          <p:nvPr/>
        </p:nvPicPr>
        <p:blipFill rotWithShape="1">
          <a:blip r:embed="rId2">
            <a:alphaModFix/>
          </a:blip>
          <a:srcRect t="12" b="13"/>
          <a:stretch/>
        </p:blipFill>
        <p:spPr>
          <a:xfrm>
            <a:off x="0" y="1143"/>
            <a:ext cx="16256002" cy="9141717"/>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Content Slide">
  <p:cSld name="Content Slide">
    <p:spTree>
      <p:nvGrpSpPr>
        <p:cNvPr id="1" name="Shape 35"/>
        <p:cNvGrpSpPr/>
        <p:nvPr/>
      </p:nvGrpSpPr>
      <p:grpSpPr>
        <a:xfrm>
          <a:off x="0" y="0"/>
          <a:ext cx="0" cy="0"/>
          <a:chOff x="0" y="0"/>
          <a:chExt cx="0" cy="0"/>
        </a:xfrm>
      </p:grpSpPr>
      <p:pic>
        <p:nvPicPr>
          <p:cNvPr id="36" name="Google Shape;36;p22"/>
          <p:cNvPicPr preferRelativeResize="0"/>
          <p:nvPr/>
        </p:nvPicPr>
        <p:blipFill rotWithShape="1">
          <a:blip r:embed="rId2">
            <a:alphaModFix/>
          </a:blip>
          <a:srcRect t="12" b="13"/>
          <a:stretch/>
        </p:blipFill>
        <p:spPr>
          <a:xfrm>
            <a:off x="0" y="1143"/>
            <a:ext cx="16256002" cy="9141717"/>
          </a:xfrm>
          <a:prstGeom prst="rect">
            <a:avLst/>
          </a:prstGeom>
          <a:noFill/>
          <a:ln>
            <a:noFill/>
          </a:ln>
        </p:spPr>
      </p:pic>
      <p:sp>
        <p:nvSpPr>
          <p:cNvPr id="37" name="Google Shape;37;p22"/>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SzPts val="4400"/>
              <a:buFont typeface="Arial"/>
              <a:buNone/>
              <a:defRPr sz="2800" b="1">
                <a:solidFill>
                  <a:srgbClr val="3F3F3F"/>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2"/>
          <p:cNvSpPr txBox="1">
            <a:spLocks noGrp="1"/>
          </p:cNvSpPr>
          <p:nvPr>
            <p:ph type="body" idx="1"/>
          </p:nvPr>
        </p:nvSpPr>
        <p:spPr>
          <a:xfrm>
            <a:off x="1902091" y="1808291"/>
            <a:ext cx="12451817" cy="5527418"/>
          </a:xfrm>
          <a:prstGeom prst="rect">
            <a:avLst/>
          </a:prstGeom>
          <a:noFill/>
          <a:ln>
            <a:noFill/>
          </a:ln>
        </p:spPr>
        <p:txBody>
          <a:bodyPr spcFirstLastPara="1" wrap="square" lIns="91425" tIns="0" rIns="91425" bIns="0" anchor="t" anchorCtr="0">
            <a:normAutofit/>
          </a:bodyPr>
          <a:lstStyle>
            <a:lvl1pPr marL="457200" lvl="0" indent="-228600" algn="l">
              <a:lnSpc>
                <a:spcPct val="115000"/>
              </a:lnSpc>
              <a:spcBef>
                <a:spcPts val="1000"/>
              </a:spcBef>
              <a:spcAft>
                <a:spcPts val="0"/>
              </a:spcAft>
              <a:buSzPts val="2800"/>
              <a:buFont typeface="Arial"/>
              <a:buNone/>
              <a:defRPr sz="2200">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Assisted Practice">
  <p:cSld name="1_Assisted Practice">
    <p:spTree>
      <p:nvGrpSpPr>
        <p:cNvPr id="1" name="Shape 39"/>
        <p:cNvGrpSpPr/>
        <p:nvPr/>
      </p:nvGrpSpPr>
      <p:grpSpPr>
        <a:xfrm>
          <a:off x="0" y="0"/>
          <a:ext cx="0" cy="0"/>
          <a:chOff x="0" y="0"/>
          <a:chExt cx="0" cy="0"/>
        </a:xfrm>
      </p:grpSpPr>
      <p:pic>
        <p:nvPicPr>
          <p:cNvPr id="40" name="Google Shape;40;p116" descr="A picture containing text, electronics, display, dark&#10;&#10;Description automatically generated"/>
          <p:cNvPicPr preferRelativeResize="0"/>
          <p:nvPr/>
        </p:nvPicPr>
        <p:blipFill rotWithShape="1">
          <a:blip r:embed="rId2">
            <a:alphaModFix/>
          </a:blip>
          <a:srcRect/>
          <a:stretch/>
        </p:blipFill>
        <p:spPr>
          <a:xfrm>
            <a:off x="0" y="0"/>
            <a:ext cx="16255999" cy="9144000"/>
          </a:xfrm>
          <a:prstGeom prst="rect">
            <a:avLst/>
          </a:prstGeom>
          <a:noFill/>
          <a:ln>
            <a:noFill/>
          </a:ln>
        </p:spPr>
      </p:pic>
      <p:sp>
        <p:nvSpPr>
          <p:cNvPr id="41" name="Google Shape;41;p116"/>
          <p:cNvSpPr txBox="1">
            <a:spLocks noGrp="1"/>
          </p:cNvSpPr>
          <p:nvPr>
            <p:ph type="title"/>
          </p:nvPr>
        </p:nvSpPr>
        <p:spPr>
          <a:xfrm>
            <a:off x="812800" y="626895"/>
            <a:ext cx="10666200" cy="6651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4400"/>
              <a:buFont typeface="Arial"/>
              <a:buNone/>
              <a:defRPr sz="2800" b="1">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6"/>
          <p:cNvSpPr txBox="1">
            <a:spLocks noGrp="1"/>
          </p:cNvSpPr>
          <p:nvPr>
            <p:ph type="body" idx="1"/>
          </p:nvPr>
        </p:nvSpPr>
        <p:spPr>
          <a:xfrm>
            <a:off x="1902091" y="2549511"/>
            <a:ext cx="12451800" cy="5532000"/>
          </a:xfrm>
          <a:prstGeom prst="rect">
            <a:avLst/>
          </a:prstGeom>
          <a:noFill/>
          <a:ln>
            <a:noFill/>
          </a:ln>
        </p:spPr>
        <p:txBody>
          <a:bodyPr spcFirstLastPara="1" wrap="square" lIns="91425" tIns="0" rIns="91425" bIns="0" anchor="t" anchorCtr="0">
            <a:noAutofit/>
          </a:bodyPr>
          <a:lstStyle>
            <a:lvl1pPr marL="457200" lvl="0" indent="-228600" algn="l">
              <a:lnSpc>
                <a:spcPct val="115000"/>
              </a:lnSpc>
              <a:spcBef>
                <a:spcPts val="1000"/>
              </a:spcBef>
              <a:spcAft>
                <a:spcPts val="0"/>
              </a:spcAft>
              <a:buSzPts val="2800"/>
              <a:buFont typeface="Arial"/>
              <a:buNone/>
              <a:defRPr sz="2200">
                <a:solidFill>
                  <a:srgbClr val="3F3F3F"/>
                </a:solidFill>
                <a:latin typeface="Arial"/>
                <a:ea typeface="Arial"/>
                <a:cs typeface="Arial"/>
                <a:sym typeface="Arial"/>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Knowledge Check">
  <p:cSld name="Knowledge Check">
    <p:spTree>
      <p:nvGrpSpPr>
        <p:cNvPr id="1" name="Shape 51"/>
        <p:cNvGrpSpPr/>
        <p:nvPr/>
      </p:nvGrpSpPr>
      <p:grpSpPr>
        <a:xfrm>
          <a:off x="0" y="0"/>
          <a:ext cx="0" cy="0"/>
          <a:chOff x="0" y="0"/>
          <a:chExt cx="0" cy="0"/>
        </a:xfrm>
      </p:grpSpPr>
      <p:pic>
        <p:nvPicPr>
          <p:cNvPr id="52" name="Google Shape;52;p24"/>
          <p:cNvPicPr preferRelativeResize="0"/>
          <p:nvPr/>
        </p:nvPicPr>
        <p:blipFill rotWithShape="1">
          <a:blip r:embed="rId2">
            <a:alphaModFix/>
          </a:blip>
          <a:srcRect/>
          <a:stretch/>
        </p:blipFill>
        <p:spPr>
          <a:xfrm>
            <a:off x="1580" y="888"/>
            <a:ext cx="16252838" cy="9142222"/>
          </a:xfrm>
          <a:prstGeom prst="rect">
            <a:avLst/>
          </a:prstGeom>
          <a:noFill/>
          <a:ln>
            <a:noFill/>
          </a:ln>
        </p:spPr>
      </p:pic>
      <p:sp>
        <p:nvSpPr>
          <p:cNvPr id="53" name="Google Shape;53;p24"/>
          <p:cNvSpPr/>
          <p:nvPr/>
        </p:nvSpPr>
        <p:spPr>
          <a:xfrm>
            <a:off x="3370300" y="4356600"/>
            <a:ext cx="4819800" cy="430800"/>
          </a:xfrm>
          <a:prstGeom prst="rect">
            <a:avLst/>
          </a:prstGeom>
          <a:noFill/>
          <a:ln>
            <a:noFill/>
          </a:ln>
        </p:spPr>
        <p:txBody>
          <a:bodyPr spcFirstLastPara="1" wrap="square" lIns="91425" tIns="0" rIns="91425" bIns="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rgbClr val="3F3F3F"/>
                </a:solidFill>
                <a:latin typeface="Open Sans"/>
                <a:ea typeface="Open Sans"/>
                <a:cs typeface="Open Sans"/>
                <a:sym typeface="Open Sans"/>
              </a:rPr>
              <a:t>Knowledge Check</a:t>
            </a:r>
            <a:endParaRPr sz="1400" b="0" i="0" u="none" strike="noStrike" cap="none">
              <a:solidFill>
                <a:srgbClr val="3F3F3F"/>
              </a:solidFill>
              <a:latin typeface="Open Sans"/>
              <a:ea typeface="Open Sans"/>
              <a:cs typeface="Open Sans"/>
              <a:sym typeface="Open San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Lesson-End Project">
  <p:cSld name="Lesson-End Project">
    <p:spTree>
      <p:nvGrpSpPr>
        <p:cNvPr id="1" name="Shape 71"/>
        <p:cNvGrpSpPr/>
        <p:nvPr/>
      </p:nvGrpSpPr>
      <p:grpSpPr>
        <a:xfrm>
          <a:off x="0" y="0"/>
          <a:ext cx="0" cy="0"/>
          <a:chOff x="0" y="0"/>
          <a:chExt cx="0" cy="0"/>
        </a:xfrm>
      </p:grpSpPr>
      <p:pic>
        <p:nvPicPr>
          <p:cNvPr id="72" name="Google Shape;72;p120" descr="A screenshot of a video game&#10;&#10;Description automatically generated"/>
          <p:cNvPicPr preferRelativeResize="0"/>
          <p:nvPr/>
        </p:nvPicPr>
        <p:blipFill rotWithShape="1">
          <a:blip r:embed="rId2">
            <a:alphaModFix/>
          </a:blip>
          <a:srcRect/>
          <a:stretch/>
        </p:blipFill>
        <p:spPr>
          <a:xfrm>
            <a:off x="0" y="0"/>
            <a:ext cx="16256000" cy="9144000"/>
          </a:xfrm>
          <a:prstGeom prst="rect">
            <a:avLst/>
          </a:prstGeom>
          <a:noFill/>
          <a:ln>
            <a:noFill/>
          </a:ln>
        </p:spPr>
      </p:pic>
      <p:sp>
        <p:nvSpPr>
          <p:cNvPr id="73" name="Google Shape;73;p120"/>
          <p:cNvSpPr txBox="1">
            <a:spLocks noGrp="1"/>
          </p:cNvSpPr>
          <p:nvPr>
            <p:ph type="title"/>
          </p:nvPr>
        </p:nvSpPr>
        <p:spPr>
          <a:xfrm>
            <a:off x="0" y="539514"/>
            <a:ext cx="16256001" cy="665045"/>
          </a:xfrm>
          <a:prstGeom prst="rect">
            <a:avLst/>
          </a:prstGeom>
          <a:noFill/>
          <a:ln>
            <a:noFill/>
          </a:ln>
        </p:spPr>
        <p:txBody>
          <a:bodyPr spcFirstLastPara="1" wrap="square" lIns="91425" tIns="45700" rIns="91425" bIns="45700" anchor="ctr" anchorCtr="0">
            <a:noAutofit/>
          </a:bodyPr>
          <a:lstStyle>
            <a:lvl1pPr marR="0" lvl="0" algn="ctr">
              <a:lnSpc>
                <a:spcPct val="90000"/>
              </a:lnSpc>
              <a:spcBef>
                <a:spcPts val="0"/>
              </a:spcBef>
              <a:spcAft>
                <a:spcPts val="0"/>
              </a:spcAft>
              <a:buClr>
                <a:srgbClr val="3F3F3F"/>
              </a:buClr>
              <a:buSzPts val="3200"/>
              <a:buFont typeface="Arial"/>
              <a:buNone/>
              <a:defRPr sz="2800" b="1" i="0" u="none" strike="noStrike" cap="none">
                <a:solidFill>
                  <a:srgbClr val="262626"/>
                </a:solidFill>
                <a:latin typeface="Open Sans"/>
                <a:ea typeface="Open Sans"/>
                <a:cs typeface="Open Sans"/>
                <a:sym typeface="Open Sans"/>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4" name="Google Shape;74;p120"/>
          <p:cNvSpPr txBox="1">
            <a:spLocks noGrp="1"/>
          </p:cNvSpPr>
          <p:nvPr>
            <p:ph type="body" idx="1"/>
          </p:nvPr>
        </p:nvSpPr>
        <p:spPr>
          <a:xfrm>
            <a:off x="4699001" y="1770191"/>
            <a:ext cx="9956800" cy="5527418"/>
          </a:xfrm>
          <a:prstGeom prst="rect">
            <a:avLst/>
          </a:prstGeom>
          <a:noFill/>
          <a:ln>
            <a:noFill/>
          </a:ln>
        </p:spPr>
        <p:txBody>
          <a:bodyPr spcFirstLastPara="1" wrap="square" lIns="91425" tIns="0" rIns="91425" bIns="0" anchor="t" anchorCtr="0">
            <a:normAutofit/>
          </a:bodyPr>
          <a:lstStyle>
            <a:lvl1pPr marL="457200" lvl="0" indent="-228600" algn="l">
              <a:lnSpc>
                <a:spcPct val="115000"/>
              </a:lnSpc>
              <a:spcBef>
                <a:spcPts val="1000"/>
              </a:spcBef>
              <a:spcAft>
                <a:spcPts val="0"/>
              </a:spcAft>
              <a:buSzPts val="2800"/>
              <a:buFont typeface="Arial"/>
              <a:buNone/>
              <a:defRPr sz="2200">
                <a:solidFill>
                  <a:srgbClr val="262626"/>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hankyou">
  <p:cSld name="Thankyou">
    <p:spTree>
      <p:nvGrpSpPr>
        <p:cNvPr id="1" name="Shape 75"/>
        <p:cNvGrpSpPr/>
        <p:nvPr/>
      </p:nvGrpSpPr>
      <p:grpSpPr>
        <a:xfrm>
          <a:off x="0" y="0"/>
          <a:ext cx="0" cy="0"/>
          <a:chOff x="0" y="0"/>
          <a:chExt cx="0" cy="0"/>
        </a:xfrm>
      </p:grpSpPr>
      <p:pic>
        <p:nvPicPr>
          <p:cNvPr id="76" name="Google Shape;76;p121" descr="A picture containing scatter chart&#10;&#10;Description automatically generated"/>
          <p:cNvPicPr preferRelativeResize="0"/>
          <p:nvPr/>
        </p:nvPicPr>
        <p:blipFill rotWithShape="1">
          <a:blip r:embed="rId2">
            <a:alphaModFix/>
          </a:blip>
          <a:srcRect/>
          <a:stretch/>
        </p:blipFill>
        <p:spPr>
          <a:xfrm>
            <a:off x="0" y="0"/>
            <a:ext cx="16255999" cy="9144000"/>
          </a:xfrm>
          <a:prstGeom prst="rect">
            <a:avLst/>
          </a:prstGeom>
          <a:noFill/>
          <a:ln>
            <a:noFill/>
          </a:ln>
        </p:spPr>
      </p:pic>
      <p:sp>
        <p:nvSpPr>
          <p:cNvPr id="77" name="Google Shape;77;p121"/>
          <p:cNvSpPr txBox="1">
            <a:spLocks noGrp="1"/>
          </p:cNvSpPr>
          <p:nvPr>
            <p:ph type="body" idx="1"/>
          </p:nvPr>
        </p:nvSpPr>
        <p:spPr>
          <a:xfrm>
            <a:off x="4068169" y="4126230"/>
            <a:ext cx="8119663" cy="700674"/>
          </a:xfrm>
          <a:prstGeom prst="rect">
            <a:avLst/>
          </a:prstGeom>
          <a:noFill/>
          <a:ln>
            <a:noFill/>
          </a:ln>
        </p:spPr>
        <p:txBody>
          <a:bodyPr spcFirstLastPara="1" wrap="square" lIns="91425" tIns="91425" rIns="91425" bIns="91425" anchor="t" anchorCtr="0">
            <a:spAutoFit/>
          </a:bodyPr>
          <a:lstStyle>
            <a:lvl1pPr marL="457200" lvl="0" indent="-228600" algn="ctr">
              <a:lnSpc>
                <a:spcPct val="90000"/>
              </a:lnSpc>
              <a:spcBef>
                <a:spcPts val="1000"/>
              </a:spcBef>
              <a:spcAft>
                <a:spcPts val="0"/>
              </a:spcAft>
              <a:buClr>
                <a:srgbClr val="FFFFFF"/>
              </a:buClr>
              <a:buSzPts val="2800"/>
              <a:buFont typeface="Arial"/>
              <a:buNone/>
              <a:defRPr b="1">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Clr>
                <a:srgbClr val="FFFFFF"/>
              </a:buClr>
              <a:buSzPts val="2400"/>
              <a:buChar char="•"/>
              <a:defRPr>
                <a:solidFill>
                  <a:srgbClr val="FFFFFF"/>
                </a:solidFill>
              </a:defRPr>
            </a:lvl2pPr>
            <a:lvl3pPr marL="1371600" lvl="2" indent="-355600" algn="l">
              <a:lnSpc>
                <a:spcPct val="90000"/>
              </a:lnSpc>
              <a:spcBef>
                <a:spcPts val="500"/>
              </a:spcBef>
              <a:spcAft>
                <a:spcPts val="0"/>
              </a:spcAft>
              <a:buClr>
                <a:srgbClr val="FFFFFF"/>
              </a:buClr>
              <a:buSzPts val="2000"/>
              <a:buChar char="•"/>
              <a:defRPr>
                <a:solidFill>
                  <a:srgbClr val="FFFFFF"/>
                </a:solidFill>
              </a:defRPr>
            </a:lvl3pPr>
            <a:lvl4pPr marL="1828800" lvl="3" indent="-342900" algn="l">
              <a:lnSpc>
                <a:spcPct val="90000"/>
              </a:lnSpc>
              <a:spcBef>
                <a:spcPts val="500"/>
              </a:spcBef>
              <a:spcAft>
                <a:spcPts val="0"/>
              </a:spcAft>
              <a:buClr>
                <a:srgbClr val="FFFFFF"/>
              </a:buClr>
              <a:buSzPts val="1800"/>
              <a:buChar char="•"/>
              <a:defRPr>
                <a:solidFill>
                  <a:srgbClr val="FFFFFF"/>
                </a:solidFill>
              </a:defRPr>
            </a:lvl4pPr>
            <a:lvl5pPr marL="2286000" lvl="4" indent="-342900" algn="l">
              <a:lnSpc>
                <a:spcPct val="90000"/>
              </a:lnSpc>
              <a:spcBef>
                <a:spcPts val="500"/>
              </a:spcBef>
              <a:spcAft>
                <a:spcPts val="0"/>
              </a:spcAft>
              <a:buClr>
                <a:srgbClr val="FFFFFF"/>
              </a:buClr>
              <a:buSzPts val="1800"/>
              <a:buChar char="•"/>
              <a:defRPr>
                <a:solidFill>
                  <a:srgbClr val="FFFFFF"/>
                </a:solidFill>
              </a:defRPr>
            </a:lvl5pPr>
            <a:lvl6pPr marL="2743200" lvl="5" indent="-342900" algn="l">
              <a:lnSpc>
                <a:spcPct val="90000"/>
              </a:lnSpc>
              <a:spcBef>
                <a:spcPts val="500"/>
              </a:spcBef>
              <a:spcAft>
                <a:spcPts val="0"/>
              </a:spcAft>
              <a:buClr>
                <a:srgbClr val="FFFFFF"/>
              </a:buClr>
              <a:buSzPts val="1800"/>
              <a:buChar char="•"/>
              <a:defRPr>
                <a:solidFill>
                  <a:srgbClr val="FFFFFF"/>
                </a:solidFill>
              </a:defRPr>
            </a:lvl6pPr>
            <a:lvl7pPr marL="3200400" lvl="6" indent="-342900" algn="l">
              <a:lnSpc>
                <a:spcPct val="90000"/>
              </a:lnSpc>
              <a:spcBef>
                <a:spcPts val="500"/>
              </a:spcBef>
              <a:spcAft>
                <a:spcPts val="0"/>
              </a:spcAft>
              <a:buClr>
                <a:srgbClr val="FFFFFF"/>
              </a:buClr>
              <a:buSzPts val="1800"/>
              <a:buChar char="•"/>
              <a:defRPr>
                <a:solidFill>
                  <a:srgbClr val="FFFFFF"/>
                </a:solidFill>
              </a:defRPr>
            </a:lvl7pPr>
            <a:lvl8pPr marL="3657600" lvl="7" indent="-342900" algn="l">
              <a:lnSpc>
                <a:spcPct val="90000"/>
              </a:lnSpc>
              <a:spcBef>
                <a:spcPts val="500"/>
              </a:spcBef>
              <a:spcAft>
                <a:spcPts val="0"/>
              </a:spcAft>
              <a:buClr>
                <a:srgbClr val="FFFFFF"/>
              </a:buClr>
              <a:buSzPts val="1800"/>
              <a:buChar char="•"/>
              <a:defRPr>
                <a:solidFill>
                  <a:srgbClr val="FFFFFF"/>
                </a:solidFill>
              </a:defRPr>
            </a:lvl8pPr>
            <a:lvl9pPr marL="4114800" lvl="8" indent="-342900" algn="l">
              <a:lnSpc>
                <a:spcPct val="90000"/>
              </a:lnSpc>
              <a:spcBef>
                <a:spcPts val="500"/>
              </a:spcBef>
              <a:spcAft>
                <a:spcPts val="0"/>
              </a:spcAft>
              <a:buClr>
                <a:srgbClr val="FFFFFF"/>
              </a:buClr>
              <a:buSzPts val="1800"/>
              <a:buChar char="•"/>
              <a:defRPr>
                <a:solidFill>
                  <a:srgbClr val="FFFFFF"/>
                </a:solidFill>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Learning Objective">
  <p:cSld name="Learning Objective">
    <p:spTree>
      <p:nvGrpSpPr>
        <p:cNvPr id="1" name="Shape 78"/>
        <p:cNvGrpSpPr/>
        <p:nvPr/>
      </p:nvGrpSpPr>
      <p:grpSpPr>
        <a:xfrm>
          <a:off x="0" y="0"/>
          <a:ext cx="0" cy="0"/>
          <a:chOff x="0" y="0"/>
          <a:chExt cx="0" cy="0"/>
        </a:xfrm>
      </p:grpSpPr>
      <p:pic>
        <p:nvPicPr>
          <p:cNvPr id="79" name="Google Shape;79;p122"/>
          <p:cNvPicPr preferRelativeResize="0"/>
          <p:nvPr/>
        </p:nvPicPr>
        <p:blipFill rotWithShape="1">
          <a:blip r:embed="rId2">
            <a:alphaModFix/>
          </a:blip>
          <a:srcRect/>
          <a:stretch/>
        </p:blipFill>
        <p:spPr>
          <a:xfrm>
            <a:off x="0" y="0"/>
            <a:ext cx="16256000" cy="9144000"/>
          </a:xfrm>
          <a:prstGeom prst="rect">
            <a:avLst/>
          </a:prstGeom>
          <a:noFill/>
          <a:ln>
            <a:noFill/>
          </a:ln>
        </p:spPr>
      </p:pic>
      <p:pic>
        <p:nvPicPr>
          <p:cNvPr id="80" name="Google Shape;80;p122" descr="A close up of a logo&#10;&#10;Description automatically generated"/>
          <p:cNvPicPr preferRelativeResize="0"/>
          <p:nvPr/>
        </p:nvPicPr>
        <p:blipFill rotWithShape="1">
          <a:blip r:embed="rId3">
            <a:alphaModFix/>
          </a:blip>
          <a:srcRect/>
          <a:stretch/>
        </p:blipFill>
        <p:spPr>
          <a:xfrm>
            <a:off x="0" y="0"/>
            <a:ext cx="16256000" cy="9144000"/>
          </a:xfrm>
          <a:prstGeom prst="rect">
            <a:avLst/>
          </a:prstGeom>
          <a:noFill/>
          <a:ln>
            <a:noFill/>
          </a:ln>
        </p:spPr>
      </p:pic>
      <p:sp>
        <p:nvSpPr>
          <p:cNvPr id="81" name="Google Shape;81;p122"/>
          <p:cNvSpPr txBox="1">
            <a:spLocks noGrp="1"/>
          </p:cNvSpPr>
          <p:nvPr>
            <p:ph type="body" idx="1"/>
          </p:nvPr>
        </p:nvSpPr>
        <p:spPr>
          <a:xfrm>
            <a:off x="1107654" y="2003159"/>
            <a:ext cx="8099408" cy="586248"/>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1000"/>
              </a:spcBef>
              <a:spcAft>
                <a:spcPts val="0"/>
              </a:spcAft>
              <a:buClr>
                <a:srgbClr val="3F3F3F"/>
              </a:buClr>
              <a:buSzPts val="2200"/>
              <a:buFont typeface="Arial"/>
              <a:buNone/>
              <a:defRPr sz="2200" b="0" i="0" u="none" strike="noStrike" cap="none">
                <a:solidFill>
                  <a:srgbClr val="3F3F3F"/>
                </a:solidFill>
                <a:latin typeface="Calibri"/>
                <a:ea typeface="Calibri"/>
                <a:cs typeface="Calibri"/>
                <a:sym typeface="Calibri"/>
              </a:defRPr>
            </a:lvl1pPr>
            <a:lvl2pPr marL="914400" marR="0" lvl="1" indent="-381000" algn="l">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2" name="Google Shape;82;p122"/>
          <p:cNvSpPr txBox="1">
            <a:spLocks noGrp="1"/>
          </p:cNvSpPr>
          <p:nvPr>
            <p:ph type="body" idx="2"/>
          </p:nvPr>
        </p:nvSpPr>
        <p:spPr>
          <a:xfrm>
            <a:off x="1107654" y="3195856"/>
            <a:ext cx="8099408" cy="586248"/>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1000"/>
              </a:spcBef>
              <a:spcAft>
                <a:spcPts val="0"/>
              </a:spcAft>
              <a:buClr>
                <a:srgbClr val="3F3F3F"/>
              </a:buClr>
              <a:buSzPts val="2200"/>
              <a:buFont typeface="Arial"/>
              <a:buNone/>
              <a:defRPr sz="2200" b="0" i="0" u="none" strike="noStrike" cap="none">
                <a:solidFill>
                  <a:srgbClr val="3F3F3F"/>
                </a:solidFill>
                <a:latin typeface="Calibri"/>
                <a:ea typeface="Calibri"/>
                <a:cs typeface="Calibri"/>
                <a:sym typeface="Calibri"/>
              </a:defRPr>
            </a:lvl1pPr>
            <a:lvl2pPr marL="914400" marR="0" lvl="1" indent="-381000" algn="l">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3" name="Google Shape;83;p122"/>
          <p:cNvSpPr txBox="1">
            <a:spLocks noGrp="1"/>
          </p:cNvSpPr>
          <p:nvPr>
            <p:ph type="body" idx="3"/>
          </p:nvPr>
        </p:nvSpPr>
        <p:spPr>
          <a:xfrm>
            <a:off x="1107654" y="4388553"/>
            <a:ext cx="8099408" cy="586248"/>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1000"/>
              </a:spcBef>
              <a:spcAft>
                <a:spcPts val="0"/>
              </a:spcAft>
              <a:buClr>
                <a:srgbClr val="3F3F3F"/>
              </a:buClr>
              <a:buSzPts val="2200"/>
              <a:buFont typeface="Arial"/>
              <a:buNone/>
              <a:defRPr sz="2200" b="0" i="0" u="none" strike="noStrike" cap="none">
                <a:solidFill>
                  <a:srgbClr val="3F3F3F"/>
                </a:solidFill>
                <a:latin typeface="Calibri"/>
                <a:ea typeface="Calibri"/>
                <a:cs typeface="Calibri"/>
                <a:sym typeface="Calibri"/>
              </a:defRPr>
            </a:lvl1pPr>
            <a:lvl2pPr marL="914400" marR="0" lvl="1" indent="-381000" algn="l">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4" name="Google Shape;84;p122"/>
          <p:cNvSpPr txBox="1">
            <a:spLocks noGrp="1"/>
          </p:cNvSpPr>
          <p:nvPr>
            <p:ph type="body" idx="4"/>
          </p:nvPr>
        </p:nvSpPr>
        <p:spPr>
          <a:xfrm>
            <a:off x="1107654" y="5581251"/>
            <a:ext cx="8099408" cy="586248"/>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1000"/>
              </a:spcBef>
              <a:spcAft>
                <a:spcPts val="0"/>
              </a:spcAft>
              <a:buClr>
                <a:srgbClr val="3F3F3F"/>
              </a:buClr>
              <a:buSzPts val="2200"/>
              <a:buFont typeface="Arial"/>
              <a:buNone/>
              <a:defRPr sz="2200" b="0" i="0" u="none" strike="noStrike" cap="none">
                <a:solidFill>
                  <a:srgbClr val="3F3F3F"/>
                </a:solidFill>
                <a:latin typeface="Calibri"/>
                <a:ea typeface="Calibri"/>
                <a:cs typeface="Calibri"/>
                <a:sym typeface="Calibri"/>
              </a:defRPr>
            </a:lvl1pPr>
            <a:lvl2pPr marL="914400" marR="0" lvl="1" indent="-381000" algn="l">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5" name="Google Shape;85;p122"/>
          <p:cNvSpPr txBox="1">
            <a:spLocks noGrp="1"/>
          </p:cNvSpPr>
          <p:nvPr>
            <p:ph type="body" idx="5"/>
          </p:nvPr>
        </p:nvSpPr>
        <p:spPr>
          <a:xfrm>
            <a:off x="1107654" y="640138"/>
            <a:ext cx="8099408" cy="586248"/>
          </a:xfrm>
          <a:prstGeom prst="rect">
            <a:avLst/>
          </a:prstGeom>
          <a:noFill/>
          <a:ln>
            <a:noFill/>
          </a:ln>
        </p:spPr>
        <p:txBody>
          <a:bodyPr spcFirstLastPara="1" wrap="square" lIns="91425" tIns="45700" rIns="91425" bIns="45700" anchor="t" anchorCtr="0">
            <a:normAutofit/>
          </a:bodyPr>
          <a:lstStyle>
            <a:lvl1pPr marL="457200" marR="0" lvl="0" indent="-228600" algn="ctr">
              <a:lnSpc>
                <a:spcPct val="100000"/>
              </a:lnSpc>
              <a:spcBef>
                <a:spcPts val="1000"/>
              </a:spcBef>
              <a:spcAft>
                <a:spcPts val="0"/>
              </a:spcAft>
              <a:buClr>
                <a:srgbClr val="3F3F3F"/>
              </a:buClr>
              <a:buSzPts val="2200"/>
              <a:buFont typeface="Arial"/>
              <a:buNone/>
              <a:defRPr sz="2600" b="1" i="0" u="none" strike="noStrike" cap="none">
                <a:solidFill>
                  <a:srgbClr val="3F3F3F"/>
                </a:solidFill>
                <a:latin typeface="Calibri"/>
                <a:ea typeface="Calibri"/>
                <a:cs typeface="Calibri"/>
                <a:sym typeface="Calibri"/>
              </a:defRPr>
            </a:lvl1pPr>
            <a:lvl2pPr marL="914400" marR="0" lvl="1" indent="-381000" algn="l">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Assisted Practice">
  <p:cSld name="Assisted Practice">
    <p:spTree>
      <p:nvGrpSpPr>
        <p:cNvPr id="1" name="Shape 86"/>
        <p:cNvGrpSpPr/>
        <p:nvPr/>
      </p:nvGrpSpPr>
      <p:grpSpPr>
        <a:xfrm>
          <a:off x="0" y="0"/>
          <a:ext cx="0" cy="0"/>
          <a:chOff x="0" y="0"/>
          <a:chExt cx="0" cy="0"/>
        </a:xfrm>
      </p:grpSpPr>
      <p:pic>
        <p:nvPicPr>
          <p:cNvPr id="87" name="Google Shape;87;p123"/>
          <p:cNvPicPr preferRelativeResize="0"/>
          <p:nvPr/>
        </p:nvPicPr>
        <p:blipFill rotWithShape="1">
          <a:blip r:embed="rId2">
            <a:alphaModFix/>
          </a:blip>
          <a:srcRect/>
          <a:stretch/>
        </p:blipFill>
        <p:spPr>
          <a:xfrm>
            <a:off x="0" y="0"/>
            <a:ext cx="16256000" cy="9144000"/>
          </a:xfrm>
          <a:prstGeom prst="rect">
            <a:avLst/>
          </a:prstGeom>
          <a:noFill/>
          <a:ln>
            <a:noFill/>
          </a:ln>
        </p:spPr>
      </p:pic>
      <p:sp>
        <p:nvSpPr>
          <p:cNvPr id="88" name="Google Shape;88;p123"/>
          <p:cNvSpPr txBox="1">
            <a:spLocks noGrp="1"/>
          </p:cNvSpPr>
          <p:nvPr>
            <p:ph type="title"/>
          </p:nvPr>
        </p:nvSpPr>
        <p:spPr>
          <a:xfrm>
            <a:off x="1120872" y="436395"/>
            <a:ext cx="3541987" cy="665045"/>
          </a:xfrm>
          <a:prstGeom prst="rect">
            <a:avLst/>
          </a:prstGeom>
          <a:noFill/>
          <a:ln>
            <a:noFill/>
          </a:ln>
        </p:spPr>
        <p:txBody>
          <a:bodyPr spcFirstLastPara="1" wrap="square" lIns="91425" tIns="45700" rIns="91425" bIns="45700" anchor="ctr" anchorCtr="0">
            <a:normAutofit/>
          </a:bodyPr>
          <a:lstStyle>
            <a:lvl1pPr marR="0" lvl="0" algn="ctr">
              <a:lnSpc>
                <a:spcPct val="90000"/>
              </a:lnSpc>
              <a:spcBef>
                <a:spcPts val="0"/>
              </a:spcBef>
              <a:spcAft>
                <a:spcPts val="0"/>
              </a:spcAft>
              <a:buClr>
                <a:srgbClr val="3F3F3F"/>
              </a:buClr>
              <a:buSzPts val="3200"/>
              <a:buFont typeface="Open Sans ExtraBold"/>
              <a:buNone/>
              <a:defRPr sz="2600" b="1" i="0" u="none" strike="noStrike" cap="none">
                <a:solidFill>
                  <a:schemeClr val="lt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9" name="Google Shape;89;p123"/>
          <p:cNvSpPr txBox="1">
            <a:spLocks noGrp="1"/>
          </p:cNvSpPr>
          <p:nvPr>
            <p:ph type="body" idx="1"/>
          </p:nvPr>
        </p:nvSpPr>
        <p:spPr>
          <a:xfrm>
            <a:off x="3275216" y="2396331"/>
            <a:ext cx="9742515" cy="4351338"/>
          </a:xfrm>
          <a:prstGeom prst="rect">
            <a:avLst/>
          </a:prstGeom>
          <a:noFill/>
          <a:ln>
            <a:noFill/>
          </a:ln>
        </p:spPr>
        <p:txBody>
          <a:bodyPr spcFirstLastPara="1" wrap="square" lIns="91425" tIns="45700" rIns="91425" bIns="45700" anchor="t" anchorCtr="0">
            <a:normAutofit/>
          </a:bodyPr>
          <a:lstStyle>
            <a:lvl1pPr marL="457200" marR="0" lvl="0" indent="-228600" algn="ctr">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L="914400" marR="0" lvl="1" indent="-381000" algn="l">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Project">
  <p:cSld name="Project">
    <p:spTree>
      <p:nvGrpSpPr>
        <p:cNvPr id="1" name="Shape 90"/>
        <p:cNvGrpSpPr/>
        <p:nvPr/>
      </p:nvGrpSpPr>
      <p:grpSpPr>
        <a:xfrm>
          <a:off x="0" y="0"/>
          <a:ext cx="0" cy="0"/>
          <a:chOff x="0" y="0"/>
          <a:chExt cx="0" cy="0"/>
        </a:xfrm>
      </p:grpSpPr>
      <p:pic>
        <p:nvPicPr>
          <p:cNvPr id="91" name="Google Shape;91;p124"/>
          <p:cNvPicPr preferRelativeResize="0"/>
          <p:nvPr/>
        </p:nvPicPr>
        <p:blipFill rotWithShape="1">
          <a:blip r:embed="rId2">
            <a:alphaModFix/>
          </a:blip>
          <a:srcRect/>
          <a:stretch/>
        </p:blipFill>
        <p:spPr>
          <a:xfrm>
            <a:off x="0" y="0"/>
            <a:ext cx="16256000" cy="9144000"/>
          </a:xfrm>
          <a:prstGeom prst="rect">
            <a:avLst/>
          </a:prstGeom>
          <a:noFill/>
          <a:ln>
            <a:noFill/>
          </a:ln>
        </p:spPr>
      </p:pic>
      <p:sp>
        <p:nvSpPr>
          <p:cNvPr id="92" name="Google Shape;92;p124"/>
          <p:cNvSpPr txBox="1">
            <a:spLocks noGrp="1"/>
          </p:cNvSpPr>
          <p:nvPr>
            <p:ph type="title"/>
          </p:nvPr>
        </p:nvSpPr>
        <p:spPr>
          <a:xfrm>
            <a:off x="3394841" y="677027"/>
            <a:ext cx="3541987" cy="665045"/>
          </a:xfrm>
          <a:prstGeom prst="rect">
            <a:avLst/>
          </a:prstGeom>
          <a:noFill/>
          <a:ln>
            <a:noFill/>
          </a:ln>
        </p:spPr>
        <p:txBody>
          <a:bodyPr spcFirstLastPara="1" wrap="square" lIns="91425" tIns="45700" rIns="91425" bIns="45700" anchor="ctr" anchorCtr="0">
            <a:noAutofit/>
          </a:bodyPr>
          <a:lstStyle>
            <a:lvl1pPr marR="0" lvl="0" algn="ctr">
              <a:lnSpc>
                <a:spcPct val="90000"/>
              </a:lnSpc>
              <a:spcBef>
                <a:spcPts val="0"/>
              </a:spcBef>
              <a:spcAft>
                <a:spcPts val="0"/>
              </a:spcAft>
              <a:buClr>
                <a:srgbClr val="3F3F3F"/>
              </a:buClr>
              <a:buSzPts val="3200"/>
              <a:buFont typeface="Open Sans ExtraBold"/>
              <a:buNone/>
              <a:defRPr sz="2600" b="1" i="0" u="none" strike="noStrike" cap="none">
                <a:solidFill>
                  <a:schemeClr val="lt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93" name="Google Shape;93;p124" descr="A close up of a logo&#10;&#10;Description automatically generated"/>
          <p:cNvPicPr preferRelativeResize="0"/>
          <p:nvPr/>
        </p:nvPicPr>
        <p:blipFill rotWithShape="1">
          <a:blip r:embed="rId3">
            <a:alphaModFix/>
          </a:blip>
          <a:srcRect/>
          <a:stretch/>
        </p:blipFill>
        <p:spPr>
          <a:xfrm>
            <a:off x="0" y="0"/>
            <a:ext cx="16256000" cy="9144000"/>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hank you">
  <p:cSld name="Thank you">
    <p:spTree>
      <p:nvGrpSpPr>
        <p:cNvPr id="1" name="Shape 94"/>
        <p:cNvGrpSpPr/>
        <p:nvPr/>
      </p:nvGrpSpPr>
      <p:grpSpPr>
        <a:xfrm>
          <a:off x="0" y="0"/>
          <a:ext cx="0" cy="0"/>
          <a:chOff x="0" y="0"/>
          <a:chExt cx="0" cy="0"/>
        </a:xfrm>
      </p:grpSpPr>
      <p:pic>
        <p:nvPicPr>
          <p:cNvPr id="95" name="Google Shape;95;p125"/>
          <p:cNvPicPr preferRelativeResize="0"/>
          <p:nvPr/>
        </p:nvPicPr>
        <p:blipFill rotWithShape="1">
          <a:blip r:embed="rId2">
            <a:alphaModFix/>
          </a:blip>
          <a:srcRect/>
          <a:stretch/>
        </p:blipFill>
        <p:spPr>
          <a:xfrm>
            <a:off x="0" y="0"/>
            <a:ext cx="16256000" cy="9144000"/>
          </a:xfrm>
          <a:prstGeom prst="rect">
            <a:avLst/>
          </a:prstGeom>
          <a:noFill/>
          <a:ln>
            <a:noFill/>
          </a:ln>
        </p:spPr>
      </p:pic>
      <p:pic>
        <p:nvPicPr>
          <p:cNvPr id="96" name="Google Shape;96;p125" descr="A close up of a logo&#10;&#10;Description automatically generated"/>
          <p:cNvPicPr preferRelativeResize="0"/>
          <p:nvPr/>
        </p:nvPicPr>
        <p:blipFill rotWithShape="1">
          <a:blip r:embed="rId3">
            <a:alphaModFix/>
          </a:blip>
          <a:srcRect/>
          <a:stretch/>
        </p:blipFill>
        <p:spPr>
          <a:xfrm>
            <a:off x="0" y="0"/>
            <a:ext cx="16256000" cy="9144000"/>
          </a:xfrm>
          <a:prstGeom prst="rect">
            <a:avLst/>
          </a:prstGeom>
          <a:noFill/>
          <a:ln>
            <a:noFill/>
          </a:ln>
        </p:spPr>
      </p:pic>
      <p:sp>
        <p:nvSpPr>
          <p:cNvPr id="97" name="Google Shape;97;p125"/>
          <p:cNvSpPr txBox="1">
            <a:spLocks noGrp="1"/>
          </p:cNvSpPr>
          <p:nvPr>
            <p:ph type="body" idx="1"/>
          </p:nvPr>
        </p:nvSpPr>
        <p:spPr>
          <a:xfrm>
            <a:off x="3913352" y="4061040"/>
            <a:ext cx="8429296" cy="1021920"/>
          </a:xfrm>
          <a:prstGeom prst="rect">
            <a:avLst/>
          </a:prstGeom>
          <a:noFill/>
          <a:ln>
            <a:noFill/>
          </a:ln>
        </p:spPr>
        <p:txBody>
          <a:bodyPr spcFirstLastPara="1" wrap="square" lIns="91425" tIns="45700" rIns="91425" bIns="45700" anchor="t" anchorCtr="0">
            <a:noAutofit/>
          </a:bodyPr>
          <a:lstStyle>
            <a:lvl1pPr marL="457200" marR="0" lvl="0" indent="-228600" algn="ctr">
              <a:lnSpc>
                <a:spcPct val="100000"/>
              </a:lnSpc>
              <a:spcBef>
                <a:spcPts val="1000"/>
              </a:spcBef>
              <a:spcAft>
                <a:spcPts val="0"/>
              </a:spcAft>
              <a:buClr>
                <a:srgbClr val="FFFFFF"/>
              </a:buClr>
              <a:buSzPts val="2800"/>
              <a:buFont typeface="Arial"/>
              <a:buNone/>
              <a:defRPr sz="5000" b="1" i="0" u="none" strike="noStrike" cap="none">
                <a:solidFill>
                  <a:srgbClr val="FFFFFF"/>
                </a:solidFill>
                <a:latin typeface="Calibri"/>
                <a:ea typeface="Calibri"/>
                <a:cs typeface="Calibri"/>
                <a:sym typeface="Calibri"/>
              </a:defRPr>
            </a:lvl1pPr>
            <a:lvl2pPr marL="914400" marR="0" lvl="1" indent="-381000" algn="l">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98" name="Google Shape;98;p125" descr="A close up of a logo&#10;&#10;Description automatically generated"/>
          <p:cNvPicPr preferRelativeResize="0"/>
          <p:nvPr/>
        </p:nvPicPr>
        <p:blipFill rotWithShape="1">
          <a:blip r:embed="rId4">
            <a:alphaModFix/>
          </a:blip>
          <a:srcRect/>
          <a:stretch/>
        </p:blipFill>
        <p:spPr>
          <a:xfrm>
            <a:off x="0" y="12526"/>
            <a:ext cx="16256000" cy="91440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7"/>
          <p:cNvSpPr txBox="1">
            <a:spLocks noGrp="1"/>
          </p:cNvSpPr>
          <p:nvPr>
            <p:ph type="title"/>
          </p:nvPr>
        </p:nvSpPr>
        <p:spPr>
          <a:xfrm>
            <a:off x="1117600" y="487363"/>
            <a:ext cx="14020801" cy="1766887"/>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7"/>
          <p:cNvSpPr txBox="1">
            <a:spLocks noGrp="1"/>
          </p:cNvSpPr>
          <p:nvPr>
            <p:ph type="body" idx="1"/>
          </p:nvPr>
        </p:nvSpPr>
        <p:spPr>
          <a:xfrm>
            <a:off x="1117600" y="2433638"/>
            <a:ext cx="14020801" cy="5802312"/>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7"/>
          <p:cNvSpPr txBox="1">
            <a:spLocks noGrp="1"/>
          </p:cNvSpPr>
          <p:nvPr>
            <p:ph type="dt" idx="10"/>
          </p:nvPr>
        </p:nvSpPr>
        <p:spPr>
          <a:xfrm>
            <a:off x="1117600" y="8475663"/>
            <a:ext cx="3657600" cy="48577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17"/>
          <p:cNvSpPr txBox="1">
            <a:spLocks noGrp="1"/>
          </p:cNvSpPr>
          <p:nvPr>
            <p:ph type="ftr" idx="11"/>
          </p:nvPr>
        </p:nvSpPr>
        <p:spPr>
          <a:xfrm>
            <a:off x="5384800" y="8475663"/>
            <a:ext cx="5486400" cy="48577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17"/>
          <p:cNvSpPr txBox="1">
            <a:spLocks noGrp="1"/>
          </p:cNvSpPr>
          <p:nvPr>
            <p:ph type="sldNum" idx="12"/>
          </p:nvPr>
        </p:nvSpPr>
        <p:spPr>
          <a:xfrm>
            <a:off x="11480800" y="8475663"/>
            <a:ext cx="3657600" cy="48577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 id="2147483681" r:id="rId16"/>
    <p:sldLayoutId id="2147483682" r:id="rId17"/>
    <p:sldLayoutId id="2147483683" r:id="rId18"/>
    <p:sldLayoutId id="2147483684" r:id="rId19"/>
    <p:sldLayoutId id="2147483685" r:id="rId20"/>
    <p:sldLayoutId id="2147483686" r:id="rId21"/>
    <p:sldLayoutId id="2147483687" r:id="rId22"/>
    <p:sldLayoutId id="2147483688" r:id="rId23"/>
    <p:sldLayoutId id="2147483689" r:id="rId24"/>
    <p:sldLayoutId id="2147483690" r:id="rId25"/>
    <p:sldLayoutId id="2147483691" r:id="rId26"/>
    <p:sldLayoutId id="2147483692" r:id="rId27"/>
    <p:sldLayoutId id="2147483693" r:id="rId28"/>
    <p:sldLayoutId id="2147483694" r:id="rId29"/>
    <p:sldLayoutId id="2147483695" r:id="rId30"/>
    <p:sldLayoutId id="2147483696" r:id="rId31"/>
    <p:sldLayoutId id="2147483649" r:id="rId32"/>
    <p:sldLayoutId id="2147483650" r:id="rId33"/>
    <p:sldLayoutId id="2147483652" r:id="rId34"/>
    <p:sldLayoutId id="2147483653" r:id="rId35"/>
    <p:sldLayoutId id="2147483654" r:id="rId36"/>
    <p:sldLayoutId id="2147483655" r:id="rId37"/>
    <p:sldLayoutId id="2147483657" r:id="rId38"/>
    <p:sldLayoutId id="2147483660" r:id="rId39"/>
    <p:sldLayoutId id="2147483661" r:id="rId40"/>
    <p:sldLayoutId id="2147483662" r:id="rId41"/>
    <p:sldLayoutId id="2147483663" r:id="rId42"/>
    <p:sldLayoutId id="2147483664" r:id="rId43"/>
    <p:sldLayoutId id="2147483665" r:id="rId4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880" userDrawn="1">
          <p15:clr>
            <a:srgbClr val="F26B43"/>
          </p15:clr>
        </p15:guide>
        <p15:guide id="2" pos="512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45.png"/></Relationships>
</file>

<file path=ppt/slides/_rels/slide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8.xml"/><Relationship Id="rId1" Type="http://schemas.openxmlformats.org/officeDocument/2006/relationships/slideLayout" Target="../slideLayouts/slideLayout10.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5.xml"/><Relationship Id="rId1" Type="http://schemas.openxmlformats.org/officeDocument/2006/relationships/slideLayout" Target="../slideLayouts/slideLayout10.xml"/><Relationship Id="rId4" Type="http://schemas.openxmlformats.org/officeDocument/2006/relationships/image" Target="../media/image5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0.xml"/><Relationship Id="rId1" Type="http://schemas.openxmlformats.org/officeDocument/2006/relationships/slideLayout" Target="../slideLayouts/slideLayout10.xml"/><Relationship Id="rId4" Type="http://schemas.openxmlformats.org/officeDocument/2006/relationships/image" Target="../media/image55.png"/></Relationships>
</file>

<file path=ppt/slides/_rels/slide2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3.xml"/><Relationship Id="rId1" Type="http://schemas.openxmlformats.org/officeDocument/2006/relationships/slideLayout" Target="../slideLayouts/slideLayout10.xml"/><Relationship Id="rId4" Type="http://schemas.openxmlformats.org/officeDocument/2006/relationships/image" Target="../media/image58.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notesSlide" Target="../notesSlides/notesSlide30.xml"/><Relationship Id="rId1" Type="http://schemas.openxmlformats.org/officeDocument/2006/relationships/slideLayout" Target="../slideLayouts/slideLayout10.xml"/><Relationship Id="rId6" Type="http://schemas.openxmlformats.org/officeDocument/2006/relationships/image" Target="../media/image63.png"/><Relationship Id="rId5" Type="http://schemas.openxmlformats.org/officeDocument/2006/relationships/image" Target="../media/image62.gif"/><Relationship Id="rId10" Type="http://schemas.openxmlformats.org/officeDocument/2006/relationships/image" Target="../media/image67.gif"/><Relationship Id="rId4" Type="http://schemas.openxmlformats.org/officeDocument/2006/relationships/image" Target="../media/image61.png"/><Relationship Id="rId9" Type="http://schemas.openxmlformats.org/officeDocument/2006/relationships/image" Target="../media/image66.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5.xml"/><Relationship Id="rId1" Type="http://schemas.openxmlformats.org/officeDocument/2006/relationships/slideLayout" Target="../slideLayouts/slideLayout10.xml"/><Relationship Id="rId4" Type="http://schemas.openxmlformats.org/officeDocument/2006/relationships/image" Target="../media/image69.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0.xml"/><Relationship Id="rId1" Type="http://schemas.openxmlformats.org/officeDocument/2006/relationships/tags" Target="../tags/tag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5.xml"/><Relationship Id="rId1" Type="http://schemas.openxmlformats.org/officeDocument/2006/relationships/slideLayout" Target="../slideLayouts/slideLayout10.xml"/><Relationship Id="rId4" Type="http://schemas.openxmlformats.org/officeDocument/2006/relationships/image" Target="../media/image76.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47.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48.xml"/><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2.xml"/><Relationship Id="rId1" Type="http://schemas.openxmlformats.org/officeDocument/2006/relationships/slideLayout" Target="../slideLayouts/slideLayout1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6"/>
          <p:cNvSpPr txBox="1">
            <a:spLocks noGrp="1"/>
          </p:cNvSpPr>
          <p:nvPr>
            <p:ph type="body" idx="10"/>
          </p:nvPr>
        </p:nvSpPr>
        <p:spPr>
          <a:xfrm>
            <a:off x="653386" y="4114800"/>
            <a:ext cx="7835706" cy="914400"/>
          </a:xfrm>
          <a:noFill/>
          <a:ln>
            <a:noFill/>
          </a:ln>
        </p:spPr>
        <p:txBody>
          <a:bodyPr spcFirstLastPara="1" wrap="square" lIns="91425" tIns="45700" rIns="91425" bIns="45700" anchor="ctr" anchorCtr="0">
            <a:noAutofit/>
          </a:bodyPr>
          <a:lstStyle/>
          <a:p>
            <a:pPr lvl="0"/>
            <a:r>
              <a:rPr lang="en-US" dirty="0">
                <a:sym typeface="Open Sans"/>
              </a:rPr>
              <a:t>Big Data Hadoop and Spark Develope</a:t>
            </a:r>
            <a:r>
              <a:rPr lang="en-US" dirty="0"/>
              <a:t>r</a:t>
            </a:r>
            <a:endParaRPr lang="en-US" dirty="0">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32"/>
          <p:cNvSpPr txBox="1">
            <a:spLocks noGrp="1"/>
          </p:cNvSpPr>
          <p:nvPr>
            <p:ph type="body" idx="10"/>
          </p:nvPr>
        </p:nvSpPr>
        <p:spPr>
          <a:xfrm>
            <a:off x="653386" y="4114800"/>
            <a:ext cx="7835706" cy="914400"/>
          </a:xfrm>
          <a:noFill/>
          <a:ln>
            <a:noFill/>
          </a:ln>
        </p:spPr>
        <p:txBody>
          <a:bodyPr spcFirstLastPara="1" wrap="square" lIns="91425" tIns="45700" rIns="91425" bIns="45700" anchor="ctr" anchorCtr="0">
            <a:noAutofit/>
          </a:bodyPr>
          <a:lstStyle/>
          <a:p>
            <a:pPr lvl="0"/>
            <a:r>
              <a:rPr lang="en-US" dirty="0">
                <a:sym typeface="Open Sans"/>
              </a:rPr>
              <a:t>Distributed Processing: MapReduce Framework</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pic>
        <p:nvPicPr>
          <p:cNvPr id="115" name="Google Shape;115;p54"/>
          <p:cNvPicPr preferRelativeResize="0"/>
          <p:nvPr/>
        </p:nvPicPr>
        <p:blipFill>
          <a:blip r:embed="rId3"/>
          <a:srcRect/>
          <a:stretch/>
        </p:blipFill>
        <p:spPr>
          <a:xfrm>
            <a:off x="762697" y="3010854"/>
            <a:ext cx="489335" cy="479068"/>
          </a:xfrm>
          <a:prstGeom prst="rect">
            <a:avLst/>
          </a:prstGeom>
          <a:noFill/>
          <a:ln>
            <a:noFill/>
          </a:ln>
        </p:spPr>
      </p:pic>
      <p:pic>
        <p:nvPicPr>
          <p:cNvPr id="116" name="Google Shape;116;p54"/>
          <p:cNvPicPr preferRelativeResize="0"/>
          <p:nvPr/>
        </p:nvPicPr>
        <p:blipFill>
          <a:blip r:embed="rId3"/>
          <a:srcRect/>
          <a:stretch/>
        </p:blipFill>
        <p:spPr>
          <a:xfrm>
            <a:off x="762696" y="3971333"/>
            <a:ext cx="489335" cy="479068"/>
          </a:xfrm>
          <a:prstGeom prst="rect">
            <a:avLst/>
          </a:prstGeom>
          <a:noFill/>
          <a:ln>
            <a:noFill/>
          </a:ln>
        </p:spPr>
      </p:pic>
      <p:pic>
        <p:nvPicPr>
          <p:cNvPr id="117" name="Google Shape;117;p54"/>
          <p:cNvPicPr preferRelativeResize="0"/>
          <p:nvPr/>
        </p:nvPicPr>
        <p:blipFill>
          <a:blip r:embed="rId3"/>
          <a:srcRect/>
          <a:stretch/>
        </p:blipFill>
        <p:spPr>
          <a:xfrm>
            <a:off x="762695" y="4943302"/>
            <a:ext cx="489335" cy="479068"/>
          </a:xfrm>
          <a:prstGeom prst="rect">
            <a:avLst/>
          </a:prstGeom>
          <a:noFill/>
          <a:ln>
            <a:noFill/>
          </a:ln>
        </p:spPr>
      </p:pic>
      <p:pic>
        <p:nvPicPr>
          <p:cNvPr id="118" name="Google Shape;118;p54"/>
          <p:cNvPicPr preferRelativeResize="0"/>
          <p:nvPr/>
        </p:nvPicPr>
        <p:blipFill>
          <a:blip r:embed="rId3"/>
          <a:srcRect/>
          <a:stretch/>
        </p:blipFill>
        <p:spPr>
          <a:xfrm>
            <a:off x="762695" y="5797170"/>
            <a:ext cx="489335" cy="479068"/>
          </a:xfrm>
          <a:prstGeom prst="rect">
            <a:avLst/>
          </a:prstGeom>
          <a:noFill/>
          <a:ln>
            <a:noFill/>
          </a:ln>
        </p:spPr>
      </p:pic>
      <p:sp>
        <p:nvSpPr>
          <p:cNvPr id="10" name="Google Shape;113;p54">
            <a:extLst>
              <a:ext uri="{FF2B5EF4-FFF2-40B4-BE49-F238E27FC236}">
                <a16:creationId xmlns:a16="http://schemas.microsoft.com/office/drawing/2014/main" id="{B13E4074-F4C0-3B23-1FC5-5E8E42134C3E}"/>
              </a:ext>
            </a:extLst>
          </p:cNvPr>
          <p:cNvSpPr txBox="1">
            <a:spLocks/>
          </p:cNvSpPr>
          <p:nvPr/>
        </p:nvSpPr>
        <p:spPr>
          <a:xfrm>
            <a:off x="1332874" y="3005721"/>
            <a:ext cx="8229600" cy="48933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200"/>
            </a:pPr>
            <a:r>
              <a:rPr lang="en-US" sz="2200" dirty="0">
                <a:solidFill>
                  <a:srgbClr val="3F3F3F"/>
                </a:solidFill>
                <a:latin typeface="Open Sans"/>
                <a:ea typeface="Open Sans"/>
                <a:cs typeface="Open Sans"/>
                <a:sym typeface="Open Sans"/>
              </a:rPr>
              <a:t>Perform distributed processing in MapReduce</a:t>
            </a:r>
            <a:endParaRPr lang="en-US" sz="2200" dirty="0">
              <a:solidFill>
                <a:srgbClr val="3F3F3F"/>
              </a:solidFill>
              <a:latin typeface="Open Sans"/>
              <a:ea typeface="Open Sans"/>
              <a:cs typeface="Open Sans"/>
            </a:endParaRPr>
          </a:p>
        </p:txBody>
      </p:sp>
      <p:sp>
        <p:nvSpPr>
          <p:cNvPr id="11" name="Google Shape;114;p54">
            <a:extLst>
              <a:ext uri="{FF2B5EF4-FFF2-40B4-BE49-F238E27FC236}">
                <a16:creationId xmlns:a16="http://schemas.microsoft.com/office/drawing/2014/main" id="{0F6EEB9E-F14A-72D0-49A0-01397478AFE4}"/>
              </a:ext>
            </a:extLst>
          </p:cNvPr>
          <p:cNvSpPr txBox="1">
            <a:spLocks/>
          </p:cNvSpPr>
          <p:nvPr/>
        </p:nvSpPr>
        <p:spPr>
          <a:xfrm>
            <a:off x="1397970" y="3966200"/>
            <a:ext cx="9136680" cy="48933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200"/>
            </a:pPr>
            <a:r>
              <a:rPr lang="en-US" sz="2200" dirty="0">
                <a:solidFill>
                  <a:srgbClr val="3F3F3F"/>
                </a:solidFill>
                <a:latin typeface="Open Sans"/>
                <a:ea typeface="Open Sans"/>
                <a:cs typeface="Open Sans"/>
                <a:sym typeface="Open Sans"/>
              </a:rPr>
              <a:t>Illustrate how MapReduce deals with distributed processing issues</a:t>
            </a:r>
            <a:endParaRPr lang="en-US" sz="2200" dirty="0">
              <a:solidFill>
                <a:srgbClr val="3F3F3F"/>
              </a:solidFill>
              <a:latin typeface="Open Sans"/>
              <a:ea typeface="Open Sans"/>
              <a:cs typeface="Open Sans"/>
            </a:endParaRPr>
          </a:p>
        </p:txBody>
      </p:sp>
      <p:sp>
        <p:nvSpPr>
          <p:cNvPr id="12" name="Google Shape;119;p54">
            <a:extLst>
              <a:ext uri="{FF2B5EF4-FFF2-40B4-BE49-F238E27FC236}">
                <a16:creationId xmlns:a16="http://schemas.microsoft.com/office/drawing/2014/main" id="{E46595B1-C979-2F64-7B70-C85EE12753D2}"/>
              </a:ext>
            </a:extLst>
          </p:cNvPr>
          <p:cNvSpPr txBox="1"/>
          <p:nvPr/>
        </p:nvSpPr>
        <p:spPr>
          <a:xfrm>
            <a:off x="1397970" y="4938169"/>
            <a:ext cx="8099408" cy="489335"/>
          </a:xfrm>
          <a:prstGeom prst="rect">
            <a:avLst/>
          </a:prstGeom>
          <a:noFill/>
          <a:ln>
            <a:noFill/>
          </a:ln>
        </p:spPr>
        <p:txBody>
          <a:bodyPr spcFirstLastPara="1" wrap="square" lIns="91425" tIns="45700" rIns="91425" bIns="45700" anchor="t" anchorCtr="0">
            <a:noAutofit/>
          </a:bodyPr>
          <a:lstStyle/>
          <a:p>
            <a:pPr marL="0" lvl="0" indent="0">
              <a:buSzPts val="2200"/>
              <a:buFont typeface="Arial"/>
              <a:buNone/>
            </a:pPr>
            <a:r>
              <a:rPr lang="en-US" sz="2200" dirty="0">
                <a:solidFill>
                  <a:srgbClr val="3F3F3F"/>
                </a:solidFill>
                <a:latin typeface="Open Sans"/>
                <a:ea typeface="Open Sans"/>
                <a:cs typeface="Open Sans"/>
                <a:sym typeface="Open Sans"/>
              </a:rPr>
              <a:t>Control the flow of mappers and reducers</a:t>
            </a:r>
            <a:endParaRPr sz="2200" dirty="0">
              <a:solidFill>
                <a:srgbClr val="3F3F3F"/>
              </a:solidFill>
              <a:latin typeface="Open Sans"/>
              <a:ea typeface="Open Sans"/>
              <a:cs typeface="Open Sans"/>
              <a:sym typeface="Calibri"/>
            </a:endParaRPr>
          </a:p>
        </p:txBody>
      </p:sp>
      <p:sp>
        <p:nvSpPr>
          <p:cNvPr id="13" name="Google Shape;120;p54">
            <a:extLst>
              <a:ext uri="{FF2B5EF4-FFF2-40B4-BE49-F238E27FC236}">
                <a16:creationId xmlns:a16="http://schemas.microsoft.com/office/drawing/2014/main" id="{A8EA7901-B70F-54EF-7549-1A9A14B95115}"/>
              </a:ext>
            </a:extLst>
          </p:cNvPr>
          <p:cNvSpPr txBox="1"/>
          <p:nvPr/>
        </p:nvSpPr>
        <p:spPr>
          <a:xfrm>
            <a:off x="1385262" y="5792037"/>
            <a:ext cx="8124824" cy="430887"/>
          </a:xfrm>
          <a:prstGeom prst="rect">
            <a:avLst/>
          </a:prstGeom>
          <a:noFill/>
          <a:ln>
            <a:noFill/>
          </a:ln>
        </p:spPr>
        <p:txBody>
          <a:bodyPr spcFirstLastPara="1" wrap="square" lIns="91425" tIns="45700" rIns="91425" bIns="45700" anchor="t" anchorCtr="0">
            <a:spAutoFit/>
          </a:bodyPr>
          <a:lstStyle/>
          <a:p>
            <a:pPr marL="0" lvl="0" indent="0">
              <a:buSzPts val="2200"/>
              <a:buFont typeface="Arial"/>
              <a:buNone/>
            </a:pPr>
            <a:r>
              <a:rPr lang="en-US" sz="2200" dirty="0">
                <a:solidFill>
                  <a:srgbClr val="3F3F3F"/>
                </a:solidFill>
                <a:latin typeface="Open Sans"/>
                <a:ea typeface="Open Sans"/>
                <a:cs typeface="Open Sans"/>
                <a:sym typeface="Open Sans"/>
              </a:rPr>
              <a:t>Optimize MapReduce jobs</a:t>
            </a:r>
            <a:endParaRPr sz="2200" dirty="0">
              <a:solidFill>
                <a:srgbClr val="3F3F3F"/>
              </a:solidFill>
              <a:latin typeface="Open Sans"/>
              <a:ea typeface="Open Sans"/>
              <a:cs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55"/>
          <p:cNvSpPr txBox="1">
            <a:spLocks noGrp="1"/>
          </p:cNvSpPr>
          <p:nvPr>
            <p:ph type="body" idx="10"/>
          </p:nvPr>
        </p:nvSpPr>
        <p:spPr>
          <a:xfrm>
            <a:off x="0" y="4114800"/>
            <a:ext cx="16256001" cy="914400"/>
          </a:xfrm>
          <a:noFill/>
          <a:ln>
            <a:noFill/>
          </a:ln>
        </p:spPr>
        <p:txBody>
          <a:bodyPr spcFirstLastPara="1" wrap="square" lIns="91425" tIns="45700" rIns="91425" bIns="45700" anchor="ctr" anchorCtr="0">
            <a:normAutofit/>
          </a:bodyPr>
          <a:lstStyle/>
          <a:p>
            <a:pPr lvl="0"/>
            <a:r>
              <a:rPr lang="en-US" dirty="0">
                <a:sym typeface="Open Sans"/>
              </a:rPr>
              <a:t>Distributed Processing in MapReduce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None/>
            </a:pPr>
            <a:r>
              <a:rPr lang="en-US" sz="2800" b="1" dirty="0">
                <a:latin typeface="Open Sans"/>
                <a:ea typeface="Open Sans"/>
                <a:cs typeface="Open Sans"/>
                <a:sym typeface="Open Sans"/>
              </a:rPr>
              <a:t>Introduction to MapReduce</a:t>
            </a:r>
            <a:endParaRPr sz="2800" b="1" dirty="0">
              <a:latin typeface="Open Sans"/>
              <a:ea typeface="Open Sans"/>
              <a:cs typeface="Open Sans"/>
              <a:sym typeface="Open Sans"/>
            </a:endParaRPr>
          </a:p>
        </p:txBody>
      </p:sp>
      <p:pic>
        <p:nvPicPr>
          <p:cNvPr id="133" name="Google Shape;133;p56" descr="Image result for hadoop mapreduce"/>
          <p:cNvPicPr preferRelativeResize="0"/>
          <p:nvPr/>
        </p:nvPicPr>
        <p:blipFill rotWithShape="1">
          <a:blip r:embed="rId3">
            <a:alphaModFix/>
          </a:blip>
          <a:srcRect/>
          <a:stretch/>
        </p:blipFill>
        <p:spPr>
          <a:xfrm>
            <a:off x="2046664" y="3065880"/>
            <a:ext cx="4741488" cy="3012239"/>
          </a:xfrm>
          <a:prstGeom prst="rect">
            <a:avLst/>
          </a:prstGeom>
          <a:noFill/>
          <a:ln>
            <a:noFill/>
          </a:ln>
        </p:spPr>
      </p:pic>
      <p:sp>
        <p:nvSpPr>
          <p:cNvPr id="134" name="Google Shape;134;p56"/>
          <p:cNvSpPr/>
          <p:nvPr/>
        </p:nvSpPr>
        <p:spPr>
          <a:xfrm>
            <a:off x="7923277" y="3089195"/>
            <a:ext cx="6743699" cy="2965608"/>
          </a:xfrm>
          <a:prstGeom prst="roundRect">
            <a:avLst>
              <a:gd name="adj" fmla="val 8445"/>
            </a:avLst>
          </a:prstGeom>
          <a:solidFill>
            <a:schemeClr val="lt1"/>
          </a:solidFill>
          <a:ln w="38100" cap="flat" cmpd="sng">
            <a:solidFill>
              <a:srgbClr val="BBD6EE"/>
            </a:solidFill>
            <a:prstDash val="solid"/>
            <a:round/>
            <a:headEnd type="none" w="sm" len="sm"/>
            <a:tailEnd type="none" w="sm" len="sm"/>
          </a:ln>
        </p:spPr>
        <p:txBody>
          <a:bodyPr spcFirstLastPara="1" wrap="square" lIns="91425" tIns="45700" rIns="91425" bIns="45700" anchor="ctr" anchorCtr="0">
            <a:noAutofit/>
          </a:bodyPr>
          <a:lstStyle/>
          <a:p>
            <a:pPr marL="342900" marR="0" lvl="0" indent="-342900" algn="l" rtl="0">
              <a:lnSpc>
                <a:spcPct val="100000"/>
              </a:lnSpc>
              <a:spcBef>
                <a:spcPts val="0"/>
              </a:spcBef>
              <a:spcAft>
                <a:spcPts val="0"/>
              </a:spcAft>
              <a:buClr>
                <a:srgbClr val="000000"/>
              </a:buClr>
              <a:buSzPts val="2200"/>
              <a:buFont typeface="Arial"/>
              <a:buChar char="•"/>
            </a:pPr>
            <a:r>
              <a:rPr lang="en-US" sz="2200" b="0" i="0" u="none" strike="noStrike" cap="none" dirty="0">
                <a:solidFill>
                  <a:srgbClr val="3F3F3F"/>
                </a:solidFill>
                <a:latin typeface="Open Sans"/>
                <a:ea typeface="Open Sans"/>
                <a:cs typeface="Open Sans"/>
                <a:sym typeface="Open Sans"/>
              </a:rPr>
              <a:t>MapReduce is a programming model that simultaneously processes and analyzes huge data sets logically into separate clusters. </a:t>
            </a:r>
            <a:endParaRPr sz="2200" b="0" i="0" u="none" strike="noStrike" cap="none" dirty="0">
              <a:solidFill>
                <a:srgbClr val="3F3F3F"/>
              </a:solidFill>
              <a:latin typeface="Open Sans"/>
              <a:ea typeface="Open Sans"/>
              <a:cs typeface="Open Sans"/>
              <a:sym typeface="Open Sans"/>
            </a:endParaRPr>
          </a:p>
          <a:p>
            <a:pPr marL="342900" marR="0" lvl="0" indent="-203200" algn="l" rtl="0">
              <a:lnSpc>
                <a:spcPct val="100000"/>
              </a:lnSpc>
              <a:spcBef>
                <a:spcPts val="0"/>
              </a:spcBef>
              <a:spcAft>
                <a:spcPts val="0"/>
              </a:spcAft>
              <a:buClr>
                <a:srgbClr val="000000"/>
              </a:buClr>
              <a:buSzPts val="2200"/>
              <a:buFont typeface="Arial"/>
              <a:buNone/>
            </a:pPr>
            <a:endParaRPr sz="2200" b="0" i="0" u="none" strike="noStrike" cap="none" dirty="0">
              <a:solidFill>
                <a:srgbClr val="3F3F3F"/>
              </a:solidFill>
              <a:latin typeface="Open Sans"/>
              <a:ea typeface="Open Sans"/>
              <a:cs typeface="Open Sans"/>
              <a:sym typeface="Open Sans"/>
            </a:endParaRPr>
          </a:p>
          <a:p>
            <a:pPr marL="342900" marR="0" lvl="0" indent="-342900" algn="l" rtl="0">
              <a:lnSpc>
                <a:spcPct val="100000"/>
              </a:lnSpc>
              <a:spcBef>
                <a:spcPts val="0"/>
              </a:spcBef>
              <a:spcAft>
                <a:spcPts val="0"/>
              </a:spcAft>
              <a:buClr>
                <a:srgbClr val="000000"/>
              </a:buClr>
              <a:buSzPts val="2200"/>
              <a:buFont typeface="Arial"/>
              <a:buChar char="•"/>
            </a:pPr>
            <a:r>
              <a:rPr lang="en-US" sz="2200" b="1" i="0" u="none" strike="noStrike" cap="none" dirty="0">
                <a:solidFill>
                  <a:srgbClr val="3F3F3F"/>
                </a:solidFill>
                <a:latin typeface="Open Sans"/>
                <a:ea typeface="Open Sans"/>
                <a:cs typeface="Open Sans"/>
                <a:sym typeface="Open Sans"/>
              </a:rPr>
              <a:t>Map</a:t>
            </a:r>
            <a:r>
              <a:rPr lang="en-US" sz="2200" b="0" i="0" u="none" strike="noStrike" cap="none" dirty="0">
                <a:solidFill>
                  <a:srgbClr val="3F3F3F"/>
                </a:solidFill>
                <a:latin typeface="Open Sans"/>
                <a:ea typeface="Open Sans"/>
                <a:cs typeface="Open Sans"/>
                <a:sym typeface="Open Sans"/>
              </a:rPr>
              <a:t> sorts the data, whereas </a:t>
            </a:r>
            <a:r>
              <a:rPr lang="en-US" sz="2200" b="1" i="0" u="none" strike="noStrike" cap="none" dirty="0">
                <a:solidFill>
                  <a:srgbClr val="3F3F3F"/>
                </a:solidFill>
                <a:latin typeface="Open Sans"/>
                <a:ea typeface="Open Sans"/>
                <a:cs typeface="Open Sans"/>
                <a:sym typeface="Open Sans"/>
              </a:rPr>
              <a:t>Reduce</a:t>
            </a:r>
            <a:r>
              <a:rPr lang="en-US" sz="2200" b="0" i="0" u="none" strike="noStrike" cap="none" dirty="0">
                <a:solidFill>
                  <a:srgbClr val="3F3F3F"/>
                </a:solidFill>
                <a:latin typeface="Open Sans"/>
                <a:ea typeface="Open Sans"/>
                <a:cs typeface="Open Sans"/>
                <a:sym typeface="Open Sans"/>
              </a:rPr>
              <a:t> segregates it into logical clusters, thus removing the bad data and retaining the necessary information.</a:t>
            </a:r>
            <a:endParaRPr sz="1400" b="0" i="0" u="none" strike="noStrike" cap="none" dirty="0">
              <a:solidFill>
                <a:srgbClr val="3F3F3F"/>
              </a:solidFill>
              <a:latin typeface="Arial"/>
              <a:ea typeface="Arial"/>
              <a:cs typeface="Arial"/>
              <a:sym typeface="Arial"/>
            </a:endParaRPr>
          </a:p>
        </p:txBody>
      </p:sp>
      <p:sp>
        <p:nvSpPr>
          <p:cNvPr id="3" name="Brandline_LVC">
            <a:extLst>
              <a:ext uri="{FF2B5EF4-FFF2-40B4-BE49-F238E27FC236}">
                <a16:creationId xmlns:a16="http://schemas.microsoft.com/office/drawing/2014/main" id="{CFC7138B-038A-DD0B-F4BB-8ACA76E8B5EF}"/>
              </a:ext>
            </a:extLst>
          </p:cNvPr>
          <p:cNvSpPr/>
          <p:nvPr/>
        </p:nvSpPr>
        <p:spPr>
          <a:xfrm>
            <a:off x="5080000" y="816324"/>
            <a:ext cx="609211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57"/>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None/>
            </a:pPr>
            <a:r>
              <a:rPr lang="en-US" sz="2800" b="1" dirty="0">
                <a:latin typeface="Open Sans"/>
                <a:ea typeface="Open Sans"/>
                <a:cs typeface="Open Sans"/>
                <a:sym typeface="Open Sans"/>
              </a:rPr>
              <a:t>Why MapReduce?</a:t>
            </a:r>
            <a:endParaRPr sz="2800" b="1" dirty="0">
              <a:latin typeface="Open Sans"/>
              <a:ea typeface="Open Sans"/>
              <a:cs typeface="Open Sans"/>
              <a:sym typeface="Open Sans"/>
            </a:endParaRPr>
          </a:p>
        </p:txBody>
      </p:sp>
      <p:pic>
        <p:nvPicPr>
          <p:cNvPr id="142" name="Google Shape;142;p57"/>
          <p:cNvPicPr preferRelativeResize="0"/>
          <p:nvPr/>
        </p:nvPicPr>
        <p:blipFill rotWithShape="1">
          <a:blip r:embed="rId3">
            <a:alphaModFix/>
          </a:blip>
          <a:srcRect l="21632" t="22581" r="23703" b="8065"/>
          <a:stretch/>
        </p:blipFill>
        <p:spPr>
          <a:xfrm>
            <a:off x="1810406" y="2666122"/>
            <a:ext cx="5343351" cy="3811755"/>
          </a:xfrm>
          <a:prstGeom prst="roundRect">
            <a:avLst>
              <a:gd name="adj" fmla="val 7671"/>
            </a:avLst>
          </a:prstGeom>
          <a:solidFill>
            <a:schemeClr val="lt1"/>
          </a:solidFill>
          <a:ln w="9525" cap="flat" cmpd="sng">
            <a:solidFill>
              <a:schemeClr val="lt1"/>
            </a:solidFill>
            <a:prstDash val="solid"/>
            <a:round/>
            <a:headEnd type="none" w="sm" len="sm"/>
            <a:tailEnd type="none" w="sm" len="sm"/>
          </a:ln>
        </p:spPr>
      </p:pic>
      <p:sp>
        <p:nvSpPr>
          <p:cNvPr id="143" name="Google Shape;143;p57"/>
          <p:cNvSpPr/>
          <p:nvPr/>
        </p:nvSpPr>
        <p:spPr>
          <a:xfrm>
            <a:off x="8375681" y="3924934"/>
            <a:ext cx="6069913" cy="1294130"/>
          </a:xfrm>
          <a:prstGeom prst="roundRect">
            <a:avLst>
              <a:gd name="adj" fmla="val 16667"/>
            </a:avLst>
          </a:prstGeom>
          <a:solidFill>
            <a:schemeClr val="lt1"/>
          </a:solidFill>
          <a:ln w="38100" cap="flat" cmpd="sng">
            <a:solidFill>
              <a:srgbClr val="BBD6E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Huge amounts of data were stored on single servers before 2004. </a:t>
            </a:r>
            <a:endParaRPr sz="1400" b="0" i="0" u="none" strike="noStrike" cap="none">
              <a:solidFill>
                <a:srgbClr val="3F3F3F"/>
              </a:solidFill>
              <a:latin typeface="Arial"/>
              <a:ea typeface="Arial"/>
              <a:cs typeface="Arial"/>
              <a:sym typeface="Arial"/>
            </a:endParaRPr>
          </a:p>
        </p:txBody>
      </p:sp>
      <p:sp>
        <p:nvSpPr>
          <p:cNvPr id="3" name="Brandline_LVC">
            <a:extLst>
              <a:ext uri="{FF2B5EF4-FFF2-40B4-BE49-F238E27FC236}">
                <a16:creationId xmlns:a16="http://schemas.microsoft.com/office/drawing/2014/main" id="{0AD2DBA4-F4CA-DD6F-37C9-30E2DDA8C823}"/>
              </a:ext>
            </a:extLst>
          </p:cNvPr>
          <p:cNvSpPr/>
          <p:nvPr/>
        </p:nvSpPr>
        <p:spPr>
          <a:xfrm>
            <a:off x="6184900" y="816324"/>
            <a:ext cx="3889455"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5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None/>
            </a:pPr>
            <a:r>
              <a:rPr lang="en-US" sz="2800" b="1" dirty="0">
                <a:solidFill>
                  <a:srgbClr val="404040"/>
                </a:solidFill>
                <a:latin typeface="Open Sans"/>
                <a:ea typeface="Open Sans"/>
                <a:cs typeface="Open Sans"/>
                <a:sym typeface="Open Sans"/>
              </a:rPr>
              <a:t>MapReduce: Analogy</a:t>
            </a:r>
            <a:endParaRPr sz="2800" b="1" dirty="0">
              <a:latin typeface="Open Sans"/>
              <a:ea typeface="Open Sans"/>
              <a:cs typeface="Open Sans"/>
              <a:sym typeface="Open Sans"/>
            </a:endParaRPr>
          </a:p>
        </p:txBody>
      </p:sp>
      <p:sp>
        <p:nvSpPr>
          <p:cNvPr id="151" name="Google Shape;151;p58"/>
          <p:cNvSpPr/>
          <p:nvPr/>
        </p:nvSpPr>
        <p:spPr>
          <a:xfrm>
            <a:off x="3596671" y="6308254"/>
            <a:ext cx="9753961" cy="430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endParaRPr sz="2200" b="0" i="0" u="none" strike="noStrike" cap="none">
              <a:solidFill>
                <a:srgbClr val="3F3F3F"/>
              </a:solidFill>
              <a:latin typeface="Open Sans"/>
              <a:ea typeface="Open Sans"/>
              <a:cs typeface="Open Sans"/>
              <a:sym typeface="Open Sans"/>
            </a:endParaRPr>
          </a:p>
        </p:txBody>
      </p:sp>
      <p:grpSp>
        <p:nvGrpSpPr>
          <p:cNvPr id="152" name="Google Shape;152;p58"/>
          <p:cNvGrpSpPr/>
          <p:nvPr/>
        </p:nvGrpSpPr>
        <p:grpSpPr>
          <a:xfrm>
            <a:off x="5875461" y="3044338"/>
            <a:ext cx="363589" cy="2987829"/>
            <a:chOff x="5372323" y="2727960"/>
            <a:chExt cx="537821" cy="4419600"/>
          </a:xfrm>
        </p:grpSpPr>
        <p:grpSp>
          <p:nvGrpSpPr>
            <p:cNvPr id="153" name="Google Shape;153;p58"/>
            <p:cNvGrpSpPr/>
            <p:nvPr/>
          </p:nvGrpSpPr>
          <p:grpSpPr>
            <a:xfrm>
              <a:off x="5372323" y="2727960"/>
              <a:ext cx="520927" cy="883920"/>
              <a:chOff x="5372323" y="2727960"/>
              <a:chExt cx="520927" cy="883920"/>
            </a:xfrm>
          </p:grpSpPr>
          <p:cxnSp>
            <p:nvCxnSpPr>
              <p:cNvPr id="154" name="Google Shape;154;p58"/>
              <p:cNvCxnSpPr/>
              <p:nvPr/>
            </p:nvCxnSpPr>
            <p:spPr>
              <a:xfrm rot="10800000" flipH="1">
                <a:off x="5394960" y="2727960"/>
                <a:ext cx="487680" cy="457200"/>
              </a:xfrm>
              <a:prstGeom prst="straightConnector1">
                <a:avLst/>
              </a:prstGeom>
              <a:noFill/>
              <a:ln w="22225" cap="flat" cmpd="sng">
                <a:solidFill>
                  <a:schemeClr val="accent2"/>
                </a:solidFill>
                <a:prstDash val="solid"/>
                <a:round/>
                <a:headEnd type="none" w="sm" len="sm"/>
                <a:tailEnd type="stealth" w="med" len="med"/>
              </a:ln>
            </p:spPr>
          </p:cxnSp>
          <p:cxnSp>
            <p:nvCxnSpPr>
              <p:cNvPr id="155" name="Google Shape;155;p58"/>
              <p:cNvCxnSpPr/>
              <p:nvPr/>
            </p:nvCxnSpPr>
            <p:spPr>
              <a:xfrm>
                <a:off x="5372323" y="3185160"/>
                <a:ext cx="498600" cy="426720"/>
              </a:xfrm>
              <a:prstGeom prst="straightConnector1">
                <a:avLst/>
              </a:prstGeom>
              <a:noFill/>
              <a:ln w="22225" cap="flat" cmpd="sng">
                <a:solidFill>
                  <a:schemeClr val="accent2"/>
                </a:solidFill>
                <a:prstDash val="solid"/>
                <a:round/>
                <a:headEnd type="none" w="sm" len="sm"/>
                <a:tailEnd type="stealth" w="med" len="med"/>
              </a:ln>
            </p:spPr>
          </p:cxnSp>
          <p:cxnSp>
            <p:nvCxnSpPr>
              <p:cNvPr id="156" name="Google Shape;156;p58"/>
              <p:cNvCxnSpPr/>
              <p:nvPr/>
            </p:nvCxnSpPr>
            <p:spPr>
              <a:xfrm>
                <a:off x="5408676" y="3185160"/>
                <a:ext cx="484574" cy="0"/>
              </a:xfrm>
              <a:prstGeom prst="straightConnector1">
                <a:avLst/>
              </a:prstGeom>
              <a:noFill/>
              <a:ln w="22225" cap="flat" cmpd="sng">
                <a:solidFill>
                  <a:schemeClr val="accent2"/>
                </a:solidFill>
                <a:prstDash val="solid"/>
                <a:round/>
                <a:headEnd type="none" w="sm" len="sm"/>
                <a:tailEnd type="stealth" w="med" len="med"/>
              </a:ln>
            </p:spPr>
          </p:cxnSp>
        </p:grpSp>
        <p:grpSp>
          <p:nvGrpSpPr>
            <p:cNvPr id="157" name="Google Shape;157;p58"/>
            <p:cNvGrpSpPr/>
            <p:nvPr/>
          </p:nvGrpSpPr>
          <p:grpSpPr>
            <a:xfrm>
              <a:off x="5389217" y="4495800"/>
              <a:ext cx="520927" cy="883920"/>
              <a:chOff x="5372323" y="2727960"/>
              <a:chExt cx="520927" cy="883920"/>
            </a:xfrm>
          </p:grpSpPr>
          <p:cxnSp>
            <p:nvCxnSpPr>
              <p:cNvPr id="158" name="Google Shape;158;p58"/>
              <p:cNvCxnSpPr/>
              <p:nvPr/>
            </p:nvCxnSpPr>
            <p:spPr>
              <a:xfrm rot="10800000" flipH="1">
                <a:off x="5394960" y="2727960"/>
                <a:ext cx="487680" cy="457200"/>
              </a:xfrm>
              <a:prstGeom prst="straightConnector1">
                <a:avLst/>
              </a:prstGeom>
              <a:noFill/>
              <a:ln w="22225" cap="flat" cmpd="sng">
                <a:solidFill>
                  <a:schemeClr val="accent2"/>
                </a:solidFill>
                <a:prstDash val="solid"/>
                <a:round/>
                <a:headEnd type="none" w="sm" len="sm"/>
                <a:tailEnd type="stealth" w="med" len="med"/>
              </a:ln>
            </p:spPr>
          </p:cxnSp>
          <p:cxnSp>
            <p:nvCxnSpPr>
              <p:cNvPr id="159" name="Google Shape;159;p58"/>
              <p:cNvCxnSpPr/>
              <p:nvPr/>
            </p:nvCxnSpPr>
            <p:spPr>
              <a:xfrm>
                <a:off x="5372323" y="3185160"/>
                <a:ext cx="498600" cy="426720"/>
              </a:xfrm>
              <a:prstGeom prst="straightConnector1">
                <a:avLst/>
              </a:prstGeom>
              <a:noFill/>
              <a:ln w="22225" cap="flat" cmpd="sng">
                <a:solidFill>
                  <a:schemeClr val="accent2"/>
                </a:solidFill>
                <a:prstDash val="solid"/>
                <a:round/>
                <a:headEnd type="none" w="sm" len="sm"/>
                <a:tailEnd type="stealth" w="med" len="med"/>
              </a:ln>
            </p:spPr>
          </p:cxnSp>
          <p:cxnSp>
            <p:nvCxnSpPr>
              <p:cNvPr id="160" name="Google Shape;160;p58"/>
              <p:cNvCxnSpPr/>
              <p:nvPr/>
            </p:nvCxnSpPr>
            <p:spPr>
              <a:xfrm>
                <a:off x="5408676" y="3185160"/>
                <a:ext cx="484574" cy="0"/>
              </a:xfrm>
              <a:prstGeom prst="straightConnector1">
                <a:avLst/>
              </a:prstGeom>
              <a:noFill/>
              <a:ln w="22225" cap="flat" cmpd="sng">
                <a:solidFill>
                  <a:schemeClr val="accent2"/>
                </a:solidFill>
                <a:prstDash val="solid"/>
                <a:round/>
                <a:headEnd type="none" w="sm" len="sm"/>
                <a:tailEnd type="stealth" w="med" len="med"/>
              </a:ln>
            </p:spPr>
          </p:cxnSp>
        </p:grpSp>
        <p:grpSp>
          <p:nvGrpSpPr>
            <p:cNvPr id="161" name="Google Shape;161;p58"/>
            <p:cNvGrpSpPr/>
            <p:nvPr/>
          </p:nvGrpSpPr>
          <p:grpSpPr>
            <a:xfrm>
              <a:off x="5372323" y="6263640"/>
              <a:ext cx="520927" cy="883920"/>
              <a:chOff x="5372323" y="2727960"/>
              <a:chExt cx="520927" cy="883920"/>
            </a:xfrm>
          </p:grpSpPr>
          <p:cxnSp>
            <p:nvCxnSpPr>
              <p:cNvPr id="162" name="Google Shape;162;p58"/>
              <p:cNvCxnSpPr/>
              <p:nvPr/>
            </p:nvCxnSpPr>
            <p:spPr>
              <a:xfrm rot="10800000" flipH="1">
                <a:off x="5394960" y="2727960"/>
                <a:ext cx="487680" cy="457200"/>
              </a:xfrm>
              <a:prstGeom prst="straightConnector1">
                <a:avLst/>
              </a:prstGeom>
              <a:noFill/>
              <a:ln w="22225" cap="flat" cmpd="sng">
                <a:solidFill>
                  <a:schemeClr val="accent2"/>
                </a:solidFill>
                <a:prstDash val="solid"/>
                <a:round/>
                <a:headEnd type="none" w="sm" len="sm"/>
                <a:tailEnd type="stealth" w="med" len="med"/>
              </a:ln>
            </p:spPr>
          </p:cxnSp>
          <p:cxnSp>
            <p:nvCxnSpPr>
              <p:cNvPr id="163" name="Google Shape;163;p58"/>
              <p:cNvCxnSpPr/>
              <p:nvPr/>
            </p:nvCxnSpPr>
            <p:spPr>
              <a:xfrm>
                <a:off x="5372323" y="3185160"/>
                <a:ext cx="498600" cy="426720"/>
              </a:xfrm>
              <a:prstGeom prst="straightConnector1">
                <a:avLst/>
              </a:prstGeom>
              <a:noFill/>
              <a:ln w="22225" cap="flat" cmpd="sng">
                <a:solidFill>
                  <a:schemeClr val="accent2"/>
                </a:solidFill>
                <a:prstDash val="solid"/>
                <a:round/>
                <a:headEnd type="none" w="sm" len="sm"/>
                <a:tailEnd type="stealth" w="med" len="med"/>
              </a:ln>
            </p:spPr>
          </p:cxnSp>
          <p:cxnSp>
            <p:nvCxnSpPr>
              <p:cNvPr id="164" name="Google Shape;164;p58"/>
              <p:cNvCxnSpPr/>
              <p:nvPr/>
            </p:nvCxnSpPr>
            <p:spPr>
              <a:xfrm>
                <a:off x="5408676" y="3185160"/>
                <a:ext cx="484574" cy="0"/>
              </a:xfrm>
              <a:prstGeom prst="straightConnector1">
                <a:avLst/>
              </a:prstGeom>
              <a:noFill/>
              <a:ln w="22225" cap="flat" cmpd="sng">
                <a:solidFill>
                  <a:schemeClr val="accent2"/>
                </a:solidFill>
                <a:prstDash val="solid"/>
                <a:round/>
                <a:headEnd type="none" w="sm" len="sm"/>
                <a:tailEnd type="stealth" w="med" len="med"/>
              </a:ln>
            </p:spPr>
          </p:cxnSp>
        </p:grpSp>
      </p:grpSp>
      <p:sp>
        <p:nvSpPr>
          <p:cNvPr id="165" name="Google Shape;165;p58"/>
          <p:cNvSpPr/>
          <p:nvPr/>
        </p:nvSpPr>
        <p:spPr>
          <a:xfrm>
            <a:off x="2674829" y="6332863"/>
            <a:ext cx="1852343" cy="636119"/>
          </a:xfrm>
          <a:prstGeom prst="roundRect">
            <a:avLst>
              <a:gd name="adj" fmla="val 16667"/>
            </a:avLst>
          </a:prstGeom>
          <a:solidFill>
            <a:srgbClr val="C9C9C9"/>
          </a:solidFill>
          <a:ln w="12700" cap="flat" cmpd="sng">
            <a:solidFill>
              <a:srgbClr val="AEABA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Polling booth ballots</a:t>
            </a:r>
            <a:endParaRPr sz="1400" b="0" i="0" u="none" strike="noStrike" cap="none">
              <a:solidFill>
                <a:srgbClr val="3F3F3F"/>
              </a:solidFill>
              <a:latin typeface="Arial"/>
              <a:ea typeface="Arial"/>
              <a:cs typeface="Arial"/>
              <a:sym typeface="Arial"/>
            </a:endParaRPr>
          </a:p>
        </p:txBody>
      </p:sp>
      <p:sp>
        <p:nvSpPr>
          <p:cNvPr id="166" name="Google Shape;166;p58"/>
          <p:cNvSpPr/>
          <p:nvPr/>
        </p:nvSpPr>
        <p:spPr>
          <a:xfrm>
            <a:off x="4672400" y="6361777"/>
            <a:ext cx="1021519" cy="578290"/>
          </a:xfrm>
          <a:prstGeom prst="roundRect">
            <a:avLst>
              <a:gd name="adj" fmla="val 16667"/>
            </a:avLst>
          </a:prstGeom>
          <a:solidFill>
            <a:srgbClr val="C9C9C9"/>
          </a:solidFill>
          <a:ln w="12700" cap="flat" cmpd="sng">
            <a:solidFill>
              <a:srgbClr val="AEABA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Tellers</a:t>
            </a:r>
            <a:endParaRPr sz="1400" b="0" i="0" u="none" strike="noStrike" cap="none">
              <a:solidFill>
                <a:srgbClr val="3F3F3F"/>
              </a:solidFill>
              <a:latin typeface="Arial"/>
              <a:ea typeface="Arial"/>
              <a:cs typeface="Arial"/>
              <a:sym typeface="Arial"/>
            </a:endParaRPr>
          </a:p>
        </p:txBody>
      </p:sp>
      <p:sp>
        <p:nvSpPr>
          <p:cNvPr id="167" name="Google Shape;167;p58"/>
          <p:cNvSpPr/>
          <p:nvPr/>
        </p:nvSpPr>
        <p:spPr>
          <a:xfrm>
            <a:off x="6458301" y="6691437"/>
            <a:ext cx="2022472" cy="636119"/>
          </a:xfrm>
          <a:prstGeom prst="roundRect">
            <a:avLst>
              <a:gd name="adj" fmla="val 16667"/>
            </a:avLst>
          </a:prstGeom>
          <a:solidFill>
            <a:srgbClr val="C9C9C9"/>
          </a:solidFill>
          <a:ln w="12700" cap="flat" cmpd="sng">
            <a:solidFill>
              <a:srgbClr val="AEABA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Poll count</a:t>
            </a:r>
            <a:endParaRPr sz="1400" b="0" i="0" u="none" strike="noStrike" cap="none">
              <a:solidFill>
                <a:srgbClr val="3F3F3F"/>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in each booth</a:t>
            </a:r>
            <a:endParaRPr sz="1400" b="0" i="0" u="none" strike="noStrike" cap="none">
              <a:solidFill>
                <a:srgbClr val="3F3F3F"/>
              </a:solidFill>
              <a:latin typeface="Arial"/>
              <a:ea typeface="Arial"/>
              <a:cs typeface="Arial"/>
              <a:sym typeface="Arial"/>
            </a:endParaRPr>
          </a:p>
        </p:txBody>
      </p:sp>
      <p:sp>
        <p:nvSpPr>
          <p:cNvPr id="168" name="Google Shape;168;p58"/>
          <p:cNvSpPr/>
          <p:nvPr/>
        </p:nvSpPr>
        <p:spPr>
          <a:xfrm>
            <a:off x="9434492" y="6672143"/>
            <a:ext cx="3183302" cy="636119"/>
          </a:xfrm>
          <a:prstGeom prst="roundRect">
            <a:avLst>
              <a:gd name="adj" fmla="val 16667"/>
            </a:avLst>
          </a:prstGeom>
          <a:solidFill>
            <a:srgbClr val="C9C9C9"/>
          </a:solidFill>
          <a:ln w="12700" cap="flat" cmpd="sng">
            <a:solidFill>
              <a:srgbClr val="AEABA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Total count for each candidate</a:t>
            </a:r>
            <a:endParaRPr sz="1400" b="0" i="0" u="none" strike="noStrike" cap="none">
              <a:solidFill>
                <a:srgbClr val="3F3F3F"/>
              </a:solidFill>
              <a:latin typeface="Arial"/>
              <a:ea typeface="Arial"/>
              <a:cs typeface="Arial"/>
              <a:sym typeface="Arial"/>
            </a:endParaRPr>
          </a:p>
        </p:txBody>
      </p:sp>
      <p:sp>
        <p:nvSpPr>
          <p:cNvPr id="169" name="Google Shape;169;p58"/>
          <p:cNvSpPr/>
          <p:nvPr/>
        </p:nvSpPr>
        <p:spPr>
          <a:xfrm>
            <a:off x="2221036" y="2281420"/>
            <a:ext cx="3635384" cy="5410998"/>
          </a:xfrm>
          <a:prstGeom prst="roundRect">
            <a:avLst>
              <a:gd name="adj" fmla="val 3960"/>
            </a:avLst>
          </a:prstGeom>
          <a:no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50"/>
              <a:buFont typeface="Arial"/>
              <a:buNone/>
            </a:pPr>
            <a:endParaRPr sz="1250" b="0" i="0" u="none" strike="noStrike" cap="none">
              <a:solidFill>
                <a:srgbClr val="FFFFFF"/>
              </a:solidFill>
              <a:latin typeface="Open Sans"/>
              <a:ea typeface="Open Sans"/>
              <a:cs typeface="Open Sans"/>
              <a:sym typeface="Open Sans"/>
            </a:endParaRPr>
          </a:p>
        </p:txBody>
      </p:sp>
      <p:sp>
        <p:nvSpPr>
          <p:cNvPr id="170" name="Google Shape;170;p58"/>
          <p:cNvSpPr/>
          <p:nvPr/>
        </p:nvSpPr>
        <p:spPr>
          <a:xfrm>
            <a:off x="6391426" y="2281420"/>
            <a:ext cx="2206191" cy="5410998"/>
          </a:xfrm>
          <a:prstGeom prst="roundRect">
            <a:avLst>
              <a:gd name="adj" fmla="val 6383"/>
            </a:avLst>
          </a:prstGeom>
          <a:no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Open Sans"/>
              <a:ea typeface="Open Sans"/>
              <a:cs typeface="Open Sans"/>
              <a:sym typeface="Open Sans"/>
            </a:endParaRPr>
          </a:p>
        </p:txBody>
      </p:sp>
      <p:sp>
        <p:nvSpPr>
          <p:cNvPr id="171" name="Google Shape;171;p58"/>
          <p:cNvSpPr/>
          <p:nvPr/>
        </p:nvSpPr>
        <p:spPr>
          <a:xfrm>
            <a:off x="8765088" y="2281421"/>
            <a:ext cx="5498448" cy="5410998"/>
          </a:xfrm>
          <a:prstGeom prst="roundRect">
            <a:avLst>
              <a:gd name="adj" fmla="val 2864"/>
            </a:avLst>
          </a:prstGeom>
          <a:no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50"/>
              <a:buFont typeface="Arial"/>
              <a:buNone/>
            </a:pPr>
            <a:endParaRPr sz="1250" b="0" i="0" u="none" strike="noStrike" cap="none">
              <a:solidFill>
                <a:srgbClr val="FFFFFF"/>
              </a:solidFill>
              <a:latin typeface="Open Sans"/>
              <a:ea typeface="Open Sans"/>
              <a:cs typeface="Open Sans"/>
              <a:sym typeface="Open Sans"/>
            </a:endParaRPr>
          </a:p>
        </p:txBody>
      </p:sp>
      <p:grpSp>
        <p:nvGrpSpPr>
          <p:cNvPr id="172" name="Google Shape;172;p58"/>
          <p:cNvGrpSpPr/>
          <p:nvPr/>
        </p:nvGrpSpPr>
        <p:grpSpPr>
          <a:xfrm>
            <a:off x="3073942" y="3094166"/>
            <a:ext cx="2406317" cy="540000"/>
            <a:chOff x="2784960" y="3542402"/>
            <a:chExt cx="2406317" cy="540000"/>
          </a:xfrm>
        </p:grpSpPr>
        <p:cxnSp>
          <p:nvCxnSpPr>
            <p:cNvPr id="173" name="Google Shape;173;p58"/>
            <p:cNvCxnSpPr/>
            <p:nvPr/>
          </p:nvCxnSpPr>
          <p:spPr>
            <a:xfrm>
              <a:off x="4179362" y="3812402"/>
              <a:ext cx="483458" cy="0"/>
            </a:xfrm>
            <a:prstGeom prst="straightConnector1">
              <a:avLst/>
            </a:prstGeom>
            <a:noFill/>
            <a:ln w="22225" cap="flat" cmpd="sng">
              <a:solidFill>
                <a:schemeClr val="accent2"/>
              </a:solidFill>
              <a:prstDash val="solid"/>
              <a:round/>
              <a:headEnd type="none" w="sm" len="sm"/>
              <a:tailEnd type="stealth" w="med" len="med"/>
            </a:ln>
          </p:spPr>
        </p:cxnSp>
        <p:sp>
          <p:nvSpPr>
            <p:cNvPr id="174" name="Google Shape;174;p58"/>
            <p:cNvSpPr/>
            <p:nvPr/>
          </p:nvSpPr>
          <p:spPr>
            <a:xfrm>
              <a:off x="2784960" y="3637087"/>
              <a:ext cx="90000" cy="360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175" name="Google Shape;175;p58"/>
            <p:cNvSpPr/>
            <p:nvPr/>
          </p:nvSpPr>
          <p:spPr>
            <a:xfrm>
              <a:off x="3235707" y="3637087"/>
              <a:ext cx="90000" cy="360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176" name="Google Shape;176;p58"/>
            <p:cNvSpPr/>
            <p:nvPr/>
          </p:nvSpPr>
          <p:spPr>
            <a:xfrm>
              <a:off x="3686454" y="3637087"/>
              <a:ext cx="90000" cy="360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177" name="Google Shape;177;p58"/>
            <p:cNvSpPr/>
            <p:nvPr/>
          </p:nvSpPr>
          <p:spPr>
            <a:xfrm>
              <a:off x="2935209" y="3637087"/>
              <a:ext cx="90000" cy="3600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178" name="Google Shape;178;p58"/>
            <p:cNvSpPr/>
            <p:nvPr/>
          </p:nvSpPr>
          <p:spPr>
            <a:xfrm>
              <a:off x="3385956" y="3637087"/>
              <a:ext cx="90000" cy="360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179" name="Google Shape;179;p58"/>
            <p:cNvSpPr/>
            <p:nvPr/>
          </p:nvSpPr>
          <p:spPr>
            <a:xfrm>
              <a:off x="3085458" y="3637087"/>
              <a:ext cx="90000" cy="360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180" name="Google Shape;180;p58"/>
            <p:cNvSpPr/>
            <p:nvPr/>
          </p:nvSpPr>
          <p:spPr>
            <a:xfrm>
              <a:off x="3536205" y="3637087"/>
              <a:ext cx="90000" cy="3600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181" name="Google Shape;181;p58"/>
            <p:cNvSpPr/>
            <p:nvPr/>
          </p:nvSpPr>
          <p:spPr>
            <a:xfrm>
              <a:off x="3836703" y="3637087"/>
              <a:ext cx="90000" cy="360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182" name="Google Shape;182;p58"/>
            <p:cNvSpPr/>
            <p:nvPr/>
          </p:nvSpPr>
          <p:spPr>
            <a:xfrm>
              <a:off x="3986953" y="3637087"/>
              <a:ext cx="90000" cy="3600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pic>
          <p:nvPicPr>
            <p:cNvPr id="183" name="Google Shape;183;p58" descr="Image result for man icon outline"/>
            <p:cNvPicPr preferRelativeResize="0"/>
            <p:nvPr/>
          </p:nvPicPr>
          <p:blipFill rotWithShape="1">
            <a:blip r:embed="rId3">
              <a:alphaModFix/>
            </a:blip>
            <a:srcRect/>
            <a:stretch/>
          </p:blipFill>
          <p:spPr>
            <a:xfrm>
              <a:off x="4651277" y="3542402"/>
              <a:ext cx="540000" cy="540000"/>
            </a:xfrm>
            <a:prstGeom prst="rect">
              <a:avLst/>
            </a:prstGeom>
            <a:noFill/>
            <a:ln>
              <a:noFill/>
            </a:ln>
          </p:spPr>
        </p:pic>
      </p:grpSp>
      <p:grpSp>
        <p:nvGrpSpPr>
          <p:cNvPr id="184" name="Google Shape;184;p58"/>
          <p:cNvGrpSpPr/>
          <p:nvPr/>
        </p:nvGrpSpPr>
        <p:grpSpPr>
          <a:xfrm>
            <a:off x="3073942" y="4271847"/>
            <a:ext cx="2418237" cy="540000"/>
            <a:chOff x="2773040" y="4720083"/>
            <a:chExt cx="2418237" cy="540000"/>
          </a:xfrm>
        </p:grpSpPr>
        <p:cxnSp>
          <p:nvCxnSpPr>
            <p:cNvPr id="185" name="Google Shape;185;p58"/>
            <p:cNvCxnSpPr/>
            <p:nvPr/>
          </p:nvCxnSpPr>
          <p:spPr>
            <a:xfrm>
              <a:off x="4179362" y="4997230"/>
              <a:ext cx="483458" cy="0"/>
            </a:xfrm>
            <a:prstGeom prst="straightConnector1">
              <a:avLst/>
            </a:prstGeom>
            <a:noFill/>
            <a:ln w="22225" cap="flat" cmpd="sng">
              <a:solidFill>
                <a:schemeClr val="accent2"/>
              </a:solidFill>
              <a:prstDash val="solid"/>
              <a:round/>
              <a:headEnd type="none" w="sm" len="sm"/>
              <a:tailEnd type="stealth" w="med" len="med"/>
            </a:ln>
          </p:spPr>
        </p:cxnSp>
        <p:grpSp>
          <p:nvGrpSpPr>
            <p:cNvPr id="186" name="Google Shape;186;p58"/>
            <p:cNvGrpSpPr/>
            <p:nvPr/>
          </p:nvGrpSpPr>
          <p:grpSpPr>
            <a:xfrm>
              <a:off x="2773040" y="4783373"/>
              <a:ext cx="1291993" cy="360000"/>
              <a:chOff x="888610" y="4301984"/>
              <a:chExt cx="1291993" cy="360000"/>
            </a:xfrm>
          </p:grpSpPr>
          <p:sp>
            <p:nvSpPr>
              <p:cNvPr id="187" name="Google Shape;187;p58"/>
              <p:cNvSpPr/>
              <p:nvPr/>
            </p:nvSpPr>
            <p:spPr>
              <a:xfrm>
                <a:off x="888610" y="4301984"/>
                <a:ext cx="90000" cy="360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188" name="Google Shape;188;p58"/>
              <p:cNvSpPr/>
              <p:nvPr/>
            </p:nvSpPr>
            <p:spPr>
              <a:xfrm>
                <a:off x="1339357" y="4301984"/>
                <a:ext cx="90000" cy="360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189" name="Google Shape;189;p58"/>
              <p:cNvSpPr/>
              <p:nvPr/>
            </p:nvSpPr>
            <p:spPr>
              <a:xfrm>
                <a:off x="1790104" y="4301984"/>
                <a:ext cx="90000" cy="360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190" name="Google Shape;190;p58"/>
              <p:cNvSpPr/>
              <p:nvPr/>
            </p:nvSpPr>
            <p:spPr>
              <a:xfrm>
                <a:off x="1038859" y="4301984"/>
                <a:ext cx="90000" cy="3600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191" name="Google Shape;191;p58"/>
              <p:cNvSpPr/>
              <p:nvPr/>
            </p:nvSpPr>
            <p:spPr>
              <a:xfrm>
                <a:off x="1489606" y="4301984"/>
                <a:ext cx="90000" cy="360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192" name="Google Shape;192;p58"/>
              <p:cNvSpPr/>
              <p:nvPr/>
            </p:nvSpPr>
            <p:spPr>
              <a:xfrm>
                <a:off x="1189108" y="4301984"/>
                <a:ext cx="90000" cy="360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193" name="Google Shape;193;p58"/>
              <p:cNvSpPr/>
              <p:nvPr/>
            </p:nvSpPr>
            <p:spPr>
              <a:xfrm>
                <a:off x="1639855" y="4301984"/>
                <a:ext cx="90000" cy="3600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194" name="Google Shape;194;p58"/>
              <p:cNvSpPr/>
              <p:nvPr/>
            </p:nvSpPr>
            <p:spPr>
              <a:xfrm>
                <a:off x="1940353" y="4301984"/>
                <a:ext cx="90000" cy="360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195" name="Google Shape;195;p58"/>
              <p:cNvSpPr/>
              <p:nvPr/>
            </p:nvSpPr>
            <p:spPr>
              <a:xfrm>
                <a:off x="2090603" y="4301984"/>
                <a:ext cx="90000" cy="3600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grpSp>
        <p:pic>
          <p:nvPicPr>
            <p:cNvPr id="196" name="Google Shape;196;p58" descr="Image result for man icon outline"/>
            <p:cNvPicPr preferRelativeResize="0"/>
            <p:nvPr/>
          </p:nvPicPr>
          <p:blipFill rotWithShape="1">
            <a:blip r:embed="rId3">
              <a:alphaModFix/>
            </a:blip>
            <a:srcRect/>
            <a:stretch/>
          </p:blipFill>
          <p:spPr>
            <a:xfrm>
              <a:off x="4651277" y="4720083"/>
              <a:ext cx="540000" cy="540000"/>
            </a:xfrm>
            <a:prstGeom prst="rect">
              <a:avLst/>
            </a:prstGeom>
            <a:noFill/>
            <a:ln>
              <a:noFill/>
            </a:ln>
          </p:spPr>
        </p:pic>
      </p:grpSp>
      <p:grpSp>
        <p:nvGrpSpPr>
          <p:cNvPr id="197" name="Google Shape;197;p58"/>
          <p:cNvGrpSpPr/>
          <p:nvPr/>
        </p:nvGrpSpPr>
        <p:grpSpPr>
          <a:xfrm>
            <a:off x="3073942" y="5486649"/>
            <a:ext cx="2456323" cy="540000"/>
            <a:chOff x="2734954" y="5934885"/>
            <a:chExt cx="2456323" cy="540000"/>
          </a:xfrm>
        </p:grpSpPr>
        <p:cxnSp>
          <p:nvCxnSpPr>
            <p:cNvPr id="198" name="Google Shape;198;p58"/>
            <p:cNvCxnSpPr/>
            <p:nvPr/>
          </p:nvCxnSpPr>
          <p:spPr>
            <a:xfrm>
              <a:off x="4179362" y="6192361"/>
              <a:ext cx="483458" cy="0"/>
            </a:xfrm>
            <a:prstGeom prst="straightConnector1">
              <a:avLst/>
            </a:prstGeom>
            <a:noFill/>
            <a:ln w="22225" cap="flat" cmpd="sng">
              <a:solidFill>
                <a:schemeClr val="accent2"/>
              </a:solidFill>
              <a:prstDash val="solid"/>
              <a:round/>
              <a:headEnd type="none" w="sm" len="sm"/>
              <a:tailEnd type="stealth" w="med" len="med"/>
            </a:ln>
          </p:spPr>
        </p:cxnSp>
        <p:grpSp>
          <p:nvGrpSpPr>
            <p:cNvPr id="199" name="Google Shape;199;p58"/>
            <p:cNvGrpSpPr/>
            <p:nvPr/>
          </p:nvGrpSpPr>
          <p:grpSpPr>
            <a:xfrm>
              <a:off x="2734954" y="6011923"/>
              <a:ext cx="1291993" cy="360000"/>
              <a:chOff x="888610" y="4301984"/>
              <a:chExt cx="1291993" cy="360000"/>
            </a:xfrm>
          </p:grpSpPr>
          <p:sp>
            <p:nvSpPr>
              <p:cNvPr id="200" name="Google Shape;200;p58"/>
              <p:cNvSpPr/>
              <p:nvPr/>
            </p:nvSpPr>
            <p:spPr>
              <a:xfrm>
                <a:off x="888610" y="4301984"/>
                <a:ext cx="90000" cy="360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201" name="Google Shape;201;p58"/>
              <p:cNvSpPr/>
              <p:nvPr/>
            </p:nvSpPr>
            <p:spPr>
              <a:xfrm>
                <a:off x="1339357" y="4301984"/>
                <a:ext cx="90000" cy="360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202" name="Google Shape;202;p58"/>
              <p:cNvSpPr/>
              <p:nvPr/>
            </p:nvSpPr>
            <p:spPr>
              <a:xfrm>
                <a:off x="1790104" y="4301984"/>
                <a:ext cx="90000" cy="360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203" name="Google Shape;203;p58"/>
              <p:cNvSpPr/>
              <p:nvPr/>
            </p:nvSpPr>
            <p:spPr>
              <a:xfrm>
                <a:off x="1038859" y="4301984"/>
                <a:ext cx="90000" cy="3600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204" name="Google Shape;204;p58"/>
              <p:cNvSpPr/>
              <p:nvPr/>
            </p:nvSpPr>
            <p:spPr>
              <a:xfrm>
                <a:off x="1489606" y="4301984"/>
                <a:ext cx="90000" cy="360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205" name="Google Shape;205;p58"/>
              <p:cNvSpPr/>
              <p:nvPr/>
            </p:nvSpPr>
            <p:spPr>
              <a:xfrm>
                <a:off x="1189108" y="4301984"/>
                <a:ext cx="90000" cy="360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206" name="Google Shape;206;p58"/>
              <p:cNvSpPr/>
              <p:nvPr/>
            </p:nvSpPr>
            <p:spPr>
              <a:xfrm>
                <a:off x="1639855" y="4301984"/>
                <a:ext cx="90000" cy="3600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207" name="Google Shape;207;p58"/>
              <p:cNvSpPr/>
              <p:nvPr/>
            </p:nvSpPr>
            <p:spPr>
              <a:xfrm>
                <a:off x="1940353" y="4301984"/>
                <a:ext cx="90000" cy="360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208" name="Google Shape;208;p58"/>
              <p:cNvSpPr/>
              <p:nvPr/>
            </p:nvSpPr>
            <p:spPr>
              <a:xfrm>
                <a:off x="2090603" y="4301984"/>
                <a:ext cx="90000" cy="3600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grpSp>
        <p:pic>
          <p:nvPicPr>
            <p:cNvPr id="209" name="Google Shape;209;p58" descr="Image result for man icon outline"/>
            <p:cNvPicPr preferRelativeResize="0"/>
            <p:nvPr/>
          </p:nvPicPr>
          <p:blipFill rotWithShape="1">
            <a:blip r:embed="rId3">
              <a:alphaModFix/>
            </a:blip>
            <a:srcRect/>
            <a:stretch/>
          </p:blipFill>
          <p:spPr>
            <a:xfrm>
              <a:off x="4651277" y="5934885"/>
              <a:ext cx="540000" cy="540000"/>
            </a:xfrm>
            <a:prstGeom prst="rect">
              <a:avLst/>
            </a:prstGeom>
            <a:noFill/>
            <a:ln>
              <a:noFill/>
            </a:ln>
          </p:spPr>
        </p:pic>
      </p:grpSp>
      <p:grpSp>
        <p:nvGrpSpPr>
          <p:cNvPr id="210" name="Google Shape;210;p58"/>
          <p:cNvGrpSpPr/>
          <p:nvPr/>
        </p:nvGrpSpPr>
        <p:grpSpPr>
          <a:xfrm>
            <a:off x="8951034" y="3619521"/>
            <a:ext cx="483458" cy="2379959"/>
            <a:chOff x="9167435" y="3185160"/>
            <a:chExt cx="715131" cy="3520440"/>
          </a:xfrm>
        </p:grpSpPr>
        <p:cxnSp>
          <p:nvCxnSpPr>
            <p:cNvPr id="211" name="Google Shape;211;p58"/>
            <p:cNvCxnSpPr/>
            <p:nvPr/>
          </p:nvCxnSpPr>
          <p:spPr>
            <a:xfrm>
              <a:off x="9167435" y="3185160"/>
              <a:ext cx="715131" cy="0"/>
            </a:xfrm>
            <a:prstGeom prst="straightConnector1">
              <a:avLst/>
            </a:prstGeom>
            <a:noFill/>
            <a:ln w="22225" cap="flat" cmpd="sng">
              <a:solidFill>
                <a:schemeClr val="accent2"/>
              </a:solidFill>
              <a:prstDash val="solid"/>
              <a:round/>
              <a:headEnd type="none" w="sm" len="sm"/>
              <a:tailEnd type="stealth" w="med" len="med"/>
            </a:ln>
          </p:spPr>
        </p:cxnSp>
        <p:cxnSp>
          <p:nvCxnSpPr>
            <p:cNvPr id="212" name="Google Shape;212;p58"/>
            <p:cNvCxnSpPr/>
            <p:nvPr/>
          </p:nvCxnSpPr>
          <p:spPr>
            <a:xfrm>
              <a:off x="9167435" y="4937760"/>
              <a:ext cx="715131" cy="0"/>
            </a:xfrm>
            <a:prstGeom prst="straightConnector1">
              <a:avLst/>
            </a:prstGeom>
            <a:noFill/>
            <a:ln w="22225" cap="flat" cmpd="sng">
              <a:solidFill>
                <a:schemeClr val="accent2"/>
              </a:solidFill>
              <a:prstDash val="solid"/>
              <a:round/>
              <a:headEnd type="none" w="sm" len="sm"/>
              <a:tailEnd type="stealth" w="med" len="med"/>
            </a:ln>
          </p:spPr>
        </p:cxnSp>
        <p:cxnSp>
          <p:nvCxnSpPr>
            <p:cNvPr id="213" name="Google Shape;213;p58"/>
            <p:cNvCxnSpPr/>
            <p:nvPr/>
          </p:nvCxnSpPr>
          <p:spPr>
            <a:xfrm>
              <a:off x="9167435" y="6705600"/>
              <a:ext cx="715131" cy="0"/>
            </a:xfrm>
            <a:prstGeom prst="straightConnector1">
              <a:avLst/>
            </a:prstGeom>
            <a:noFill/>
            <a:ln w="22225" cap="flat" cmpd="sng">
              <a:solidFill>
                <a:schemeClr val="accent2"/>
              </a:solidFill>
              <a:prstDash val="solid"/>
              <a:round/>
              <a:headEnd type="none" w="sm" len="sm"/>
              <a:tailEnd type="stealth" w="med" len="med"/>
            </a:ln>
          </p:spPr>
        </p:cxnSp>
      </p:grpSp>
      <p:cxnSp>
        <p:nvCxnSpPr>
          <p:cNvPr id="214" name="Google Shape;214;p58"/>
          <p:cNvCxnSpPr/>
          <p:nvPr/>
        </p:nvCxnSpPr>
        <p:spPr>
          <a:xfrm>
            <a:off x="11347545" y="4835855"/>
            <a:ext cx="461327" cy="1"/>
          </a:xfrm>
          <a:prstGeom prst="straightConnector1">
            <a:avLst/>
          </a:prstGeom>
          <a:noFill/>
          <a:ln w="22225" cap="flat" cmpd="sng">
            <a:solidFill>
              <a:schemeClr val="accent2"/>
            </a:solidFill>
            <a:prstDash val="solid"/>
            <a:round/>
            <a:headEnd type="none" w="sm" len="sm"/>
            <a:tailEnd type="stealth" w="med" len="med"/>
          </a:ln>
        </p:spPr>
      </p:cxnSp>
      <p:grpSp>
        <p:nvGrpSpPr>
          <p:cNvPr id="215" name="Google Shape;215;p58"/>
          <p:cNvGrpSpPr/>
          <p:nvPr/>
        </p:nvGrpSpPr>
        <p:grpSpPr>
          <a:xfrm>
            <a:off x="9942524" y="3597664"/>
            <a:ext cx="594796" cy="2400688"/>
            <a:chOff x="11205497" y="3154680"/>
            <a:chExt cx="879823" cy="3551102"/>
          </a:xfrm>
        </p:grpSpPr>
        <p:cxnSp>
          <p:nvCxnSpPr>
            <p:cNvPr id="216" name="Google Shape;216;p58"/>
            <p:cNvCxnSpPr/>
            <p:nvPr/>
          </p:nvCxnSpPr>
          <p:spPr>
            <a:xfrm>
              <a:off x="11240075" y="4937760"/>
              <a:ext cx="715131" cy="0"/>
            </a:xfrm>
            <a:prstGeom prst="straightConnector1">
              <a:avLst/>
            </a:prstGeom>
            <a:noFill/>
            <a:ln w="22225" cap="flat" cmpd="sng">
              <a:solidFill>
                <a:schemeClr val="accent2"/>
              </a:solidFill>
              <a:prstDash val="solid"/>
              <a:round/>
              <a:headEnd type="none" w="sm" len="sm"/>
              <a:tailEnd type="stealth" w="med" len="med"/>
            </a:ln>
          </p:spPr>
        </p:cxnSp>
        <p:cxnSp>
          <p:nvCxnSpPr>
            <p:cNvPr id="217" name="Google Shape;217;p58"/>
            <p:cNvCxnSpPr/>
            <p:nvPr/>
          </p:nvCxnSpPr>
          <p:spPr>
            <a:xfrm>
              <a:off x="11209595" y="3154680"/>
              <a:ext cx="845245" cy="1645920"/>
            </a:xfrm>
            <a:prstGeom prst="straightConnector1">
              <a:avLst/>
            </a:prstGeom>
            <a:noFill/>
            <a:ln w="22225" cap="flat" cmpd="sng">
              <a:solidFill>
                <a:schemeClr val="accent2"/>
              </a:solidFill>
              <a:prstDash val="solid"/>
              <a:round/>
              <a:headEnd type="none" w="sm" len="sm"/>
              <a:tailEnd type="stealth" w="med" len="med"/>
            </a:ln>
          </p:spPr>
        </p:cxnSp>
        <p:cxnSp>
          <p:nvCxnSpPr>
            <p:cNvPr id="218" name="Google Shape;218;p58"/>
            <p:cNvCxnSpPr/>
            <p:nvPr/>
          </p:nvCxnSpPr>
          <p:spPr>
            <a:xfrm rot="10800000" flipH="1">
              <a:off x="11205497" y="5130033"/>
              <a:ext cx="879823" cy="1575749"/>
            </a:xfrm>
            <a:prstGeom prst="straightConnector1">
              <a:avLst/>
            </a:prstGeom>
            <a:noFill/>
            <a:ln w="22225" cap="flat" cmpd="sng">
              <a:solidFill>
                <a:schemeClr val="accent2"/>
              </a:solidFill>
              <a:prstDash val="solid"/>
              <a:round/>
              <a:headEnd type="none" w="sm" len="sm"/>
              <a:tailEnd type="stealth" w="med" len="med"/>
            </a:ln>
          </p:spPr>
        </p:cxnSp>
      </p:grpSp>
      <p:sp>
        <p:nvSpPr>
          <p:cNvPr id="219" name="Google Shape;219;p58"/>
          <p:cNvSpPr/>
          <p:nvPr/>
        </p:nvSpPr>
        <p:spPr>
          <a:xfrm>
            <a:off x="11808872" y="4526985"/>
            <a:ext cx="1930641" cy="589914"/>
          </a:xfrm>
          <a:prstGeom prst="roundRect">
            <a:avLst>
              <a:gd name="adj" fmla="val 16667"/>
            </a:avLst>
          </a:prstGeom>
          <a:solidFill>
            <a:srgbClr val="C9C9C9"/>
          </a:solidFill>
          <a:ln w="12700" cap="flat" cmpd="sng">
            <a:solidFill>
              <a:srgbClr val="AEABA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Election results</a:t>
            </a:r>
            <a:endParaRPr sz="1400" b="0" i="0" u="none" strike="noStrike" cap="none">
              <a:solidFill>
                <a:srgbClr val="3F3F3F"/>
              </a:solidFill>
              <a:latin typeface="Arial"/>
              <a:ea typeface="Arial"/>
              <a:cs typeface="Arial"/>
              <a:sym typeface="Arial"/>
            </a:endParaRPr>
          </a:p>
        </p:txBody>
      </p:sp>
      <p:grpSp>
        <p:nvGrpSpPr>
          <p:cNvPr id="220" name="Google Shape;220;p58"/>
          <p:cNvGrpSpPr/>
          <p:nvPr/>
        </p:nvGrpSpPr>
        <p:grpSpPr>
          <a:xfrm>
            <a:off x="9553927" y="3394600"/>
            <a:ext cx="358445" cy="360000"/>
            <a:chOff x="10954786" y="1829284"/>
            <a:chExt cx="358445" cy="360000"/>
          </a:xfrm>
        </p:grpSpPr>
        <p:sp>
          <p:nvSpPr>
            <p:cNvPr id="221" name="Google Shape;221;p58"/>
            <p:cNvSpPr/>
            <p:nvPr/>
          </p:nvSpPr>
          <p:spPr>
            <a:xfrm>
              <a:off x="10954786" y="1829284"/>
              <a:ext cx="90000" cy="360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222" name="Google Shape;222;p58"/>
            <p:cNvSpPr/>
            <p:nvPr/>
          </p:nvSpPr>
          <p:spPr>
            <a:xfrm>
              <a:off x="11089009" y="1829284"/>
              <a:ext cx="90000" cy="360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223" name="Google Shape;223;p58"/>
            <p:cNvSpPr/>
            <p:nvPr/>
          </p:nvSpPr>
          <p:spPr>
            <a:xfrm>
              <a:off x="11223231" y="1829284"/>
              <a:ext cx="90000" cy="360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grpSp>
      <p:grpSp>
        <p:nvGrpSpPr>
          <p:cNvPr id="224" name="Google Shape;224;p58"/>
          <p:cNvGrpSpPr/>
          <p:nvPr/>
        </p:nvGrpSpPr>
        <p:grpSpPr>
          <a:xfrm>
            <a:off x="9558713" y="5832004"/>
            <a:ext cx="348873" cy="360000"/>
            <a:chOff x="10945795" y="2687409"/>
            <a:chExt cx="348873" cy="360000"/>
          </a:xfrm>
        </p:grpSpPr>
        <p:sp>
          <p:nvSpPr>
            <p:cNvPr id="225" name="Google Shape;225;p58"/>
            <p:cNvSpPr/>
            <p:nvPr/>
          </p:nvSpPr>
          <p:spPr>
            <a:xfrm>
              <a:off x="11075232" y="2687409"/>
              <a:ext cx="90000" cy="360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226" name="Google Shape;226;p58"/>
            <p:cNvSpPr/>
            <p:nvPr/>
          </p:nvSpPr>
          <p:spPr>
            <a:xfrm>
              <a:off x="10945795" y="2687409"/>
              <a:ext cx="90000" cy="360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227" name="Google Shape;227;p58"/>
            <p:cNvSpPr/>
            <p:nvPr/>
          </p:nvSpPr>
          <p:spPr>
            <a:xfrm>
              <a:off x="11204668" y="2687409"/>
              <a:ext cx="90000" cy="360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grpSp>
      <p:grpSp>
        <p:nvGrpSpPr>
          <p:cNvPr id="228" name="Google Shape;228;p58"/>
          <p:cNvGrpSpPr/>
          <p:nvPr/>
        </p:nvGrpSpPr>
        <p:grpSpPr>
          <a:xfrm>
            <a:off x="9556172" y="4570784"/>
            <a:ext cx="353954" cy="360000"/>
            <a:chOff x="10936223" y="2251313"/>
            <a:chExt cx="353954" cy="360000"/>
          </a:xfrm>
        </p:grpSpPr>
        <p:sp>
          <p:nvSpPr>
            <p:cNvPr id="229" name="Google Shape;229;p58"/>
            <p:cNvSpPr/>
            <p:nvPr/>
          </p:nvSpPr>
          <p:spPr>
            <a:xfrm>
              <a:off x="10936223" y="2251313"/>
              <a:ext cx="90000" cy="3600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230" name="Google Shape;230;p58"/>
            <p:cNvSpPr/>
            <p:nvPr/>
          </p:nvSpPr>
          <p:spPr>
            <a:xfrm>
              <a:off x="11068200" y="2251313"/>
              <a:ext cx="90000" cy="3600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231" name="Google Shape;231;p58"/>
            <p:cNvSpPr/>
            <p:nvPr/>
          </p:nvSpPr>
          <p:spPr>
            <a:xfrm>
              <a:off x="11200177" y="2251313"/>
              <a:ext cx="90000" cy="3600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grpSp>
      <p:pic>
        <p:nvPicPr>
          <p:cNvPr id="232" name="Google Shape;232;p58" descr="Image result for man icon outline"/>
          <p:cNvPicPr preferRelativeResize="0"/>
          <p:nvPr/>
        </p:nvPicPr>
        <p:blipFill rotWithShape="1">
          <a:blip r:embed="rId4">
            <a:alphaModFix/>
          </a:blip>
          <a:srcRect/>
          <a:stretch/>
        </p:blipFill>
        <p:spPr>
          <a:xfrm>
            <a:off x="10588170" y="4461942"/>
            <a:ext cx="720000" cy="720000"/>
          </a:xfrm>
          <a:prstGeom prst="rect">
            <a:avLst/>
          </a:prstGeom>
          <a:noFill/>
          <a:ln>
            <a:noFill/>
          </a:ln>
        </p:spPr>
      </p:pic>
      <p:grpSp>
        <p:nvGrpSpPr>
          <p:cNvPr id="233" name="Google Shape;233;p58"/>
          <p:cNvGrpSpPr/>
          <p:nvPr/>
        </p:nvGrpSpPr>
        <p:grpSpPr>
          <a:xfrm>
            <a:off x="6499294" y="3015571"/>
            <a:ext cx="2101418" cy="3372916"/>
            <a:chOff x="6160306" y="3463807"/>
            <a:chExt cx="2101418" cy="3372916"/>
          </a:xfrm>
        </p:grpSpPr>
        <p:grpSp>
          <p:nvGrpSpPr>
            <p:cNvPr id="234" name="Google Shape;234;p58"/>
            <p:cNvGrpSpPr/>
            <p:nvPr/>
          </p:nvGrpSpPr>
          <p:grpSpPr>
            <a:xfrm>
              <a:off x="6513533" y="3662947"/>
              <a:ext cx="1312922" cy="3006181"/>
              <a:chOff x="6561841" y="2727960"/>
              <a:chExt cx="1942079" cy="4446747"/>
            </a:xfrm>
          </p:grpSpPr>
          <p:cxnSp>
            <p:nvCxnSpPr>
              <p:cNvPr id="235" name="Google Shape;235;p58"/>
              <p:cNvCxnSpPr/>
              <p:nvPr/>
            </p:nvCxnSpPr>
            <p:spPr>
              <a:xfrm>
                <a:off x="6622801" y="2727960"/>
                <a:ext cx="1698239" cy="441960"/>
              </a:xfrm>
              <a:prstGeom prst="straightConnector1">
                <a:avLst/>
              </a:prstGeom>
              <a:noFill/>
              <a:ln w="22225" cap="flat" cmpd="sng">
                <a:solidFill>
                  <a:schemeClr val="accent2"/>
                </a:solidFill>
                <a:prstDash val="solid"/>
                <a:round/>
                <a:headEnd type="none" w="sm" len="sm"/>
                <a:tailEnd type="stealth" w="med" len="med"/>
              </a:ln>
            </p:spPr>
          </p:cxnSp>
          <p:cxnSp>
            <p:nvCxnSpPr>
              <p:cNvPr id="236" name="Google Shape;236;p58"/>
              <p:cNvCxnSpPr/>
              <p:nvPr/>
            </p:nvCxnSpPr>
            <p:spPr>
              <a:xfrm>
                <a:off x="6561841" y="3185160"/>
                <a:ext cx="1820159" cy="1615440"/>
              </a:xfrm>
              <a:prstGeom prst="straightConnector1">
                <a:avLst/>
              </a:prstGeom>
              <a:noFill/>
              <a:ln w="22225" cap="flat" cmpd="sng">
                <a:solidFill>
                  <a:schemeClr val="accent2"/>
                </a:solidFill>
                <a:prstDash val="solid"/>
                <a:round/>
                <a:headEnd type="none" w="sm" len="sm"/>
                <a:tailEnd type="stealth" w="med" len="med"/>
              </a:ln>
            </p:spPr>
          </p:cxnSp>
          <p:cxnSp>
            <p:nvCxnSpPr>
              <p:cNvPr id="237" name="Google Shape;237;p58"/>
              <p:cNvCxnSpPr/>
              <p:nvPr/>
            </p:nvCxnSpPr>
            <p:spPr>
              <a:xfrm>
                <a:off x="6592321" y="3718560"/>
                <a:ext cx="1881119" cy="2804160"/>
              </a:xfrm>
              <a:prstGeom prst="straightConnector1">
                <a:avLst/>
              </a:prstGeom>
              <a:noFill/>
              <a:ln w="22225" cap="flat" cmpd="sng">
                <a:solidFill>
                  <a:schemeClr val="accent2"/>
                </a:solidFill>
                <a:prstDash val="solid"/>
                <a:round/>
                <a:headEnd type="none" w="sm" len="sm"/>
                <a:tailEnd type="stealth" w="med" len="med"/>
              </a:ln>
            </p:spPr>
          </p:cxnSp>
          <p:cxnSp>
            <p:nvCxnSpPr>
              <p:cNvPr id="238" name="Google Shape;238;p58"/>
              <p:cNvCxnSpPr/>
              <p:nvPr/>
            </p:nvCxnSpPr>
            <p:spPr>
              <a:xfrm>
                <a:off x="6577081" y="5429767"/>
                <a:ext cx="1838800" cy="1257026"/>
              </a:xfrm>
              <a:prstGeom prst="straightConnector1">
                <a:avLst/>
              </a:prstGeom>
              <a:noFill/>
              <a:ln w="22225" cap="flat" cmpd="sng">
                <a:solidFill>
                  <a:schemeClr val="accent2"/>
                </a:solidFill>
                <a:prstDash val="solid"/>
                <a:round/>
                <a:headEnd type="none" w="sm" len="sm"/>
                <a:tailEnd type="stealth" w="med" len="med"/>
              </a:ln>
            </p:spPr>
          </p:cxnSp>
          <p:cxnSp>
            <p:nvCxnSpPr>
              <p:cNvPr id="239" name="Google Shape;239;p58"/>
              <p:cNvCxnSpPr/>
              <p:nvPr/>
            </p:nvCxnSpPr>
            <p:spPr>
              <a:xfrm rot="10800000" flipH="1">
                <a:off x="6598922" y="3311407"/>
                <a:ext cx="1767838" cy="1194002"/>
              </a:xfrm>
              <a:prstGeom prst="straightConnector1">
                <a:avLst/>
              </a:prstGeom>
              <a:noFill/>
              <a:ln w="22225" cap="flat" cmpd="sng">
                <a:solidFill>
                  <a:schemeClr val="accent2"/>
                </a:solidFill>
                <a:prstDash val="solid"/>
                <a:round/>
                <a:headEnd type="none" w="sm" len="sm"/>
                <a:tailEnd type="stealth" w="med" len="med"/>
              </a:ln>
            </p:spPr>
          </p:cxnSp>
          <p:cxnSp>
            <p:nvCxnSpPr>
              <p:cNvPr id="240" name="Google Shape;240;p58"/>
              <p:cNvCxnSpPr/>
              <p:nvPr/>
            </p:nvCxnSpPr>
            <p:spPr>
              <a:xfrm rot="10800000" flipH="1">
                <a:off x="6577081" y="3447807"/>
                <a:ext cx="1926839" cy="2832303"/>
              </a:xfrm>
              <a:prstGeom prst="straightConnector1">
                <a:avLst/>
              </a:prstGeom>
              <a:noFill/>
              <a:ln w="22225" cap="flat" cmpd="sng">
                <a:solidFill>
                  <a:schemeClr val="accent2"/>
                </a:solidFill>
                <a:prstDash val="solid"/>
                <a:round/>
                <a:headEnd type="none" w="sm" len="sm"/>
                <a:tailEnd type="stealth" w="med" len="med"/>
              </a:ln>
            </p:spPr>
          </p:cxnSp>
          <p:cxnSp>
            <p:nvCxnSpPr>
              <p:cNvPr id="241" name="Google Shape;241;p58"/>
              <p:cNvCxnSpPr/>
              <p:nvPr/>
            </p:nvCxnSpPr>
            <p:spPr>
              <a:xfrm rot="10800000" flipH="1">
                <a:off x="6577081" y="6836913"/>
                <a:ext cx="1838800" cy="337794"/>
              </a:xfrm>
              <a:prstGeom prst="straightConnector1">
                <a:avLst/>
              </a:prstGeom>
              <a:noFill/>
              <a:ln w="22225" cap="flat" cmpd="sng">
                <a:solidFill>
                  <a:schemeClr val="accent2"/>
                </a:solidFill>
                <a:prstDash val="solid"/>
                <a:round/>
                <a:headEnd type="none" w="sm" len="sm"/>
                <a:tailEnd type="stealth" w="med" len="med"/>
              </a:ln>
            </p:spPr>
          </p:cxnSp>
          <p:cxnSp>
            <p:nvCxnSpPr>
              <p:cNvPr id="242" name="Google Shape;242;p58"/>
              <p:cNvCxnSpPr/>
              <p:nvPr/>
            </p:nvCxnSpPr>
            <p:spPr>
              <a:xfrm rot="10800000" flipH="1">
                <a:off x="6561841" y="5130033"/>
                <a:ext cx="1926839" cy="1575567"/>
              </a:xfrm>
              <a:prstGeom prst="straightConnector1">
                <a:avLst/>
              </a:prstGeom>
              <a:noFill/>
              <a:ln w="22225" cap="flat" cmpd="sng">
                <a:solidFill>
                  <a:schemeClr val="accent2"/>
                </a:solidFill>
                <a:prstDash val="solid"/>
                <a:round/>
                <a:headEnd type="none" w="sm" len="sm"/>
                <a:tailEnd type="stealth" w="med" len="med"/>
              </a:ln>
            </p:spPr>
          </p:cxnSp>
          <p:cxnSp>
            <p:nvCxnSpPr>
              <p:cNvPr id="243" name="Google Shape;243;p58"/>
              <p:cNvCxnSpPr/>
              <p:nvPr/>
            </p:nvCxnSpPr>
            <p:spPr>
              <a:xfrm>
                <a:off x="6622801" y="4950720"/>
                <a:ext cx="1743959" cy="0"/>
              </a:xfrm>
              <a:prstGeom prst="straightConnector1">
                <a:avLst/>
              </a:prstGeom>
              <a:noFill/>
              <a:ln w="22225" cap="flat" cmpd="sng">
                <a:solidFill>
                  <a:schemeClr val="accent2"/>
                </a:solidFill>
                <a:prstDash val="solid"/>
                <a:round/>
                <a:headEnd type="none" w="sm" len="sm"/>
                <a:tailEnd type="stealth" w="med" len="med"/>
              </a:ln>
            </p:spPr>
          </p:cxnSp>
        </p:grpSp>
        <p:grpSp>
          <p:nvGrpSpPr>
            <p:cNvPr id="244" name="Google Shape;244;p58"/>
            <p:cNvGrpSpPr/>
            <p:nvPr/>
          </p:nvGrpSpPr>
          <p:grpSpPr>
            <a:xfrm>
              <a:off x="6166212" y="3463807"/>
              <a:ext cx="356200" cy="937625"/>
              <a:chOff x="6544551" y="3155796"/>
              <a:chExt cx="356200" cy="937625"/>
            </a:xfrm>
          </p:grpSpPr>
          <p:sp>
            <p:nvSpPr>
              <p:cNvPr id="245" name="Google Shape;245;p58"/>
              <p:cNvSpPr/>
              <p:nvPr/>
            </p:nvSpPr>
            <p:spPr>
              <a:xfrm>
                <a:off x="6544551" y="3155796"/>
                <a:ext cx="90000" cy="270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246" name="Google Shape;246;p58"/>
              <p:cNvSpPr/>
              <p:nvPr/>
            </p:nvSpPr>
            <p:spPr>
              <a:xfrm>
                <a:off x="6677651" y="3155796"/>
                <a:ext cx="90000" cy="270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247" name="Google Shape;247;p58"/>
              <p:cNvSpPr/>
              <p:nvPr/>
            </p:nvSpPr>
            <p:spPr>
              <a:xfrm>
                <a:off x="6810751" y="3155796"/>
                <a:ext cx="90000" cy="270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248" name="Google Shape;248;p58"/>
              <p:cNvSpPr/>
              <p:nvPr/>
            </p:nvSpPr>
            <p:spPr>
              <a:xfrm>
                <a:off x="6544551" y="3488925"/>
                <a:ext cx="90000" cy="2700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249" name="Google Shape;249;p58"/>
              <p:cNvSpPr/>
              <p:nvPr/>
            </p:nvSpPr>
            <p:spPr>
              <a:xfrm>
                <a:off x="6677651" y="3823421"/>
                <a:ext cx="90000" cy="270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250" name="Google Shape;250;p58"/>
              <p:cNvSpPr/>
              <p:nvPr/>
            </p:nvSpPr>
            <p:spPr>
              <a:xfrm>
                <a:off x="6544551" y="3823421"/>
                <a:ext cx="90000" cy="270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251" name="Google Shape;251;p58"/>
              <p:cNvSpPr/>
              <p:nvPr/>
            </p:nvSpPr>
            <p:spPr>
              <a:xfrm>
                <a:off x="6677651" y="3488925"/>
                <a:ext cx="90000" cy="2700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252" name="Google Shape;252;p58"/>
              <p:cNvSpPr/>
              <p:nvPr/>
            </p:nvSpPr>
            <p:spPr>
              <a:xfrm>
                <a:off x="6810751" y="3823421"/>
                <a:ext cx="90000" cy="270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253" name="Google Shape;253;p58"/>
              <p:cNvSpPr/>
              <p:nvPr/>
            </p:nvSpPr>
            <p:spPr>
              <a:xfrm>
                <a:off x="6810751" y="3488925"/>
                <a:ext cx="90000" cy="2700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grpSp>
        <p:pic>
          <p:nvPicPr>
            <p:cNvPr id="254" name="Google Shape;254;p58" descr="Image result for man icon outline"/>
            <p:cNvPicPr preferRelativeResize="0"/>
            <p:nvPr/>
          </p:nvPicPr>
          <p:blipFill rotWithShape="1">
            <a:blip r:embed="rId3">
              <a:alphaModFix/>
            </a:blip>
            <a:srcRect/>
            <a:stretch/>
          </p:blipFill>
          <p:spPr>
            <a:xfrm>
              <a:off x="7721724" y="3743452"/>
              <a:ext cx="540000" cy="540000"/>
            </a:xfrm>
            <a:prstGeom prst="rect">
              <a:avLst/>
            </a:prstGeom>
            <a:noFill/>
            <a:ln>
              <a:noFill/>
            </a:ln>
          </p:spPr>
        </p:pic>
        <p:pic>
          <p:nvPicPr>
            <p:cNvPr id="255" name="Google Shape;255;p58" descr="Image result for man icon outline"/>
            <p:cNvPicPr preferRelativeResize="0"/>
            <p:nvPr/>
          </p:nvPicPr>
          <p:blipFill rotWithShape="1">
            <a:blip r:embed="rId3">
              <a:alphaModFix/>
            </a:blip>
            <a:srcRect/>
            <a:stretch/>
          </p:blipFill>
          <p:spPr>
            <a:xfrm>
              <a:off x="7721724" y="4921133"/>
              <a:ext cx="540000" cy="540000"/>
            </a:xfrm>
            <a:prstGeom prst="rect">
              <a:avLst/>
            </a:prstGeom>
            <a:noFill/>
            <a:ln>
              <a:noFill/>
            </a:ln>
          </p:spPr>
        </p:pic>
        <p:pic>
          <p:nvPicPr>
            <p:cNvPr id="256" name="Google Shape;256;p58" descr="Image result for man icon outline"/>
            <p:cNvPicPr preferRelativeResize="0"/>
            <p:nvPr/>
          </p:nvPicPr>
          <p:blipFill rotWithShape="1">
            <a:blip r:embed="rId3">
              <a:alphaModFix/>
            </a:blip>
            <a:srcRect/>
            <a:stretch/>
          </p:blipFill>
          <p:spPr>
            <a:xfrm>
              <a:off x="7721724" y="6135935"/>
              <a:ext cx="540000" cy="540000"/>
            </a:xfrm>
            <a:prstGeom prst="rect">
              <a:avLst/>
            </a:prstGeom>
            <a:noFill/>
            <a:ln>
              <a:noFill/>
            </a:ln>
          </p:spPr>
        </p:pic>
        <p:grpSp>
          <p:nvGrpSpPr>
            <p:cNvPr id="257" name="Google Shape;257;p58"/>
            <p:cNvGrpSpPr/>
            <p:nvPr/>
          </p:nvGrpSpPr>
          <p:grpSpPr>
            <a:xfrm>
              <a:off x="6160306" y="4705221"/>
              <a:ext cx="356200" cy="937625"/>
              <a:chOff x="6544551" y="3155796"/>
              <a:chExt cx="356200" cy="937625"/>
            </a:xfrm>
          </p:grpSpPr>
          <p:sp>
            <p:nvSpPr>
              <p:cNvPr id="258" name="Google Shape;258;p58"/>
              <p:cNvSpPr/>
              <p:nvPr/>
            </p:nvSpPr>
            <p:spPr>
              <a:xfrm>
                <a:off x="6544551" y="3155796"/>
                <a:ext cx="90000" cy="270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259" name="Google Shape;259;p58"/>
              <p:cNvSpPr/>
              <p:nvPr/>
            </p:nvSpPr>
            <p:spPr>
              <a:xfrm>
                <a:off x="6677651" y="3155796"/>
                <a:ext cx="90000" cy="270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260" name="Google Shape;260;p58"/>
              <p:cNvSpPr/>
              <p:nvPr/>
            </p:nvSpPr>
            <p:spPr>
              <a:xfrm>
                <a:off x="6810751" y="3155796"/>
                <a:ext cx="90000" cy="270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261" name="Google Shape;261;p58"/>
              <p:cNvSpPr/>
              <p:nvPr/>
            </p:nvSpPr>
            <p:spPr>
              <a:xfrm>
                <a:off x="6544551" y="3488925"/>
                <a:ext cx="90000" cy="2700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262" name="Google Shape;262;p58"/>
              <p:cNvSpPr/>
              <p:nvPr/>
            </p:nvSpPr>
            <p:spPr>
              <a:xfrm>
                <a:off x="6677651" y="3823421"/>
                <a:ext cx="90000" cy="270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263" name="Google Shape;263;p58"/>
              <p:cNvSpPr/>
              <p:nvPr/>
            </p:nvSpPr>
            <p:spPr>
              <a:xfrm>
                <a:off x="6544551" y="3823421"/>
                <a:ext cx="90000" cy="270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264" name="Google Shape;264;p58"/>
              <p:cNvSpPr/>
              <p:nvPr/>
            </p:nvSpPr>
            <p:spPr>
              <a:xfrm>
                <a:off x="6677651" y="3488925"/>
                <a:ext cx="90000" cy="2700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265" name="Google Shape;265;p58"/>
              <p:cNvSpPr/>
              <p:nvPr/>
            </p:nvSpPr>
            <p:spPr>
              <a:xfrm>
                <a:off x="6810751" y="3823421"/>
                <a:ext cx="90000" cy="270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266" name="Google Shape;266;p58"/>
              <p:cNvSpPr/>
              <p:nvPr/>
            </p:nvSpPr>
            <p:spPr>
              <a:xfrm>
                <a:off x="6810751" y="3488925"/>
                <a:ext cx="90000" cy="2700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grpSp>
        <p:grpSp>
          <p:nvGrpSpPr>
            <p:cNvPr id="267" name="Google Shape;267;p58"/>
            <p:cNvGrpSpPr/>
            <p:nvPr/>
          </p:nvGrpSpPr>
          <p:grpSpPr>
            <a:xfrm>
              <a:off x="6166444" y="5899098"/>
              <a:ext cx="356200" cy="937625"/>
              <a:chOff x="6544551" y="3155796"/>
              <a:chExt cx="356200" cy="937625"/>
            </a:xfrm>
          </p:grpSpPr>
          <p:sp>
            <p:nvSpPr>
              <p:cNvPr id="268" name="Google Shape;268;p58"/>
              <p:cNvSpPr/>
              <p:nvPr/>
            </p:nvSpPr>
            <p:spPr>
              <a:xfrm>
                <a:off x="6544551" y="3155796"/>
                <a:ext cx="90000" cy="270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269" name="Google Shape;269;p58"/>
              <p:cNvSpPr/>
              <p:nvPr/>
            </p:nvSpPr>
            <p:spPr>
              <a:xfrm>
                <a:off x="6677651" y="3155796"/>
                <a:ext cx="90000" cy="270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270" name="Google Shape;270;p58"/>
              <p:cNvSpPr/>
              <p:nvPr/>
            </p:nvSpPr>
            <p:spPr>
              <a:xfrm>
                <a:off x="6810751" y="3155796"/>
                <a:ext cx="90000" cy="270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271" name="Google Shape;271;p58"/>
              <p:cNvSpPr/>
              <p:nvPr/>
            </p:nvSpPr>
            <p:spPr>
              <a:xfrm>
                <a:off x="6544551" y="3488925"/>
                <a:ext cx="90000" cy="2700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272" name="Google Shape;272;p58"/>
              <p:cNvSpPr/>
              <p:nvPr/>
            </p:nvSpPr>
            <p:spPr>
              <a:xfrm>
                <a:off x="6677651" y="3823421"/>
                <a:ext cx="90000" cy="270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273" name="Google Shape;273;p58"/>
              <p:cNvSpPr/>
              <p:nvPr/>
            </p:nvSpPr>
            <p:spPr>
              <a:xfrm>
                <a:off x="6544551" y="3823421"/>
                <a:ext cx="90000" cy="270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274" name="Google Shape;274;p58"/>
              <p:cNvSpPr/>
              <p:nvPr/>
            </p:nvSpPr>
            <p:spPr>
              <a:xfrm>
                <a:off x="6677651" y="3488925"/>
                <a:ext cx="90000" cy="2700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275" name="Google Shape;275;p58"/>
              <p:cNvSpPr/>
              <p:nvPr/>
            </p:nvSpPr>
            <p:spPr>
              <a:xfrm>
                <a:off x="6810751" y="3823421"/>
                <a:ext cx="90000" cy="270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276" name="Google Shape;276;p58"/>
              <p:cNvSpPr/>
              <p:nvPr/>
            </p:nvSpPr>
            <p:spPr>
              <a:xfrm>
                <a:off x="6810751" y="3488925"/>
                <a:ext cx="90000" cy="2700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grpSp>
      </p:grpSp>
      <p:sp>
        <p:nvSpPr>
          <p:cNvPr id="278" name="Google Shape;278;p58"/>
          <p:cNvSpPr txBox="1"/>
          <p:nvPr/>
        </p:nvSpPr>
        <p:spPr>
          <a:xfrm>
            <a:off x="4060825" y="1446434"/>
            <a:ext cx="8134350" cy="430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Here is a diagram for an analogy of how MapReduce works.</a:t>
            </a:r>
            <a:endParaRPr sz="2200" b="0" i="0" u="none" strike="noStrike" cap="none">
              <a:solidFill>
                <a:srgbClr val="3F3F3F"/>
              </a:solidFill>
              <a:latin typeface="Open Sans"/>
              <a:ea typeface="Open Sans"/>
              <a:cs typeface="Open Sans"/>
              <a:sym typeface="Open Sans"/>
            </a:endParaRPr>
          </a:p>
        </p:txBody>
      </p:sp>
      <p:sp>
        <p:nvSpPr>
          <p:cNvPr id="3" name="Brandline_LVC">
            <a:extLst>
              <a:ext uri="{FF2B5EF4-FFF2-40B4-BE49-F238E27FC236}">
                <a16:creationId xmlns:a16="http://schemas.microsoft.com/office/drawing/2014/main" id="{3D952411-31CF-4776-C48A-AF82248DCF61}"/>
              </a:ext>
            </a:extLst>
          </p:cNvPr>
          <p:cNvSpPr/>
          <p:nvPr/>
        </p:nvSpPr>
        <p:spPr>
          <a:xfrm>
            <a:off x="5829300" y="816324"/>
            <a:ext cx="4611767"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5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None/>
            </a:pPr>
            <a:r>
              <a:rPr lang="en-US" sz="2800" b="1" dirty="0">
                <a:solidFill>
                  <a:srgbClr val="3F3F3F"/>
                </a:solidFill>
                <a:latin typeface="Open Sans"/>
                <a:ea typeface="Open Sans"/>
                <a:cs typeface="Open Sans"/>
                <a:sym typeface="Open Sans"/>
              </a:rPr>
              <a:t>MapReduce: Analogy</a:t>
            </a:r>
            <a:endParaRPr sz="2800" b="1" dirty="0">
              <a:solidFill>
                <a:srgbClr val="3F3F3F"/>
              </a:solidFill>
              <a:latin typeface="Open Sans"/>
              <a:ea typeface="Open Sans"/>
              <a:cs typeface="Open Sans"/>
              <a:sym typeface="Open Sans"/>
            </a:endParaRPr>
          </a:p>
        </p:txBody>
      </p:sp>
      <p:grpSp>
        <p:nvGrpSpPr>
          <p:cNvPr id="299" name="Google Shape;299;p59"/>
          <p:cNvGrpSpPr/>
          <p:nvPr/>
        </p:nvGrpSpPr>
        <p:grpSpPr>
          <a:xfrm>
            <a:off x="3872044" y="2145749"/>
            <a:ext cx="3409951" cy="5541577"/>
            <a:chOff x="2620489" y="2152439"/>
            <a:chExt cx="3409951" cy="5541577"/>
          </a:xfrm>
        </p:grpSpPr>
        <p:grpSp>
          <p:nvGrpSpPr>
            <p:cNvPr id="300" name="Google Shape;300;p59"/>
            <p:cNvGrpSpPr/>
            <p:nvPr/>
          </p:nvGrpSpPr>
          <p:grpSpPr>
            <a:xfrm>
              <a:off x="3846041" y="2152439"/>
              <a:ext cx="850900" cy="850900"/>
              <a:chOff x="6429375" y="2419350"/>
              <a:chExt cx="850900" cy="850900"/>
            </a:xfrm>
          </p:grpSpPr>
          <p:sp>
            <p:nvSpPr>
              <p:cNvPr id="301" name="Google Shape;301;p59"/>
              <p:cNvSpPr/>
              <p:nvPr/>
            </p:nvSpPr>
            <p:spPr>
              <a:xfrm>
                <a:off x="6429375" y="2419350"/>
                <a:ext cx="850900" cy="850900"/>
              </a:xfrm>
              <a:custGeom>
                <a:avLst/>
                <a:gdLst/>
                <a:ahLst/>
                <a:cxnLst/>
                <a:rect l="l" t="t" r="r" b="b"/>
                <a:pathLst>
                  <a:path w="536" h="536" extrusionOk="0">
                    <a:moveTo>
                      <a:pt x="268" y="0"/>
                    </a:moveTo>
                    <a:lnTo>
                      <a:pt x="268" y="0"/>
                    </a:lnTo>
                    <a:lnTo>
                      <a:pt x="296" y="0"/>
                    </a:lnTo>
                    <a:lnTo>
                      <a:pt x="322" y="4"/>
                    </a:lnTo>
                    <a:lnTo>
                      <a:pt x="348" y="12"/>
                    </a:lnTo>
                    <a:lnTo>
                      <a:pt x="374" y="20"/>
                    </a:lnTo>
                    <a:lnTo>
                      <a:pt x="396" y="32"/>
                    </a:lnTo>
                    <a:lnTo>
                      <a:pt x="418" y="46"/>
                    </a:lnTo>
                    <a:lnTo>
                      <a:pt x="440" y="60"/>
                    </a:lnTo>
                    <a:lnTo>
                      <a:pt x="458" y="78"/>
                    </a:lnTo>
                    <a:lnTo>
                      <a:pt x="476" y="98"/>
                    </a:lnTo>
                    <a:lnTo>
                      <a:pt x="492" y="118"/>
                    </a:lnTo>
                    <a:lnTo>
                      <a:pt x="504" y="140"/>
                    </a:lnTo>
                    <a:lnTo>
                      <a:pt x="516" y="164"/>
                    </a:lnTo>
                    <a:lnTo>
                      <a:pt x="524" y="188"/>
                    </a:lnTo>
                    <a:lnTo>
                      <a:pt x="532" y="214"/>
                    </a:lnTo>
                    <a:lnTo>
                      <a:pt x="536" y="240"/>
                    </a:lnTo>
                    <a:lnTo>
                      <a:pt x="536" y="268"/>
                    </a:lnTo>
                    <a:lnTo>
                      <a:pt x="536" y="268"/>
                    </a:lnTo>
                    <a:lnTo>
                      <a:pt x="536" y="296"/>
                    </a:lnTo>
                    <a:lnTo>
                      <a:pt x="532" y="322"/>
                    </a:lnTo>
                    <a:lnTo>
                      <a:pt x="524" y="348"/>
                    </a:lnTo>
                    <a:lnTo>
                      <a:pt x="516" y="372"/>
                    </a:lnTo>
                    <a:lnTo>
                      <a:pt x="504" y="396"/>
                    </a:lnTo>
                    <a:lnTo>
                      <a:pt x="492" y="418"/>
                    </a:lnTo>
                    <a:lnTo>
                      <a:pt x="476" y="438"/>
                    </a:lnTo>
                    <a:lnTo>
                      <a:pt x="458" y="458"/>
                    </a:lnTo>
                    <a:lnTo>
                      <a:pt x="440" y="474"/>
                    </a:lnTo>
                    <a:lnTo>
                      <a:pt x="418" y="490"/>
                    </a:lnTo>
                    <a:lnTo>
                      <a:pt x="396" y="504"/>
                    </a:lnTo>
                    <a:lnTo>
                      <a:pt x="374" y="514"/>
                    </a:lnTo>
                    <a:lnTo>
                      <a:pt x="348" y="524"/>
                    </a:lnTo>
                    <a:lnTo>
                      <a:pt x="322" y="530"/>
                    </a:lnTo>
                    <a:lnTo>
                      <a:pt x="296" y="534"/>
                    </a:lnTo>
                    <a:lnTo>
                      <a:pt x="268" y="536"/>
                    </a:lnTo>
                    <a:lnTo>
                      <a:pt x="268" y="536"/>
                    </a:lnTo>
                    <a:lnTo>
                      <a:pt x="242" y="534"/>
                    </a:lnTo>
                    <a:lnTo>
                      <a:pt x="214" y="530"/>
                    </a:lnTo>
                    <a:lnTo>
                      <a:pt x="188" y="524"/>
                    </a:lnTo>
                    <a:lnTo>
                      <a:pt x="164" y="514"/>
                    </a:lnTo>
                    <a:lnTo>
                      <a:pt x="140" y="504"/>
                    </a:lnTo>
                    <a:lnTo>
                      <a:pt x="118" y="490"/>
                    </a:lnTo>
                    <a:lnTo>
                      <a:pt x="98" y="474"/>
                    </a:lnTo>
                    <a:lnTo>
                      <a:pt x="80" y="458"/>
                    </a:lnTo>
                    <a:lnTo>
                      <a:pt x="62" y="438"/>
                    </a:lnTo>
                    <a:lnTo>
                      <a:pt x="46" y="418"/>
                    </a:lnTo>
                    <a:lnTo>
                      <a:pt x="32" y="396"/>
                    </a:lnTo>
                    <a:lnTo>
                      <a:pt x="22" y="372"/>
                    </a:lnTo>
                    <a:lnTo>
                      <a:pt x="12" y="348"/>
                    </a:lnTo>
                    <a:lnTo>
                      <a:pt x="6" y="322"/>
                    </a:lnTo>
                    <a:lnTo>
                      <a:pt x="2" y="296"/>
                    </a:lnTo>
                    <a:lnTo>
                      <a:pt x="0" y="268"/>
                    </a:lnTo>
                    <a:lnTo>
                      <a:pt x="0" y="268"/>
                    </a:lnTo>
                    <a:lnTo>
                      <a:pt x="2" y="240"/>
                    </a:lnTo>
                    <a:lnTo>
                      <a:pt x="6" y="214"/>
                    </a:lnTo>
                    <a:lnTo>
                      <a:pt x="12" y="188"/>
                    </a:lnTo>
                    <a:lnTo>
                      <a:pt x="22" y="164"/>
                    </a:lnTo>
                    <a:lnTo>
                      <a:pt x="32" y="140"/>
                    </a:lnTo>
                    <a:lnTo>
                      <a:pt x="46" y="118"/>
                    </a:lnTo>
                    <a:lnTo>
                      <a:pt x="62" y="98"/>
                    </a:lnTo>
                    <a:lnTo>
                      <a:pt x="80" y="78"/>
                    </a:lnTo>
                    <a:lnTo>
                      <a:pt x="98" y="60"/>
                    </a:lnTo>
                    <a:lnTo>
                      <a:pt x="118" y="46"/>
                    </a:lnTo>
                    <a:lnTo>
                      <a:pt x="140" y="32"/>
                    </a:lnTo>
                    <a:lnTo>
                      <a:pt x="164" y="20"/>
                    </a:lnTo>
                    <a:lnTo>
                      <a:pt x="188" y="12"/>
                    </a:lnTo>
                    <a:lnTo>
                      <a:pt x="214" y="4"/>
                    </a:lnTo>
                    <a:lnTo>
                      <a:pt x="242" y="0"/>
                    </a:lnTo>
                    <a:lnTo>
                      <a:pt x="268" y="0"/>
                    </a:lnTo>
                    <a:lnTo>
                      <a:pt x="268" y="0"/>
                    </a:lnTo>
                    <a:close/>
                  </a:path>
                </a:pathLst>
              </a:custGeom>
              <a:solidFill>
                <a:srgbClr val="49484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strike="noStrike" cap="none">
                  <a:solidFill>
                    <a:srgbClr val="3F3F3F"/>
                  </a:solidFill>
                  <a:latin typeface="Open Sans"/>
                  <a:ea typeface="Open Sans"/>
                  <a:cs typeface="Open Sans"/>
                  <a:sym typeface="Open Sans"/>
                </a:endParaRPr>
              </a:p>
            </p:txBody>
          </p:sp>
          <p:grpSp>
            <p:nvGrpSpPr>
              <p:cNvPr id="302" name="Google Shape;302;p59"/>
              <p:cNvGrpSpPr/>
              <p:nvPr/>
            </p:nvGrpSpPr>
            <p:grpSpPr>
              <a:xfrm>
                <a:off x="6508750" y="2498725"/>
                <a:ext cx="692150" cy="692150"/>
                <a:chOff x="6508750" y="2498725"/>
                <a:chExt cx="692150" cy="692150"/>
              </a:xfrm>
            </p:grpSpPr>
            <p:sp>
              <p:nvSpPr>
                <p:cNvPr id="303" name="Google Shape;303;p59"/>
                <p:cNvSpPr/>
                <p:nvPr/>
              </p:nvSpPr>
              <p:spPr>
                <a:xfrm>
                  <a:off x="6508750" y="2498725"/>
                  <a:ext cx="692150" cy="692150"/>
                </a:xfrm>
                <a:custGeom>
                  <a:avLst/>
                  <a:gdLst/>
                  <a:ahLst/>
                  <a:cxnLst/>
                  <a:rect l="l" t="t" r="r" b="b"/>
                  <a:pathLst>
                    <a:path w="436" h="436" extrusionOk="0">
                      <a:moveTo>
                        <a:pt x="218" y="0"/>
                      </a:moveTo>
                      <a:lnTo>
                        <a:pt x="218" y="0"/>
                      </a:lnTo>
                      <a:lnTo>
                        <a:pt x="240" y="0"/>
                      </a:lnTo>
                      <a:lnTo>
                        <a:pt x="262" y="4"/>
                      </a:lnTo>
                      <a:lnTo>
                        <a:pt x="284" y="10"/>
                      </a:lnTo>
                      <a:lnTo>
                        <a:pt x="304" y="16"/>
                      </a:lnTo>
                      <a:lnTo>
                        <a:pt x="322" y="26"/>
                      </a:lnTo>
                      <a:lnTo>
                        <a:pt x="340" y="36"/>
                      </a:lnTo>
                      <a:lnTo>
                        <a:pt x="358" y="50"/>
                      </a:lnTo>
                      <a:lnTo>
                        <a:pt x="374" y="64"/>
                      </a:lnTo>
                      <a:lnTo>
                        <a:pt x="388" y="78"/>
                      </a:lnTo>
                      <a:lnTo>
                        <a:pt x="400" y="96"/>
                      </a:lnTo>
                      <a:lnTo>
                        <a:pt x="410" y="114"/>
                      </a:lnTo>
                      <a:lnTo>
                        <a:pt x="420" y="132"/>
                      </a:lnTo>
                      <a:lnTo>
                        <a:pt x="428" y="152"/>
                      </a:lnTo>
                      <a:lnTo>
                        <a:pt x="432" y="174"/>
                      </a:lnTo>
                      <a:lnTo>
                        <a:pt x="436" y="196"/>
                      </a:lnTo>
                      <a:lnTo>
                        <a:pt x="436" y="218"/>
                      </a:lnTo>
                      <a:lnTo>
                        <a:pt x="436" y="218"/>
                      </a:lnTo>
                      <a:lnTo>
                        <a:pt x="436" y="240"/>
                      </a:lnTo>
                      <a:lnTo>
                        <a:pt x="432" y="262"/>
                      </a:lnTo>
                      <a:lnTo>
                        <a:pt x="428" y="282"/>
                      </a:lnTo>
                      <a:lnTo>
                        <a:pt x="420" y="302"/>
                      </a:lnTo>
                      <a:lnTo>
                        <a:pt x="410" y="322"/>
                      </a:lnTo>
                      <a:lnTo>
                        <a:pt x="400" y="340"/>
                      </a:lnTo>
                      <a:lnTo>
                        <a:pt x="388" y="356"/>
                      </a:lnTo>
                      <a:lnTo>
                        <a:pt x="374" y="372"/>
                      </a:lnTo>
                      <a:lnTo>
                        <a:pt x="358" y="386"/>
                      </a:lnTo>
                      <a:lnTo>
                        <a:pt x="340" y="398"/>
                      </a:lnTo>
                      <a:lnTo>
                        <a:pt x="322" y="410"/>
                      </a:lnTo>
                      <a:lnTo>
                        <a:pt x="304" y="418"/>
                      </a:lnTo>
                      <a:lnTo>
                        <a:pt x="284" y="426"/>
                      </a:lnTo>
                      <a:lnTo>
                        <a:pt x="262" y="432"/>
                      </a:lnTo>
                      <a:lnTo>
                        <a:pt x="240" y="434"/>
                      </a:lnTo>
                      <a:lnTo>
                        <a:pt x="218" y="436"/>
                      </a:lnTo>
                      <a:lnTo>
                        <a:pt x="218" y="436"/>
                      </a:lnTo>
                      <a:lnTo>
                        <a:pt x="196" y="434"/>
                      </a:lnTo>
                      <a:lnTo>
                        <a:pt x="174" y="432"/>
                      </a:lnTo>
                      <a:lnTo>
                        <a:pt x="154" y="426"/>
                      </a:lnTo>
                      <a:lnTo>
                        <a:pt x="134" y="418"/>
                      </a:lnTo>
                      <a:lnTo>
                        <a:pt x="114" y="410"/>
                      </a:lnTo>
                      <a:lnTo>
                        <a:pt x="96" y="398"/>
                      </a:lnTo>
                      <a:lnTo>
                        <a:pt x="80" y="386"/>
                      </a:lnTo>
                      <a:lnTo>
                        <a:pt x="64" y="372"/>
                      </a:lnTo>
                      <a:lnTo>
                        <a:pt x="50" y="356"/>
                      </a:lnTo>
                      <a:lnTo>
                        <a:pt x="38" y="340"/>
                      </a:lnTo>
                      <a:lnTo>
                        <a:pt x="26" y="322"/>
                      </a:lnTo>
                      <a:lnTo>
                        <a:pt x="18" y="302"/>
                      </a:lnTo>
                      <a:lnTo>
                        <a:pt x="10" y="282"/>
                      </a:lnTo>
                      <a:lnTo>
                        <a:pt x="4" y="262"/>
                      </a:lnTo>
                      <a:lnTo>
                        <a:pt x="2" y="240"/>
                      </a:lnTo>
                      <a:lnTo>
                        <a:pt x="0" y="218"/>
                      </a:lnTo>
                      <a:lnTo>
                        <a:pt x="0" y="218"/>
                      </a:lnTo>
                      <a:lnTo>
                        <a:pt x="2" y="196"/>
                      </a:lnTo>
                      <a:lnTo>
                        <a:pt x="4" y="174"/>
                      </a:lnTo>
                      <a:lnTo>
                        <a:pt x="10" y="152"/>
                      </a:lnTo>
                      <a:lnTo>
                        <a:pt x="18" y="132"/>
                      </a:lnTo>
                      <a:lnTo>
                        <a:pt x="26" y="114"/>
                      </a:lnTo>
                      <a:lnTo>
                        <a:pt x="38" y="96"/>
                      </a:lnTo>
                      <a:lnTo>
                        <a:pt x="50" y="78"/>
                      </a:lnTo>
                      <a:lnTo>
                        <a:pt x="64" y="64"/>
                      </a:lnTo>
                      <a:lnTo>
                        <a:pt x="80" y="50"/>
                      </a:lnTo>
                      <a:lnTo>
                        <a:pt x="96" y="36"/>
                      </a:lnTo>
                      <a:lnTo>
                        <a:pt x="114" y="26"/>
                      </a:lnTo>
                      <a:lnTo>
                        <a:pt x="134" y="16"/>
                      </a:lnTo>
                      <a:lnTo>
                        <a:pt x="154" y="10"/>
                      </a:lnTo>
                      <a:lnTo>
                        <a:pt x="174" y="4"/>
                      </a:lnTo>
                      <a:lnTo>
                        <a:pt x="196" y="0"/>
                      </a:lnTo>
                      <a:lnTo>
                        <a:pt x="218" y="0"/>
                      </a:lnTo>
                      <a:lnTo>
                        <a:pt x="218" y="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strike="noStrike" cap="none">
                    <a:solidFill>
                      <a:srgbClr val="3F3F3F"/>
                    </a:solidFill>
                    <a:latin typeface="Open Sans"/>
                    <a:ea typeface="Open Sans"/>
                    <a:cs typeface="Open Sans"/>
                    <a:sym typeface="Open Sans"/>
                  </a:endParaRPr>
                </a:p>
              </p:txBody>
            </p:sp>
            <p:sp>
              <p:nvSpPr>
                <p:cNvPr id="304" name="Google Shape;304;p59"/>
                <p:cNvSpPr/>
                <p:nvPr/>
              </p:nvSpPr>
              <p:spPr>
                <a:xfrm>
                  <a:off x="6835775" y="2590800"/>
                  <a:ext cx="41275" cy="254000"/>
                </a:xfrm>
                <a:custGeom>
                  <a:avLst/>
                  <a:gdLst/>
                  <a:ahLst/>
                  <a:cxnLst/>
                  <a:rect l="l" t="t" r="r" b="b"/>
                  <a:pathLst>
                    <a:path w="26" h="160" extrusionOk="0">
                      <a:moveTo>
                        <a:pt x="12" y="0"/>
                      </a:moveTo>
                      <a:lnTo>
                        <a:pt x="12" y="0"/>
                      </a:lnTo>
                      <a:lnTo>
                        <a:pt x="12" y="0"/>
                      </a:lnTo>
                      <a:lnTo>
                        <a:pt x="18" y="2"/>
                      </a:lnTo>
                      <a:lnTo>
                        <a:pt x="22" y="4"/>
                      </a:lnTo>
                      <a:lnTo>
                        <a:pt x="24" y="8"/>
                      </a:lnTo>
                      <a:lnTo>
                        <a:pt x="26" y="14"/>
                      </a:lnTo>
                      <a:lnTo>
                        <a:pt x="26" y="148"/>
                      </a:lnTo>
                      <a:lnTo>
                        <a:pt x="26" y="148"/>
                      </a:lnTo>
                      <a:lnTo>
                        <a:pt x="24" y="152"/>
                      </a:lnTo>
                      <a:lnTo>
                        <a:pt x="22" y="156"/>
                      </a:lnTo>
                      <a:lnTo>
                        <a:pt x="18" y="158"/>
                      </a:lnTo>
                      <a:lnTo>
                        <a:pt x="12" y="160"/>
                      </a:lnTo>
                      <a:lnTo>
                        <a:pt x="12" y="160"/>
                      </a:lnTo>
                      <a:lnTo>
                        <a:pt x="12" y="160"/>
                      </a:lnTo>
                      <a:lnTo>
                        <a:pt x="8" y="158"/>
                      </a:lnTo>
                      <a:lnTo>
                        <a:pt x="4" y="156"/>
                      </a:lnTo>
                      <a:lnTo>
                        <a:pt x="2" y="152"/>
                      </a:lnTo>
                      <a:lnTo>
                        <a:pt x="0" y="148"/>
                      </a:lnTo>
                      <a:lnTo>
                        <a:pt x="0" y="14"/>
                      </a:lnTo>
                      <a:lnTo>
                        <a:pt x="0" y="14"/>
                      </a:lnTo>
                      <a:lnTo>
                        <a:pt x="2" y="8"/>
                      </a:lnTo>
                      <a:lnTo>
                        <a:pt x="4" y="4"/>
                      </a:lnTo>
                      <a:lnTo>
                        <a:pt x="8" y="2"/>
                      </a:lnTo>
                      <a:lnTo>
                        <a:pt x="12" y="0"/>
                      </a:lnTo>
                      <a:lnTo>
                        <a:pt x="12" y="0"/>
                      </a:lnTo>
                      <a:close/>
                    </a:path>
                  </a:pathLst>
                </a:custGeom>
                <a:solidFill>
                  <a:srgbClr val="302E2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strike="noStrike" cap="none">
                    <a:solidFill>
                      <a:srgbClr val="3F3F3F"/>
                    </a:solidFill>
                    <a:latin typeface="Open Sans"/>
                    <a:ea typeface="Open Sans"/>
                    <a:cs typeface="Open Sans"/>
                    <a:sym typeface="Open Sans"/>
                  </a:endParaRPr>
                </a:p>
              </p:txBody>
            </p:sp>
            <p:sp>
              <p:nvSpPr>
                <p:cNvPr id="305" name="Google Shape;305;p59"/>
                <p:cNvSpPr/>
                <p:nvPr/>
              </p:nvSpPr>
              <p:spPr>
                <a:xfrm>
                  <a:off x="6692900" y="2695575"/>
                  <a:ext cx="168275" cy="155575"/>
                </a:xfrm>
                <a:custGeom>
                  <a:avLst/>
                  <a:gdLst/>
                  <a:ahLst/>
                  <a:cxnLst/>
                  <a:rect l="l" t="t" r="r" b="b"/>
                  <a:pathLst>
                    <a:path w="106" h="98" extrusionOk="0">
                      <a:moveTo>
                        <a:pt x="2" y="4"/>
                      </a:moveTo>
                      <a:lnTo>
                        <a:pt x="2" y="4"/>
                      </a:lnTo>
                      <a:lnTo>
                        <a:pt x="2" y="4"/>
                      </a:lnTo>
                      <a:lnTo>
                        <a:pt x="6" y="2"/>
                      </a:lnTo>
                      <a:lnTo>
                        <a:pt x="12" y="0"/>
                      </a:lnTo>
                      <a:lnTo>
                        <a:pt x="16" y="0"/>
                      </a:lnTo>
                      <a:lnTo>
                        <a:pt x="20" y="4"/>
                      </a:lnTo>
                      <a:lnTo>
                        <a:pt x="102" y="76"/>
                      </a:lnTo>
                      <a:lnTo>
                        <a:pt x="102" y="76"/>
                      </a:lnTo>
                      <a:lnTo>
                        <a:pt x="104" y="80"/>
                      </a:lnTo>
                      <a:lnTo>
                        <a:pt x="106" y="84"/>
                      </a:lnTo>
                      <a:lnTo>
                        <a:pt x="106" y="90"/>
                      </a:lnTo>
                      <a:lnTo>
                        <a:pt x="102" y="94"/>
                      </a:lnTo>
                      <a:lnTo>
                        <a:pt x="102" y="94"/>
                      </a:lnTo>
                      <a:lnTo>
                        <a:pt x="102" y="94"/>
                      </a:lnTo>
                      <a:lnTo>
                        <a:pt x="98" y="96"/>
                      </a:lnTo>
                      <a:lnTo>
                        <a:pt x="94" y="98"/>
                      </a:lnTo>
                      <a:lnTo>
                        <a:pt x="90" y="98"/>
                      </a:lnTo>
                      <a:lnTo>
                        <a:pt x="86" y="94"/>
                      </a:lnTo>
                      <a:lnTo>
                        <a:pt x="4" y="22"/>
                      </a:lnTo>
                      <a:lnTo>
                        <a:pt x="4" y="22"/>
                      </a:lnTo>
                      <a:lnTo>
                        <a:pt x="0" y="18"/>
                      </a:lnTo>
                      <a:lnTo>
                        <a:pt x="0" y="14"/>
                      </a:lnTo>
                      <a:lnTo>
                        <a:pt x="0" y="8"/>
                      </a:lnTo>
                      <a:lnTo>
                        <a:pt x="2" y="4"/>
                      </a:lnTo>
                      <a:lnTo>
                        <a:pt x="2" y="4"/>
                      </a:lnTo>
                      <a:close/>
                    </a:path>
                  </a:pathLst>
                </a:custGeom>
                <a:solidFill>
                  <a:srgbClr val="302E2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strike="noStrike" cap="none">
                    <a:solidFill>
                      <a:srgbClr val="3F3F3F"/>
                    </a:solidFill>
                    <a:latin typeface="Open Sans"/>
                    <a:ea typeface="Open Sans"/>
                    <a:cs typeface="Open Sans"/>
                    <a:sym typeface="Open Sans"/>
                  </a:endParaRPr>
                </a:p>
              </p:txBody>
            </p:sp>
            <p:sp>
              <p:nvSpPr>
                <p:cNvPr id="306" name="Google Shape;306;p59"/>
                <p:cNvSpPr/>
                <p:nvPr/>
              </p:nvSpPr>
              <p:spPr>
                <a:xfrm>
                  <a:off x="6832600" y="2527300"/>
                  <a:ext cx="44450" cy="44450"/>
                </a:xfrm>
                <a:custGeom>
                  <a:avLst/>
                  <a:gdLst/>
                  <a:ahLst/>
                  <a:cxnLst/>
                  <a:rect l="l" t="t" r="r" b="b"/>
                  <a:pathLst>
                    <a:path w="28" h="28" extrusionOk="0">
                      <a:moveTo>
                        <a:pt x="14" y="0"/>
                      </a:moveTo>
                      <a:lnTo>
                        <a:pt x="14" y="0"/>
                      </a:lnTo>
                      <a:lnTo>
                        <a:pt x="20" y="2"/>
                      </a:lnTo>
                      <a:lnTo>
                        <a:pt x="24" y="4"/>
                      </a:lnTo>
                      <a:lnTo>
                        <a:pt x="28" y="8"/>
                      </a:lnTo>
                      <a:lnTo>
                        <a:pt x="28" y="14"/>
                      </a:lnTo>
                      <a:lnTo>
                        <a:pt x="28" y="14"/>
                      </a:lnTo>
                      <a:lnTo>
                        <a:pt x="28" y="20"/>
                      </a:lnTo>
                      <a:lnTo>
                        <a:pt x="24" y="24"/>
                      </a:lnTo>
                      <a:lnTo>
                        <a:pt x="20" y="26"/>
                      </a:lnTo>
                      <a:lnTo>
                        <a:pt x="14" y="28"/>
                      </a:lnTo>
                      <a:lnTo>
                        <a:pt x="14" y="28"/>
                      </a:lnTo>
                      <a:lnTo>
                        <a:pt x="10" y="26"/>
                      </a:lnTo>
                      <a:lnTo>
                        <a:pt x="4" y="24"/>
                      </a:lnTo>
                      <a:lnTo>
                        <a:pt x="2" y="20"/>
                      </a:lnTo>
                      <a:lnTo>
                        <a:pt x="0" y="14"/>
                      </a:lnTo>
                      <a:lnTo>
                        <a:pt x="0" y="14"/>
                      </a:lnTo>
                      <a:lnTo>
                        <a:pt x="2" y="8"/>
                      </a:lnTo>
                      <a:lnTo>
                        <a:pt x="4" y="4"/>
                      </a:lnTo>
                      <a:lnTo>
                        <a:pt x="10" y="2"/>
                      </a:lnTo>
                      <a:lnTo>
                        <a:pt x="14" y="0"/>
                      </a:lnTo>
                      <a:lnTo>
                        <a:pt x="14" y="0"/>
                      </a:lnTo>
                      <a:close/>
                    </a:path>
                  </a:pathLst>
                </a:custGeom>
                <a:solidFill>
                  <a:srgbClr val="302E2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strike="noStrike" cap="none">
                    <a:solidFill>
                      <a:srgbClr val="3F3F3F"/>
                    </a:solidFill>
                    <a:latin typeface="Open Sans"/>
                    <a:ea typeface="Open Sans"/>
                    <a:cs typeface="Open Sans"/>
                    <a:sym typeface="Open Sans"/>
                  </a:endParaRPr>
                </a:p>
              </p:txBody>
            </p:sp>
            <p:sp>
              <p:nvSpPr>
                <p:cNvPr id="307" name="Google Shape;307;p59"/>
                <p:cNvSpPr/>
                <p:nvPr/>
              </p:nvSpPr>
              <p:spPr>
                <a:xfrm>
                  <a:off x="7140575" y="2832100"/>
                  <a:ext cx="44450" cy="41275"/>
                </a:xfrm>
                <a:custGeom>
                  <a:avLst/>
                  <a:gdLst/>
                  <a:ahLst/>
                  <a:cxnLst/>
                  <a:rect l="l" t="t" r="r" b="b"/>
                  <a:pathLst>
                    <a:path w="28" h="26" extrusionOk="0">
                      <a:moveTo>
                        <a:pt x="28" y="14"/>
                      </a:moveTo>
                      <a:lnTo>
                        <a:pt x="28" y="14"/>
                      </a:lnTo>
                      <a:lnTo>
                        <a:pt x="26" y="18"/>
                      </a:lnTo>
                      <a:lnTo>
                        <a:pt x="24" y="22"/>
                      </a:lnTo>
                      <a:lnTo>
                        <a:pt x="20" y="26"/>
                      </a:lnTo>
                      <a:lnTo>
                        <a:pt x="14" y="26"/>
                      </a:lnTo>
                      <a:lnTo>
                        <a:pt x="14" y="26"/>
                      </a:lnTo>
                      <a:lnTo>
                        <a:pt x="8" y="26"/>
                      </a:lnTo>
                      <a:lnTo>
                        <a:pt x="4" y="22"/>
                      </a:lnTo>
                      <a:lnTo>
                        <a:pt x="0" y="18"/>
                      </a:lnTo>
                      <a:lnTo>
                        <a:pt x="0" y="14"/>
                      </a:lnTo>
                      <a:lnTo>
                        <a:pt x="0" y="14"/>
                      </a:lnTo>
                      <a:lnTo>
                        <a:pt x="0" y="8"/>
                      </a:lnTo>
                      <a:lnTo>
                        <a:pt x="4" y="4"/>
                      </a:lnTo>
                      <a:lnTo>
                        <a:pt x="8" y="0"/>
                      </a:lnTo>
                      <a:lnTo>
                        <a:pt x="14" y="0"/>
                      </a:lnTo>
                      <a:lnTo>
                        <a:pt x="14" y="0"/>
                      </a:lnTo>
                      <a:lnTo>
                        <a:pt x="20" y="0"/>
                      </a:lnTo>
                      <a:lnTo>
                        <a:pt x="24" y="4"/>
                      </a:lnTo>
                      <a:lnTo>
                        <a:pt x="26" y="8"/>
                      </a:lnTo>
                      <a:lnTo>
                        <a:pt x="28" y="14"/>
                      </a:lnTo>
                      <a:lnTo>
                        <a:pt x="28" y="14"/>
                      </a:lnTo>
                      <a:close/>
                    </a:path>
                  </a:pathLst>
                </a:custGeom>
                <a:solidFill>
                  <a:srgbClr val="302E2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strike="noStrike" cap="none">
                    <a:solidFill>
                      <a:srgbClr val="3F3F3F"/>
                    </a:solidFill>
                    <a:latin typeface="Open Sans"/>
                    <a:ea typeface="Open Sans"/>
                    <a:cs typeface="Open Sans"/>
                    <a:sym typeface="Open Sans"/>
                  </a:endParaRPr>
                </a:p>
              </p:txBody>
            </p:sp>
            <p:sp>
              <p:nvSpPr>
                <p:cNvPr id="308" name="Google Shape;308;p59"/>
                <p:cNvSpPr/>
                <p:nvPr/>
              </p:nvSpPr>
              <p:spPr>
                <a:xfrm>
                  <a:off x="6835775" y="3136900"/>
                  <a:ext cx="44450" cy="44450"/>
                </a:xfrm>
                <a:custGeom>
                  <a:avLst/>
                  <a:gdLst/>
                  <a:ahLst/>
                  <a:cxnLst/>
                  <a:rect l="l" t="t" r="r" b="b"/>
                  <a:pathLst>
                    <a:path w="28" h="28" extrusionOk="0">
                      <a:moveTo>
                        <a:pt x="14" y="28"/>
                      </a:moveTo>
                      <a:lnTo>
                        <a:pt x="14" y="28"/>
                      </a:lnTo>
                      <a:lnTo>
                        <a:pt x="10" y="26"/>
                      </a:lnTo>
                      <a:lnTo>
                        <a:pt x="4" y="24"/>
                      </a:lnTo>
                      <a:lnTo>
                        <a:pt x="2" y="20"/>
                      </a:lnTo>
                      <a:lnTo>
                        <a:pt x="0" y="14"/>
                      </a:lnTo>
                      <a:lnTo>
                        <a:pt x="0" y="14"/>
                      </a:lnTo>
                      <a:lnTo>
                        <a:pt x="2" y="8"/>
                      </a:lnTo>
                      <a:lnTo>
                        <a:pt x="4" y="4"/>
                      </a:lnTo>
                      <a:lnTo>
                        <a:pt x="10" y="2"/>
                      </a:lnTo>
                      <a:lnTo>
                        <a:pt x="14" y="0"/>
                      </a:lnTo>
                      <a:lnTo>
                        <a:pt x="14" y="0"/>
                      </a:lnTo>
                      <a:lnTo>
                        <a:pt x="20" y="2"/>
                      </a:lnTo>
                      <a:lnTo>
                        <a:pt x="24" y="4"/>
                      </a:lnTo>
                      <a:lnTo>
                        <a:pt x="28" y="8"/>
                      </a:lnTo>
                      <a:lnTo>
                        <a:pt x="28" y="14"/>
                      </a:lnTo>
                      <a:lnTo>
                        <a:pt x="28" y="14"/>
                      </a:lnTo>
                      <a:lnTo>
                        <a:pt x="28" y="20"/>
                      </a:lnTo>
                      <a:lnTo>
                        <a:pt x="24" y="24"/>
                      </a:lnTo>
                      <a:lnTo>
                        <a:pt x="20" y="26"/>
                      </a:lnTo>
                      <a:lnTo>
                        <a:pt x="14" y="28"/>
                      </a:lnTo>
                      <a:lnTo>
                        <a:pt x="14" y="28"/>
                      </a:lnTo>
                      <a:close/>
                    </a:path>
                  </a:pathLst>
                </a:custGeom>
                <a:solidFill>
                  <a:srgbClr val="302E2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strike="noStrike" cap="none">
                    <a:solidFill>
                      <a:srgbClr val="3F3F3F"/>
                    </a:solidFill>
                    <a:latin typeface="Open Sans"/>
                    <a:ea typeface="Open Sans"/>
                    <a:cs typeface="Open Sans"/>
                    <a:sym typeface="Open Sans"/>
                  </a:endParaRPr>
                </a:p>
              </p:txBody>
            </p:sp>
            <p:sp>
              <p:nvSpPr>
                <p:cNvPr id="309" name="Google Shape;309;p59"/>
                <p:cNvSpPr/>
                <p:nvPr/>
              </p:nvSpPr>
              <p:spPr>
                <a:xfrm>
                  <a:off x="6530975" y="2835275"/>
                  <a:ext cx="44450" cy="41275"/>
                </a:xfrm>
                <a:custGeom>
                  <a:avLst/>
                  <a:gdLst/>
                  <a:ahLst/>
                  <a:cxnLst/>
                  <a:rect l="l" t="t" r="r" b="b"/>
                  <a:pathLst>
                    <a:path w="28" h="26" extrusionOk="0">
                      <a:moveTo>
                        <a:pt x="0" y="12"/>
                      </a:moveTo>
                      <a:lnTo>
                        <a:pt x="0" y="12"/>
                      </a:lnTo>
                      <a:lnTo>
                        <a:pt x="0" y="8"/>
                      </a:lnTo>
                      <a:lnTo>
                        <a:pt x="4" y="4"/>
                      </a:lnTo>
                      <a:lnTo>
                        <a:pt x="8" y="0"/>
                      </a:lnTo>
                      <a:lnTo>
                        <a:pt x="14" y="0"/>
                      </a:lnTo>
                      <a:lnTo>
                        <a:pt x="14" y="0"/>
                      </a:lnTo>
                      <a:lnTo>
                        <a:pt x="20" y="0"/>
                      </a:lnTo>
                      <a:lnTo>
                        <a:pt x="24" y="4"/>
                      </a:lnTo>
                      <a:lnTo>
                        <a:pt x="26" y="8"/>
                      </a:lnTo>
                      <a:lnTo>
                        <a:pt x="28" y="12"/>
                      </a:lnTo>
                      <a:lnTo>
                        <a:pt x="28" y="12"/>
                      </a:lnTo>
                      <a:lnTo>
                        <a:pt x="26" y="18"/>
                      </a:lnTo>
                      <a:lnTo>
                        <a:pt x="24" y="22"/>
                      </a:lnTo>
                      <a:lnTo>
                        <a:pt x="20" y="26"/>
                      </a:lnTo>
                      <a:lnTo>
                        <a:pt x="14" y="26"/>
                      </a:lnTo>
                      <a:lnTo>
                        <a:pt x="14" y="26"/>
                      </a:lnTo>
                      <a:lnTo>
                        <a:pt x="8" y="26"/>
                      </a:lnTo>
                      <a:lnTo>
                        <a:pt x="4" y="22"/>
                      </a:lnTo>
                      <a:lnTo>
                        <a:pt x="0" y="18"/>
                      </a:lnTo>
                      <a:lnTo>
                        <a:pt x="0" y="12"/>
                      </a:lnTo>
                      <a:lnTo>
                        <a:pt x="0" y="12"/>
                      </a:lnTo>
                      <a:close/>
                    </a:path>
                  </a:pathLst>
                </a:custGeom>
                <a:solidFill>
                  <a:srgbClr val="302E2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strike="noStrike" cap="none">
                    <a:solidFill>
                      <a:srgbClr val="3F3F3F"/>
                    </a:solidFill>
                    <a:latin typeface="Open Sans"/>
                    <a:ea typeface="Open Sans"/>
                    <a:cs typeface="Open Sans"/>
                    <a:sym typeface="Open Sans"/>
                  </a:endParaRPr>
                </a:p>
              </p:txBody>
            </p:sp>
            <p:sp>
              <p:nvSpPr>
                <p:cNvPr id="310" name="Google Shape;310;p59"/>
                <p:cNvSpPr/>
                <p:nvPr/>
              </p:nvSpPr>
              <p:spPr>
                <a:xfrm>
                  <a:off x="6804025" y="2794000"/>
                  <a:ext cx="104775" cy="101600"/>
                </a:xfrm>
                <a:custGeom>
                  <a:avLst/>
                  <a:gdLst/>
                  <a:ahLst/>
                  <a:cxnLst/>
                  <a:rect l="l" t="t" r="r" b="b"/>
                  <a:pathLst>
                    <a:path w="66" h="64" extrusionOk="0">
                      <a:moveTo>
                        <a:pt x="32" y="0"/>
                      </a:moveTo>
                      <a:lnTo>
                        <a:pt x="32" y="0"/>
                      </a:lnTo>
                      <a:lnTo>
                        <a:pt x="40" y="0"/>
                      </a:lnTo>
                      <a:lnTo>
                        <a:pt x="46" y="2"/>
                      </a:lnTo>
                      <a:lnTo>
                        <a:pt x="50" y="4"/>
                      </a:lnTo>
                      <a:lnTo>
                        <a:pt x="56" y="8"/>
                      </a:lnTo>
                      <a:lnTo>
                        <a:pt x="60" y="14"/>
                      </a:lnTo>
                      <a:lnTo>
                        <a:pt x="62" y="20"/>
                      </a:lnTo>
                      <a:lnTo>
                        <a:pt x="64" y="26"/>
                      </a:lnTo>
                      <a:lnTo>
                        <a:pt x="66" y="32"/>
                      </a:lnTo>
                      <a:lnTo>
                        <a:pt x="66" y="32"/>
                      </a:lnTo>
                      <a:lnTo>
                        <a:pt x="64" y="38"/>
                      </a:lnTo>
                      <a:lnTo>
                        <a:pt x="62" y="44"/>
                      </a:lnTo>
                      <a:lnTo>
                        <a:pt x="60" y="50"/>
                      </a:lnTo>
                      <a:lnTo>
                        <a:pt x="56" y="54"/>
                      </a:lnTo>
                      <a:lnTo>
                        <a:pt x="50" y="58"/>
                      </a:lnTo>
                      <a:lnTo>
                        <a:pt x="46" y="62"/>
                      </a:lnTo>
                      <a:lnTo>
                        <a:pt x="40" y="64"/>
                      </a:lnTo>
                      <a:lnTo>
                        <a:pt x="32" y="64"/>
                      </a:lnTo>
                      <a:lnTo>
                        <a:pt x="32" y="64"/>
                      </a:lnTo>
                      <a:lnTo>
                        <a:pt x="26" y="64"/>
                      </a:lnTo>
                      <a:lnTo>
                        <a:pt x="20" y="62"/>
                      </a:lnTo>
                      <a:lnTo>
                        <a:pt x="14" y="58"/>
                      </a:lnTo>
                      <a:lnTo>
                        <a:pt x="10" y="54"/>
                      </a:lnTo>
                      <a:lnTo>
                        <a:pt x="6" y="50"/>
                      </a:lnTo>
                      <a:lnTo>
                        <a:pt x="2" y="44"/>
                      </a:lnTo>
                      <a:lnTo>
                        <a:pt x="2" y="38"/>
                      </a:lnTo>
                      <a:lnTo>
                        <a:pt x="0" y="32"/>
                      </a:lnTo>
                      <a:lnTo>
                        <a:pt x="0" y="32"/>
                      </a:lnTo>
                      <a:lnTo>
                        <a:pt x="2" y="26"/>
                      </a:lnTo>
                      <a:lnTo>
                        <a:pt x="2" y="20"/>
                      </a:lnTo>
                      <a:lnTo>
                        <a:pt x="6" y="14"/>
                      </a:lnTo>
                      <a:lnTo>
                        <a:pt x="10" y="8"/>
                      </a:lnTo>
                      <a:lnTo>
                        <a:pt x="14" y="4"/>
                      </a:lnTo>
                      <a:lnTo>
                        <a:pt x="20" y="2"/>
                      </a:lnTo>
                      <a:lnTo>
                        <a:pt x="26" y="0"/>
                      </a:lnTo>
                      <a:lnTo>
                        <a:pt x="32" y="0"/>
                      </a:lnTo>
                      <a:lnTo>
                        <a:pt x="32" y="0"/>
                      </a:lnTo>
                      <a:close/>
                    </a:path>
                  </a:pathLst>
                </a:custGeom>
                <a:solidFill>
                  <a:srgbClr val="302E2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strike="noStrike" cap="none">
                    <a:solidFill>
                      <a:srgbClr val="3F3F3F"/>
                    </a:solidFill>
                    <a:latin typeface="Open Sans"/>
                    <a:ea typeface="Open Sans"/>
                    <a:cs typeface="Open Sans"/>
                    <a:sym typeface="Open Sans"/>
                  </a:endParaRPr>
                </a:p>
              </p:txBody>
            </p:sp>
          </p:grpSp>
        </p:grpSp>
        <p:sp>
          <p:nvSpPr>
            <p:cNvPr id="311" name="Google Shape;311;p59"/>
            <p:cNvSpPr txBox="1"/>
            <p:nvPr/>
          </p:nvSpPr>
          <p:spPr>
            <a:xfrm>
              <a:off x="2620489" y="7263169"/>
              <a:ext cx="3409951" cy="43084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Individual work</a:t>
              </a:r>
              <a:endParaRPr sz="1400" b="0" i="0" u="none" strike="noStrike" cap="none">
                <a:solidFill>
                  <a:srgbClr val="3F3F3F"/>
                </a:solidFill>
                <a:latin typeface="Arial"/>
                <a:ea typeface="Arial"/>
                <a:cs typeface="Arial"/>
                <a:sym typeface="Arial"/>
              </a:endParaRPr>
            </a:p>
          </p:txBody>
        </p:sp>
        <p:sp>
          <p:nvSpPr>
            <p:cNvPr id="312" name="Google Shape;312;p59"/>
            <p:cNvSpPr txBox="1"/>
            <p:nvPr/>
          </p:nvSpPr>
          <p:spPr>
            <a:xfrm>
              <a:off x="2620489" y="3190842"/>
              <a:ext cx="3409951" cy="76940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One month to receive the election results</a:t>
              </a:r>
              <a:endParaRPr sz="2200" b="0" i="0" u="none" strike="noStrike" cap="none">
                <a:solidFill>
                  <a:srgbClr val="3F3F3F"/>
                </a:solidFill>
                <a:latin typeface="Open Sans"/>
                <a:ea typeface="Open Sans"/>
                <a:cs typeface="Open Sans"/>
                <a:sym typeface="Open Sans"/>
              </a:endParaRPr>
            </a:p>
          </p:txBody>
        </p:sp>
        <p:pic>
          <p:nvPicPr>
            <p:cNvPr id="313" name="Google Shape;313;p59"/>
            <p:cNvPicPr preferRelativeResize="0"/>
            <p:nvPr/>
          </p:nvPicPr>
          <p:blipFill rotWithShape="1">
            <a:blip r:embed="rId3">
              <a:alphaModFix/>
            </a:blip>
            <a:srcRect/>
            <a:stretch/>
          </p:blipFill>
          <p:spPr>
            <a:xfrm>
              <a:off x="3333890" y="4154286"/>
              <a:ext cx="1926093" cy="2808315"/>
            </a:xfrm>
            <a:prstGeom prst="rect">
              <a:avLst/>
            </a:prstGeom>
            <a:noFill/>
            <a:ln>
              <a:noFill/>
            </a:ln>
          </p:spPr>
        </p:pic>
      </p:grpSp>
      <p:grpSp>
        <p:nvGrpSpPr>
          <p:cNvPr id="4" name="Group 3">
            <a:extLst>
              <a:ext uri="{FF2B5EF4-FFF2-40B4-BE49-F238E27FC236}">
                <a16:creationId xmlns:a16="http://schemas.microsoft.com/office/drawing/2014/main" id="{6F462E38-2903-D1E9-F94C-A8E6C06569A8}"/>
              </a:ext>
            </a:extLst>
          </p:cNvPr>
          <p:cNvGrpSpPr/>
          <p:nvPr/>
        </p:nvGrpSpPr>
        <p:grpSpPr>
          <a:xfrm>
            <a:off x="8442155" y="2151281"/>
            <a:ext cx="5251811" cy="5536045"/>
            <a:chOff x="8235787" y="2151281"/>
            <a:chExt cx="5251811" cy="5536045"/>
          </a:xfrm>
        </p:grpSpPr>
        <p:sp>
          <p:nvSpPr>
            <p:cNvPr id="285" name="Google Shape;285;p59"/>
            <p:cNvSpPr txBox="1"/>
            <p:nvPr/>
          </p:nvSpPr>
          <p:spPr>
            <a:xfrm>
              <a:off x="9156717" y="7256479"/>
              <a:ext cx="3409951" cy="43084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Parallel work</a:t>
              </a:r>
              <a:endParaRPr sz="1400" b="0" i="0" u="none" strike="noStrike" cap="none">
                <a:solidFill>
                  <a:srgbClr val="3F3F3F"/>
                </a:solidFill>
                <a:latin typeface="Arial"/>
                <a:ea typeface="Arial"/>
                <a:cs typeface="Arial"/>
                <a:sym typeface="Arial"/>
              </a:endParaRPr>
            </a:p>
          </p:txBody>
        </p:sp>
        <p:grpSp>
          <p:nvGrpSpPr>
            <p:cNvPr id="286" name="Google Shape;286;p59"/>
            <p:cNvGrpSpPr/>
            <p:nvPr/>
          </p:nvGrpSpPr>
          <p:grpSpPr>
            <a:xfrm>
              <a:off x="10436242" y="2151281"/>
              <a:ext cx="850900" cy="850900"/>
              <a:chOff x="6429375" y="2419350"/>
              <a:chExt cx="850900" cy="850900"/>
            </a:xfrm>
          </p:grpSpPr>
          <p:sp>
            <p:nvSpPr>
              <p:cNvPr id="287" name="Google Shape;287;p59"/>
              <p:cNvSpPr/>
              <p:nvPr/>
            </p:nvSpPr>
            <p:spPr>
              <a:xfrm>
                <a:off x="6429375" y="2419350"/>
                <a:ext cx="850900" cy="850900"/>
              </a:xfrm>
              <a:custGeom>
                <a:avLst/>
                <a:gdLst/>
                <a:ahLst/>
                <a:cxnLst/>
                <a:rect l="l" t="t" r="r" b="b"/>
                <a:pathLst>
                  <a:path w="536" h="536" extrusionOk="0">
                    <a:moveTo>
                      <a:pt x="268" y="0"/>
                    </a:moveTo>
                    <a:lnTo>
                      <a:pt x="268" y="0"/>
                    </a:lnTo>
                    <a:lnTo>
                      <a:pt x="296" y="0"/>
                    </a:lnTo>
                    <a:lnTo>
                      <a:pt x="322" y="4"/>
                    </a:lnTo>
                    <a:lnTo>
                      <a:pt x="348" y="12"/>
                    </a:lnTo>
                    <a:lnTo>
                      <a:pt x="374" y="20"/>
                    </a:lnTo>
                    <a:lnTo>
                      <a:pt x="396" y="32"/>
                    </a:lnTo>
                    <a:lnTo>
                      <a:pt x="418" y="46"/>
                    </a:lnTo>
                    <a:lnTo>
                      <a:pt x="440" y="60"/>
                    </a:lnTo>
                    <a:lnTo>
                      <a:pt x="458" y="78"/>
                    </a:lnTo>
                    <a:lnTo>
                      <a:pt x="476" y="98"/>
                    </a:lnTo>
                    <a:lnTo>
                      <a:pt x="492" y="118"/>
                    </a:lnTo>
                    <a:lnTo>
                      <a:pt x="504" y="140"/>
                    </a:lnTo>
                    <a:lnTo>
                      <a:pt x="516" y="164"/>
                    </a:lnTo>
                    <a:lnTo>
                      <a:pt x="524" y="188"/>
                    </a:lnTo>
                    <a:lnTo>
                      <a:pt x="532" y="214"/>
                    </a:lnTo>
                    <a:lnTo>
                      <a:pt x="536" y="240"/>
                    </a:lnTo>
                    <a:lnTo>
                      <a:pt x="536" y="268"/>
                    </a:lnTo>
                    <a:lnTo>
                      <a:pt x="536" y="268"/>
                    </a:lnTo>
                    <a:lnTo>
                      <a:pt x="536" y="296"/>
                    </a:lnTo>
                    <a:lnTo>
                      <a:pt x="532" y="322"/>
                    </a:lnTo>
                    <a:lnTo>
                      <a:pt x="524" y="348"/>
                    </a:lnTo>
                    <a:lnTo>
                      <a:pt x="516" y="372"/>
                    </a:lnTo>
                    <a:lnTo>
                      <a:pt x="504" y="396"/>
                    </a:lnTo>
                    <a:lnTo>
                      <a:pt x="492" y="418"/>
                    </a:lnTo>
                    <a:lnTo>
                      <a:pt x="476" y="438"/>
                    </a:lnTo>
                    <a:lnTo>
                      <a:pt x="458" y="458"/>
                    </a:lnTo>
                    <a:lnTo>
                      <a:pt x="440" y="474"/>
                    </a:lnTo>
                    <a:lnTo>
                      <a:pt x="418" y="490"/>
                    </a:lnTo>
                    <a:lnTo>
                      <a:pt x="396" y="504"/>
                    </a:lnTo>
                    <a:lnTo>
                      <a:pt x="374" y="514"/>
                    </a:lnTo>
                    <a:lnTo>
                      <a:pt x="348" y="524"/>
                    </a:lnTo>
                    <a:lnTo>
                      <a:pt x="322" y="530"/>
                    </a:lnTo>
                    <a:lnTo>
                      <a:pt x="296" y="534"/>
                    </a:lnTo>
                    <a:lnTo>
                      <a:pt x="268" y="536"/>
                    </a:lnTo>
                    <a:lnTo>
                      <a:pt x="268" y="536"/>
                    </a:lnTo>
                    <a:lnTo>
                      <a:pt x="242" y="534"/>
                    </a:lnTo>
                    <a:lnTo>
                      <a:pt x="214" y="530"/>
                    </a:lnTo>
                    <a:lnTo>
                      <a:pt x="188" y="524"/>
                    </a:lnTo>
                    <a:lnTo>
                      <a:pt x="164" y="514"/>
                    </a:lnTo>
                    <a:lnTo>
                      <a:pt x="140" y="504"/>
                    </a:lnTo>
                    <a:lnTo>
                      <a:pt x="118" y="490"/>
                    </a:lnTo>
                    <a:lnTo>
                      <a:pt x="98" y="474"/>
                    </a:lnTo>
                    <a:lnTo>
                      <a:pt x="80" y="458"/>
                    </a:lnTo>
                    <a:lnTo>
                      <a:pt x="62" y="438"/>
                    </a:lnTo>
                    <a:lnTo>
                      <a:pt x="46" y="418"/>
                    </a:lnTo>
                    <a:lnTo>
                      <a:pt x="32" y="396"/>
                    </a:lnTo>
                    <a:lnTo>
                      <a:pt x="22" y="372"/>
                    </a:lnTo>
                    <a:lnTo>
                      <a:pt x="12" y="348"/>
                    </a:lnTo>
                    <a:lnTo>
                      <a:pt x="6" y="322"/>
                    </a:lnTo>
                    <a:lnTo>
                      <a:pt x="2" y="296"/>
                    </a:lnTo>
                    <a:lnTo>
                      <a:pt x="0" y="268"/>
                    </a:lnTo>
                    <a:lnTo>
                      <a:pt x="0" y="268"/>
                    </a:lnTo>
                    <a:lnTo>
                      <a:pt x="2" y="240"/>
                    </a:lnTo>
                    <a:lnTo>
                      <a:pt x="6" y="214"/>
                    </a:lnTo>
                    <a:lnTo>
                      <a:pt x="12" y="188"/>
                    </a:lnTo>
                    <a:lnTo>
                      <a:pt x="22" y="164"/>
                    </a:lnTo>
                    <a:lnTo>
                      <a:pt x="32" y="140"/>
                    </a:lnTo>
                    <a:lnTo>
                      <a:pt x="46" y="118"/>
                    </a:lnTo>
                    <a:lnTo>
                      <a:pt x="62" y="98"/>
                    </a:lnTo>
                    <a:lnTo>
                      <a:pt x="80" y="78"/>
                    </a:lnTo>
                    <a:lnTo>
                      <a:pt x="98" y="60"/>
                    </a:lnTo>
                    <a:lnTo>
                      <a:pt x="118" y="46"/>
                    </a:lnTo>
                    <a:lnTo>
                      <a:pt x="140" y="32"/>
                    </a:lnTo>
                    <a:lnTo>
                      <a:pt x="164" y="20"/>
                    </a:lnTo>
                    <a:lnTo>
                      <a:pt x="188" y="12"/>
                    </a:lnTo>
                    <a:lnTo>
                      <a:pt x="214" y="4"/>
                    </a:lnTo>
                    <a:lnTo>
                      <a:pt x="242" y="0"/>
                    </a:lnTo>
                    <a:lnTo>
                      <a:pt x="268" y="0"/>
                    </a:lnTo>
                    <a:lnTo>
                      <a:pt x="268" y="0"/>
                    </a:lnTo>
                    <a:close/>
                  </a:path>
                </a:pathLst>
              </a:custGeom>
              <a:solidFill>
                <a:srgbClr val="49484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strike="noStrike" cap="none">
                  <a:solidFill>
                    <a:srgbClr val="3F3F3F"/>
                  </a:solidFill>
                  <a:latin typeface="Open Sans"/>
                  <a:ea typeface="Open Sans"/>
                  <a:cs typeface="Open Sans"/>
                  <a:sym typeface="Open Sans"/>
                </a:endParaRPr>
              </a:p>
            </p:txBody>
          </p:sp>
          <p:grpSp>
            <p:nvGrpSpPr>
              <p:cNvPr id="288" name="Google Shape;288;p59"/>
              <p:cNvGrpSpPr/>
              <p:nvPr/>
            </p:nvGrpSpPr>
            <p:grpSpPr>
              <a:xfrm>
                <a:off x="6508750" y="2498725"/>
                <a:ext cx="692150" cy="692150"/>
                <a:chOff x="6508750" y="2498725"/>
                <a:chExt cx="692150" cy="692150"/>
              </a:xfrm>
            </p:grpSpPr>
            <p:sp>
              <p:nvSpPr>
                <p:cNvPr id="289" name="Google Shape;289;p59"/>
                <p:cNvSpPr/>
                <p:nvPr/>
              </p:nvSpPr>
              <p:spPr>
                <a:xfrm>
                  <a:off x="6508750" y="2498725"/>
                  <a:ext cx="692150" cy="692150"/>
                </a:xfrm>
                <a:custGeom>
                  <a:avLst/>
                  <a:gdLst/>
                  <a:ahLst/>
                  <a:cxnLst/>
                  <a:rect l="l" t="t" r="r" b="b"/>
                  <a:pathLst>
                    <a:path w="436" h="436" extrusionOk="0">
                      <a:moveTo>
                        <a:pt x="218" y="0"/>
                      </a:moveTo>
                      <a:lnTo>
                        <a:pt x="218" y="0"/>
                      </a:lnTo>
                      <a:lnTo>
                        <a:pt x="240" y="0"/>
                      </a:lnTo>
                      <a:lnTo>
                        <a:pt x="262" y="4"/>
                      </a:lnTo>
                      <a:lnTo>
                        <a:pt x="284" y="10"/>
                      </a:lnTo>
                      <a:lnTo>
                        <a:pt x="304" y="16"/>
                      </a:lnTo>
                      <a:lnTo>
                        <a:pt x="322" y="26"/>
                      </a:lnTo>
                      <a:lnTo>
                        <a:pt x="340" y="36"/>
                      </a:lnTo>
                      <a:lnTo>
                        <a:pt x="358" y="50"/>
                      </a:lnTo>
                      <a:lnTo>
                        <a:pt x="374" y="64"/>
                      </a:lnTo>
                      <a:lnTo>
                        <a:pt x="388" y="78"/>
                      </a:lnTo>
                      <a:lnTo>
                        <a:pt x="400" y="96"/>
                      </a:lnTo>
                      <a:lnTo>
                        <a:pt x="410" y="114"/>
                      </a:lnTo>
                      <a:lnTo>
                        <a:pt x="420" y="132"/>
                      </a:lnTo>
                      <a:lnTo>
                        <a:pt x="428" y="152"/>
                      </a:lnTo>
                      <a:lnTo>
                        <a:pt x="432" y="174"/>
                      </a:lnTo>
                      <a:lnTo>
                        <a:pt x="436" y="196"/>
                      </a:lnTo>
                      <a:lnTo>
                        <a:pt x="436" y="218"/>
                      </a:lnTo>
                      <a:lnTo>
                        <a:pt x="436" y="218"/>
                      </a:lnTo>
                      <a:lnTo>
                        <a:pt x="436" y="240"/>
                      </a:lnTo>
                      <a:lnTo>
                        <a:pt x="432" y="262"/>
                      </a:lnTo>
                      <a:lnTo>
                        <a:pt x="428" y="282"/>
                      </a:lnTo>
                      <a:lnTo>
                        <a:pt x="420" y="302"/>
                      </a:lnTo>
                      <a:lnTo>
                        <a:pt x="410" y="322"/>
                      </a:lnTo>
                      <a:lnTo>
                        <a:pt x="400" y="340"/>
                      </a:lnTo>
                      <a:lnTo>
                        <a:pt x="388" y="356"/>
                      </a:lnTo>
                      <a:lnTo>
                        <a:pt x="374" y="372"/>
                      </a:lnTo>
                      <a:lnTo>
                        <a:pt x="358" y="386"/>
                      </a:lnTo>
                      <a:lnTo>
                        <a:pt x="340" y="398"/>
                      </a:lnTo>
                      <a:lnTo>
                        <a:pt x="322" y="410"/>
                      </a:lnTo>
                      <a:lnTo>
                        <a:pt x="304" y="418"/>
                      </a:lnTo>
                      <a:lnTo>
                        <a:pt x="284" y="426"/>
                      </a:lnTo>
                      <a:lnTo>
                        <a:pt x="262" y="432"/>
                      </a:lnTo>
                      <a:lnTo>
                        <a:pt x="240" y="434"/>
                      </a:lnTo>
                      <a:lnTo>
                        <a:pt x="218" y="436"/>
                      </a:lnTo>
                      <a:lnTo>
                        <a:pt x="218" y="436"/>
                      </a:lnTo>
                      <a:lnTo>
                        <a:pt x="196" y="434"/>
                      </a:lnTo>
                      <a:lnTo>
                        <a:pt x="174" y="432"/>
                      </a:lnTo>
                      <a:lnTo>
                        <a:pt x="154" y="426"/>
                      </a:lnTo>
                      <a:lnTo>
                        <a:pt x="134" y="418"/>
                      </a:lnTo>
                      <a:lnTo>
                        <a:pt x="114" y="410"/>
                      </a:lnTo>
                      <a:lnTo>
                        <a:pt x="96" y="398"/>
                      </a:lnTo>
                      <a:lnTo>
                        <a:pt x="80" y="386"/>
                      </a:lnTo>
                      <a:lnTo>
                        <a:pt x="64" y="372"/>
                      </a:lnTo>
                      <a:lnTo>
                        <a:pt x="50" y="356"/>
                      </a:lnTo>
                      <a:lnTo>
                        <a:pt x="38" y="340"/>
                      </a:lnTo>
                      <a:lnTo>
                        <a:pt x="26" y="322"/>
                      </a:lnTo>
                      <a:lnTo>
                        <a:pt x="18" y="302"/>
                      </a:lnTo>
                      <a:lnTo>
                        <a:pt x="10" y="282"/>
                      </a:lnTo>
                      <a:lnTo>
                        <a:pt x="4" y="262"/>
                      </a:lnTo>
                      <a:lnTo>
                        <a:pt x="2" y="240"/>
                      </a:lnTo>
                      <a:lnTo>
                        <a:pt x="0" y="218"/>
                      </a:lnTo>
                      <a:lnTo>
                        <a:pt x="0" y="218"/>
                      </a:lnTo>
                      <a:lnTo>
                        <a:pt x="2" y="196"/>
                      </a:lnTo>
                      <a:lnTo>
                        <a:pt x="4" y="174"/>
                      </a:lnTo>
                      <a:lnTo>
                        <a:pt x="10" y="152"/>
                      </a:lnTo>
                      <a:lnTo>
                        <a:pt x="18" y="132"/>
                      </a:lnTo>
                      <a:lnTo>
                        <a:pt x="26" y="114"/>
                      </a:lnTo>
                      <a:lnTo>
                        <a:pt x="38" y="96"/>
                      </a:lnTo>
                      <a:lnTo>
                        <a:pt x="50" y="78"/>
                      </a:lnTo>
                      <a:lnTo>
                        <a:pt x="64" y="64"/>
                      </a:lnTo>
                      <a:lnTo>
                        <a:pt x="80" y="50"/>
                      </a:lnTo>
                      <a:lnTo>
                        <a:pt x="96" y="36"/>
                      </a:lnTo>
                      <a:lnTo>
                        <a:pt x="114" y="26"/>
                      </a:lnTo>
                      <a:lnTo>
                        <a:pt x="134" y="16"/>
                      </a:lnTo>
                      <a:lnTo>
                        <a:pt x="154" y="10"/>
                      </a:lnTo>
                      <a:lnTo>
                        <a:pt x="174" y="4"/>
                      </a:lnTo>
                      <a:lnTo>
                        <a:pt x="196" y="0"/>
                      </a:lnTo>
                      <a:lnTo>
                        <a:pt x="218" y="0"/>
                      </a:lnTo>
                      <a:lnTo>
                        <a:pt x="218" y="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strike="noStrike" cap="none">
                    <a:solidFill>
                      <a:srgbClr val="3F3F3F"/>
                    </a:solidFill>
                    <a:latin typeface="Open Sans"/>
                    <a:ea typeface="Open Sans"/>
                    <a:cs typeface="Open Sans"/>
                    <a:sym typeface="Open Sans"/>
                  </a:endParaRPr>
                </a:p>
              </p:txBody>
            </p:sp>
            <p:sp>
              <p:nvSpPr>
                <p:cNvPr id="290" name="Google Shape;290;p59"/>
                <p:cNvSpPr/>
                <p:nvPr/>
              </p:nvSpPr>
              <p:spPr>
                <a:xfrm>
                  <a:off x="6835775" y="2590800"/>
                  <a:ext cx="41275" cy="254000"/>
                </a:xfrm>
                <a:custGeom>
                  <a:avLst/>
                  <a:gdLst/>
                  <a:ahLst/>
                  <a:cxnLst/>
                  <a:rect l="l" t="t" r="r" b="b"/>
                  <a:pathLst>
                    <a:path w="26" h="160" extrusionOk="0">
                      <a:moveTo>
                        <a:pt x="12" y="0"/>
                      </a:moveTo>
                      <a:lnTo>
                        <a:pt x="12" y="0"/>
                      </a:lnTo>
                      <a:lnTo>
                        <a:pt x="12" y="0"/>
                      </a:lnTo>
                      <a:lnTo>
                        <a:pt x="18" y="2"/>
                      </a:lnTo>
                      <a:lnTo>
                        <a:pt x="22" y="4"/>
                      </a:lnTo>
                      <a:lnTo>
                        <a:pt x="24" y="8"/>
                      </a:lnTo>
                      <a:lnTo>
                        <a:pt x="26" y="14"/>
                      </a:lnTo>
                      <a:lnTo>
                        <a:pt x="26" y="148"/>
                      </a:lnTo>
                      <a:lnTo>
                        <a:pt x="26" y="148"/>
                      </a:lnTo>
                      <a:lnTo>
                        <a:pt x="24" y="152"/>
                      </a:lnTo>
                      <a:lnTo>
                        <a:pt x="22" y="156"/>
                      </a:lnTo>
                      <a:lnTo>
                        <a:pt x="18" y="158"/>
                      </a:lnTo>
                      <a:lnTo>
                        <a:pt x="12" y="160"/>
                      </a:lnTo>
                      <a:lnTo>
                        <a:pt x="12" y="160"/>
                      </a:lnTo>
                      <a:lnTo>
                        <a:pt x="12" y="160"/>
                      </a:lnTo>
                      <a:lnTo>
                        <a:pt x="8" y="158"/>
                      </a:lnTo>
                      <a:lnTo>
                        <a:pt x="4" y="156"/>
                      </a:lnTo>
                      <a:lnTo>
                        <a:pt x="2" y="152"/>
                      </a:lnTo>
                      <a:lnTo>
                        <a:pt x="0" y="148"/>
                      </a:lnTo>
                      <a:lnTo>
                        <a:pt x="0" y="14"/>
                      </a:lnTo>
                      <a:lnTo>
                        <a:pt x="0" y="14"/>
                      </a:lnTo>
                      <a:lnTo>
                        <a:pt x="2" y="8"/>
                      </a:lnTo>
                      <a:lnTo>
                        <a:pt x="4" y="4"/>
                      </a:lnTo>
                      <a:lnTo>
                        <a:pt x="8" y="2"/>
                      </a:lnTo>
                      <a:lnTo>
                        <a:pt x="12" y="0"/>
                      </a:lnTo>
                      <a:lnTo>
                        <a:pt x="12" y="0"/>
                      </a:lnTo>
                      <a:close/>
                    </a:path>
                  </a:pathLst>
                </a:custGeom>
                <a:solidFill>
                  <a:srgbClr val="302E2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strike="noStrike" cap="none">
                    <a:solidFill>
                      <a:srgbClr val="3F3F3F"/>
                    </a:solidFill>
                    <a:latin typeface="Open Sans"/>
                    <a:ea typeface="Open Sans"/>
                    <a:cs typeface="Open Sans"/>
                    <a:sym typeface="Open Sans"/>
                  </a:endParaRPr>
                </a:p>
              </p:txBody>
            </p:sp>
            <p:sp>
              <p:nvSpPr>
                <p:cNvPr id="291" name="Google Shape;291;p59"/>
                <p:cNvSpPr/>
                <p:nvPr/>
              </p:nvSpPr>
              <p:spPr>
                <a:xfrm>
                  <a:off x="6692900" y="2695575"/>
                  <a:ext cx="168275" cy="155575"/>
                </a:xfrm>
                <a:custGeom>
                  <a:avLst/>
                  <a:gdLst/>
                  <a:ahLst/>
                  <a:cxnLst/>
                  <a:rect l="l" t="t" r="r" b="b"/>
                  <a:pathLst>
                    <a:path w="106" h="98" extrusionOk="0">
                      <a:moveTo>
                        <a:pt x="2" y="4"/>
                      </a:moveTo>
                      <a:lnTo>
                        <a:pt x="2" y="4"/>
                      </a:lnTo>
                      <a:lnTo>
                        <a:pt x="2" y="4"/>
                      </a:lnTo>
                      <a:lnTo>
                        <a:pt x="6" y="2"/>
                      </a:lnTo>
                      <a:lnTo>
                        <a:pt x="12" y="0"/>
                      </a:lnTo>
                      <a:lnTo>
                        <a:pt x="16" y="0"/>
                      </a:lnTo>
                      <a:lnTo>
                        <a:pt x="20" y="4"/>
                      </a:lnTo>
                      <a:lnTo>
                        <a:pt x="102" y="76"/>
                      </a:lnTo>
                      <a:lnTo>
                        <a:pt x="102" y="76"/>
                      </a:lnTo>
                      <a:lnTo>
                        <a:pt x="104" y="80"/>
                      </a:lnTo>
                      <a:lnTo>
                        <a:pt x="106" y="84"/>
                      </a:lnTo>
                      <a:lnTo>
                        <a:pt x="106" y="90"/>
                      </a:lnTo>
                      <a:lnTo>
                        <a:pt x="102" y="94"/>
                      </a:lnTo>
                      <a:lnTo>
                        <a:pt x="102" y="94"/>
                      </a:lnTo>
                      <a:lnTo>
                        <a:pt x="102" y="94"/>
                      </a:lnTo>
                      <a:lnTo>
                        <a:pt x="98" y="96"/>
                      </a:lnTo>
                      <a:lnTo>
                        <a:pt x="94" y="98"/>
                      </a:lnTo>
                      <a:lnTo>
                        <a:pt x="90" y="98"/>
                      </a:lnTo>
                      <a:lnTo>
                        <a:pt x="86" y="94"/>
                      </a:lnTo>
                      <a:lnTo>
                        <a:pt x="4" y="22"/>
                      </a:lnTo>
                      <a:lnTo>
                        <a:pt x="4" y="22"/>
                      </a:lnTo>
                      <a:lnTo>
                        <a:pt x="0" y="18"/>
                      </a:lnTo>
                      <a:lnTo>
                        <a:pt x="0" y="14"/>
                      </a:lnTo>
                      <a:lnTo>
                        <a:pt x="0" y="8"/>
                      </a:lnTo>
                      <a:lnTo>
                        <a:pt x="2" y="4"/>
                      </a:lnTo>
                      <a:lnTo>
                        <a:pt x="2" y="4"/>
                      </a:lnTo>
                      <a:close/>
                    </a:path>
                  </a:pathLst>
                </a:custGeom>
                <a:solidFill>
                  <a:srgbClr val="302E2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strike="noStrike" cap="none">
                    <a:solidFill>
                      <a:srgbClr val="3F3F3F"/>
                    </a:solidFill>
                    <a:latin typeface="Open Sans"/>
                    <a:ea typeface="Open Sans"/>
                    <a:cs typeface="Open Sans"/>
                    <a:sym typeface="Open Sans"/>
                  </a:endParaRPr>
                </a:p>
              </p:txBody>
            </p:sp>
            <p:sp>
              <p:nvSpPr>
                <p:cNvPr id="292" name="Google Shape;292;p59"/>
                <p:cNvSpPr/>
                <p:nvPr/>
              </p:nvSpPr>
              <p:spPr>
                <a:xfrm>
                  <a:off x="6832600" y="2527300"/>
                  <a:ext cx="44450" cy="44450"/>
                </a:xfrm>
                <a:custGeom>
                  <a:avLst/>
                  <a:gdLst/>
                  <a:ahLst/>
                  <a:cxnLst/>
                  <a:rect l="l" t="t" r="r" b="b"/>
                  <a:pathLst>
                    <a:path w="28" h="28" extrusionOk="0">
                      <a:moveTo>
                        <a:pt x="14" y="0"/>
                      </a:moveTo>
                      <a:lnTo>
                        <a:pt x="14" y="0"/>
                      </a:lnTo>
                      <a:lnTo>
                        <a:pt x="20" y="2"/>
                      </a:lnTo>
                      <a:lnTo>
                        <a:pt x="24" y="4"/>
                      </a:lnTo>
                      <a:lnTo>
                        <a:pt x="28" y="8"/>
                      </a:lnTo>
                      <a:lnTo>
                        <a:pt x="28" y="14"/>
                      </a:lnTo>
                      <a:lnTo>
                        <a:pt x="28" y="14"/>
                      </a:lnTo>
                      <a:lnTo>
                        <a:pt x="28" y="20"/>
                      </a:lnTo>
                      <a:lnTo>
                        <a:pt x="24" y="24"/>
                      </a:lnTo>
                      <a:lnTo>
                        <a:pt x="20" y="26"/>
                      </a:lnTo>
                      <a:lnTo>
                        <a:pt x="14" y="28"/>
                      </a:lnTo>
                      <a:lnTo>
                        <a:pt x="14" y="28"/>
                      </a:lnTo>
                      <a:lnTo>
                        <a:pt x="10" y="26"/>
                      </a:lnTo>
                      <a:lnTo>
                        <a:pt x="4" y="24"/>
                      </a:lnTo>
                      <a:lnTo>
                        <a:pt x="2" y="20"/>
                      </a:lnTo>
                      <a:lnTo>
                        <a:pt x="0" y="14"/>
                      </a:lnTo>
                      <a:lnTo>
                        <a:pt x="0" y="14"/>
                      </a:lnTo>
                      <a:lnTo>
                        <a:pt x="2" y="8"/>
                      </a:lnTo>
                      <a:lnTo>
                        <a:pt x="4" y="4"/>
                      </a:lnTo>
                      <a:lnTo>
                        <a:pt x="10" y="2"/>
                      </a:lnTo>
                      <a:lnTo>
                        <a:pt x="14" y="0"/>
                      </a:lnTo>
                      <a:lnTo>
                        <a:pt x="14" y="0"/>
                      </a:lnTo>
                      <a:close/>
                    </a:path>
                  </a:pathLst>
                </a:custGeom>
                <a:solidFill>
                  <a:srgbClr val="302E2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strike="noStrike" cap="none">
                    <a:solidFill>
                      <a:srgbClr val="3F3F3F"/>
                    </a:solidFill>
                    <a:latin typeface="Open Sans"/>
                    <a:ea typeface="Open Sans"/>
                    <a:cs typeface="Open Sans"/>
                    <a:sym typeface="Open Sans"/>
                  </a:endParaRPr>
                </a:p>
              </p:txBody>
            </p:sp>
            <p:sp>
              <p:nvSpPr>
                <p:cNvPr id="293" name="Google Shape;293;p59"/>
                <p:cNvSpPr/>
                <p:nvPr/>
              </p:nvSpPr>
              <p:spPr>
                <a:xfrm>
                  <a:off x="7140575" y="2832100"/>
                  <a:ext cx="44450" cy="41275"/>
                </a:xfrm>
                <a:custGeom>
                  <a:avLst/>
                  <a:gdLst/>
                  <a:ahLst/>
                  <a:cxnLst/>
                  <a:rect l="l" t="t" r="r" b="b"/>
                  <a:pathLst>
                    <a:path w="28" h="26" extrusionOk="0">
                      <a:moveTo>
                        <a:pt x="28" y="14"/>
                      </a:moveTo>
                      <a:lnTo>
                        <a:pt x="28" y="14"/>
                      </a:lnTo>
                      <a:lnTo>
                        <a:pt x="26" y="18"/>
                      </a:lnTo>
                      <a:lnTo>
                        <a:pt x="24" y="22"/>
                      </a:lnTo>
                      <a:lnTo>
                        <a:pt x="20" y="26"/>
                      </a:lnTo>
                      <a:lnTo>
                        <a:pt x="14" y="26"/>
                      </a:lnTo>
                      <a:lnTo>
                        <a:pt x="14" y="26"/>
                      </a:lnTo>
                      <a:lnTo>
                        <a:pt x="8" y="26"/>
                      </a:lnTo>
                      <a:lnTo>
                        <a:pt x="4" y="22"/>
                      </a:lnTo>
                      <a:lnTo>
                        <a:pt x="0" y="18"/>
                      </a:lnTo>
                      <a:lnTo>
                        <a:pt x="0" y="14"/>
                      </a:lnTo>
                      <a:lnTo>
                        <a:pt x="0" y="14"/>
                      </a:lnTo>
                      <a:lnTo>
                        <a:pt x="0" y="8"/>
                      </a:lnTo>
                      <a:lnTo>
                        <a:pt x="4" y="4"/>
                      </a:lnTo>
                      <a:lnTo>
                        <a:pt x="8" y="0"/>
                      </a:lnTo>
                      <a:lnTo>
                        <a:pt x="14" y="0"/>
                      </a:lnTo>
                      <a:lnTo>
                        <a:pt x="14" y="0"/>
                      </a:lnTo>
                      <a:lnTo>
                        <a:pt x="20" y="0"/>
                      </a:lnTo>
                      <a:lnTo>
                        <a:pt x="24" y="4"/>
                      </a:lnTo>
                      <a:lnTo>
                        <a:pt x="26" y="8"/>
                      </a:lnTo>
                      <a:lnTo>
                        <a:pt x="28" y="14"/>
                      </a:lnTo>
                      <a:lnTo>
                        <a:pt x="28" y="14"/>
                      </a:lnTo>
                      <a:close/>
                    </a:path>
                  </a:pathLst>
                </a:custGeom>
                <a:solidFill>
                  <a:srgbClr val="302E2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strike="noStrike" cap="none">
                    <a:solidFill>
                      <a:srgbClr val="3F3F3F"/>
                    </a:solidFill>
                    <a:latin typeface="Open Sans"/>
                    <a:ea typeface="Open Sans"/>
                    <a:cs typeface="Open Sans"/>
                    <a:sym typeface="Open Sans"/>
                  </a:endParaRPr>
                </a:p>
              </p:txBody>
            </p:sp>
            <p:sp>
              <p:nvSpPr>
                <p:cNvPr id="294" name="Google Shape;294;p59"/>
                <p:cNvSpPr/>
                <p:nvPr/>
              </p:nvSpPr>
              <p:spPr>
                <a:xfrm>
                  <a:off x="6835775" y="3136900"/>
                  <a:ext cx="44450" cy="44450"/>
                </a:xfrm>
                <a:custGeom>
                  <a:avLst/>
                  <a:gdLst/>
                  <a:ahLst/>
                  <a:cxnLst/>
                  <a:rect l="l" t="t" r="r" b="b"/>
                  <a:pathLst>
                    <a:path w="28" h="28" extrusionOk="0">
                      <a:moveTo>
                        <a:pt x="14" y="28"/>
                      </a:moveTo>
                      <a:lnTo>
                        <a:pt x="14" y="28"/>
                      </a:lnTo>
                      <a:lnTo>
                        <a:pt x="10" y="26"/>
                      </a:lnTo>
                      <a:lnTo>
                        <a:pt x="4" y="24"/>
                      </a:lnTo>
                      <a:lnTo>
                        <a:pt x="2" y="20"/>
                      </a:lnTo>
                      <a:lnTo>
                        <a:pt x="0" y="14"/>
                      </a:lnTo>
                      <a:lnTo>
                        <a:pt x="0" y="14"/>
                      </a:lnTo>
                      <a:lnTo>
                        <a:pt x="2" y="8"/>
                      </a:lnTo>
                      <a:lnTo>
                        <a:pt x="4" y="4"/>
                      </a:lnTo>
                      <a:lnTo>
                        <a:pt x="10" y="2"/>
                      </a:lnTo>
                      <a:lnTo>
                        <a:pt x="14" y="0"/>
                      </a:lnTo>
                      <a:lnTo>
                        <a:pt x="14" y="0"/>
                      </a:lnTo>
                      <a:lnTo>
                        <a:pt x="20" y="2"/>
                      </a:lnTo>
                      <a:lnTo>
                        <a:pt x="24" y="4"/>
                      </a:lnTo>
                      <a:lnTo>
                        <a:pt x="28" y="8"/>
                      </a:lnTo>
                      <a:lnTo>
                        <a:pt x="28" y="14"/>
                      </a:lnTo>
                      <a:lnTo>
                        <a:pt x="28" y="14"/>
                      </a:lnTo>
                      <a:lnTo>
                        <a:pt x="28" y="20"/>
                      </a:lnTo>
                      <a:lnTo>
                        <a:pt x="24" y="24"/>
                      </a:lnTo>
                      <a:lnTo>
                        <a:pt x="20" y="26"/>
                      </a:lnTo>
                      <a:lnTo>
                        <a:pt x="14" y="28"/>
                      </a:lnTo>
                      <a:lnTo>
                        <a:pt x="14" y="28"/>
                      </a:lnTo>
                      <a:close/>
                    </a:path>
                  </a:pathLst>
                </a:custGeom>
                <a:solidFill>
                  <a:srgbClr val="302E2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strike="noStrike" cap="none">
                    <a:solidFill>
                      <a:srgbClr val="3F3F3F"/>
                    </a:solidFill>
                    <a:latin typeface="Open Sans"/>
                    <a:ea typeface="Open Sans"/>
                    <a:cs typeface="Open Sans"/>
                    <a:sym typeface="Open Sans"/>
                  </a:endParaRPr>
                </a:p>
              </p:txBody>
            </p:sp>
            <p:sp>
              <p:nvSpPr>
                <p:cNvPr id="295" name="Google Shape;295;p59"/>
                <p:cNvSpPr/>
                <p:nvPr/>
              </p:nvSpPr>
              <p:spPr>
                <a:xfrm>
                  <a:off x="6530975" y="2835275"/>
                  <a:ext cx="44450" cy="41275"/>
                </a:xfrm>
                <a:custGeom>
                  <a:avLst/>
                  <a:gdLst/>
                  <a:ahLst/>
                  <a:cxnLst/>
                  <a:rect l="l" t="t" r="r" b="b"/>
                  <a:pathLst>
                    <a:path w="28" h="26" extrusionOk="0">
                      <a:moveTo>
                        <a:pt x="0" y="12"/>
                      </a:moveTo>
                      <a:lnTo>
                        <a:pt x="0" y="12"/>
                      </a:lnTo>
                      <a:lnTo>
                        <a:pt x="0" y="8"/>
                      </a:lnTo>
                      <a:lnTo>
                        <a:pt x="4" y="4"/>
                      </a:lnTo>
                      <a:lnTo>
                        <a:pt x="8" y="0"/>
                      </a:lnTo>
                      <a:lnTo>
                        <a:pt x="14" y="0"/>
                      </a:lnTo>
                      <a:lnTo>
                        <a:pt x="14" y="0"/>
                      </a:lnTo>
                      <a:lnTo>
                        <a:pt x="20" y="0"/>
                      </a:lnTo>
                      <a:lnTo>
                        <a:pt x="24" y="4"/>
                      </a:lnTo>
                      <a:lnTo>
                        <a:pt x="26" y="8"/>
                      </a:lnTo>
                      <a:lnTo>
                        <a:pt x="28" y="12"/>
                      </a:lnTo>
                      <a:lnTo>
                        <a:pt x="28" y="12"/>
                      </a:lnTo>
                      <a:lnTo>
                        <a:pt x="26" y="18"/>
                      </a:lnTo>
                      <a:lnTo>
                        <a:pt x="24" y="22"/>
                      </a:lnTo>
                      <a:lnTo>
                        <a:pt x="20" y="26"/>
                      </a:lnTo>
                      <a:lnTo>
                        <a:pt x="14" y="26"/>
                      </a:lnTo>
                      <a:lnTo>
                        <a:pt x="14" y="26"/>
                      </a:lnTo>
                      <a:lnTo>
                        <a:pt x="8" y="26"/>
                      </a:lnTo>
                      <a:lnTo>
                        <a:pt x="4" y="22"/>
                      </a:lnTo>
                      <a:lnTo>
                        <a:pt x="0" y="18"/>
                      </a:lnTo>
                      <a:lnTo>
                        <a:pt x="0" y="12"/>
                      </a:lnTo>
                      <a:lnTo>
                        <a:pt x="0" y="12"/>
                      </a:lnTo>
                      <a:close/>
                    </a:path>
                  </a:pathLst>
                </a:custGeom>
                <a:solidFill>
                  <a:srgbClr val="302E2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strike="noStrike" cap="none">
                    <a:solidFill>
                      <a:srgbClr val="3F3F3F"/>
                    </a:solidFill>
                    <a:latin typeface="Open Sans"/>
                    <a:ea typeface="Open Sans"/>
                    <a:cs typeface="Open Sans"/>
                    <a:sym typeface="Open Sans"/>
                  </a:endParaRPr>
                </a:p>
              </p:txBody>
            </p:sp>
            <p:sp>
              <p:nvSpPr>
                <p:cNvPr id="296" name="Google Shape;296;p59"/>
                <p:cNvSpPr/>
                <p:nvPr/>
              </p:nvSpPr>
              <p:spPr>
                <a:xfrm>
                  <a:off x="6804025" y="2794000"/>
                  <a:ext cx="104775" cy="101600"/>
                </a:xfrm>
                <a:custGeom>
                  <a:avLst/>
                  <a:gdLst/>
                  <a:ahLst/>
                  <a:cxnLst/>
                  <a:rect l="l" t="t" r="r" b="b"/>
                  <a:pathLst>
                    <a:path w="66" h="64" extrusionOk="0">
                      <a:moveTo>
                        <a:pt x="32" y="0"/>
                      </a:moveTo>
                      <a:lnTo>
                        <a:pt x="32" y="0"/>
                      </a:lnTo>
                      <a:lnTo>
                        <a:pt x="40" y="0"/>
                      </a:lnTo>
                      <a:lnTo>
                        <a:pt x="46" y="2"/>
                      </a:lnTo>
                      <a:lnTo>
                        <a:pt x="50" y="4"/>
                      </a:lnTo>
                      <a:lnTo>
                        <a:pt x="56" y="8"/>
                      </a:lnTo>
                      <a:lnTo>
                        <a:pt x="60" y="14"/>
                      </a:lnTo>
                      <a:lnTo>
                        <a:pt x="62" y="20"/>
                      </a:lnTo>
                      <a:lnTo>
                        <a:pt x="64" y="26"/>
                      </a:lnTo>
                      <a:lnTo>
                        <a:pt x="66" y="32"/>
                      </a:lnTo>
                      <a:lnTo>
                        <a:pt x="66" y="32"/>
                      </a:lnTo>
                      <a:lnTo>
                        <a:pt x="64" y="38"/>
                      </a:lnTo>
                      <a:lnTo>
                        <a:pt x="62" y="44"/>
                      </a:lnTo>
                      <a:lnTo>
                        <a:pt x="60" y="50"/>
                      </a:lnTo>
                      <a:lnTo>
                        <a:pt x="56" y="54"/>
                      </a:lnTo>
                      <a:lnTo>
                        <a:pt x="50" y="58"/>
                      </a:lnTo>
                      <a:lnTo>
                        <a:pt x="46" y="62"/>
                      </a:lnTo>
                      <a:lnTo>
                        <a:pt x="40" y="64"/>
                      </a:lnTo>
                      <a:lnTo>
                        <a:pt x="32" y="64"/>
                      </a:lnTo>
                      <a:lnTo>
                        <a:pt x="32" y="64"/>
                      </a:lnTo>
                      <a:lnTo>
                        <a:pt x="26" y="64"/>
                      </a:lnTo>
                      <a:lnTo>
                        <a:pt x="20" y="62"/>
                      </a:lnTo>
                      <a:lnTo>
                        <a:pt x="14" y="58"/>
                      </a:lnTo>
                      <a:lnTo>
                        <a:pt x="10" y="54"/>
                      </a:lnTo>
                      <a:lnTo>
                        <a:pt x="6" y="50"/>
                      </a:lnTo>
                      <a:lnTo>
                        <a:pt x="2" y="44"/>
                      </a:lnTo>
                      <a:lnTo>
                        <a:pt x="2" y="38"/>
                      </a:lnTo>
                      <a:lnTo>
                        <a:pt x="0" y="32"/>
                      </a:lnTo>
                      <a:lnTo>
                        <a:pt x="0" y="32"/>
                      </a:lnTo>
                      <a:lnTo>
                        <a:pt x="2" y="26"/>
                      </a:lnTo>
                      <a:lnTo>
                        <a:pt x="2" y="20"/>
                      </a:lnTo>
                      <a:lnTo>
                        <a:pt x="6" y="14"/>
                      </a:lnTo>
                      <a:lnTo>
                        <a:pt x="10" y="8"/>
                      </a:lnTo>
                      <a:lnTo>
                        <a:pt x="14" y="4"/>
                      </a:lnTo>
                      <a:lnTo>
                        <a:pt x="20" y="2"/>
                      </a:lnTo>
                      <a:lnTo>
                        <a:pt x="26" y="0"/>
                      </a:lnTo>
                      <a:lnTo>
                        <a:pt x="32" y="0"/>
                      </a:lnTo>
                      <a:lnTo>
                        <a:pt x="32" y="0"/>
                      </a:lnTo>
                      <a:close/>
                    </a:path>
                  </a:pathLst>
                </a:custGeom>
                <a:solidFill>
                  <a:srgbClr val="302E2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strike="noStrike" cap="none">
                    <a:solidFill>
                      <a:srgbClr val="3F3F3F"/>
                    </a:solidFill>
                    <a:latin typeface="Open Sans"/>
                    <a:ea typeface="Open Sans"/>
                    <a:cs typeface="Open Sans"/>
                    <a:sym typeface="Open Sans"/>
                  </a:endParaRPr>
                </a:p>
              </p:txBody>
            </p:sp>
          </p:grpSp>
        </p:grpSp>
        <p:sp>
          <p:nvSpPr>
            <p:cNvPr id="297" name="Google Shape;297;p59"/>
            <p:cNvSpPr txBox="1"/>
            <p:nvPr/>
          </p:nvSpPr>
          <p:spPr>
            <a:xfrm>
              <a:off x="9156717" y="3144155"/>
              <a:ext cx="3409951" cy="76940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200" b="0" i="0" u="none" strike="noStrike" cap="none" dirty="0">
                  <a:solidFill>
                    <a:srgbClr val="3F3F3F"/>
                  </a:solidFill>
                  <a:latin typeface="Open Sans"/>
                  <a:ea typeface="Open Sans"/>
                  <a:cs typeface="Open Sans"/>
                  <a:sym typeface="Open Sans"/>
                </a:rPr>
                <a:t>Results obtained in one or two days</a:t>
              </a:r>
              <a:endParaRPr sz="2200" b="0" i="0" u="none" strike="noStrike" cap="none" dirty="0">
                <a:solidFill>
                  <a:srgbClr val="3F3F3F"/>
                </a:solidFill>
                <a:latin typeface="Open Sans"/>
                <a:ea typeface="Open Sans"/>
                <a:cs typeface="Open Sans"/>
                <a:sym typeface="Open Sans"/>
              </a:endParaRPr>
            </a:p>
          </p:txBody>
        </p:sp>
        <p:grpSp>
          <p:nvGrpSpPr>
            <p:cNvPr id="314" name="Google Shape;314;p59"/>
            <p:cNvGrpSpPr/>
            <p:nvPr/>
          </p:nvGrpSpPr>
          <p:grpSpPr>
            <a:xfrm>
              <a:off x="8235787" y="4020560"/>
              <a:ext cx="5251811" cy="3025233"/>
              <a:chOff x="7465245" y="2901114"/>
              <a:chExt cx="3938858" cy="2268925"/>
            </a:xfrm>
          </p:grpSpPr>
          <p:pic>
            <p:nvPicPr>
              <p:cNvPr id="315" name="Google Shape;315;p59"/>
              <p:cNvPicPr preferRelativeResize="0"/>
              <p:nvPr/>
            </p:nvPicPr>
            <p:blipFill rotWithShape="1">
              <a:blip r:embed="rId4">
                <a:alphaModFix/>
              </a:blip>
              <a:srcRect/>
              <a:stretch/>
            </p:blipFill>
            <p:spPr>
              <a:xfrm>
                <a:off x="10690270" y="2901114"/>
                <a:ext cx="545001" cy="2206531"/>
              </a:xfrm>
              <a:prstGeom prst="rect">
                <a:avLst/>
              </a:prstGeom>
              <a:noFill/>
              <a:ln>
                <a:noFill/>
              </a:ln>
            </p:spPr>
          </p:pic>
          <p:pic>
            <p:nvPicPr>
              <p:cNvPr id="316" name="Google Shape;316;p59"/>
              <p:cNvPicPr preferRelativeResize="0"/>
              <p:nvPr/>
            </p:nvPicPr>
            <p:blipFill rotWithShape="1">
              <a:blip r:embed="rId5">
                <a:alphaModFix/>
              </a:blip>
              <a:srcRect/>
              <a:stretch/>
            </p:blipFill>
            <p:spPr>
              <a:xfrm>
                <a:off x="7648775" y="3041648"/>
                <a:ext cx="972427" cy="2084511"/>
              </a:xfrm>
              <a:prstGeom prst="rect">
                <a:avLst/>
              </a:prstGeom>
              <a:noFill/>
              <a:ln>
                <a:noFill/>
              </a:ln>
            </p:spPr>
          </p:pic>
          <p:pic>
            <p:nvPicPr>
              <p:cNvPr id="317" name="Google Shape;317;p59"/>
              <p:cNvPicPr preferRelativeResize="0"/>
              <p:nvPr/>
            </p:nvPicPr>
            <p:blipFill rotWithShape="1">
              <a:blip r:embed="rId4">
                <a:alphaModFix/>
              </a:blip>
              <a:srcRect/>
              <a:stretch/>
            </p:blipFill>
            <p:spPr>
              <a:xfrm>
                <a:off x="8716719" y="2905827"/>
                <a:ext cx="545001" cy="2206531"/>
              </a:xfrm>
              <a:prstGeom prst="rect">
                <a:avLst/>
              </a:prstGeom>
              <a:noFill/>
              <a:ln>
                <a:noFill/>
              </a:ln>
            </p:spPr>
          </p:pic>
          <p:sp>
            <p:nvSpPr>
              <p:cNvPr id="318" name="Google Shape;318;p59"/>
              <p:cNvSpPr/>
              <p:nvPr/>
            </p:nvSpPr>
            <p:spPr>
              <a:xfrm>
                <a:off x="7874794" y="4004380"/>
                <a:ext cx="3457575" cy="111919"/>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strike="noStrike" cap="none">
                  <a:solidFill>
                    <a:srgbClr val="3F3F3F"/>
                  </a:solidFill>
                  <a:latin typeface="Open Sans"/>
                  <a:ea typeface="Open Sans"/>
                  <a:cs typeface="Open Sans"/>
                  <a:sym typeface="Open Sans"/>
                </a:endParaRPr>
              </a:p>
            </p:txBody>
          </p:sp>
          <p:pic>
            <p:nvPicPr>
              <p:cNvPr id="319" name="Google Shape;319;p59"/>
              <p:cNvPicPr preferRelativeResize="0"/>
              <p:nvPr/>
            </p:nvPicPr>
            <p:blipFill rotWithShape="1">
              <a:blip r:embed="rId5">
                <a:alphaModFix/>
              </a:blip>
              <a:srcRect/>
              <a:stretch/>
            </p:blipFill>
            <p:spPr>
              <a:xfrm>
                <a:off x="9549011" y="3041648"/>
                <a:ext cx="972427" cy="2084511"/>
              </a:xfrm>
              <a:prstGeom prst="rect">
                <a:avLst/>
              </a:prstGeom>
              <a:noFill/>
              <a:ln>
                <a:noFill/>
              </a:ln>
            </p:spPr>
          </p:pic>
          <p:pic>
            <p:nvPicPr>
              <p:cNvPr id="320" name="Google Shape;320;p59"/>
              <p:cNvPicPr preferRelativeResize="0"/>
              <p:nvPr/>
            </p:nvPicPr>
            <p:blipFill rotWithShape="1">
              <a:blip r:embed="rId6">
                <a:alphaModFix/>
              </a:blip>
              <a:srcRect/>
              <a:stretch/>
            </p:blipFill>
            <p:spPr>
              <a:xfrm>
                <a:off x="7465245" y="3977747"/>
                <a:ext cx="1971970" cy="1192292"/>
              </a:xfrm>
              <a:prstGeom prst="rect">
                <a:avLst/>
              </a:prstGeom>
              <a:noFill/>
              <a:ln>
                <a:noFill/>
              </a:ln>
            </p:spPr>
          </p:pic>
          <p:pic>
            <p:nvPicPr>
              <p:cNvPr id="321" name="Google Shape;321;p59"/>
              <p:cNvPicPr preferRelativeResize="0"/>
              <p:nvPr/>
            </p:nvPicPr>
            <p:blipFill rotWithShape="1">
              <a:blip r:embed="rId6">
                <a:alphaModFix/>
              </a:blip>
              <a:srcRect/>
              <a:stretch/>
            </p:blipFill>
            <p:spPr>
              <a:xfrm>
                <a:off x="9432133" y="3977747"/>
                <a:ext cx="1971970" cy="1192292"/>
              </a:xfrm>
              <a:prstGeom prst="rect">
                <a:avLst/>
              </a:prstGeom>
              <a:noFill/>
              <a:ln>
                <a:noFill/>
              </a:ln>
            </p:spPr>
          </p:pic>
        </p:grpSp>
      </p:grpSp>
      <p:sp>
        <p:nvSpPr>
          <p:cNvPr id="322" name="Google Shape;322;p59"/>
          <p:cNvSpPr txBox="1"/>
          <p:nvPr/>
        </p:nvSpPr>
        <p:spPr>
          <a:xfrm>
            <a:off x="2768402" y="1445859"/>
            <a:ext cx="10719196" cy="43084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Here is an example of election results to understand how MapReduce works.</a:t>
            </a:r>
            <a:endParaRPr/>
          </a:p>
        </p:txBody>
      </p:sp>
      <p:sp>
        <p:nvSpPr>
          <p:cNvPr id="3" name="Brandline_LVC">
            <a:extLst>
              <a:ext uri="{FF2B5EF4-FFF2-40B4-BE49-F238E27FC236}">
                <a16:creationId xmlns:a16="http://schemas.microsoft.com/office/drawing/2014/main" id="{AD3D6259-113A-B8BC-F45F-07A76446867F}"/>
              </a:ext>
            </a:extLst>
          </p:cNvPr>
          <p:cNvSpPr/>
          <p:nvPr/>
        </p:nvSpPr>
        <p:spPr>
          <a:xfrm>
            <a:off x="5829300" y="816324"/>
            <a:ext cx="4611767"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6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None/>
            </a:pPr>
            <a:r>
              <a:rPr lang="en-US" sz="2800" b="1" dirty="0">
                <a:latin typeface="Open Sans"/>
                <a:ea typeface="Open Sans"/>
                <a:cs typeface="Open Sans"/>
                <a:sym typeface="Open Sans"/>
              </a:rPr>
              <a:t>MapReduce: Word Count Example</a:t>
            </a:r>
            <a:endParaRPr sz="2800" b="1" dirty="0">
              <a:latin typeface="Open Sans"/>
              <a:ea typeface="Open Sans"/>
              <a:cs typeface="Open Sans"/>
              <a:sym typeface="Open Sans"/>
            </a:endParaRPr>
          </a:p>
        </p:txBody>
      </p:sp>
      <p:grpSp>
        <p:nvGrpSpPr>
          <p:cNvPr id="329" name="Google Shape;329;p60"/>
          <p:cNvGrpSpPr/>
          <p:nvPr/>
        </p:nvGrpSpPr>
        <p:grpSpPr>
          <a:xfrm>
            <a:off x="1202803" y="2781371"/>
            <a:ext cx="14307595" cy="4762430"/>
            <a:chOff x="513306" y="3524320"/>
            <a:chExt cx="15563243" cy="4940024"/>
          </a:xfrm>
        </p:grpSpPr>
        <p:sp>
          <p:nvSpPr>
            <p:cNvPr id="330" name="Google Shape;330;p60"/>
            <p:cNvSpPr/>
            <p:nvPr/>
          </p:nvSpPr>
          <p:spPr>
            <a:xfrm>
              <a:off x="513306" y="3543732"/>
              <a:ext cx="2248452" cy="341219"/>
            </a:xfrm>
            <a:prstGeom prst="roundRect">
              <a:avLst>
                <a:gd name="adj" fmla="val 16667"/>
              </a:avLst>
            </a:prstGeom>
            <a:solidFill>
              <a:srgbClr val="F7CAAC"/>
            </a:solidFill>
            <a:ln w="38100" cap="flat" cmpd="sng">
              <a:solidFill>
                <a:srgbClr val="F4B081"/>
              </a:solidFill>
              <a:prstDash val="solid"/>
              <a:round/>
              <a:headEnd type="none" w="sm" len="sm"/>
              <a:tailEnd type="none" w="sm" len="sm"/>
            </a:ln>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2000" b="0" i="0" u="none" strike="noStrike" cap="none">
                  <a:solidFill>
                    <a:srgbClr val="3F3F3F"/>
                  </a:solidFill>
                  <a:latin typeface="Open Sans"/>
                  <a:ea typeface="Open Sans"/>
                  <a:cs typeface="Open Sans"/>
                  <a:sym typeface="Open Sans"/>
                </a:rPr>
                <a:t>Input</a:t>
              </a:r>
              <a:endParaRPr sz="2000" b="0" i="0" u="none" strike="noStrike" cap="none">
                <a:solidFill>
                  <a:srgbClr val="3F3F3F"/>
                </a:solidFill>
                <a:latin typeface="Arial"/>
                <a:ea typeface="Arial"/>
                <a:cs typeface="Arial"/>
                <a:sym typeface="Arial"/>
              </a:endParaRPr>
            </a:p>
          </p:txBody>
        </p:sp>
        <p:sp>
          <p:nvSpPr>
            <p:cNvPr id="331" name="Google Shape;331;p60"/>
            <p:cNvSpPr/>
            <p:nvPr/>
          </p:nvSpPr>
          <p:spPr>
            <a:xfrm>
              <a:off x="513306" y="4443388"/>
              <a:ext cx="2196423" cy="2318379"/>
            </a:xfrm>
            <a:custGeom>
              <a:avLst/>
              <a:gdLst/>
              <a:ahLst/>
              <a:cxnLst/>
              <a:rect l="l" t="t" r="r" b="b"/>
              <a:pathLst>
                <a:path w="4594" h="5542" extrusionOk="0">
                  <a:moveTo>
                    <a:pt x="4382" y="0"/>
                  </a:moveTo>
                  <a:cubicBezTo>
                    <a:pt x="4499" y="0"/>
                    <a:pt x="4594" y="95"/>
                    <a:pt x="4594" y="212"/>
                  </a:cubicBezTo>
                  <a:cubicBezTo>
                    <a:pt x="4594" y="212"/>
                    <a:pt x="4594" y="212"/>
                    <a:pt x="4594" y="212"/>
                  </a:cubicBezTo>
                  <a:lnTo>
                    <a:pt x="4594" y="5330"/>
                  </a:lnTo>
                  <a:cubicBezTo>
                    <a:pt x="4594" y="5447"/>
                    <a:pt x="4499" y="5542"/>
                    <a:pt x="4382" y="5542"/>
                  </a:cubicBezTo>
                  <a:lnTo>
                    <a:pt x="212" y="5542"/>
                  </a:lnTo>
                  <a:cubicBezTo>
                    <a:pt x="95" y="5542"/>
                    <a:pt x="0" y="5447"/>
                    <a:pt x="0" y="5330"/>
                  </a:cubicBezTo>
                  <a:lnTo>
                    <a:pt x="0" y="212"/>
                  </a:lnTo>
                  <a:cubicBezTo>
                    <a:pt x="0" y="95"/>
                    <a:pt x="95" y="0"/>
                    <a:pt x="212" y="0"/>
                  </a:cubicBezTo>
                  <a:lnTo>
                    <a:pt x="4382" y="0"/>
                  </a:lnTo>
                  <a:close/>
                </a:path>
              </a:pathLst>
            </a:custGeom>
            <a:solidFill>
              <a:srgbClr val="9CC2E5"/>
            </a:solidFill>
            <a:ln w="25400" cap="flat" cmpd="sng">
              <a:solidFill>
                <a:srgbClr val="2E75B5"/>
              </a:solidFill>
              <a:prstDash val="solid"/>
              <a:round/>
              <a:headEnd type="none" w="sm" len="sm"/>
              <a:tailEnd type="none" w="sm" len="sm"/>
            </a:ln>
          </p:spPr>
          <p:txBody>
            <a:bodyPr spcFirstLastPara="1" wrap="square" lIns="126975" tIns="126975" rIns="0" bIns="0"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dirty="0">
                  <a:solidFill>
                    <a:srgbClr val="3F3F3F"/>
                  </a:solidFill>
                  <a:latin typeface="Open Sans"/>
                  <a:ea typeface="Open Sans"/>
                  <a:cs typeface="Open Sans"/>
                  <a:sym typeface="Open Sans"/>
                </a:rPr>
                <a:t>This quick brown fox jumps over the lazy dog. A dog is a man’s best friend.</a:t>
              </a:r>
              <a:endParaRPr sz="1400" b="0" i="0" u="none" strike="noStrike" cap="none" dirty="0">
                <a:solidFill>
                  <a:srgbClr val="3F3F3F"/>
                </a:solidFill>
                <a:latin typeface="Arial"/>
                <a:ea typeface="Arial"/>
                <a:cs typeface="Arial"/>
                <a:sym typeface="Arial"/>
              </a:endParaRPr>
            </a:p>
          </p:txBody>
        </p:sp>
        <p:sp>
          <p:nvSpPr>
            <p:cNvPr id="332" name="Google Shape;332;p60"/>
            <p:cNvSpPr/>
            <p:nvPr/>
          </p:nvSpPr>
          <p:spPr>
            <a:xfrm>
              <a:off x="3194213" y="3555500"/>
              <a:ext cx="2248452" cy="341219"/>
            </a:xfrm>
            <a:prstGeom prst="roundRect">
              <a:avLst>
                <a:gd name="adj" fmla="val 16667"/>
              </a:avLst>
            </a:prstGeom>
            <a:solidFill>
              <a:srgbClr val="F7CAAC"/>
            </a:solidFill>
            <a:ln w="38100" cap="flat" cmpd="sng">
              <a:solidFill>
                <a:srgbClr val="F4B081"/>
              </a:solidFill>
              <a:prstDash val="solid"/>
              <a:round/>
              <a:headEnd type="none" w="sm" len="sm"/>
              <a:tailEnd type="none" w="sm" len="sm"/>
            </a:ln>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2000" b="0" i="0" u="none" strike="noStrike" cap="none">
                  <a:solidFill>
                    <a:srgbClr val="3F3F3F"/>
                  </a:solidFill>
                  <a:latin typeface="Open Sans"/>
                  <a:ea typeface="Open Sans"/>
                  <a:cs typeface="Open Sans"/>
                  <a:sym typeface="Open Sans"/>
                </a:rPr>
                <a:t>Splitting</a:t>
              </a:r>
              <a:endParaRPr sz="2000" b="0" i="0" u="none" strike="noStrike" cap="none">
                <a:solidFill>
                  <a:srgbClr val="3F3F3F"/>
                </a:solidFill>
                <a:latin typeface="Arial"/>
                <a:ea typeface="Arial"/>
                <a:cs typeface="Arial"/>
                <a:sym typeface="Arial"/>
              </a:endParaRPr>
            </a:p>
          </p:txBody>
        </p:sp>
        <p:sp>
          <p:nvSpPr>
            <p:cNvPr id="333" name="Google Shape;333;p60"/>
            <p:cNvSpPr/>
            <p:nvPr/>
          </p:nvSpPr>
          <p:spPr>
            <a:xfrm>
              <a:off x="6341157" y="3555500"/>
              <a:ext cx="2248452" cy="341219"/>
            </a:xfrm>
            <a:prstGeom prst="roundRect">
              <a:avLst>
                <a:gd name="adj" fmla="val 16667"/>
              </a:avLst>
            </a:prstGeom>
            <a:solidFill>
              <a:srgbClr val="F7CAAC"/>
            </a:solidFill>
            <a:ln w="38100" cap="flat" cmpd="sng">
              <a:solidFill>
                <a:srgbClr val="F4B081"/>
              </a:solidFill>
              <a:prstDash val="solid"/>
              <a:round/>
              <a:headEnd type="none" w="sm" len="sm"/>
              <a:tailEnd type="none" w="sm" len="sm"/>
            </a:ln>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2000" b="0" i="0" u="none" strike="noStrike" cap="none">
                  <a:solidFill>
                    <a:srgbClr val="3F3F3F"/>
                  </a:solidFill>
                  <a:latin typeface="Open Sans"/>
                  <a:ea typeface="Open Sans"/>
                  <a:cs typeface="Open Sans"/>
                  <a:sym typeface="Open Sans"/>
                </a:rPr>
                <a:t>Mapping</a:t>
              </a:r>
              <a:endParaRPr sz="2000" b="0" i="0" u="none" strike="noStrike" cap="none">
                <a:solidFill>
                  <a:srgbClr val="3F3F3F"/>
                </a:solidFill>
                <a:latin typeface="Arial"/>
                <a:ea typeface="Arial"/>
                <a:cs typeface="Arial"/>
                <a:sym typeface="Arial"/>
              </a:endParaRPr>
            </a:p>
          </p:txBody>
        </p:sp>
        <p:sp>
          <p:nvSpPr>
            <p:cNvPr id="334" name="Google Shape;334;p60"/>
            <p:cNvSpPr/>
            <p:nvPr/>
          </p:nvSpPr>
          <p:spPr>
            <a:xfrm>
              <a:off x="9911666" y="3536211"/>
              <a:ext cx="2248452" cy="341219"/>
            </a:xfrm>
            <a:prstGeom prst="roundRect">
              <a:avLst>
                <a:gd name="adj" fmla="val 19042"/>
              </a:avLst>
            </a:prstGeom>
            <a:solidFill>
              <a:srgbClr val="F7CAAC"/>
            </a:solidFill>
            <a:ln w="38100" cap="flat" cmpd="sng">
              <a:solidFill>
                <a:srgbClr val="F4B081"/>
              </a:solidFill>
              <a:prstDash val="solid"/>
              <a:round/>
              <a:headEnd type="none" w="sm" len="sm"/>
              <a:tailEnd type="none" w="sm" len="sm"/>
            </a:ln>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2000" b="0" i="0" u="none" strike="noStrike" cap="none">
                  <a:solidFill>
                    <a:srgbClr val="3F3F3F"/>
                  </a:solidFill>
                  <a:latin typeface="Open Sans"/>
                  <a:ea typeface="Open Sans"/>
                  <a:cs typeface="Open Sans"/>
                  <a:sym typeface="Open Sans"/>
                </a:rPr>
                <a:t>Shuffling</a:t>
              </a:r>
              <a:endParaRPr sz="2000" b="0" i="0" u="none" strike="noStrike" cap="none">
                <a:solidFill>
                  <a:srgbClr val="3F3F3F"/>
                </a:solidFill>
                <a:latin typeface="Arial"/>
                <a:ea typeface="Arial"/>
                <a:cs typeface="Arial"/>
                <a:sym typeface="Arial"/>
              </a:endParaRPr>
            </a:p>
          </p:txBody>
        </p:sp>
        <p:sp>
          <p:nvSpPr>
            <p:cNvPr id="335" name="Google Shape;335;p60"/>
            <p:cNvSpPr/>
            <p:nvPr/>
          </p:nvSpPr>
          <p:spPr>
            <a:xfrm>
              <a:off x="13301373" y="3524320"/>
              <a:ext cx="2248452" cy="341219"/>
            </a:xfrm>
            <a:prstGeom prst="roundRect">
              <a:avLst>
                <a:gd name="adj" fmla="val 16667"/>
              </a:avLst>
            </a:prstGeom>
            <a:solidFill>
              <a:srgbClr val="F7CAAC"/>
            </a:solidFill>
            <a:ln w="38100" cap="flat" cmpd="sng">
              <a:solidFill>
                <a:srgbClr val="F4B081"/>
              </a:solidFill>
              <a:prstDash val="solid"/>
              <a:round/>
              <a:headEnd type="none" w="sm" len="sm"/>
              <a:tailEnd type="none" w="sm" len="sm"/>
            </a:ln>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2000" b="0" i="0" u="none" strike="noStrike" cap="none">
                  <a:solidFill>
                    <a:srgbClr val="3F3F3F"/>
                  </a:solidFill>
                  <a:latin typeface="Open Sans"/>
                  <a:ea typeface="Open Sans"/>
                  <a:cs typeface="Open Sans"/>
                  <a:sym typeface="Open Sans"/>
                </a:rPr>
                <a:t>Reducing</a:t>
              </a:r>
              <a:endParaRPr sz="2000" b="0" i="0" u="none" strike="noStrike" cap="none">
                <a:solidFill>
                  <a:srgbClr val="3F3F3F"/>
                </a:solidFill>
                <a:latin typeface="Arial"/>
                <a:ea typeface="Arial"/>
                <a:cs typeface="Arial"/>
                <a:sym typeface="Arial"/>
              </a:endParaRPr>
            </a:p>
          </p:txBody>
        </p:sp>
        <p:sp>
          <p:nvSpPr>
            <p:cNvPr id="336" name="Google Shape;336;p60"/>
            <p:cNvSpPr/>
            <p:nvPr/>
          </p:nvSpPr>
          <p:spPr>
            <a:xfrm>
              <a:off x="3194214" y="4327770"/>
              <a:ext cx="2248451" cy="1476027"/>
            </a:xfrm>
            <a:prstGeom prst="roundRect">
              <a:avLst>
                <a:gd name="adj" fmla="val 7960"/>
              </a:avLst>
            </a:prstGeom>
            <a:solidFill>
              <a:srgbClr val="9CC2E5"/>
            </a:solidFill>
            <a:ln w="25400" cap="flat" cmpd="sng">
              <a:solidFill>
                <a:srgbClr val="2E75B5"/>
              </a:solidFill>
              <a:prstDash val="solid"/>
              <a:round/>
              <a:headEnd type="none" w="sm" len="sm"/>
              <a:tailEnd type="none" w="sm" len="sm"/>
            </a:ln>
          </p:spPr>
          <p:txBody>
            <a:bodyPr spcFirstLastPara="1" wrap="square" lIns="126975" tIns="126975" rIns="0" bIns="0"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3F3F3F"/>
                  </a:solidFill>
                  <a:latin typeface="Open Sans"/>
                  <a:ea typeface="Open Sans"/>
                  <a:cs typeface="Open Sans"/>
                  <a:sym typeface="Open Sans"/>
                </a:rPr>
                <a:t>This quick brown fox jumps over the lazy dog. </a:t>
              </a:r>
              <a:endParaRPr sz="1400" b="0" i="0" u="none" strike="noStrike" cap="none">
                <a:solidFill>
                  <a:srgbClr val="3F3F3F"/>
                </a:solidFill>
                <a:latin typeface="Arial"/>
                <a:ea typeface="Arial"/>
                <a:cs typeface="Arial"/>
                <a:sym typeface="Arial"/>
              </a:endParaRPr>
            </a:p>
          </p:txBody>
        </p:sp>
        <p:sp>
          <p:nvSpPr>
            <p:cNvPr id="337" name="Google Shape;337;p60"/>
            <p:cNvSpPr/>
            <p:nvPr/>
          </p:nvSpPr>
          <p:spPr>
            <a:xfrm>
              <a:off x="3194214" y="6049945"/>
              <a:ext cx="2227874" cy="1161347"/>
            </a:xfrm>
            <a:prstGeom prst="roundRect">
              <a:avLst>
                <a:gd name="adj" fmla="val 11111"/>
              </a:avLst>
            </a:prstGeom>
            <a:solidFill>
              <a:srgbClr val="9CC2E5"/>
            </a:solidFill>
            <a:ln w="25400" cap="flat" cmpd="sng">
              <a:solidFill>
                <a:srgbClr val="2E75B5"/>
              </a:solidFill>
              <a:prstDash val="solid"/>
              <a:round/>
              <a:headEnd type="none" w="sm" len="sm"/>
              <a:tailEnd type="none" w="sm" len="sm"/>
            </a:ln>
          </p:spPr>
          <p:txBody>
            <a:bodyPr spcFirstLastPara="1" wrap="square" lIns="126975" tIns="126975" rIns="0" bIns="0"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3F3F3F"/>
                  </a:solidFill>
                  <a:latin typeface="Open Sans"/>
                  <a:ea typeface="Open Sans"/>
                  <a:cs typeface="Open Sans"/>
                  <a:sym typeface="Open Sans"/>
                </a:rPr>
                <a:t>A dog is a man’s best friend.</a:t>
              </a:r>
              <a:endParaRPr sz="1400" b="0" i="0" u="none" strike="noStrike" cap="none">
                <a:solidFill>
                  <a:srgbClr val="3F3F3F"/>
                </a:solidFill>
                <a:latin typeface="Arial"/>
                <a:ea typeface="Arial"/>
                <a:cs typeface="Arial"/>
                <a:sym typeface="Arial"/>
              </a:endParaRPr>
            </a:p>
          </p:txBody>
        </p:sp>
        <p:grpSp>
          <p:nvGrpSpPr>
            <p:cNvPr id="338" name="Google Shape;338;p60"/>
            <p:cNvGrpSpPr/>
            <p:nvPr/>
          </p:nvGrpSpPr>
          <p:grpSpPr>
            <a:xfrm>
              <a:off x="9374194" y="4410877"/>
              <a:ext cx="3134219" cy="3574290"/>
              <a:chOff x="9186626" y="4220920"/>
              <a:chExt cx="3134219" cy="3931719"/>
            </a:xfrm>
          </p:grpSpPr>
          <p:sp>
            <p:nvSpPr>
              <p:cNvPr id="339" name="Google Shape;339;p60"/>
              <p:cNvSpPr/>
              <p:nvPr/>
            </p:nvSpPr>
            <p:spPr>
              <a:xfrm>
                <a:off x="9186626" y="4220920"/>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This, 1</a:t>
                </a:r>
                <a:endParaRPr sz="1400" b="0" i="0" u="none" strike="noStrike" cap="none">
                  <a:solidFill>
                    <a:srgbClr val="3F3F3F"/>
                  </a:solidFill>
                  <a:latin typeface="Arial"/>
                  <a:ea typeface="Arial"/>
                  <a:cs typeface="Arial"/>
                  <a:sym typeface="Arial"/>
                </a:endParaRPr>
              </a:p>
            </p:txBody>
          </p:sp>
          <p:sp>
            <p:nvSpPr>
              <p:cNvPr id="340" name="Google Shape;340;p60"/>
              <p:cNvSpPr/>
              <p:nvPr/>
            </p:nvSpPr>
            <p:spPr>
              <a:xfrm>
                <a:off x="9186626" y="4821681"/>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quick , 1</a:t>
                </a:r>
                <a:endParaRPr sz="1400" b="0" i="0" u="none" strike="noStrike" cap="none">
                  <a:solidFill>
                    <a:srgbClr val="3F3F3F"/>
                  </a:solidFill>
                  <a:latin typeface="Arial"/>
                  <a:ea typeface="Arial"/>
                  <a:cs typeface="Arial"/>
                  <a:sym typeface="Arial"/>
                </a:endParaRPr>
              </a:p>
            </p:txBody>
          </p:sp>
          <p:sp>
            <p:nvSpPr>
              <p:cNvPr id="341" name="Google Shape;341;p60"/>
              <p:cNvSpPr/>
              <p:nvPr/>
            </p:nvSpPr>
            <p:spPr>
              <a:xfrm>
                <a:off x="9186626" y="5422442"/>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brown, 1</a:t>
                </a:r>
                <a:endParaRPr sz="1400" b="0" i="0" u="none" strike="noStrike" cap="none">
                  <a:solidFill>
                    <a:srgbClr val="3F3F3F"/>
                  </a:solidFill>
                  <a:latin typeface="Arial"/>
                  <a:ea typeface="Arial"/>
                  <a:cs typeface="Arial"/>
                  <a:sym typeface="Arial"/>
                </a:endParaRPr>
              </a:p>
            </p:txBody>
          </p:sp>
          <p:sp>
            <p:nvSpPr>
              <p:cNvPr id="342" name="Google Shape;342;p60"/>
              <p:cNvSpPr/>
              <p:nvPr/>
            </p:nvSpPr>
            <p:spPr>
              <a:xfrm>
                <a:off x="9186626" y="6023204"/>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fox, 1 </a:t>
                </a:r>
                <a:endParaRPr sz="1400" b="0" i="0" u="none" strike="noStrike" cap="none">
                  <a:solidFill>
                    <a:srgbClr val="3F3F3F"/>
                  </a:solidFill>
                  <a:latin typeface="Arial"/>
                  <a:ea typeface="Arial"/>
                  <a:cs typeface="Arial"/>
                  <a:sym typeface="Arial"/>
                </a:endParaRPr>
              </a:p>
            </p:txBody>
          </p:sp>
          <p:sp>
            <p:nvSpPr>
              <p:cNvPr id="343" name="Google Shape;343;p60"/>
              <p:cNvSpPr/>
              <p:nvPr/>
            </p:nvSpPr>
            <p:spPr>
              <a:xfrm>
                <a:off x="9186626" y="6464123"/>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jumps, 1</a:t>
                </a:r>
                <a:endParaRPr sz="1400" b="0" i="0" u="none" strike="noStrike" cap="none">
                  <a:solidFill>
                    <a:srgbClr val="3F3F3F"/>
                  </a:solidFill>
                  <a:latin typeface="Arial"/>
                  <a:ea typeface="Arial"/>
                  <a:cs typeface="Arial"/>
                  <a:sym typeface="Arial"/>
                </a:endParaRPr>
              </a:p>
            </p:txBody>
          </p:sp>
          <p:sp>
            <p:nvSpPr>
              <p:cNvPr id="344" name="Google Shape;344;p60"/>
              <p:cNvSpPr/>
              <p:nvPr/>
            </p:nvSpPr>
            <p:spPr>
              <a:xfrm>
                <a:off x="9186626" y="6905042"/>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over, 1</a:t>
                </a:r>
                <a:endParaRPr sz="1400" b="0" i="0" u="none" strike="noStrike" cap="none">
                  <a:solidFill>
                    <a:srgbClr val="3F3F3F"/>
                  </a:solidFill>
                  <a:latin typeface="Arial"/>
                  <a:ea typeface="Arial"/>
                  <a:cs typeface="Arial"/>
                  <a:sym typeface="Arial"/>
                </a:endParaRPr>
              </a:p>
            </p:txBody>
          </p:sp>
          <p:sp>
            <p:nvSpPr>
              <p:cNvPr id="345" name="Google Shape;345;p60"/>
              <p:cNvSpPr/>
              <p:nvPr/>
            </p:nvSpPr>
            <p:spPr>
              <a:xfrm>
                <a:off x="9186626" y="7345961"/>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the, 1</a:t>
                </a:r>
                <a:endParaRPr sz="1400" b="0" i="0" u="none" strike="noStrike" cap="none">
                  <a:solidFill>
                    <a:srgbClr val="3F3F3F"/>
                  </a:solidFill>
                  <a:latin typeface="Arial"/>
                  <a:ea typeface="Arial"/>
                  <a:cs typeface="Arial"/>
                  <a:sym typeface="Arial"/>
                </a:endParaRPr>
              </a:p>
            </p:txBody>
          </p:sp>
          <p:sp>
            <p:nvSpPr>
              <p:cNvPr id="346" name="Google Shape;346;p60"/>
              <p:cNvSpPr/>
              <p:nvPr/>
            </p:nvSpPr>
            <p:spPr>
              <a:xfrm>
                <a:off x="9186626" y="7786879"/>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lazy, 1</a:t>
                </a:r>
                <a:endParaRPr sz="1400" b="0" i="0" u="none" strike="noStrike" cap="none">
                  <a:solidFill>
                    <a:srgbClr val="3F3F3F"/>
                  </a:solidFill>
                  <a:latin typeface="Arial"/>
                  <a:ea typeface="Arial"/>
                  <a:cs typeface="Arial"/>
                  <a:sym typeface="Arial"/>
                </a:endParaRPr>
              </a:p>
            </p:txBody>
          </p:sp>
          <p:sp>
            <p:nvSpPr>
              <p:cNvPr id="347" name="Google Shape;347;p60"/>
              <p:cNvSpPr/>
              <p:nvPr/>
            </p:nvSpPr>
            <p:spPr>
              <a:xfrm>
                <a:off x="10848324" y="4220922"/>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dog, 1</a:t>
                </a:r>
                <a:endParaRPr sz="1400" b="0" i="0" u="none" strike="noStrike" cap="none">
                  <a:solidFill>
                    <a:srgbClr val="3F3F3F"/>
                  </a:solidFill>
                  <a:latin typeface="Arial"/>
                  <a:ea typeface="Arial"/>
                  <a:cs typeface="Arial"/>
                  <a:sym typeface="Arial"/>
                </a:endParaRPr>
              </a:p>
            </p:txBody>
          </p:sp>
          <p:sp>
            <p:nvSpPr>
              <p:cNvPr id="348" name="Google Shape;348;p60"/>
              <p:cNvSpPr/>
              <p:nvPr/>
            </p:nvSpPr>
            <p:spPr>
              <a:xfrm>
                <a:off x="10848324" y="4821035"/>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dog, 1</a:t>
                </a:r>
                <a:endParaRPr sz="1400" b="0" i="0" u="none" strike="noStrike" cap="none">
                  <a:solidFill>
                    <a:srgbClr val="3F3F3F"/>
                  </a:solidFill>
                  <a:latin typeface="Arial"/>
                  <a:ea typeface="Arial"/>
                  <a:cs typeface="Arial"/>
                  <a:sym typeface="Arial"/>
                </a:endParaRPr>
              </a:p>
            </p:txBody>
          </p:sp>
          <p:sp>
            <p:nvSpPr>
              <p:cNvPr id="349" name="Google Shape;349;p60"/>
              <p:cNvSpPr/>
              <p:nvPr/>
            </p:nvSpPr>
            <p:spPr>
              <a:xfrm>
                <a:off x="10848324" y="5421148"/>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a, 1</a:t>
                </a:r>
                <a:endParaRPr sz="1400" b="0" i="0" u="none" strike="noStrike" cap="none">
                  <a:solidFill>
                    <a:srgbClr val="3F3F3F"/>
                  </a:solidFill>
                  <a:latin typeface="Arial"/>
                  <a:ea typeface="Arial"/>
                  <a:cs typeface="Arial"/>
                  <a:sym typeface="Arial"/>
                </a:endParaRPr>
              </a:p>
            </p:txBody>
          </p:sp>
          <p:sp>
            <p:nvSpPr>
              <p:cNvPr id="350" name="Google Shape;350;p60"/>
              <p:cNvSpPr/>
              <p:nvPr/>
            </p:nvSpPr>
            <p:spPr>
              <a:xfrm>
                <a:off x="10857805" y="6021260"/>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a, 1</a:t>
                </a:r>
                <a:endParaRPr sz="1400" b="0" i="0" u="none" strike="noStrike" cap="none">
                  <a:solidFill>
                    <a:srgbClr val="3F3F3F"/>
                  </a:solidFill>
                  <a:latin typeface="Arial"/>
                  <a:ea typeface="Arial"/>
                  <a:cs typeface="Arial"/>
                  <a:sym typeface="Arial"/>
                </a:endParaRPr>
              </a:p>
            </p:txBody>
          </p:sp>
          <p:sp>
            <p:nvSpPr>
              <p:cNvPr id="351" name="Google Shape;351;p60"/>
              <p:cNvSpPr/>
              <p:nvPr/>
            </p:nvSpPr>
            <p:spPr>
              <a:xfrm>
                <a:off x="10857805" y="6462664"/>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is, 1</a:t>
                </a:r>
                <a:endParaRPr sz="1400" b="0" i="0" u="none" strike="noStrike" cap="none">
                  <a:solidFill>
                    <a:srgbClr val="3F3F3F"/>
                  </a:solidFill>
                  <a:latin typeface="Arial"/>
                  <a:ea typeface="Arial"/>
                  <a:cs typeface="Arial"/>
                  <a:sym typeface="Arial"/>
                </a:endParaRPr>
              </a:p>
            </p:txBody>
          </p:sp>
          <p:sp>
            <p:nvSpPr>
              <p:cNvPr id="352" name="Google Shape;352;p60"/>
              <p:cNvSpPr/>
              <p:nvPr/>
            </p:nvSpPr>
            <p:spPr>
              <a:xfrm>
                <a:off x="10857805" y="6904068"/>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man’s, 1 </a:t>
                </a:r>
                <a:endParaRPr sz="1400" b="0" i="0" u="none" strike="noStrike" cap="none">
                  <a:solidFill>
                    <a:srgbClr val="3F3F3F"/>
                  </a:solidFill>
                  <a:latin typeface="Arial"/>
                  <a:ea typeface="Arial"/>
                  <a:cs typeface="Arial"/>
                  <a:sym typeface="Arial"/>
                </a:endParaRPr>
              </a:p>
            </p:txBody>
          </p:sp>
          <p:sp>
            <p:nvSpPr>
              <p:cNvPr id="353" name="Google Shape;353;p60"/>
              <p:cNvSpPr/>
              <p:nvPr/>
            </p:nvSpPr>
            <p:spPr>
              <a:xfrm>
                <a:off x="10857805" y="7786878"/>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friend, 1</a:t>
                </a:r>
                <a:endParaRPr sz="1400" b="0" i="0" u="none" strike="noStrike" cap="none">
                  <a:solidFill>
                    <a:srgbClr val="3F3F3F"/>
                  </a:solidFill>
                  <a:latin typeface="Arial"/>
                  <a:ea typeface="Arial"/>
                  <a:cs typeface="Arial"/>
                  <a:sym typeface="Arial"/>
                </a:endParaRPr>
              </a:p>
            </p:txBody>
          </p:sp>
          <p:sp>
            <p:nvSpPr>
              <p:cNvPr id="354" name="Google Shape;354;p60"/>
              <p:cNvSpPr/>
              <p:nvPr/>
            </p:nvSpPr>
            <p:spPr>
              <a:xfrm>
                <a:off x="10857805" y="7345472"/>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best, 1</a:t>
                </a:r>
                <a:endParaRPr sz="1400" b="0" i="0" u="none" strike="noStrike" cap="none">
                  <a:solidFill>
                    <a:srgbClr val="3F3F3F"/>
                  </a:solidFill>
                  <a:latin typeface="Arial"/>
                  <a:ea typeface="Arial"/>
                  <a:cs typeface="Arial"/>
                  <a:sym typeface="Arial"/>
                </a:endParaRPr>
              </a:p>
            </p:txBody>
          </p:sp>
        </p:grpSp>
        <p:grpSp>
          <p:nvGrpSpPr>
            <p:cNvPr id="355" name="Google Shape;355;p60"/>
            <p:cNvGrpSpPr/>
            <p:nvPr/>
          </p:nvGrpSpPr>
          <p:grpSpPr>
            <a:xfrm>
              <a:off x="12962560" y="4410877"/>
              <a:ext cx="3113989" cy="3574288"/>
              <a:chOff x="12774992" y="4220920"/>
              <a:chExt cx="3113989" cy="3931717"/>
            </a:xfrm>
          </p:grpSpPr>
          <p:sp>
            <p:nvSpPr>
              <p:cNvPr id="356" name="Google Shape;356;p60"/>
              <p:cNvSpPr/>
              <p:nvPr/>
            </p:nvSpPr>
            <p:spPr>
              <a:xfrm>
                <a:off x="12774992" y="4220921"/>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This, 1</a:t>
                </a:r>
                <a:endParaRPr sz="1400" b="0" i="0" u="none" strike="noStrike" cap="none">
                  <a:solidFill>
                    <a:srgbClr val="3F3F3F"/>
                  </a:solidFill>
                  <a:latin typeface="Arial"/>
                  <a:ea typeface="Arial"/>
                  <a:cs typeface="Arial"/>
                  <a:sym typeface="Arial"/>
                </a:endParaRPr>
              </a:p>
            </p:txBody>
          </p:sp>
          <p:sp>
            <p:nvSpPr>
              <p:cNvPr id="357" name="Google Shape;357;p60"/>
              <p:cNvSpPr/>
              <p:nvPr/>
            </p:nvSpPr>
            <p:spPr>
              <a:xfrm>
                <a:off x="12774992" y="4729293"/>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quick , 1</a:t>
                </a:r>
                <a:endParaRPr sz="1400" b="0" i="0" u="none" strike="noStrike" cap="none">
                  <a:solidFill>
                    <a:srgbClr val="3F3F3F"/>
                  </a:solidFill>
                  <a:latin typeface="Arial"/>
                  <a:ea typeface="Arial"/>
                  <a:cs typeface="Arial"/>
                  <a:sym typeface="Arial"/>
                </a:endParaRPr>
              </a:p>
            </p:txBody>
          </p:sp>
          <p:sp>
            <p:nvSpPr>
              <p:cNvPr id="358" name="Google Shape;358;p60"/>
              <p:cNvSpPr/>
              <p:nvPr/>
            </p:nvSpPr>
            <p:spPr>
              <a:xfrm>
                <a:off x="12774992" y="5441915"/>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brown, 1</a:t>
                </a:r>
                <a:endParaRPr sz="1400" b="0" i="0" u="none" strike="noStrike" cap="none">
                  <a:solidFill>
                    <a:srgbClr val="3F3F3F"/>
                  </a:solidFill>
                  <a:latin typeface="Arial"/>
                  <a:ea typeface="Arial"/>
                  <a:cs typeface="Arial"/>
                  <a:sym typeface="Arial"/>
                </a:endParaRPr>
              </a:p>
            </p:txBody>
          </p:sp>
          <p:sp>
            <p:nvSpPr>
              <p:cNvPr id="359" name="Google Shape;359;p60"/>
              <p:cNvSpPr/>
              <p:nvPr/>
            </p:nvSpPr>
            <p:spPr>
              <a:xfrm>
                <a:off x="12774992" y="6021260"/>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fox, 1 </a:t>
                </a:r>
                <a:endParaRPr sz="1400" b="0" i="0" u="none" strike="noStrike" cap="none">
                  <a:solidFill>
                    <a:srgbClr val="3F3F3F"/>
                  </a:solidFill>
                  <a:latin typeface="Arial"/>
                  <a:ea typeface="Arial"/>
                  <a:cs typeface="Arial"/>
                  <a:sym typeface="Arial"/>
                </a:endParaRPr>
              </a:p>
            </p:txBody>
          </p:sp>
          <p:sp>
            <p:nvSpPr>
              <p:cNvPr id="360" name="Google Shape;360;p60"/>
              <p:cNvSpPr/>
              <p:nvPr/>
            </p:nvSpPr>
            <p:spPr>
              <a:xfrm>
                <a:off x="12774992" y="6462664"/>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jumps, 1</a:t>
                </a:r>
                <a:endParaRPr sz="1400" b="0" i="0" u="none" strike="noStrike" cap="none">
                  <a:solidFill>
                    <a:srgbClr val="3F3F3F"/>
                  </a:solidFill>
                  <a:latin typeface="Arial"/>
                  <a:ea typeface="Arial"/>
                  <a:cs typeface="Arial"/>
                  <a:sym typeface="Arial"/>
                </a:endParaRPr>
              </a:p>
            </p:txBody>
          </p:sp>
          <p:sp>
            <p:nvSpPr>
              <p:cNvPr id="361" name="Google Shape;361;p60"/>
              <p:cNvSpPr/>
              <p:nvPr/>
            </p:nvSpPr>
            <p:spPr>
              <a:xfrm>
                <a:off x="12774992" y="6904068"/>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over, 1</a:t>
                </a:r>
                <a:endParaRPr sz="1400" b="0" i="0" u="none" strike="noStrike" cap="none">
                  <a:solidFill>
                    <a:srgbClr val="3F3F3F"/>
                  </a:solidFill>
                  <a:latin typeface="Arial"/>
                  <a:ea typeface="Arial"/>
                  <a:cs typeface="Arial"/>
                  <a:sym typeface="Arial"/>
                </a:endParaRPr>
              </a:p>
            </p:txBody>
          </p:sp>
          <p:sp>
            <p:nvSpPr>
              <p:cNvPr id="362" name="Google Shape;362;p60"/>
              <p:cNvSpPr/>
              <p:nvPr/>
            </p:nvSpPr>
            <p:spPr>
              <a:xfrm>
                <a:off x="12774992" y="7345472"/>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the, 1</a:t>
                </a:r>
                <a:endParaRPr sz="1400" b="0" i="0" u="none" strike="noStrike" cap="none">
                  <a:solidFill>
                    <a:srgbClr val="3F3F3F"/>
                  </a:solidFill>
                  <a:latin typeface="Arial"/>
                  <a:ea typeface="Arial"/>
                  <a:cs typeface="Arial"/>
                  <a:sym typeface="Arial"/>
                </a:endParaRPr>
              </a:p>
            </p:txBody>
          </p:sp>
          <p:sp>
            <p:nvSpPr>
              <p:cNvPr id="363" name="Google Shape;363;p60"/>
              <p:cNvSpPr/>
              <p:nvPr/>
            </p:nvSpPr>
            <p:spPr>
              <a:xfrm>
                <a:off x="12774992" y="7786877"/>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lazy, 1</a:t>
                </a:r>
                <a:endParaRPr sz="1400" b="0" i="0" u="none" strike="noStrike" cap="none">
                  <a:solidFill>
                    <a:srgbClr val="3F3F3F"/>
                  </a:solidFill>
                  <a:latin typeface="Arial"/>
                  <a:ea typeface="Arial"/>
                  <a:cs typeface="Arial"/>
                  <a:sym typeface="Arial"/>
                </a:endParaRPr>
              </a:p>
            </p:txBody>
          </p:sp>
          <p:sp>
            <p:nvSpPr>
              <p:cNvPr id="364" name="Google Shape;364;p60"/>
              <p:cNvSpPr/>
              <p:nvPr/>
            </p:nvSpPr>
            <p:spPr>
              <a:xfrm>
                <a:off x="14425941" y="4220920"/>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dog, 2</a:t>
                </a:r>
                <a:endParaRPr sz="1400" b="0" i="0" u="none" strike="noStrike" cap="none">
                  <a:solidFill>
                    <a:srgbClr val="3F3F3F"/>
                  </a:solidFill>
                  <a:latin typeface="Arial"/>
                  <a:ea typeface="Arial"/>
                  <a:cs typeface="Arial"/>
                  <a:sym typeface="Arial"/>
                </a:endParaRPr>
              </a:p>
            </p:txBody>
          </p:sp>
          <p:sp>
            <p:nvSpPr>
              <p:cNvPr id="365" name="Google Shape;365;p60"/>
              <p:cNvSpPr/>
              <p:nvPr/>
            </p:nvSpPr>
            <p:spPr>
              <a:xfrm>
                <a:off x="14425941" y="5647302"/>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is, 1</a:t>
                </a:r>
                <a:endParaRPr sz="1400" b="0" i="0" u="none" strike="noStrike" cap="none">
                  <a:solidFill>
                    <a:srgbClr val="3F3F3F"/>
                  </a:solidFill>
                  <a:latin typeface="Arial"/>
                  <a:ea typeface="Arial"/>
                  <a:cs typeface="Arial"/>
                  <a:sym typeface="Arial"/>
                </a:endParaRPr>
              </a:p>
            </p:txBody>
          </p:sp>
          <p:sp>
            <p:nvSpPr>
              <p:cNvPr id="366" name="Google Shape;366;p60"/>
              <p:cNvSpPr/>
              <p:nvPr/>
            </p:nvSpPr>
            <p:spPr>
              <a:xfrm>
                <a:off x="14425941" y="4934111"/>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a, 2</a:t>
                </a:r>
                <a:endParaRPr sz="1400" b="0" i="0" u="none" strike="noStrike" cap="none">
                  <a:solidFill>
                    <a:srgbClr val="3F3F3F"/>
                  </a:solidFill>
                  <a:latin typeface="Arial"/>
                  <a:ea typeface="Arial"/>
                  <a:cs typeface="Arial"/>
                  <a:sym typeface="Arial"/>
                </a:endParaRPr>
              </a:p>
            </p:txBody>
          </p:sp>
          <p:sp>
            <p:nvSpPr>
              <p:cNvPr id="367" name="Google Shape;367;p60"/>
              <p:cNvSpPr/>
              <p:nvPr/>
            </p:nvSpPr>
            <p:spPr>
              <a:xfrm>
                <a:off x="14425941" y="6360493"/>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man’s, 1 </a:t>
                </a:r>
                <a:endParaRPr sz="1400" b="0" i="0" u="none" strike="noStrike" cap="none">
                  <a:solidFill>
                    <a:srgbClr val="3F3F3F"/>
                  </a:solidFill>
                  <a:latin typeface="Arial"/>
                  <a:ea typeface="Arial"/>
                  <a:cs typeface="Arial"/>
                  <a:sym typeface="Arial"/>
                </a:endParaRPr>
              </a:p>
            </p:txBody>
          </p:sp>
          <p:sp>
            <p:nvSpPr>
              <p:cNvPr id="368" name="Google Shape;368;p60"/>
              <p:cNvSpPr/>
              <p:nvPr/>
            </p:nvSpPr>
            <p:spPr>
              <a:xfrm>
                <a:off x="14425941" y="7073684"/>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best, 1</a:t>
                </a:r>
                <a:endParaRPr sz="1400" b="0" i="0" u="none" strike="noStrike" cap="none">
                  <a:solidFill>
                    <a:srgbClr val="3F3F3F"/>
                  </a:solidFill>
                  <a:latin typeface="Arial"/>
                  <a:ea typeface="Arial"/>
                  <a:cs typeface="Arial"/>
                  <a:sym typeface="Arial"/>
                </a:endParaRPr>
              </a:p>
            </p:txBody>
          </p:sp>
          <p:sp>
            <p:nvSpPr>
              <p:cNvPr id="369" name="Google Shape;369;p60"/>
              <p:cNvSpPr/>
              <p:nvPr/>
            </p:nvSpPr>
            <p:spPr>
              <a:xfrm>
                <a:off x="14425941" y="7786876"/>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friend, 1</a:t>
                </a:r>
                <a:endParaRPr sz="1400" b="0" i="0" u="none" strike="noStrike" cap="none">
                  <a:solidFill>
                    <a:srgbClr val="3F3F3F"/>
                  </a:solidFill>
                  <a:latin typeface="Arial"/>
                  <a:ea typeface="Arial"/>
                  <a:cs typeface="Arial"/>
                  <a:sym typeface="Arial"/>
                </a:endParaRPr>
              </a:p>
            </p:txBody>
          </p:sp>
        </p:grpSp>
        <p:grpSp>
          <p:nvGrpSpPr>
            <p:cNvPr id="370" name="Google Shape;370;p60"/>
            <p:cNvGrpSpPr/>
            <p:nvPr/>
          </p:nvGrpSpPr>
          <p:grpSpPr>
            <a:xfrm>
              <a:off x="5808798" y="4443063"/>
              <a:ext cx="3119625" cy="3579293"/>
              <a:chOff x="5621230" y="4252855"/>
              <a:chExt cx="3119625" cy="3937222"/>
            </a:xfrm>
          </p:grpSpPr>
          <p:sp>
            <p:nvSpPr>
              <p:cNvPr id="371" name="Google Shape;371;p60"/>
              <p:cNvSpPr/>
              <p:nvPr/>
            </p:nvSpPr>
            <p:spPr>
              <a:xfrm>
                <a:off x="5621230" y="4255638"/>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This, 1</a:t>
                </a:r>
                <a:endParaRPr sz="1400" b="0" i="0" u="none" strike="noStrike" cap="none">
                  <a:solidFill>
                    <a:srgbClr val="3F3F3F"/>
                  </a:solidFill>
                  <a:latin typeface="Arial"/>
                  <a:ea typeface="Arial"/>
                  <a:cs typeface="Arial"/>
                  <a:sym typeface="Arial"/>
                </a:endParaRPr>
              </a:p>
            </p:txBody>
          </p:sp>
          <p:sp>
            <p:nvSpPr>
              <p:cNvPr id="372" name="Google Shape;372;p60"/>
              <p:cNvSpPr/>
              <p:nvPr/>
            </p:nvSpPr>
            <p:spPr>
              <a:xfrm>
                <a:off x="5621230" y="4701723"/>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quick , 1</a:t>
                </a:r>
                <a:endParaRPr sz="1400" b="0" i="0" u="none" strike="noStrike" cap="none">
                  <a:solidFill>
                    <a:srgbClr val="3F3F3F"/>
                  </a:solidFill>
                  <a:latin typeface="Arial"/>
                  <a:ea typeface="Arial"/>
                  <a:cs typeface="Arial"/>
                  <a:sym typeface="Arial"/>
                </a:endParaRPr>
              </a:p>
            </p:txBody>
          </p:sp>
          <p:sp>
            <p:nvSpPr>
              <p:cNvPr id="373" name="Google Shape;373;p60"/>
              <p:cNvSpPr/>
              <p:nvPr/>
            </p:nvSpPr>
            <p:spPr>
              <a:xfrm>
                <a:off x="5621230" y="5147808"/>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brown, 1</a:t>
                </a:r>
                <a:endParaRPr sz="1400" b="0" i="0" u="none" strike="noStrike" cap="none">
                  <a:solidFill>
                    <a:srgbClr val="3F3F3F"/>
                  </a:solidFill>
                  <a:latin typeface="Arial"/>
                  <a:ea typeface="Arial"/>
                  <a:cs typeface="Arial"/>
                  <a:sym typeface="Arial"/>
                </a:endParaRPr>
              </a:p>
            </p:txBody>
          </p:sp>
          <p:sp>
            <p:nvSpPr>
              <p:cNvPr id="374" name="Google Shape;374;p60"/>
              <p:cNvSpPr/>
              <p:nvPr/>
            </p:nvSpPr>
            <p:spPr>
              <a:xfrm>
                <a:off x="5621230" y="5593893"/>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fox, 1 </a:t>
                </a:r>
                <a:endParaRPr sz="1400" b="0" i="0" u="none" strike="noStrike" cap="none">
                  <a:solidFill>
                    <a:srgbClr val="3F3F3F"/>
                  </a:solidFill>
                  <a:latin typeface="Arial"/>
                  <a:ea typeface="Arial"/>
                  <a:cs typeface="Arial"/>
                  <a:sym typeface="Arial"/>
                </a:endParaRPr>
              </a:p>
            </p:txBody>
          </p:sp>
          <p:sp>
            <p:nvSpPr>
              <p:cNvPr id="375" name="Google Shape;375;p60"/>
              <p:cNvSpPr/>
              <p:nvPr/>
            </p:nvSpPr>
            <p:spPr>
              <a:xfrm>
                <a:off x="5621230" y="6039978"/>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jumps, 1</a:t>
                </a:r>
                <a:endParaRPr sz="1400" b="0" i="0" u="none" strike="noStrike" cap="none">
                  <a:solidFill>
                    <a:srgbClr val="3F3F3F"/>
                  </a:solidFill>
                  <a:latin typeface="Arial"/>
                  <a:ea typeface="Arial"/>
                  <a:cs typeface="Arial"/>
                  <a:sym typeface="Arial"/>
                </a:endParaRPr>
              </a:p>
            </p:txBody>
          </p:sp>
          <p:sp>
            <p:nvSpPr>
              <p:cNvPr id="376" name="Google Shape;376;p60"/>
              <p:cNvSpPr/>
              <p:nvPr/>
            </p:nvSpPr>
            <p:spPr>
              <a:xfrm>
                <a:off x="5621230" y="6486063"/>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over, 1</a:t>
                </a:r>
                <a:endParaRPr sz="1400" b="0" i="0" u="none" strike="noStrike" cap="none">
                  <a:solidFill>
                    <a:srgbClr val="3F3F3F"/>
                  </a:solidFill>
                  <a:latin typeface="Arial"/>
                  <a:ea typeface="Arial"/>
                  <a:cs typeface="Arial"/>
                  <a:sym typeface="Arial"/>
                </a:endParaRPr>
              </a:p>
            </p:txBody>
          </p:sp>
          <p:sp>
            <p:nvSpPr>
              <p:cNvPr id="377" name="Google Shape;377;p60"/>
              <p:cNvSpPr/>
              <p:nvPr/>
            </p:nvSpPr>
            <p:spPr>
              <a:xfrm>
                <a:off x="5621230" y="6932148"/>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the, 1</a:t>
                </a:r>
                <a:endParaRPr sz="1400" b="0" i="0" u="none" strike="noStrike" cap="none">
                  <a:solidFill>
                    <a:srgbClr val="3F3F3F"/>
                  </a:solidFill>
                  <a:latin typeface="Arial"/>
                  <a:ea typeface="Arial"/>
                  <a:cs typeface="Arial"/>
                  <a:sym typeface="Arial"/>
                </a:endParaRPr>
              </a:p>
            </p:txBody>
          </p:sp>
          <p:sp>
            <p:nvSpPr>
              <p:cNvPr id="378" name="Google Shape;378;p60"/>
              <p:cNvSpPr/>
              <p:nvPr/>
            </p:nvSpPr>
            <p:spPr>
              <a:xfrm>
                <a:off x="5621230" y="7378233"/>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lazy, 1</a:t>
                </a:r>
                <a:endParaRPr sz="1400" b="0" i="0" u="none" strike="noStrike" cap="none">
                  <a:solidFill>
                    <a:srgbClr val="3F3F3F"/>
                  </a:solidFill>
                  <a:latin typeface="Arial"/>
                  <a:ea typeface="Arial"/>
                  <a:cs typeface="Arial"/>
                  <a:sym typeface="Arial"/>
                </a:endParaRPr>
              </a:p>
            </p:txBody>
          </p:sp>
          <p:sp>
            <p:nvSpPr>
              <p:cNvPr id="379" name="Google Shape;379;p60"/>
              <p:cNvSpPr/>
              <p:nvPr/>
            </p:nvSpPr>
            <p:spPr>
              <a:xfrm>
                <a:off x="5621230" y="7824317"/>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dog, 1</a:t>
                </a:r>
                <a:endParaRPr sz="1400" b="0" i="0" u="none" strike="noStrike" cap="none">
                  <a:solidFill>
                    <a:srgbClr val="3F3F3F"/>
                  </a:solidFill>
                  <a:latin typeface="Arial"/>
                  <a:ea typeface="Arial"/>
                  <a:cs typeface="Arial"/>
                  <a:sym typeface="Arial"/>
                </a:endParaRPr>
              </a:p>
            </p:txBody>
          </p:sp>
          <p:sp>
            <p:nvSpPr>
              <p:cNvPr id="380" name="Google Shape;380;p60"/>
              <p:cNvSpPr/>
              <p:nvPr/>
            </p:nvSpPr>
            <p:spPr>
              <a:xfrm>
                <a:off x="7277815" y="4252855"/>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A, 1</a:t>
                </a:r>
                <a:endParaRPr sz="1400" b="0" i="0" u="none" strike="noStrike" cap="none">
                  <a:solidFill>
                    <a:srgbClr val="3F3F3F"/>
                  </a:solidFill>
                  <a:latin typeface="Arial"/>
                  <a:ea typeface="Arial"/>
                  <a:cs typeface="Arial"/>
                  <a:sym typeface="Arial"/>
                </a:endParaRPr>
              </a:p>
            </p:txBody>
          </p:sp>
          <p:sp>
            <p:nvSpPr>
              <p:cNvPr id="381" name="Google Shape;381;p60"/>
              <p:cNvSpPr/>
              <p:nvPr/>
            </p:nvSpPr>
            <p:spPr>
              <a:xfrm>
                <a:off x="7277815" y="4847385"/>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dog, 1</a:t>
                </a:r>
                <a:endParaRPr sz="1400" b="0" i="0" u="none" strike="noStrike" cap="none">
                  <a:solidFill>
                    <a:srgbClr val="3F3F3F"/>
                  </a:solidFill>
                  <a:latin typeface="Arial"/>
                  <a:ea typeface="Arial"/>
                  <a:cs typeface="Arial"/>
                  <a:sym typeface="Arial"/>
                </a:endParaRPr>
              </a:p>
            </p:txBody>
          </p:sp>
          <p:sp>
            <p:nvSpPr>
              <p:cNvPr id="382" name="Google Shape;382;p60"/>
              <p:cNvSpPr/>
              <p:nvPr/>
            </p:nvSpPr>
            <p:spPr>
              <a:xfrm>
                <a:off x="7277815" y="5441915"/>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is, 1</a:t>
                </a:r>
                <a:endParaRPr sz="1400" b="0" i="0" u="none" strike="noStrike" cap="none">
                  <a:solidFill>
                    <a:srgbClr val="3F3F3F"/>
                  </a:solidFill>
                  <a:latin typeface="Arial"/>
                  <a:ea typeface="Arial"/>
                  <a:cs typeface="Arial"/>
                  <a:sym typeface="Arial"/>
                </a:endParaRPr>
              </a:p>
            </p:txBody>
          </p:sp>
          <p:sp>
            <p:nvSpPr>
              <p:cNvPr id="383" name="Google Shape;383;p60"/>
              <p:cNvSpPr/>
              <p:nvPr/>
            </p:nvSpPr>
            <p:spPr>
              <a:xfrm>
                <a:off x="7277815" y="6036445"/>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a, 1</a:t>
                </a:r>
                <a:endParaRPr sz="1400" b="0" i="0" u="none" strike="noStrike" cap="none">
                  <a:solidFill>
                    <a:srgbClr val="3F3F3F"/>
                  </a:solidFill>
                  <a:latin typeface="Arial"/>
                  <a:ea typeface="Arial"/>
                  <a:cs typeface="Arial"/>
                  <a:sym typeface="Arial"/>
                </a:endParaRPr>
              </a:p>
            </p:txBody>
          </p:sp>
          <p:sp>
            <p:nvSpPr>
              <p:cNvPr id="384" name="Google Shape;384;p60"/>
              <p:cNvSpPr/>
              <p:nvPr/>
            </p:nvSpPr>
            <p:spPr>
              <a:xfrm>
                <a:off x="7277815" y="6630975"/>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man’s, 1 </a:t>
                </a:r>
                <a:endParaRPr sz="1400" b="0" i="0" u="none" strike="noStrike" cap="none">
                  <a:solidFill>
                    <a:srgbClr val="3F3F3F"/>
                  </a:solidFill>
                  <a:latin typeface="Arial"/>
                  <a:ea typeface="Arial"/>
                  <a:cs typeface="Arial"/>
                  <a:sym typeface="Arial"/>
                </a:endParaRPr>
              </a:p>
            </p:txBody>
          </p:sp>
          <p:sp>
            <p:nvSpPr>
              <p:cNvPr id="385" name="Google Shape;385;p60"/>
              <p:cNvSpPr/>
              <p:nvPr/>
            </p:nvSpPr>
            <p:spPr>
              <a:xfrm>
                <a:off x="7277815" y="7225505"/>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best, 1</a:t>
                </a:r>
                <a:endParaRPr sz="1400" b="0" i="0" u="none" strike="noStrike" cap="none">
                  <a:solidFill>
                    <a:srgbClr val="3F3F3F"/>
                  </a:solidFill>
                  <a:latin typeface="Arial"/>
                  <a:ea typeface="Arial"/>
                  <a:cs typeface="Arial"/>
                  <a:sym typeface="Arial"/>
                </a:endParaRPr>
              </a:p>
            </p:txBody>
          </p:sp>
          <p:sp>
            <p:nvSpPr>
              <p:cNvPr id="386" name="Google Shape;386;p60"/>
              <p:cNvSpPr/>
              <p:nvPr/>
            </p:nvSpPr>
            <p:spPr>
              <a:xfrm>
                <a:off x="7277815" y="7820032"/>
                <a:ext cx="1463040" cy="365760"/>
              </a:xfrm>
              <a:prstGeom prst="roundRect">
                <a:avLst>
                  <a:gd name="adj" fmla="val 16667"/>
                </a:avLst>
              </a:prstGeom>
              <a:solidFill>
                <a:srgbClr val="9CC2E5"/>
              </a:solidFill>
              <a:ln w="25400" cap="flat" cmpd="sng">
                <a:solidFill>
                  <a:srgbClr val="2E75B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friend, 1</a:t>
                </a:r>
                <a:endParaRPr sz="1400" b="0" i="0" u="none" strike="noStrike" cap="none">
                  <a:solidFill>
                    <a:srgbClr val="3F3F3F"/>
                  </a:solidFill>
                  <a:latin typeface="Arial"/>
                  <a:ea typeface="Arial"/>
                  <a:cs typeface="Arial"/>
                  <a:sym typeface="Arial"/>
                </a:endParaRPr>
              </a:p>
            </p:txBody>
          </p:sp>
        </p:grpSp>
        <p:grpSp>
          <p:nvGrpSpPr>
            <p:cNvPr id="387" name="Google Shape;387;p60"/>
            <p:cNvGrpSpPr/>
            <p:nvPr/>
          </p:nvGrpSpPr>
          <p:grpSpPr>
            <a:xfrm>
              <a:off x="4021557" y="7251378"/>
              <a:ext cx="4130209" cy="1212966"/>
              <a:chOff x="4121328" y="6153537"/>
              <a:chExt cx="4130209" cy="2718112"/>
            </a:xfrm>
          </p:grpSpPr>
          <p:cxnSp>
            <p:nvCxnSpPr>
              <p:cNvPr id="388" name="Google Shape;388;p60"/>
              <p:cNvCxnSpPr>
                <a:cxnSpLocks/>
              </p:cNvCxnSpPr>
              <p:nvPr/>
            </p:nvCxnSpPr>
            <p:spPr>
              <a:xfrm>
                <a:off x="4121422" y="6153537"/>
                <a:ext cx="0" cy="2713972"/>
              </a:xfrm>
              <a:prstGeom prst="straightConnector1">
                <a:avLst/>
              </a:prstGeom>
              <a:noFill/>
              <a:ln w="9525" cap="flat" cmpd="sng">
                <a:solidFill>
                  <a:srgbClr val="2E75B5"/>
                </a:solidFill>
                <a:prstDash val="solid"/>
                <a:round/>
                <a:headEnd type="none" w="sm" len="sm"/>
                <a:tailEnd type="none" w="sm" len="sm"/>
              </a:ln>
            </p:spPr>
          </p:cxnSp>
          <p:cxnSp>
            <p:nvCxnSpPr>
              <p:cNvPr id="389" name="Google Shape;389;p60"/>
              <p:cNvCxnSpPr/>
              <p:nvPr/>
            </p:nvCxnSpPr>
            <p:spPr>
              <a:xfrm>
                <a:off x="8251171" y="8139039"/>
                <a:ext cx="0" cy="732610"/>
              </a:xfrm>
              <a:prstGeom prst="straightConnector1">
                <a:avLst/>
              </a:prstGeom>
              <a:noFill/>
              <a:ln w="9525" cap="flat" cmpd="sng">
                <a:solidFill>
                  <a:srgbClr val="2E75B5"/>
                </a:solidFill>
                <a:prstDash val="solid"/>
                <a:round/>
                <a:headEnd type="stealth" w="med" len="med"/>
                <a:tailEnd type="none" w="sm" len="sm"/>
              </a:ln>
            </p:spPr>
          </p:cxnSp>
          <p:cxnSp>
            <p:nvCxnSpPr>
              <p:cNvPr id="390" name="Google Shape;390;p60"/>
              <p:cNvCxnSpPr/>
              <p:nvPr/>
            </p:nvCxnSpPr>
            <p:spPr>
              <a:xfrm>
                <a:off x="4121328" y="8867453"/>
                <a:ext cx="4130209" cy="707"/>
              </a:xfrm>
              <a:prstGeom prst="straightConnector1">
                <a:avLst/>
              </a:prstGeom>
              <a:noFill/>
              <a:ln w="9525" cap="flat" cmpd="sng">
                <a:solidFill>
                  <a:srgbClr val="2E75B5"/>
                </a:solidFill>
                <a:prstDash val="solid"/>
                <a:round/>
                <a:headEnd type="none" w="sm" len="sm"/>
                <a:tailEnd type="none" w="sm" len="sm"/>
              </a:ln>
            </p:spPr>
          </p:cxnSp>
        </p:grpSp>
        <p:cxnSp>
          <p:nvCxnSpPr>
            <p:cNvPr id="391" name="Google Shape;391;p60"/>
            <p:cNvCxnSpPr/>
            <p:nvPr/>
          </p:nvCxnSpPr>
          <p:spPr>
            <a:xfrm>
              <a:off x="5626430" y="4726121"/>
              <a:ext cx="0" cy="334119"/>
            </a:xfrm>
            <a:prstGeom prst="straightConnector1">
              <a:avLst/>
            </a:prstGeom>
            <a:solidFill>
              <a:srgbClr val="9CC2E5"/>
            </a:solidFill>
            <a:ln w="9525" cap="flat" cmpd="sng">
              <a:solidFill>
                <a:srgbClr val="2E75B5"/>
              </a:solidFill>
              <a:prstDash val="solid"/>
              <a:round/>
              <a:headEnd type="stealth" w="med" len="med"/>
              <a:tailEnd type="none" w="sm" len="sm"/>
            </a:ln>
          </p:spPr>
        </p:cxnSp>
        <p:cxnSp>
          <p:nvCxnSpPr>
            <p:cNvPr id="392" name="Google Shape;392;p60"/>
            <p:cNvCxnSpPr/>
            <p:nvPr/>
          </p:nvCxnSpPr>
          <p:spPr>
            <a:xfrm flipH="1">
              <a:off x="2709729" y="4858629"/>
              <a:ext cx="484484" cy="1"/>
            </a:xfrm>
            <a:prstGeom prst="straightConnector1">
              <a:avLst/>
            </a:prstGeom>
            <a:solidFill>
              <a:srgbClr val="9CC2E5"/>
            </a:solidFill>
            <a:ln w="9525" cap="flat" cmpd="sng">
              <a:solidFill>
                <a:srgbClr val="2E75B5"/>
              </a:solidFill>
              <a:prstDash val="solid"/>
              <a:round/>
              <a:headEnd type="stealth" w="med" len="med"/>
              <a:tailEnd type="none" w="sm" len="sm"/>
            </a:ln>
          </p:spPr>
        </p:cxnSp>
        <p:cxnSp>
          <p:nvCxnSpPr>
            <p:cNvPr id="393" name="Google Shape;393;p60"/>
            <p:cNvCxnSpPr/>
            <p:nvPr/>
          </p:nvCxnSpPr>
          <p:spPr>
            <a:xfrm rot="10800000">
              <a:off x="2709729" y="6476205"/>
              <a:ext cx="484484" cy="0"/>
            </a:xfrm>
            <a:prstGeom prst="straightConnector1">
              <a:avLst/>
            </a:prstGeom>
            <a:solidFill>
              <a:srgbClr val="9CC2E5"/>
            </a:solidFill>
            <a:ln w="9525" cap="flat" cmpd="sng">
              <a:solidFill>
                <a:srgbClr val="2E75B5"/>
              </a:solidFill>
              <a:prstDash val="solid"/>
              <a:round/>
              <a:headEnd type="stealth" w="med" len="med"/>
              <a:tailEnd type="none" w="sm" len="sm"/>
            </a:ln>
          </p:spPr>
        </p:cxnSp>
        <p:cxnSp>
          <p:nvCxnSpPr>
            <p:cNvPr id="394" name="Google Shape;394;p60"/>
            <p:cNvCxnSpPr/>
            <p:nvPr/>
          </p:nvCxnSpPr>
          <p:spPr>
            <a:xfrm>
              <a:off x="12755824" y="6063509"/>
              <a:ext cx="0" cy="334119"/>
            </a:xfrm>
            <a:prstGeom prst="straightConnector1">
              <a:avLst/>
            </a:prstGeom>
            <a:solidFill>
              <a:srgbClr val="9CC2E5"/>
            </a:solidFill>
            <a:ln w="9525" cap="flat" cmpd="sng">
              <a:solidFill>
                <a:srgbClr val="2E75B5"/>
              </a:solidFill>
              <a:prstDash val="solid"/>
              <a:round/>
              <a:headEnd type="stealth" w="med" len="med"/>
              <a:tailEnd type="none" w="sm" len="sm"/>
            </a:ln>
          </p:spPr>
        </p:cxnSp>
        <p:cxnSp>
          <p:nvCxnSpPr>
            <p:cNvPr id="395" name="Google Shape;395;p60"/>
            <p:cNvCxnSpPr/>
            <p:nvPr/>
          </p:nvCxnSpPr>
          <p:spPr>
            <a:xfrm>
              <a:off x="9159974" y="6048324"/>
              <a:ext cx="0" cy="334119"/>
            </a:xfrm>
            <a:prstGeom prst="straightConnector1">
              <a:avLst/>
            </a:prstGeom>
            <a:solidFill>
              <a:srgbClr val="9CC2E5"/>
            </a:solidFill>
            <a:ln w="9525" cap="flat" cmpd="sng">
              <a:solidFill>
                <a:srgbClr val="2E75B5"/>
              </a:solidFill>
              <a:prstDash val="solid"/>
              <a:round/>
              <a:headEnd type="stealth" w="med" len="med"/>
              <a:tailEnd type="none" w="sm" len="sm"/>
            </a:ln>
          </p:spPr>
        </p:cxnSp>
      </p:grpSp>
      <p:sp>
        <p:nvSpPr>
          <p:cNvPr id="397" name="Google Shape;397;p60"/>
          <p:cNvSpPr txBox="1"/>
          <p:nvPr/>
        </p:nvSpPr>
        <p:spPr>
          <a:xfrm>
            <a:off x="4060825" y="1447411"/>
            <a:ext cx="8134350" cy="430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The overall MapReduce word count process is shown below:</a:t>
            </a:r>
            <a:endParaRPr/>
          </a:p>
        </p:txBody>
      </p:sp>
      <p:sp>
        <p:nvSpPr>
          <p:cNvPr id="3" name="Brandline_LVC">
            <a:extLst>
              <a:ext uri="{FF2B5EF4-FFF2-40B4-BE49-F238E27FC236}">
                <a16:creationId xmlns:a16="http://schemas.microsoft.com/office/drawing/2014/main" id="{895ED55A-E4D9-65C9-1618-623F092399B1}"/>
              </a:ext>
            </a:extLst>
          </p:cNvPr>
          <p:cNvSpPr/>
          <p:nvPr/>
        </p:nvSpPr>
        <p:spPr>
          <a:xfrm>
            <a:off x="4394200" y="816324"/>
            <a:ext cx="747522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61"/>
          <p:cNvSpPr txBox="1">
            <a:spLocks noGrp="1"/>
          </p:cNvSpPr>
          <p:nvPr>
            <p:ph type="body" idx="10"/>
          </p:nvPr>
        </p:nvSpPr>
        <p:spPr>
          <a:xfrm>
            <a:off x="0" y="4114800"/>
            <a:ext cx="16256001" cy="914400"/>
          </a:xfrm>
          <a:noFill/>
          <a:ln>
            <a:noFill/>
          </a:ln>
        </p:spPr>
        <p:txBody>
          <a:bodyPr spcFirstLastPara="1" wrap="square" lIns="91425" tIns="91425" rIns="91425" bIns="91425" anchor="ctr" anchorCtr="0">
            <a:noAutofit/>
          </a:bodyPr>
          <a:lstStyle/>
          <a:p>
            <a:pPr lvl="0"/>
            <a:r>
              <a:rPr lang="en-US"/>
              <a:t>Case Study: Flipkart Dodged WannaCry Ransomware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6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Font typeface="Arial"/>
              <a:buNone/>
            </a:pPr>
            <a:r>
              <a:rPr lang="en-US" dirty="0"/>
              <a:t>Case Study: Flipkart Dodged WannaCry Ransomware</a:t>
            </a:r>
            <a:endParaRPr dirty="0"/>
          </a:p>
        </p:txBody>
      </p:sp>
      <p:sp>
        <p:nvSpPr>
          <p:cNvPr id="408" name="Google Shape;408;p62"/>
          <p:cNvSpPr/>
          <p:nvPr/>
        </p:nvSpPr>
        <p:spPr>
          <a:xfrm>
            <a:off x="1711845" y="1434690"/>
            <a:ext cx="13426140" cy="1272988"/>
          </a:xfrm>
          <a:prstGeom prst="roundRect">
            <a:avLst>
              <a:gd name="adj" fmla="val 16667"/>
            </a:avLst>
          </a:prstGeom>
          <a:noFill/>
          <a:ln w="25400" cap="flat" cmpd="sng">
            <a:solidFill>
              <a:srgbClr val="BBD6E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r>
              <a:rPr lang="en-US" sz="2200" b="0" i="0" u="none" strike="noStrike" cap="none" dirty="0">
                <a:solidFill>
                  <a:schemeClr val="dk1"/>
                </a:solidFill>
                <a:latin typeface="Open Sans"/>
                <a:ea typeface="Open Sans"/>
                <a:cs typeface="Open Sans"/>
                <a:sym typeface="Open Sans"/>
              </a:rPr>
              <a:t>Ransomware caused a stir by infiltrating Windows systems and encrypting data. To recover the data, the owner or organization was forced to pay a ransom in Bitcoin.</a:t>
            </a:r>
            <a:endParaRPr dirty="0"/>
          </a:p>
        </p:txBody>
      </p:sp>
      <p:pic>
        <p:nvPicPr>
          <p:cNvPr id="410" name="Google Shape;410;p62"/>
          <p:cNvPicPr preferRelativeResize="0"/>
          <p:nvPr/>
        </p:nvPicPr>
        <p:blipFill rotWithShape="1">
          <a:blip r:embed="rId3">
            <a:alphaModFix/>
          </a:blip>
          <a:srcRect/>
          <a:stretch/>
        </p:blipFill>
        <p:spPr>
          <a:xfrm>
            <a:off x="3924444" y="3829050"/>
            <a:ext cx="8407113" cy="3450635"/>
          </a:xfrm>
          <a:prstGeom prst="rect">
            <a:avLst/>
          </a:prstGeom>
          <a:noFill/>
          <a:ln>
            <a:noFill/>
          </a:ln>
        </p:spPr>
      </p:pic>
      <p:sp>
        <p:nvSpPr>
          <p:cNvPr id="3" name="Brandline_LVC">
            <a:extLst>
              <a:ext uri="{FF2B5EF4-FFF2-40B4-BE49-F238E27FC236}">
                <a16:creationId xmlns:a16="http://schemas.microsoft.com/office/drawing/2014/main" id="{82F93E1C-E863-6C99-7943-8E1C63CAAF73}"/>
              </a:ext>
            </a:extLst>
          </p:cNvPr>
          <p:cNvSpPr/>
          <p:nvPr/>
        </p:nvSpPr>
        <p:spPr>
          <a:xfrm>
            <a:off x="2324100" y="816324"/>
            <a:ext cx="1160272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63"/>
          <p:cNvSpPr/>
          <p:nvPr/>
        </p:nvSpPr>
        <p:spPr>
          <a:xfrm>
            <a:off x="1414930" y="1493815"/>
            <a:ext cx="13426140" cy="1554186"/>
          </a:xfrm>
          <a:prstGeom prst="roundRect">
            <a:avLst>
              <a:gd name="adj" fmla="val 16667"/>
            </a:avLst>
          </a:prstGeom>
          <a:solidFill>
            <a:schemeClr val="lt1"/>
          </a:solidFill>
          <a:ln w="25400" cap="flat" cmpd="sng">
            <a:solidFill>
              <a:srgbClr val="BBD6E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r>
              <a:rPr lang="en-US" sz="2200" b="0" i="0" u="none" strike="noStrike" cap="none" dirty="0">
                <a:solidFill>
                  <a:schemeClr val="tx1">
                    <a:lumMod val="75000"/>
                    <a:lumOff val="25000"/>
                  </a:schemeClr>
                </a:solidFill>
                <a:latin typeface="Open Sans"/>
                <a:ea typeface="Open Sans"/>
                <a:cs typeface="Open Sans"/>
                <a:sym typeface="Open Sans"/>
              </a:rPr>
              <a:t>The WannaCry ransomware was rapidly spreading across systems in 2018, particularly on </a:t>
            </a:r>
            <a:br>
              <a:rPr lang="en-US" sz="2200" b="0" i="0" u="none" strike="noStrike" cap="none" dirty="0">
                <a:solidFill>
                  <a:schemeClr val="tx1">
                    <a:lumMod val="75000"/>
                    <a:lumOff val="25000"/>
                  </a:schemeClr>
                </a:solidFill>
                <a:latin typeface="Open Sans"/>
                <a:ea typeface="Open Sans"/>
                <a:cs typeface="Open Sans"/>
                <a:sym typeface="Open Sans"/>
              </a:rPr>
            </a:br>
            <a:r>
              <a:rPr lang="en-US" sz="2200" b="0" i="0" u="none" strike="noStrike" cap="none" dirty="0">
                <a:solidFill>
                  <a:schemeClr val="tx1">
                    <a:lumMod val="75000"/>
                    <a:lumOff val="25000"/>
                  </a:schemeClr>
                </a:solidFill>
                <a:latin typeface="Open Sans"/>
                <a:ea typeface="Open Sans"/>
                <a:cs typeface="Open Sans"/>
                <a:sym typeface="Open Sans"/>
              </a:rPr>
              <a:t>Windows-based OS. Flipkart (backed by Walmart) ran 90 percent of its servers on Windows, increasing the probability of an attack. </a:t>
            </a:r>
            <a:endParaRPr sz="2200" b="0" i="0" u="none" strike="noStrike" cap="none" dirty="0">
              <a:solidFill>
                <a:schemeClr val="tx1">
                  <a:lumMod val="75000"/>
                  <a:lumOff val="25000"/>
                </a:schemeClr>
              </a:solidFill>
              <a:latin typeface="Open Sans"/>
              <a:ea typeface="Open Sans"/>
              <a:cs typeface="Open Sans"/>
              <a:sym typeface="Open Sans"/>
            </a:endParaRPr>
          </a:p>
        </p:txBody>
      </p:sp>
      <p:sp>
        <p:nvSpPr>
          <p:cNvPr id="416" name="Google Shape;416;p6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Font typeface="Arial"/>
              <a:buNone/>
            </a:pPr>
            <a:r>
              <a:rPr lang="en-US"/>
              <a:t>Case Study: Flipkart Dodged WannaCry Ransomware</a:t>
            </a:r>
            <a:endParaRPr/>
          </a:p>
        </p:txBody>
      </p:sp>
      <p:pic>
        <p:nvPicPr>
          <p:cNvPr id="4" name="Google Shape;410;p62">
            <a:extLst>
              <a:ext uri="{FF2B5EF4-FFF2-40B4-BE49-F238E27FC236}">
                <a16:creationId xmlns:a16="http://schemas.microsoft.com/office/drawing/2014/main" id="{BCB7DD99-3CB1-1C36-765F-711DBD29A480}"/>
              </a:ext>
            </a:extLst>
          </p:cNvPr>
          <p:cNvPicPr preferRelativeResize="0"/>
          <p:nvPr/>
        </p:nvPicPr>
        <p:blipFill rotWithShape="1">
          <a:blip r:embed="rId3">
            <a:alphaModFix/>
          </a:blip>
          <a:srcRect/>
          <a:stretch/>
        </p:blipFill>
        <p:spPr>
          <a:xfrm>
            <a:off x="3924444" y="3829050"/>
            <a:ext cx="8407113" cy="3450635"/>
          </a:xfrm>
          <a:prstGeom prst="rect">
            <a:avLst/>
          </a:prstGeom>
          <a:noFill/>
          <a:ln>
            <a:noFill/>
          </a:ln>
        </p:spPr>
      </p:pic>
      <p:sp>
        <p:nvSpPr>
          <p:cNvPr id="3" name="Brandline_LVC">
            <a:extLst>
              <a:ext uri="{FF2B5EF4-FFF2-40B4-BE49-F238E27FC236}">
                <a16:creationId xmlns:a16="http://schemas.microsoft.com/office/drawing/2014/main" id="{AD2371BD-898B-5ACC-CE91-3ECC3823A52B}"/>
              </a:ext>
            </a:extLst>
          </p:cNvPr>
          <p:cNvSpPr/>
          <p:nvPr/>
        </p:nvSpPr>
        <p:spPr>
          <a:xfrm>
            <a:off x="2324100" y="816324"/>
            <a:ext cx="1160272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64"/>
          <p:cNvSpPr/>
          <p:nvPr/>
        </p:nvSpPr>
        <p:spPr>
          <a:xfrm>
            <a:off x="7781365" y="2609850"/>
            <a:ext cx="7727574" cy="4876800"/>
          </a:xfrm>
          <a:prstGeom prst="roundRect">
            <a:avLst>
              <a:gd name="adj" fmla="val 7667"/>
            </a:avLst>
          </a:prstGeom>
          <a:solidFill>
            <a:schemeClr val="lt1"/>
          </a:solidFill>
          <a:ln w="25400" cap="flat" cmpd="sng">
            <a:solidFill>
              <a:srgbClr val="BBD6EE"/>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dirty="0">
              <a:solidFill>
                <a:srgbClr val="3F3F3F"/>
              </a:solidFill>
              <a:latin typeface="Open Sans"/>
              <a:ea typeface="Open Sans"/>
              <a:cs typeface="Open Sans"/>
              <a:sym typeface="Open Sans"/>
            </a:endParaRPr>
          </a:p>
          <a:p>
            <a:pPr marL="342900" marR="0" lvl="0" indent="-342900" algn="l" rtl="0">
              <a:lnSpc>
                <a:spcPct val="115000"/>
              </a:lnSpc>
              <a:spcBef>
                <a:spcPts val="0"/>
              </a:spcBef>
              <a:spcAft>
                <a:spcPts val="0"/>
              </a:spcAft>
              <a:buClr>
                <a:srgbClr val="000000"/>
              </a:buClr>
              <a:buSzPts val="2200"/>
              <a:buFont typeface="Arial"/>
              <a:buChar char="•"/>
            </a:pPr>
            <a:r>
              <a:rPr lang="en-US" sz="2200" b="0" i="0" u="none" strike="noStrike" cap="none" dirty="0">
                <a:solidFill>
                  <a:srgbClr val="3F3F3F"/>
                </a:solidFill>
                <a:latin typeface="Open Sans"/>
                <a:ea typeface="Open Sans"/>
                <a:cs typeface="Open Sans"/>
                <a:sym typeface="Open Sans"/>
              </a:rPr>
              <a:t>Flipkart managed to acquire a security patch from Microsoft to fix the vulnerabilities. However, the main issue was how and when to apply the patch to the systems.</a:t>
            </a:r>
            <a:endParaRPr dirty="0"/>
          </a:p>
          <a:p>
            <a:pPr marL="342900" marR="0" lvl="0" indent="-203200" algn="l" rtl="0">
              <a:lnSpc>
                <a:spcPct val="115000"/>
              </a:lnSpc>
              <a:spcBef>
                <a:spcPts val="0"/>
              </a:spcBef>
              <a:spcAft>
                <a:spcPts val="0"/>
              </a:spcAft>
              <a:buClr>
                <a:srgbClr val="000000"/>
              </a:buClr>
              <a:buSzPts val="2200"/>
              <a:buFont typeface="Arial"/>
              <a:buNone/>
            </a:pPr>
            <a:endParaRPr sz="2200" b="0" i="0" u="none" strike="noStrike" cap="none" dirty="0">
              <a:solidFill>
                <a:srgbClr val="3F3F3F"/>
              </a:solidFill>
              <a:latin typeface="Open Sans"/>
              <a:ea typeface="Open Sans"/>
              <a:cs typeface="Open Sans"/>
              <a:sym typeface="Open Sans"/>
            </a:endParaRPr>
          </a:p>
          <a:p>
            <a:pPr marL="342900" marR="0" lvl="0" indent="-342900" algn="l" rtl="0">
              <a:lnSpc>
                <a:spcPct val="115000"/>
              </a:lnSpc>
              <a:spcBef>
                <a:spcPts val="0"/>
              </a:spcBef>
              <a:spcAft>
                <a:spcPts val="0"/>
              </a:spcAft>
              <a:buClr>
                <a:srgbClr val="000000"/>
              </a:buClr>
              <a:buSzPts val="2200"/>
              <a:buFont typeface="Arial"/>
              <a:buChar char="•"/>
            </a:pPr>
            <a:r>
              <a:rPr lang="en-US" sz="2200" b="0" i="0" u="none" strike="noStrike" cap="none" dirty="0">
                <a:solidFill>
                  <a:srgbClr val="3F3F3F"/>
                </a:solidFill>
                <a:latin typeface="Open Sans"/>
                <a:ea typeface="Open Sans"/>
                <a:cs typeface="Open Sans"/>
                <a:sym typeface="Open Sans"/>
              </a:rPr>
              <a:t>There were almost 10,000 servers that needed to be patched. The biggest question was at what time the patching should happen.</a:t>
            </a:r>
            <a:endParaRPr dirty="0"/>
          </a:p>
        </p:txBody>
      </p:sp>
      <p:sp>
        <p:nvSpPr>
          <p:cNvPr id="424" name="Google Shape;424;p64"/>
          <p:cNvSpPr txBox="1"/>
          <p:nvPr/>
        </p:nvSpPr>
        <p:spPr>
          <a:xfrm>
            <a:off x="10761008" y="2873373"/>
            <a:ext cx="1768287" cy="76944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200" b="1" i="0" u="none" strike="noStrike" cap="none" dirty="0">
                <a:solidFill>
                  <a:srgbClr val="3F3F3F"/>
                </a:solidFill>
                <a:latin typeface="Open Sans"/>
                <a:ea typeface="Open Sans"/>
                <a:cs typeface="Open Sans"/>
                <a:sym typeface="Open Sans"/>
              </a:rPr>
              <a:t>Challenges</a:t>
            </a:r>
            <a:endParaRPr dirty="0"/>
          </a:p>
          <a:p>
            <a:pPr marL="0" marR="0" lvl="0" indent="0" algn="ctr" rtl="0">
              <a:lnSpc>
                <a:spcPct val="100000"/>
              </a:lnSpc>
              <a:spcBef>
                <a:spcPts val="0"/>
              </a:spcBef>
              <a:spcAft>
                <a:spcPts val="0"/>
              </a:spcAft>
              <a:buNone/>
            </a:pPr>
            <a:endParaRPr sz="2200" b="1" i="0" u="none" strike="noStrike" cap="none" dirty="0">
              <a:solidFill>
                <a:srgbClr val="3F3F3F"/>
              </a:solidFill>
              <a:latin typeface="Open Sans"/>
              <a:ea typeface="Open Sans"/>
              <a:cs typeface="Open Sans"/>
              <a:sym typeface="Open Sans"/>
            </a:endParaRPr>
          </a:p>
        </p:txBody>
      </p:sp>
      <p:sp>
        <p:nvSpPr>
          <p:cNvPr id="425" name="Google Shape;425;p6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Font typeface="Arial"/>
              <a:buNone/>
            </a:pPr>
            <a:r>
              <a:rPr lang="en-US" dirty="0"/>
              <a:t>Case Study: Flipkart Dodged WannaCry Ransomware</a:t>
            </a:r>
            <a:endParaRPr dirty="0"/>
          </a:p>
        </p:txBody>
      </p:sp>
      <p:pic>
        <p:nvPicPr>
          <p:cNvPr id="427" name="Google Shape;427;p64"/>
          <p:cNvPicPr preferRelativeResize="0"/>
          <p:nvPr/>
        </p:nvPicPr>
        <p:blipFill rotWithShape="1">
          <a:blip r:embed="rId3">
            <a:alphaModFix/>
          </a:blip>
          <a:srcRect/>
          <a:stretch/>
        </p:blipFill>
        <p:spPr>
          <a:xfrm>
            <a:off x="1711845" y="2777845"/>
            <a:ext cx="4540810" cy="4540810"/>
          </a:xfrm>
          <a:prstGeom prst="roundRect">
            <a:avLst>
              <a:gd name="adj" fmla="val 7437"/>
            </a:avLst>
          </a:prstGeom>
          <a:noFill/>
          <a:ln>
            <a:noFill/>
          </a:ln>
        </p:spPr>
      </p:pic>
      <p:sp>
        <p:nvSpPr>
          <p:cNvPr id="3" name="Brandline_LVC">
            <a:extLst>
              <a:ext uri="{FF2B5EF4-FFF2-40B4-BE49-F238E27FC236}">
                <a16:creationId xmlns:a16="http://schemas.microsoft.com/office/drawing/2014/main" id="{53B08A8F-BCAB-AE7E-96C7-42C2A05A22A4}"/>
              </a:ext>
            </a:extLst>
          </p:cNvPr>
          <p:cNvSpPr/>
          <p:nvPr/>
        </p:nvSpPr>
        <p:spPr>
          <a:xfrm>
            <a:off x="2324100" y="816324"/>
            <a:ext cx="1160272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4" name="Google Shape;434;p65"/>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Font typeface="Arial"/>
              <a:buNone/>
            </a:pPr>
            <a:r>
              <a:rPr lang="en-US" dirty="0"/>
              <a:t>Case Study: Flipkart Dodged WannaCry Ransomware</a:t>
            </a:r>
            <a:endParaRPr dirty="0"/>
          </a:p>
        </p:txBody>
      </p:sp>
      <p:sp>
        <p:nvSpPr>
          <p:cNvPr id="4" name="Google Shape;423;p64">
            <a:extLst>
              <a:ext uri="{FF2B5EF4-FFF2-40B4-BE49-F238E27FC236}">
                <a16:creationId xmlns:a16="http://schemas.microsoft.com/office/drawing/2014/main" id="{DA6CA38B-29A1-5B49-9184-9F0CAA95FC53}"/>
              </a:ext>
            </a:extLst>
          </p:cNvPr>
          <p:cNvSpPr/>
          <p:nvPr/>
        </p:nvSpPr>
        <p:spPr>
          <a:xfrm>
            <a:off x="7781365" y="2609850"/>
            <a:ext cx="7727574" cy="4876800"/>
          </a:xfrm>
          <a:prstGeom prst="roundRect">
            <a:avLst>
              <a:gd name="adj" fmla="val 6417"/>
            </a:avLst>
          </a:prstGeom>
          <a:solidFill>
            <a:schemeClr val="lt1"/>
          </a:solidFill>
          <a:ln w="25400" cap="flat" cmpd="sng">
            <a:solidFill>
              <a:srgbClr val="BBD6EE"/>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dirty="0">
              <a:solidFill>
                <a:srgbClr val="3F3F3F"/>
              </a:solidFill>
              <a:latin typeface="Open Sans"/>
              <a:ea typeface="Open Sans"/>
              <a:cs typeface="Open Sans"/>
              <a:sym typeface="Open Sans"/>
            </a:endParaRPr>
          </a:p>
          <a:p>
            <a:pPr marL="342900" marR="0" lvl="0" indent="-342900" algn="l" rtl="0">
              <a:lnSpc>
                <a:spcPct val="115000"/>
              </a:lnSpc>
              <a:spcBef>
                <a:spcPts val="0"/>
              </a:spcBef>
              <a:spcAft>
                <a:spcPts val="0"/>
              </a:spcAft>
              <a:buClr>
                <a:srgbClr val="000000"/>
              </a:buClr>
              <a:buSzPts val="2200"/>
              <a:buFont typeface="Arial"/>
              <a:buChar char="•"/>
            </a:pPr>
            <a:r>
              <a:rPr lang="en-US" sz="2200" b="0" i="0" u="none" strike="noStrike" cap="none" dirty="0">
                <a:solidFill>
                  <a:srgbClr val="3F3F3F"/>
                </a:solidFill>
                <a:latin typeface="Open Sans"/>
                <a:ea typeface="Open Sans"/>
                <a:cs typeface="Open Sans"/>
                <a:sym typeface="Open Sans"/>
              </a:rPr>
              <a:t>Server logs were analyzed to find the precise time when traffic on the servers was low and the patch could be applied.</a:t>
            </a:r>
            <a:endParaRPr lang="en-US" sz="2400" dirty="0"/>
          </a:p>
          <a:p>
            <a:pPr marL="342900" marR="0" lvl="0" indent="-203200" algn="l" rtl="0">
              <a:lnSpc>
                <a:spcPct val="115000"/>
              </a:lnSpc>
              <a:spcBef>
                <a:spcPts val="0"/>
              </a:spcBef>
              <a:spcAft>
                <a:spcPts val="0"/>
              </a:spcAft>
              <a:buClr>
                <a:srgbClr val="000000"/>
              </a:buClr>
              <a:buSzPts val="2200"/>
              <a:buFont typeface="Arial"/>
              <a:buNone/>
            </a:pPr>
            <a:endParaRPr lang="en-US" sz="2200" b="0" i="0" u="none" strike="noStrike" cap="none" dirty="0">
              <a:solidFill>
                <a:srgbClr val="3F3F3F"/>
              </a:solidFill>
              <a:latin typeface="Open Sans"/>
              <a:ea typeface="Open Sans"/>
              <a:cs typeface="Open Sans"/>
              <a:sym typeface="Open Sans"/>
            </a:endParaRPr>
          </a:p>
          <a:p>
            <a:pPr marL="342900" marR="0" lvl="0" indent="-342900" algn="l" rtl="0">
              <a:lnSpc>
                <a:spcPct val="115000"/>
              </a:lnSpc>
              <a:spcBef>
                <a:spcPts val="0"/>
              </a:spcBef>
              <a:spcAft>
                <a:spcPts val="0"/>
              </a:spcAft>
              <a:buClr>
                <a:srgbClr val="000000"/>
              </a:buClr>
              <a:buSzPts val="2200"/>
              <a:buFont typeface="Arial"/>
              <a:buChar char="•"/>
            </a:pPr>
            <a:r>
              <a:rPr lang="en-US" sz="2200" b="0" i="0" u="none" strike="noStrike" cap="none" dirty="0">
                <a:solidFill>
                  <a:srgbClr val="3F3F3F"/>
                </a:solidFill>
                <a:latin typeface="Open Sans"/>
                <a:ea typeface="Open Sans"/>
                <a:cs typeface="Open Sans"/>
                <a:sym typeface="Open Sans"/>
              </a:rPr>
              <a:t>MapReduce, a Hadoop component, was selected to analyze and process server logs.</a:t>
            </a:r>
            <a:endParaRPr lang="en-US" sz="2400" dirty="0"/>
          </a:p>
        </p:txBody>
      </p:sp>
      <p:sp>
        <p:nvSpPr>
          <p:cNvPr id="5" name="Google Shape;424;p64">
            <a:extLst>
              <a:ext uri="{FF2B5EF4-FFF2-40B4-BE49-F238E27FC236}">
                <a16:creationId xmlns:a16="http://schemas.microsoft.com/office/drawing/2014/main" id="{3445A78E-F367-0A55-3E45-35E191FAA097}"/>
              </a:ext>
            </a:extLst>
          </p:cNvPr>
          <p:cNvSpPr txBox="1"/>
          <p:nvPr/>
        </p:nvSpPr>
        <p:spPr>
          <a:xfrm>
            <a:off x="10761008" y="2873373"/>
            <a:ext cx="1768287" cy="76944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200" b="1" i="0" u="none" strike="noStrike" cap="none" dirty="0">
                <a:solidFill>
                  <a:srgbClr val="3F3F3F"/>
                </a:solidFill>
                <a:latin typeface="Open Sans"/>
                <a:ea typeface="Open Sans"/>
                <a:cs typeface="Open Sans"/>
                <a:sym typeface="Open Sans"/>
              </a:rPr>
              <a:t>Solution</a:t>
            </a:r>
            <a:endParaRPr dirty="0"/>
          </a:p>
          <a:p>
            <a:pPr marL="0" marR="0" lvl="0" indent="0" algn="ctr" rtl="0">
              <a:lnSpc>
                <a:spcPct val="100000"/>
              </a:lnSpc>
              <a:spcBef>
                <a:spcPts val="0"/>
              </a:spcBef>
              <a:spcAft>
                <a:spcPts val="0"/>
              </a:spcAft>
              <a:buNone/>
            </a:pPr>
            <a:endParaRPr sz="2200" b="1" i="0" u="none" strike="noStrike" cap="none" dirty="0">
              <a:solidFill>
                <a:srgbClr val="3F3F3F"/>
              </a:solidFill>
              <a:latin typeface="Open Sans"/>
              <a:ea typeface="Open Sans"/>
              <a:cs typeface="Open Sans"/>
              <a:sym typeface="Open Sans"/>
            </a:endParaRPr>
          </a:p>
        </p:txBody>
      </p:sp>
      <p:pic>
        <p:nvPicPr>
          <p:cNvPr id="6" name="Google Shape;427;p64">
            <a:extLst>
              <a:ext uri="{FF2B5EF4-FFF2-40B4-BE49-F238E27FC236}">
                <a16:creationId xmlns:a16="http://schemas.microsoft.com/office/drawing/2014/main" id="{1E3EFC35-8232-4A3E-603D-710386D125C3}"/>
              </a:ext>
            </a:extLst>
          </p:cNvPr>
          <p:cNvPicPr preferRelativeResize="0"/>
          <p:nvPr/>
        </p:nvPicPr>
        <p:blipFill rotWithShape="1">
          <a:blip r:embed="rId3">
            <a:alphaModFix/>
          </a:blip>
          <a:srcRect/>
          <a:stretch/>
        </p:blipFill>
        <p:spPr>
          <a:xfrm>
            <a:off x="1711845" y="2777845"/>
            <a:ext cx="4540810" cy="4540810"/>
          </a:xfrm>
          <a:prstGeom prst="roundRect">
            <a:avLst>
              <a:gd name="adj" fmla="val 7437"/>
            </a:avLst>
          </a:prstGeom>
          <a:noFill/>
          <a:ln>
            <a:noFill/>
          </a:ln>
        </p:spPr>
      </p:pic>
      <p:sp>
        <p:nvSpPr>
          <p:cNvPr id="3" name="Brandline_LVC">
            <a:extLst>
              <a:ext uri="{FF2B5EF4-FFF2-40B4-BE49-F238E27FC236}">
                <a16:creationId xmlns:a16="http://schemas.microsoft.com/office/drawing/2014/main" id="{5F8C9861-CE3B-DE41-675F-379E92F1279F}"/>
              </a:ext>
            </a:extLst>
          </p:cNvPr>
          <p:cNvSpPr/>
          <p:nvPr/>
        </p:nvSpPr>
        <p:spPr>
          <a:xfrm>
            <a:off x="2324100" y="816324"/>
            <a:ext cx="1160272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66"/>
          <p:cNvSpPr/>
          <p:nvPr/>
        </p:nvSpPr>
        <p:spPr>
          <a:xfrm>
            <a:off x="1414930" y="1436665"/>
            <a:ext cx="13426140" cy="1287486"/>
          </a:xfrm>
          <a:prstGeom prst="roundRect">
            <a:avLst>
              <a:gd name="adj" fmla="val 16667"/>
            </a:avLst>
          </a:prstGeom>
          <a:solidFill>
            <a:schemeClr val="lt1"/>
          </a:solidFill>
          <a:ln w="25400" cap="flat" cmpd="sng">
            <a:solidFill>
              <a:srgbClr val="BBD6E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Using MapReduce on 200 terabytes of data, Flipkart found that the request count was lowest at 4 a.m. every day and decided to shut down the servers to apply the Microsoft patch.</a:t>
            </a:r>
            <a:endParaRPr sz="2200" b="0" i="0" u="none" strike="noStrike" cap="none">
              <a:solidFill>
                <a:srgbClr val="3F3F3F"/>
              </a:solidFill>
              <a:latin typeface="Open Sans"/>
              <a:ea typeface="Open Sans"/>
              <a:cs typeface="Open Sans"/>
              <a:sym typeface="Open Sans"/>
            </a:endParaRPr>
          </a:p>
        </p:txBody>
      </p:sp>
      <p:sp>
        <p:nvSpPr>
          <p:cNvPr id="442" name="Google Shape;442;p6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Font typeface="Arial"/>
              <a:buNone/>
            </a:pPr>
            <a:r>
              <a:rPr lang="en-US" dirty="0"/>
              <a:t>Case Study: Flipkart Dodged WannaCry Ransomware</a:t>
            </a:r>
            <a:endParaRPr dirty="0"/>
          </a:p>
        </p:txBody>
      </p:sp>
      <p:pic>
        <p:nvPicPr>
          <p:cNvPr id="444" name="Google Shape;444;p66"/>
          <p:cNvPicPr preferRelativeResize="0"/>
          <p:nvPr/>
        </p:nvPicPr>
        <p:blipFill rotWithShape="1">
          <a:blip r:embed="rId3">
            <a:alphaModFix/>
          </a:blip>
          <a:srcRect/>
          <a:stretch/>
        </p:blipFill>
        <p:spPr>
          <a:xfrm>
            <a:off x="5835706" y="4148565"/>
            <a:ext cx="4584589" cy="3395766"/>
          </a:xfrm>
          <a:prstGeom prst="rect">
            <a:avLst/>
          </a:prstGeom>
          <a:noFill/>
          <a:ln>
            <a:noFill/>
          </a:ln>
        </p:spPr>
      </p:pic>
      <p:pic>
        <p:nvPicPr>
          <p:cNvPr id="445" name="Google Shape;445;p66"/>
          <p:cNvPicPr preferRelativeResize="0"/>
          <p:nvPr/>
        </p:nvPicPr>
        <p:blipFill rotWithShape="1">
          <a:blip r:embed="rId4">
            <a:alphaModFix/>
          </a:blip>
          <a:srcRect/>
          <a:stretch/>
        </p:blipFill>
        <p:spPr>
          <a:xfrm>
            <a:off x="7873955" y="6134100"/>
            <a:ext cx="958922" cy="575322"/>
          </a:xfrm>
          <a:prstGeom prst="rect">
            <a:avLst/>
          </a:prstGeom>
          <a:noFill/>
          <a:ln>
            <a:noFill/>
          </a:ln>
        </p:spPr>
      </p:pic>
      <p:sp>
        <p:nvSpPr>
          <p:cNvPr id="3" name="Brandline_LVC">
            <a:extLst>
              <a:ext uri="{FF2B5EF4-FFF2-40B4-BE49-F238E27FC236}">
                <a16:creationId xmlns:a16="http://schemas.microsoft.com/office/drawing/2014/main" id="{94987374-045B-3734-8F68-AB50A8BAEB51}"/>
              </a:ext>
            </a:extLst>
          </p:cNvPr>
          <p:cNvSpPr/>
          <p:nvPr/>
        </p:nvSpPr>
        <p:spPr>
          <a:xfrm>
            <a:off x="2324100" y="816324"/>
            <a:ext cx="1160272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67"/>
          <p:cNvSpPr txBox="1">
            <a:spLocks noGrp="1"/>
          </p:cNvSpPr>
          <p:nvPr>
            <p:ph type="body" idx="10"/>
          </p:nvPr>
        </p:nvSpPr>
        <p:spPr>
          <a:xfrm>
            <a:off x="0" y="4114800"/>
            <a:ext cx="16256001" cy="914400"/>
          </a:xfrm>
          <a:noFill/>
          <a:ln>
            <a:noFill/>
          </a:ln>
        </p:spPr>
        <p:txBody>
          <a:bodyPr spcFirstLastPara="1" wrap="square" lIns="91425" tIns="45700" rIns="91425" bIns="45700" anchor="ctr" anchorCtr="0">
            <a:noAutofit/>
          </a:bodyPr>
          <a:lstStyle/>
          <a:p>
            <a:pPr lvl="0"/>
            <a:r>
              <a:rPr lang="en-US">
                <a:sym typeface="Open Sans"/>
              </a:rPr>
              <a:t>MapReduce Terminologies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68"/>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3F3F3F"/>
              </a:buClr>
              <a:buSzPts val="3200"/>
              <a:buFont typeface="Open Sans ExtraBold"/>
              <a:buNone/>
            </a:pPr>
            <a:r>
              <a:rPr lang="en-US" dirty="0"/>
              <a:t>MapReduce Terminologies</a:t>
            </a:r>
            <a:endParaRPr dirty="0">
              <a:solidFill>
                <a:srgbClr val="595959"/>
              </a:solidFill>
            </a:endParaRPr>
          </a:p>
        </p:txBody>
      </p:sp>
      <p:sp>
        <p:nvSpPr>
          <p:cNvPr id="457" name="Google Shape;457;p68"/>
          <p:cNvSpPr/>
          <p:nvPr/>
        </p:nvSpPr>
        <p:spPr>
          <a:xfrm rot="5400000">
            <a:off x="8717081" y="-2230998"/>
            <a:ext cx="2172378" cy="9886766"/>
          </a:xfrm>
          <a:prstGeom prst="round2SameRect">
            <a:avLst>
              <a:gd name="adj1" fmla="val 9437"/>
              <a:gd name="adj2" fmla="val 0"/>
            </a:avLst>
          </a:prstGeom>
          <a:solidFill>
            <a:schemeClr val="lt1"/>
          </a:solidFill>
          <a:ln w="25400" cap="flat" cmpd="sng">
            <a:solidFill>
              <a:srgbClr val="F4B08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400" b="1" i="0" u="none" strike="noStrike" cap="none" dirty="0">
              <a:solidFill>
                <a:schemeClr val="lt1"/>
              </a:solidFill>
              <a:latin typeface="Open Sans"/>
              <a:ea typeface="Open Sans"/>
              <a:cs typeface="Open Sans"/>
              <a:sym typeface="Open Sans"/>
            </a:endParaRPr>
          </a:p>
        </p:txBody>
      </p:sp>
      <p:sp>
        <p:nvSpPr>
          <p:cNvPr id="459" name="Google Shape;459;p68"/>
          <p:cNvSpPr/>
          <p:nvPr/>
        </p:nvSpPr>
        <p:spPr>
          <a:xfrm rot="16200000">
            <a:off x="2091285" y="1044256"/>
            <a:ext cx="2172379" cy="3336258"/>
          </a:xfrm>
          <a:prstGeom prst="round2SameRect">
            <a:avLst>
              <a:gd name="adj1" fmla="val 9636"/>
              <a:gd name="adj2" fmla="val 0"/>
            </a:avLst>
          </a:prstGeom>
          <a:solidFill>
            <a:srgbClr val="F4B081"/>
          </a:solidFill>
          <a:ln w="25400" cap="flat" cmpd="sng">
            <a:solidFill>
              <a:srgbClr val="F4B08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200" b="1" i="0" u="none" strike="noStrike" cap="none" dirty="0">
              <a:solidFill>
                <a:schemeClr val="lt1"/>
              </a:solidFill>
              <a:latin typeface="Open Sans"/>
              <a:ea typeface="Open Sans"/>
              <a:cs typeface="Open Sans"/>
              <a:sym typeface="Open Sans"/>
            </a:endParaRPr>
          </a:p>
        </p:txBody>
      </p:sp>
      <p:sp>
        <p:nvSpPr>
          <p:cNvPr id="460" name="Google Shape;460;p68"/>
          <p:cNvSpPr/>
          <p:nvPr/>
        </p:nvSpPr>
        <p:spPr>
          <a:xfrm rot="5400000">
            <a:off x="4775761" y="2570495"/>
            <a:ext cx="470624" cy="283778"/>
          </a:xfrm>
          <a:prstGeom prst="triangle">
            <a:avLst>
              <a:gd name="adj" fmla="val 50000"/>
            </a:avLst>
          </a:prstGeom>
          <a:solidFill>
            <a:srgbClr val="F4B081"/>
          </a:solidFill>
          <a:ln w="25400" cap="flat" cmpd="sng">
            <a:solidFill>
              <a:srgbClr val="F4B08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200" b="0" i="0" u="none" strike="noStrike" cap="none">
              <a:solidFill>
                <a:schemeClr val="lt1"/>
              </a:solidFill>
              <a:latin typeface="Arial"/>
              <a:ea typeface="Arial"/>
              <a:cs typeface="Arial"/>
              <a:sym typeface="Arial"/>
            </a:endParaRPr>
          </a:p>
        </p:txBody>
      </p:sp>
      <p:sp>
        <p:nvSpPr>
          <p:cNvPr id="461" name="Google Shape;461;p68"/>
          <p:cNvSpPr txBox="1"/>
          <p:nvPr/>
        </p:nvSpPr>
        <p:spPr>
          <a:xfrm>
            <a:off x="1602350" y="2496942"/>
            <a:ext cx="3152620" cy="430887"/>
          </a:xfrm>
          <a:prstGeom prst="rect">
            <a:avLst/>
          </a:prstGeom>
          <a:solidFill>
            <a:srgbClr val="F4B081"/>
          </a:solidFill>
          <a:ln w="9525" cap="flat" cmpd="sng">
            <a:solidFill>
              <a:srgbClr val="F4B08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200" b="1" i="0" u="none" strike="noStrike" cap="none">
                <a:solidFill>
                  <a:schemeClr val="lt1"/>
                </a:solidFill>
                <a:latin typeface="Open Sans"/>
                <a:ea typeface="Open Sans"/>
                <a:cs typeface="Open Sans"/>
                <a:sym typeface="Open Sans"/>
              </a:rPr>
              <a:t>Keys</a:t>
            </a:r>
            <a:endParaRPr/>
          </a:p>
        </p:txBody>
      </p:sp>
      <p:sp>
        <p:nvSpPr>
          <p:cNvPr id="462" name="Google Shape;462;p68"/>
          <p:cNvSpPr txBox="1"/>
          <p:nvPr/>
        </p:nvSpPr>
        <p:spPr>
          <a:xfrm>
            <a:off x="5322271" y="1904472"/>
            <a:ext cx="9226464" cy="1615827"/>
          </a:xfrm>
          <a:prstGeom prst="rect">
            <a:avLst/>
          </a:prstGeom>
          <a:noFill/>
          <a:ln>
            <a:noFill/>
          </a:ln>
        </p:spPr>
        <p:txBody>
          <a:bodyPr spcFirstLastPara="1" wrap="square" lIns="91425" tIns="45700" rIns="91425" bIns="45700" anchor="t" anchorCtr="0">
            <a:spAutoFit/>
          </a:bodyPr>
          <a:lstStyle/>
          <a:p>
            <a:pPr marL="342900" marR="0" lvl="0" indent="-342900" algn="l" rtl="0">
              <a:lnSpc>
                <a:spcPct val="90000"/>
              </a:lnSpc>
              <a:spcBef>
                <a:spcPts val="0"/>
              </a:spcBef>
              <a:spcAft>
                <a:spcPts val="0"/>
              </a:spcAft>
              <a:buClr>
                <a:srgbClr val="000000"/>
              </a:buClr>
              <a:buSzPts val="2200"/>
              <a:buFont typeface="Arial"/>
              <a:buChar char="•"/>
            </a:pPr>
            <a:r>
              <a:rPr lang="en-US" sz="2200" b="0" i="0" u="none" strike="noStrike" cap="none" dirty="0">
                <a:solidFill>
                  <a:srgbClr val="3F3F3F"/>
                </a:solidFill>
                <a:latin typeface="Open Sans"/>
                <a:ea typeface="Open Sans"/>
                <a:cs typeface="Open Sans"/>
                <a:sym typeface="Open Sans"/>
              </a:rPr>
              <a:t>It is a recording entity received at the mapper given by </a:t>
            </a:r>
            <a:r>
              <a:rPr lang="en-US" sz="2200" b="0" i="0" u="none" strike="noStrike" cap="none" dirty="0" err="1">
                <a:solidFill>
                  <a:srgbClr val="3F3F3F"/>
                </a:solidFill>
                <a:latin typeface="Open Sans"/>
                <a:ea typeface="Open Sans"/>
                <a:cs typeface="Open Sans"/>
                <a:sym typeface="Open Sans"/>
              </a:rPr>
              <a:t>RecordReader</a:t>
            </a:r>
            <a:r>
              <a:rPr lang="en-US" sz="2200" b="0" i="0" u="none" strike="noStrike" cap="none" dirty="0">
                <a:solidFill>
                  <a:srgbClr val="3F3F3F"/>
                </a:solidFill>
                <a:latin typeface="Open Sans"/>
                <a:ea typeface="Open Sans"/>
                <a:cs typeface="Open Sans"/>
                <a:sym typeface="Open Sans"/>
              </a:rPr>
              <a:t>.</a:t>
            </a:r>
            <a:endParaRPr dirty="0"/>
          </a:p>
          <a:p>
            <a:pPr marL="342900" marR="0" lvl="0" indent="-203200" algn="l" rtl="0">
              <a:lnSpc>
                <a:spcPct val="90000"/>
              </a:lnSpc>
              <a:spcBef>
                <a:spcPts val="0"/>
              </a:spcBef>
              <a:spcAft>
                <a:spcPts val="0"/>
              </a:spcAft>
              <a:buClr>
                <a:srgbClr val="000000"/>
              </a:buClr>
              <a:buSzPts val="2200"/>
              <a:buFont typeface="Arial"/>
              <a:buNone/>
            </a:pPr>
            <a:endParaRPr sz="2200" b="0" i="0" u="none" strike="noStrike" cap="none" dirty="0">
              <a:solidFill>
                <a:srgbClr val="3F3F3F"/>
              </a:solidFill>
              <a:latin typeface="Open Sans"/>
              <a:ea typeface="Open Sans"/>
              <a:cs typeface="Open Sans"/>
              <a:sym typeface="Open Sans"/>
            </a:endParaRPr>
          </a:p>
          <a:p>
            <a:pPr marL="342900" marR="0" lvl="0" indent="-342900" algn="l" rtl="0">
              <a:lnSpc>
                <a:spcPct val="90000"/>
              </a:lnSpc>
              <a:spcBef>
                <a:spcPts val="0"/>
              </a:spcBef>
              <a:spcAft>
                <a:spcPts val="0"/>
              </a:spcAft>
              <a:buClr>
                <a:srgbClr val="000000"/>
              </a:buClr>
              <a:buSzPts val="2200"/>
              <a:buFont typeface="Arial"/>
              <a:buChar char="•"/>
            </a:pPr>
            <a:r>
              <a:rPr lang="en-US" sz="2200" b="0" i="0" u="none" strike="noStrike" cap="none" dirty="0">
                <a:solidFill>
                  <a:srgbClr val="3F3F3F"/>
                </a:solidFill>
                <a:latin typeface="Open Sans"/>
                <a:ea typeface="Open Sans"/>
                <a:cs typeface="Open Sans"/>
                <a:sym typeface="Open Sans"/>
              </a:rPr>
              <a:t>For example, in (country,1), country is a key. Keys are driven by use case and are selected by users.</a:t>
            </a:r>
            <a:endParaRPr sz="2200" b="0" i="0" u="none" strike="noStrike" cap="none" dirty="0">
              <a:solidFill>
                <a:srgbClr val="3F3F3F"/>
              </a:solidFill>
              <a:latin typeface="Arial"/>
              <a:ea typeface="Arial"/>
              <a:cs typeface="Arial"/>
              <a:sym typeface="Arial"/>
            </a:endParaRPr>
          </a:p>
        </p:txBody>
      </p:sp>
      <p:sp>
        <p:nvSpPr>
          <p:cNvPr id="463" name="Google Shape;463;p68"/>
          <p:cNvSpPr/>
          <p:nvPr/>
        </p:nvSpPr>
        <p:spPr>
          <a:xfrm rot="5400000">
            <a:off x="8727052" y="67525"/>
            <a:ext cx="2172379" cy="9866822"/>
          </a:xfrm>
          <a:prstGeom prst="round2SameRect">
            <a:avLst>
              <a:gd name="adj1" fmla="val 10749"/>
              <a:gd name="adj2" fmla="val 0"/>
            </a:avLst>
          </a:prstGeom>
          <a:solidFill>
            <a:schemeClr val="lt1"/>
          </a:solidFill>
          <a:ln w="25400" cap="flat" cmpd="sng">
            <a:solidFill>
              <a:srgbClr val="17BFA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400" b="1" i="0" u="none" strike="noStrike" cap="none">
              <a:solidFill>
                <a:schemeClr val="lt1"/>
              </a:solidFill>
              <a:latin typeface="Open Sans"/>
              <a:ea typeface="Open Sans"/>
              <a:cs typeface="Open Sans"/>
              <a:sym typeface="Open Sans"/>
            </a:endParaRPr>
          </a:p>
        </p:txBody>
      </p:sp>
      <p:sp>
        <p:nvSpPr>
          <p:cNvPr id="468" name="Google Shape;468;p68"/>
          <p:cNvSpPr txBox="1"/>
          <p:nvPr/>
        </p:nvSpPr>
        <p:spPr>
          <a:xfrm>
            <a:off x="5336576" y="4269197"/>
            <a:ext cx="9226464" cy="1463478"/>
          </a:xfrm>
          <a:prstGeom prst="rect">
            <a:avLst/>
          </a:prstGeom>
          <a:noFill/>
          <a:ln>
            <a:noFill/>
          </a:ln>
        </p:spPr>
        <p:txBody>
          <a:bodyPr spcFirstLastPara="1" wrap="square" lIns="91425" tIns="45700" rIns="91425" bIns="45700" anchor="t" anchorCtr="0">
            <a:spAutoFit/>
          </a:bodyPr>
          <a:lstStyle/>
          <a:p>
            <a:pPr marL="342900" marR="0" lvl="1" indent="-203200" algn="l" rtl="0">
              <a:lnSpc>
                <a:spcPct val="90000"/>
              </a:lnSpc>
              <a:spcBef>
                <a:spcPts val="0"/>
              </a:spcBef>
              <a:spcAft>
                <a:spcPts val="0"/>
              </a:spcAft>
              <a:buClr>
                <a:srgbClr val="000000"/>
              </a:buClr>
              <a:buSzPts val="2200"/>
              <a:buFont typeface="Arial"/>
              <a:buNone/>
            </a:pPr>
            <a:endParaRPr sz="2200" b="0" i="0" u="none" strike="noStrike" cap="none" dirty="0">
              <a:solidFill>
                <a:srgbClr val="3F3F3F"/>
              </a:solidFill>
              <a:latin typeface="Open Sans"/>
              <a:ea typeface="Open Sans"/>
              <a:cs typeface="Open Sans"/>
              <a:sym typeface="Open Sans"/>
            </a:endParaRPr>
          </a:p>
          <a:p>
            <a:pPr marL="342900" marR="0" lvl="1" indent="-342900" algn="l" rtl="0">
              <a:lnSpc>
                <a:spcPct val="90000"/>
              </a:lnSpc>
              <a:spcBef>
                <a:spcPts val="330"/>
              </a:spcBef>
              <a:spcAft>
                <a:spcPts val="0"/>
              </a:spcAft>
              <a:buClr>
                <a:srgbClr val="000000"/>
              </a:buClr>
              <a:buSzPts val="2200"/>
              <a:buFont typeface="Arial"/>
              <a:buChar char="•"/>
            </a:pPr>
            <a:r>
              <a:rPr lang="en-US" sz="2200" b="0" i="0" u="none" strike="noStrike" cap="none" dirty="0">
                <a:solidFill>
                  <a:srgbClr val="3F3F3F"/>
                </a:solidFill>
                <a:latin typeface="Open Sans"/>
                <a:ea typeface="Open Sans"/>
                <a:cs typeface="Open Sans"/>
                <a:sym typeface="Open Sans"/>
              </a:rPr>
              <a:t>It is a part of a recording entity and holds data for computing. </a:t>
            </a:r>
            <a:endParaRPr dirty="0"/>
          </a:p>
          <a:p>
            <a:pPr marL="342900" marR="0" lvl="1" indent="-203200" algn="l" rtl="0">
              <a:lnSpc>
                <a:spcPct val="90000"/>
              </a:lnSpc>
              <a:spcBef>
                <a:spcPts val="330"/>
              </a:spcBef>
              <a:spcAft>
                <a:spcPts val="0"/>
              </a:spcAft>
              <a:buClr>
                <a:srgbClr val="000000"/>
              </a:buClr>
              <a:buSzPts val="2200"/>
              <a:buFont typeface="Arial"/>
              <a:buNone/>
            </a:pPr>
            <a:endParaRPr sz="2200" b="0" i="0" u="none" strike="noStrike" cap="none" dirty="0">
              <a:solidFill>
                <a:srgbClr val="3F3F3F"/>
              </a:solidFill>
              <a:latin typeface="Open Sans"/>
              <a:ea typeface="Open Sans"/>
              <a:cs typeface="Open Sans"/>
              <a:sym typeface="Open Sans"/>
            </a:endParaRPr>
          </a:p>
          <a:p>
            <a:pPr marL="342900" marR="0" lvl="1" indent="-342900" algn="l" rtl="0">
              <a:lnSpc>
                <a:spcPct val="90000"/>
              </a:lnSpc>
              <a:spcBef>
                <a:spcPts val="330"/>
              </a:spcBef>
              <a:spcAft>
                <a:spcPts val="0"/>
              </a:spcAft>
              <a:buClr>
                <a:srgbClr val="000000"/>
              </a:buClr>
              <a:buSzPts val="2200"/>
              <a:buFont typeface="Arial"/>
              <a:buChar char="•"/>
            </a:pPr>
            <a:r>
              <a:rPr lang="en-US" sz="2200" b="0" i="0" u="none" strike="noStrike" cap="none" dirty="0">
                <a:solidFill>
                  <a:srgbClr val="3F3F3F"/>
                </a:solidFill>
                <a:latin typeface="Open Sans"/>
                <a:ea typeface="Open Sans"/>
                <a:cs typeface="Open Sans"/>
                <a:sym typeface="Open Sans"/>
              </a:rPr>
              <a:t>For example, in (country,1), 1 is a value. </a:t>
            </a:r>
            <a:endParaRPr sz="2200" b="0" i="0" u="none" strike="noStrike" cap="none" dirty="0">
              <a:solidFill>
                <a:srgbClr val="3F3F3F"/>
              </a:solidFill>
              <a:latin typeface="Open Sans"/>
              <a:ea typeface="Open Sans"/>
              <a:cs typeface="Open Sans"/>
              <a:sym typeface="Open Sans"/>
            </a:endParaRPr>
          </a:p>
        </p:txBody>
      </p:sp>
      <p:sp>
        <p:nvSpPr>
          <p:cNvPr id="9" name="Google Shape;459;p68">
            <a:extLst>
              <a:ext uri="{FF2B5EF4-FFF2-40B4-BE49-F238E27FC236}">
                <a16:creationId xmlns:a16="http://schemas.microsoft.com/office/drawing/2014/main" id="{FE42AF04-E143-090B-B49A-F77FF162217E}"/>
              </a:ext>
            </a:extLst>
          </p:cNvPr>
          <p:cNvSpPr/>
          <p:nvPr/>
        </p:nvSpPr>
        <p:spPr>
          <a:xfrm rot="16200000">
            <a:off x="2125512" y="3332806"/>
            <a:ext cx="2172379" cy="3336258"/>
          </a:xfrm>
          <a:prstGeom prst="round2SameRect">
            <a:avLst>
              <a:gd name="adj1" fmla="val 9636"/>
              <a:gd name="adj2" fmla="val 0"/>
            </a:avLst>
          </a:prstGeom>
          <a:solidFill>
            <a:srgbClr val="17BFAB"/>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200" b="1" i="0" u="none" strike="noStrike" cap="none">
              <a:solidFill>
                <a:schemeClr val="lt1"/>
              </a:solidFill>
              <a:latin typeface="Open Sans"/>
              <a:ea typeface="Open Sans"/>
              <a:cs typeface="Open Sans"/>
              <a:sym typeface="Open Sans"/>
            </a:endParaRPr>
          </a:p>
        </p:txBody>
      </p:sp>
      <p:sp>
        <p:nvSpPr>
          <p:cNvPr id="10" name="Google Shape;460;p68">
            <a:extLst>
              <a:ext uri="{FF2B5EF4-FFF2-40B4-BE49-F238E27FC236}">
                <a16:creationId xmlns:a16="http://schemas.microsoft.com/office/drawing/2014/main" id="{C18C76BB-01B3-70E8-3F49-F113F290E903}"/>
              </a:ext>
            </a:extLst>
          </p:cNvPr>
          <p:cNvSpPr/>
          <p:nvPr/>
        </p:nvSpPr>
        <p:spPr>
          <a:xfrm rot="5400000">
            <a:off x="4775761" y="4859045"/>
            <a:ext cx="470624" cy="283778"/>
          </a:xfrm>
          <a:prstGeom prst="triangle">
            <a:avLst>
              <a:gd name="adj" fmla="val 50000"/>
            </a:avLst>
          </a:prstGeom>
          <a:solidFill>
            <a:srgbClr val="17BFAB"/>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200" b="0" i="0" u="none" strike="noStrike" cap="none" dirty="0">
              <a:solidFill>
                <a:schemeClr val="lt1"/>
              </a:solidFill>
              <a:latin typeface="Arial"/>
              <a:ea typeface="Arial"/>
              <a:cs typeface="Arial"/>
              <a:sym typeface="Arial"/>
            </a:endParaRPr>
          </a:p>
        </p:txBody>
      </p:sp>
      <p:sp>
        <p:nvSpPr>
          <p:cNvPr id="11" name="Google Shape;461;p68">
            <a:extLst>
              <a:ext uri="{FF2B5EF4-FFF2-40B4-BE49-F238E27FC236}">
                <a16:creationId xmlns:a16="http://schemas.microsoft.com/office/drawing/2014/main" id="{0274CD96-08B7-B441-9108-85FDE3FA8F29}"/>
              </a:ext>
            </a:extLst>
          </p:cNvPr>
          <p:cNvSpPr txBox="1"/>
          <p:nvPr/>
        </p:nvSpPr>
        <p:spPr>
          <a:xfrm>
            <a:off x="1636577" y="4785492"/>
            <a:ext cx="3152620" cy="430887"/>
          </a:xfrm>
          <a:prstGeom prst="rect">
            <a:avLst/>
          </a:prstGeom>
          <a:noFill/>
          <a:ln w="9525" cap="flat" cmpd="sng">
            <a:no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200" b="1" i="0" u="none" strike="noStrike" cap="none" dirty="0">
                <a:solidFill>
                  <a:schemeClr val="lt1"/>
                </a:solidFill>
                <a:latin typeface="Open Sans"/>
                <a:ea typeface="Open Sans"/>
                <a:cs typeface="Open Sans"/>
                <a:sym typeface="Open Sans"/>
              </a:rPr>
              <a:t>Value</a:t>
            </a:r>
            <a:endParaRPr dirty="0"/>
          </a:p>
        </p:txBody>
      </p:sp>
      <p:sp>
        <p:nvSpPr>
          <p:cNvPr id="469" name="Google Shape;469;p68"/>
          <p:cNvSpPr/>
          <p:nvPr/>
        </p:nvSpPr>
        <p:spPr>
          <a:xfrm rot="5400000">
            <a:off x="8723073" y="2352095"/>
            <a:ext cx="2160393" cy="9886766"/>
          </a:xfrm>
          <a:prstGeom prst="round2SameRect">
            <a:avLst>
              <a:gd name="adj1" fmla="val 11318"/>
              <a:gd name="adj2" fmla="val 0"/>
            </a:avLst>
          </a:prstGeom>
          <a:solidFill>
            <a:schemeClr val="lt1"/>
          </a:solidFill>
          <a:ln w="25400" cap="flat" cmpd="sng">
            <a:solidFill>
              <a:srgbClr val="41A0C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400" b="1" i="0" u="none" strike="noStrike" cap="none">
              <a:solidFill>
                <a:schemeClr val="lt1"/>
              </a:solidFill>
              <a:latin typeface="Open Sans"/>
              <a:ea typeface="Open Sans"/>
              <a:cs typeface="Open Sans"/>
              <a:sym typeface="Open Sans"/>
            </a:endParaRPr>
          </a:p>
        </p:txBody>
      </p:sp>
      <p:sp>
        <p:nvSpPr>
          <p:cNvPr id="474" name="Google Shape;474;p68"/>
          <p:cNvSpPr txBox="1"/>
          <p:nvPr/>
        </p:nvSpPr>
        <p:spPr>
          <a:xfrm>
            <a:off x="5336576" y="6402926"/>
            <a:ext cx="9226464" cy="1785104"/>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3F3F3F"/>
              </a:buClr>
              <a:buSzPts val="2200"/>
              <a:buFont typeface="Arial"/>
              <a:buChar char="•"/>
            </a:pPr>
            <a:r>
              <a:rPr lang="en-US" sz="2200" b="0" i="0" u="none" strike="noStrike" cap="none" dirty="0">
                <a:solidFill>
                  <a:srgbClr val="3F3F3F"/>
                </a:solidFill>
                <a:latin typeface="Open Sans"/>
                <a:ea typeface="Open Sans"/>
                <a:cs typeface="Open Sans"/>
                <a:sym typeface="Open Sans"/>
              </a:rPr>
              <a:t>It's a logical representation of data that </a:t>
            </a:r>
            <a:r>
              <a:rPr lang="en-US" sz="2200" b="0" i="0" u="none" strike="noStrike" cap="none" dirty="0" err="1">
                <a:solidFill>
                  <a:srgbClr val="3F3F3F"/>
                </a:solidFill>
                <a:latin typeface="Open Sans"/>
                <a:ea typeface="Open Sans"/>
                <a:cs typeface="Open Sans"/>
                <a:sym typeface="Open Sans"/>
              </a:rPr>
              <a:t>InputFormat</a:t>
            </a:r>
            <a:r>
              <a:rPr lang="en-US" sz="2200" b="0" i="0" u="none" strike="noStrike" cap="none" dirty="0">
                <a:solidFill>
                  <a:srgbClr val="3F3F3F"/>
                </a:solidFill>
                <a:latin typeface="Open Sans"/>
                <a:ea typeface="Open Sans"/>
                <a:cs typeface="Open Sans"/>
                <a:sym typeface="Open Sans"/>
              </a:rPr>
              <a:t> generates and maps to a single task that a mapper will execute.</a:t>
            </a:r>
            <a:endParaRPr dirty="0"/>
          </a:p>
          <a:p>
            <a:pPr marL="342900" marR="0" lvl="0" indent="-203200" algn="l" rtl="0">
              <a:lnSpc>
                <a:spcPct val="100000"/>
              </a:lnSpc>
              <a:spcBef>
                <a:spcPts val="0"/>
              </a:spcBef>
              <a:spcAft>
                <a:spcPts val="0"/>
              </a:spcAft>
              <a:buClr>
                <a:srgbClr val="3F3F3F"/>
              </a:buClr>
              <a:buSzPts val="2200"/>
              <a:buFont typeface="Arial"/>
              <a:buNone/>
            </a:pPr>
            <a:endParaRPr sz="2200" b="0" i="0" u="none" strike="noStrike" cap="none" dirty="0">
              <a:solidFill>
                <a:srgbClr val="3F3F3F"/>
              </a:solidFill>
              <a:latin typeface="Open Sans"/>
              <a:ea typeface="Open Sans"/>
              <a:cs typeface="Open Sans"/>
              <a:sym typeface="Open Sans"/>
            </a:endParaRPr>
          </a:p>
          <a:p>
            <a:pPr marL="342900" marR="0" lvl="0" indent="-342900" algn="l" rtl="0">
              <a:lnSpc>
                <a:spcPct val="100000"/>
              </a:lnSpc>
              <a:spcBef>
                <a:spcPts val="0"/>
              </a:spcBef>
              <a:spcAft>
                <a:spcPts val="0"/>
              </a:spcAft>
              <a:buClr>
                <a:srgbClr val="3F3F3F"/>
              </a:buClr>
              <a:buSzPts val="2200"/>
              <a:buFont typeface="Arial"/>
              <a:buChar char="•"/>
            </a:pPr>
            <a:r>
              <a:rPr lang="en-US" sz="2200" b="0" i="0" u="none" strike="noStrike" cap="none" dirty="0">
                <a:solidFill>
                  <a:srgbClr val="3F3F3F"/>
                </a:solidFill>
                <a:latin typeface="Open Sans"/>
                <a:ea typeface="Open Sans"/>
                <a:cs typeface="Open Sans"/>
                <a:sym typeface="Open Sans"/>
              </a:rPr>
              <a:t>It describes a unit of work that contains a single map task in MapReduce.</a:t>
            </a:r>
            <a:endParaRPr dirty="0"/>
          </a:p>
        </p:txBody>
      </p:sp>
      <p:sp>
        <p:nvSpPr>
          <p:cNvPr id="17" name="Google Shape;459;p68">
            <a:extLst>
              <a:ext uri="{FF2B5EF4-FFF2-40B4-BE49-F238E27FC236}">
                <a16:creationId xmlns:a16="http://schemas.microsoft.com/office/drawing/2014/main" id="{0A6F2322-98C0-7587-7992-54436CBC802F}"/>
              </a:ext>
            </a:extLst>
          </p:cNvPr>
          <p:cNvSpPr/>
          <p:nvPr/>
        </p:nvSpPr>
        <p:spPr>
          <a:xfrm rot="16200000">
            <a:off x="2125512" y="5621356"/>
            <a:ext cx="2172379" cy="3336258"/>
          </a:xfrm>
          <a:prstGeom prst="round2SameRect">
            <a:avLst>
              <a:gd name="adj1" fmla="val 9636"/>
              <a:gd name="adj2" fmla="val 0"/>
            </a:avLst>
          </a:prstGeom>
          <a:solidFill>
            <a:srgbClr val="41A0CB"/>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200" b="1" i="0" u="none" strike="noStrike" cap="none">
              <a:solidFill>
                <a:schemeClr val="lt1"/>
              </a:solidFill>
              <a:latin typeface="Open Sans"/>
              <a:ea typeface="Open Sans"/>
              <a:cs typeface="Open Sans"/>
              <a:sym typeface="Open Sans"/>
            </a:endParaRPr>
          </a:p>
        </p:txBody>
      </p:sp>
      <p:sp>
        <p:nvSpPr>
          <p:cNvPr id="18" name="Google Shape;460;p68">
            <a:extLst>
              <a:ext uri="{FF2B5EF4-FFF2-40B4-BE49-F238E27FC236}">
                <a16:creationId xmlns:a16="http://schemas.microsoft.com/office/drawing/2014/main" id="{583A2E40-EFF4-8931-DC71-9127F34BEDB9}"/>
              </a:ext>
            </a:extLst>
          </p:cNvPr>
          <p:cNvSpPr/>
          <p:nvPr/>
        </p:nvSpPr>
        <p:spPr>
          <a:xfrm rot="5400000">
            <a:off x="4775761" y="7147596"/>
            <a:ext cx="470624" cy="283778"/>
          </a:xfrm>
          <a:prstGeom prst="triangle">
            <a:avLst>
              <a:gd name="adj" fmla="val 50000"/>
            </a:avLst>
          </a:prstGeom>
          <a:solidFill>
            <a:srgbClr val="41A0CB"/>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200" b="0" i="0" u="none" strike="noStrike" cap="none" dirty="0">
              <a:solidFill>
                <a:schemeClr val="lt1"/>
              </a:solidFill>
              <a:latin typeface="Arial"/>
              <a:ea typeface="Arial"/>
              <a:cs typeface="Arial"/>
              <a:sym typeface="Arial"/>
            </a:endParaRPr>
          </a:p>
        </p:txBody>
      </p:sp>
      <p:sp>
        <p:nvSpPr>
          <p:cNvPr id="19" name="Google Shape;461;p68">
            <a:extLst>
              <a:ext uri="{FF2B5EF4-FFF2-40B4-BE49-F238E27FC236}">
                <a16:creationId xmlns:a16="http://schemas.microsoft.com/office/drawing/2014/main" id="{16B0B0FE-02B9-41B0-8A2F-446ACD1EA8E6}"/>
              </a:ext>
            </a:extLst>
          </p:cNvPr>
          <p:cNvSpPr txBox="1"/>
          <p:nvPr/>
        </p:nvSpPr>
        <p:spPr>
          <a:xfrm>
            <a:off x="1636577" y="7074042"/>
            <a:ext cx="3152620" cy="430887"/>
          </a:xfrm>
          <a:prstGeom prst="rect">
            <a:avLst/>
          </a:prstGeom>
          <a:solidFill>
            <a:srgbClr val="41A0CB"/>
          </a:solidFill>
          <a:ln w="9525" cap="flat" cmpd="sng">
            <a:no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200" b="1" i="0" u="none" strike="noStrike" cap="none" dirty="0" err="1">
                <a:solidFill>
                  <a:schemeClr val="lt1"/>
                </a:solidFill>
                <a:latin typeface="Open Sans"/>
                <a:ea typeface="Open Sans"/>
                <a:cs typeface="Open Sans"/>
                <a:sym typeface="Open Sans"/>
              </a:rPr>
              <a:t>InputSplit</a:t>
            </a:r>
            <a:r>
              <a:rPr lang="en-US" sz="2200" b="1" i="0" u="none" strike="noStrike" cap="none" dirty="0">
                <a:solidFill>
                  <a:schemeClr val="lt1"/>
                </a:solidFill>
                <a:latin typeface="Open Sans"/>
                <a:ea typeface="Open Sans"/>
                <a:cs typeface="Open Sans"/>
                <a:sym typeface="Open Sans"/>
              </a:rPr>
              <a:t> </a:t>
            </a:r>
            <a:endParaRPr lang="en-US" sz="2400" dirty="0"/>
          </a:p>
        </p:txBody>
      </p:sp>
      <p:sp>
        <p:nvSpPr>
          <p:cNvPr id="5" name="Brandline_LVC">
            <a:extLst>
              <a:ext uri="{FF2B5EF4-FFF2-40B4-BE49-F238E27FC236}">
                <a16:creationId xmlns:a16="http://schemas.microsoft.com/office/drawing/2014/main" id="{65EA8B55-DEBC-23D5-B6F0-89BA7C8300DE}"/>
              </a:ext>
            </a:extLst>
          </p:cNvPr>
          <p:cNvSpPr/>
          <p:nvPr/>
        </p:nvSpPr>
        <p:spPr>
          <a:xfrm>
            <a:off x="5207000" y="816324"/>
            <a:ext cx="5844064"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5" name="Google Shape;457;p68">
            <a:extLst>
              <a:ext uri="{FF2B5EF4-FFF2-40B4-BE49-F238E27FC236}">
                <a16:creationId xmlns:a16="http://schemas.microsoft.com/office/drawing/2014/main" id="{0CA87C5C-98C3-A90F-8F8F-FE58968863B9}"/>
              </a:ext>
            </a:extLst>
          </p:cNvPr>
          <p:cNvSpPr/>
          <p:nvPr/>
        </p:nvSpPr>
        <p:spPr>
          <a:xfrm rot="5400000">
            <a:off x="8717081" y="-2230998"/>
            <a:ext cx="2172378" cy="9886766"/>
          </a:xfrm>
          <a:prstGeom prst="round2SameRect">
            <a:avLst>
              <a:gd name="adj1" fmla="val 9437"/>
              <a:gd name="adj2" fmla="val 0"/>
            </a:avLst>
          </a:prstGeom>
          <a:solidFill>
            <a:schemeClr val="lt1"/>
          </a:solidFill>
          <a:ln w="25400" cap="flat" cmpd="sng">
            <a:solidFill>
              <a:srgbClr val="F4B08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400" b="1" i="0" u="none" strike="noStrike" cap="none" dirty="0">
              <a:solidFill>
                <a:schemeClr val="lt1"/>
              </a:solidFill>
              <a:latin typeface="Open Sans"/>
              <a:ea typeface="Open Sans"/>
              <a:cs typeface="Open Sans"/>
              <a:sym typeface="Open Sans"/>
            </a:endParaRPr>
          </a:p>
        </p:txBody>
      </p:sp>
      <p:sp>
        <p:nvSpPr>
          <p:cNvPr id="6" name="Google Shape;459;p68">
            <a:extLst>
              <a:ext uri="{FF2B5EF4-FFF2-40B4-BE49-F238E27FC236}">
                <a16:creationId xmlns:a16="http://schemas.microsoft.com/office/drawing/2014/main" id="{A6F997E2-4C18-08D5-722C-5D79B18439D7}"/>
              </a:ext>
            </a:extLst>
          </p:cNvPr>
          <p:cNvSpPr/>
          <p:nvPr/>
        </p:nvSpPr>
        <p:spPr>
          <a:xfrm rot="16200000">
            <a:off x="2091285" y="1044256"/>
            <a:ext cx="2172379" cy="3336258"/>
          </a:xfrm>
          <a:prstGeom prst="round2SameRect">
            <a:avLst>
              <a:gd name="adj1" fmla="val 9636"/>
              <a:gd name="adj2" fmla="val 0"/>
            </a:avLst>
          </a:prstGeom>
          <a:solidFill>
            <a:srgbClr val="F4B081"/>
          </a:solidFill>
          <a:ln w="25400" cap="flat" cmpd="sng">
            <a:solidFill>
              <a:srgbClr val="F4B08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200" b="1" i="0" u="none" strike="noStrike" cap="none" dirty="0">
              <a:solidFill>
                <a:schemeClr val="lt1"/>
              </a:solidFill>
              <a:latin typeface="Open Sans"/>
              <a:ea typeface="Open Sans"/>
              <a:cs typeface="Open Sans"/>
              <a:sym typeface="Open Sans"/>
            </a:endParaRPr>
          </a:p>
        </p:txBody>
      </p:sp>
      <p:sp>
        <p:nvSpPr>
          <p:cNvPr id="7" name="Google Shape;460;p68">
            <a:extLst>
              <a:ext uri="{FF2B5EF4-FFF2-40B4-BE49-F238E27FC236}">
                <a16:creationId xmlns:a16="http://schemas.microsoft.com/office/drawing/2014/main" id="{82A8F41E-5257-960A-8E93-7AC41260D57A}"/>
              </a:ext>
            </a:extLst>
          </p:cNvPr>
          <p:cNvSpPr/>
          <p:nvPr/>
        </p:nvSpPr>
        <p:spPr>
          <a:xfrm rot="5400000">
            <a:off x="4775761" y="2570495"/>
            <a:ext cx="470624" cy="283778"/>
          </a:xfrm>
          <a:prstGeom prst="triangle">
            <a:avLst>
              <a:gd name="adj" fmla="val 50000"/>
            </a:avLst>
          </a:prstGeom>
          <a:solidFill>
            <a:srgbClr val="F4B081"/>
          </a:solidFill>
          <a:ln w="25400" cap="flat" cmpd="sng">
            <a:solidFill>
              <a:srgbClr val="F4B08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200" b="0" i="0" u="none" strike="noStrike" cap="none">
              <a:solidFill>
                <a:schemeClr val="lt1"/>
              </a:solidFill>
              <a:latin typeface="Arial"/>
              <a:ea typeface="Arial"/>
              <a:cs typeface="Arial"/>
              <a:sym typeface="Arial"/>
            </a:endParaRPr>
          </a:p>
        </p:txBody>
      </p:sp>
      <p:sp>
        <p:nvSpPr>
          <p:cNvPr id="8" name="Google Shape;461;p68">
            <a:extLst>
              <a:ext uri="{FF2B5EF4-FFF2-40B4-BE49-F238E27FC236}">
                <a16:creationId xmlns:a16="http://schemas.microsoft.com/office/drawing/2014/main" id="{21AFA3C6-0240-C20F-DA7A-6D3B4CEAE736}"/>
              </a:ext>
            </a:extLst>
          </p:cNvPr>
          <p:cNvSpPr txBox="1"/>
          <p:nvPr/>
        </p:nvSpPr>
        <p:spPr>
          <a:xfrm>
            <a:off x="1602350" y="2496942"/>
            <a:ext cx="3152620" cy="430887"/>
          </a:xfrm>
          <a:prstGeom prst="rect">
            <a:avLst/>
          </a:prstGeom>
          <a:solidFill>
            <a:srgbClr val="F4B081"/>
          </a:solidFill>
          <a:ln w="9525" cap="flat" cmpd="sng">
            <a:solidFill>
              <a:srgbClr val="F4B08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200" b="1" i="0" u="none" strike="noStrike" cap="none" dirty="0" err="1">
                <a:solidFill>
                  <a:schemeClr val="lt1"/>
                </a:solidFill>
                <a:latin typeface="Open Sans"/>
                <a:ea typeface="Open Sans"/>
                <a:cs typeface="Open Sans"/>
                <a:sym typeface="Open Sans"/>
              </a:rPr>
              <a:t>RecordReader</a:t>
            </a:r>
            <a:endParaRPr dirty="0"/>
          </a:p>
        </p:txBody>
      </p:sp>
      <p:sp>
        <p:nvSpPr>
          <p:cNvPr id="9" name="Google Shape;463;p68">
            <a:extLst>
              <a:ext uri="{FF2B5EF4-FFF2-40B4-BE49-F238E27FC236}">
                <a16:creationId xmlns:a16="http://schemas.microsoft.com/office/drawing/2014/main" id="{9848D764-50BC-447F-CAD2-90A32CA226EE}"/>
              </a:ext>
            </a:extLst>
          </p:cNvPr>
          <p:cNvSpPr/>
          <p:nvPr/>
        </p:nvSpPr>
        <p:spPr>
          <a:xfrm rot="5400000">
            <a:off x="8727052" y="67525"/>
            <a:ext cx="2172379" cy="9866822"/>
          </a:xfrm>
          <a:prstGeom prst="round2SameRect">
            <a:avLst>
              <a:gd name="adj1" fmla="val 10749"/>
              <a:gd name="adj2" fmla="val 0"/>
            </a:avLst>
          </a:prstGeom>
          <a:solidFill>
            <a:schemeClr val="lt1"/>
          </a:solidFill>
          <a:ln w="25400" cap="flat" cmpd="sng">
            <a:solidFill>
              <a:srgbClr val="17BFA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400" b="1" i="0" u="none" strike="noStrike" cap="none">
              <a:solidFill>
                <a:schemeClr val="lt1"/>
              </a:solidFill>
              <a:latin typeface="Open Sans"/>
              <a:ea typeface="Open Sans"/>
              <a:cs typeface="Open Sans"/>
              <a:sym typeface="Open Sans"/>
            </a:endParaRPr>
          </a:p>
        </p:txBody>
      </p:sp>
      <p:sp>
        <p:nvSpPr>
          <p:cNvPr id="10" name="Google Shape;459;p68">
            <a:extLst>
              <a:ext uri="{FF2B5EF4-FFF2-40B4-BE49-F238E27FC236}">
                <a16:creationId xmlns:a16="http://schemas.microsoft.com/office/drawing/2014/main" id="{A6985074-10BF-0CA6-AA68-DC6FEABEE677}"/>
              </a:ext>
            </a:extLst>
          </p:cNvPr>
          <p:cNvSpPr/>
          <p:nvPr/>
        </p:nvSpPr>
        <p:spPr>
          <a:xfrm rot="16200000">
            <a:off x="2125512" y="3332806"/>
            <a:ext cx="2172379" cy="3336258"/>
          </a:xfrm>
          <a:prstGeom prst="round2SameRect">
            <a:avLst>
              <a:gd name="adj1" fmla="val 9636"/>
              <a:gd name="adj2" fmla="val 0"/>
            </a:avLst>
          </a:prstGeom>
          <a:solidFill>
            <a:srgbClr val="17BFAB"/>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200" b="1" i="0" u="none" strike="noStrike" cap="none">
              <a:solidFill>
                <a:schemeClr val="lt1"/>
              </a:solidFill>
              <a:latin typeface="Open Sans"/>
              <a:ea typeface="Open Sans"/>
              <a:cs typeface="Open Sans"/>
              <a:sym typeface="Open Sans"/>
            </a:endParaRPr>
          </a:p>
        </p:txBody>
      </p:sp>
      <p:sp>
        <p:nvSpPr>
          <p:cNvPr id="11" name="Google Shape;460;p68">
            <a:extLst>
              <a:ext uri="{FF2B5EF4-FFF2-40B4-BE49-F238E27FC236}">
                <a16:creationId xmlns:a16="http://schemas.microsoft.com/office/drawing/2014/main" id="{0F85DB65-F2F0-F1BB-9FCB-3397D06B1B37}"/>
              </a:ext>
            </a:extLst>
          </p:cNvPr>
          <p:cNvSpPr/>
          <p:nvPr/>
        </p:nvSpPr>
        <p:spPr>
          <a:xfrm rot="5400000">
            <a:off x="4775761" y="4859045"/>
            <a:ext cx="470624" cy="283778"/>
          </a:xfrm>
          <a:prstGeom prst="triangle">
            <a:avLst>
              <a:gd name="adj" fmla="val 50000"/>
            </a:avLst>
          </a:prstGeom>
          <a:solidFill>
            <a:srgbClr val="17BFAB"/>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200" b="0" i="0" u="none" strike="noStrike" cap="none" dirty="0">
              <a:solidFill>
                <a:schemeClr val="lt1"/>
              </a:solidFill>
              <a:latin typeface="Arial"/>
              <a:ea typeface="Arial"/>
              <a:cs typeface="Arial"/>
              <a:sym typeface="Arial"/>
            </a:endParaRPr>
          </a:p>
        </p:txBody>
      </p:sp>
      <p:sp>
        <p:nvSpPr>
          <p:cNvPr id="12" name="Google Shape;461;p68">
            <a:extLst>
              <a:ext uri="{FF2B5EF4-FFF2-40B4-BE49-F238E27FC236}">
                <a16:creationId xmlns:a16="http://schemas.microsoft.com/office/drawing/2014/main" id="{31A0410D-70BC-7A65-5BA7-585AD6BC844E}"/>
              </a:ext>
            </a:extLst>
          </p:cNvPr>
          <p:cNvSpPr txBox="1"/>
          <p:nvPr/>
        </p:nvSpPr>
        <p:spPr>
          <a:xfrm>
            <a:off x="1636577" y="4785492"/>
            <a:ext cx="3152620" cy="430887"/>
          </a:xfrm>
          <a:prstGeom prst="rect">
            <a:avLst/>
          </a:prstGeom>
          <a:noFill/>
          <a:ln w="9525" cap="flat" cmpd="sng">
            <a:no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200" b="1" i="0" u="none" strike="noStrike" cap="none" dirty="0">
                <a:solidFill>
                  <a:schemeClr val="lt1"/>
                </a:solidFill>
                <a:latin typeface="Open Sans"/>
                <a:ea typeface="Open Sans"/>
                <a:cs typeface="Open Sans"/>
                <a:sym typeface="Open Sans"/>
              </a:rPr>
              <a:t>Mapper</a:t>
            </a:r>
            <a:endParaRPr dirty="0"/>
          </a:p>
        </p:txBody>
      </p:sp>
      <p:sp>
        <p:nvSpPr>
          <p:cNvPr id="13" name="Google Shape;469;p68">
            <a:extLst>
              <a:ext uri="{FF2B5EF4-FFF2-40B4-BE49-F238E27FC236}">
                <a16:creationId xmlns:a16="http://schemas.microsoft.com/office/drawing/2014/main" id="{0E71846C-491B-8156-16F1-95AC398137B3}"/>
              </a:ext>
            </a:extLst>
          </p:cNvPr>
          <p:cNvSpPr/>
          <p:nvPr/>
        </p:nvSpPr>
        <p:spPr>
          <a:xfrm rot="5400000">
            <a:off x="8723073" y="2352095"/>
            <a:ext cx="2160393" cy="9886766"/>
          </a:xfrm>
          <a:prstGeom prst="round2SameRect">
            <a:avLst>
              <a:gd name="adj1" fmla="val 11318"/>
              <a:gd name="adj2" fmla="val 0"/>
            </a:avLst>
          </a:prstGeom>
          <a:solidFill>
            <a:schemeClr val="lt1"/>
          </a:solidFill>
          <a:ln w="25400" cap="flat" cmpd="sng">
            <a:solidFill>
              <a:srgbClr val="41A0C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400" b="1" i="0" u="none" strike="noStrike" cap="none">
              <a:solidFill>
                <a:schemeClr val="lt1"/>
              </a:solidFill>
              <a:latin typeface="Open Sans"/>
              <a:ea typeface="Open Sans"/>
              <a:cs typeface="Open Sans"/>
              <a:sym typeface="Open Sans"/>
            </a:endParaRPr>
          </a:p>
        </p:txBody>
      </p:sp>
      <p:sp>
        <p:nvSpPr>
          <p:cNvPr id="14" name="Google Shape;459;p68">
            <a:extLst>
              <a:ext uri="{FF2B5EF4-FFF2-40B4-BE49-F238E27FC236}">
                <a16:creationId xmlns:a16="http://schemas.microsoft.com/office/drawing/2014/main" id="{BD7302B4-3138-6C54-F0D5-1D4E3B793DC4}"/>
              </a:ext>
            </a:extLst>
          </p:cNvPr>
          <p:cNvSpPr/>
          <p:nvPr/>
        </p:nvSpPr>
        <p:spPr>
          <a:xfrm rot="16200000">
            <a:off x="2125512" y="5621356"/>
            <a:ext cx="2172379" cy="3336258"/>
          </a:xfrm>
          <a:prstGeom prst="round2SameRect">
            <a:avLst>
              <a:gd name="adj1" fmla="val 9636"/>
              <a:gd name="adj2" fmla="val 0"/>
            </a:avLst>
          </a:prstGeom>
          <a:solidFill>
            <a:srgbClr val="41A0CB"/>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200" b="1" i="0" u="none" strike="noStrike" cap="none">
              <a:solidFill>
                <a:schemeClr val="lt1"/>
              </a:solidFill>
              <a:latin typeface="Open Sans"/>
              <a:ea typeface="Open Sans"/>
              <a:cs typeface="Open Sans"/>
              <a:sym typeface="Open Sans"/>
            </a:endParaRPr>
          </a:p>
        </p:txBody>
      </p:sp>
      <p:sp>
        <p:nvSpPr>
          <p:cNvPr id="15" name="Google Shape;460;p68">
            <a:extLst>
              <a:ext uri="{FF2B5EF4-FFF2-40B4-BE49-F238E27FC236}">
                <a16:creationId xmlns:a16="http://schemas.microsoft.com/office/drawing/2014/main" id="{C144C5FB-471E-13C0-5FBB-EF4A3BC6A03E}"/>
              </a:ext>
            </a:extLst>
          </p:cNvPr>
          <p:cNvSpPr/>
          <p:nvPr/>
        </p:nvSpPr>
        <p:spPr>
          <a:xfrm rot="5400000">
            <a:off x="4775761" y="7147596"/>
            <a:ext cx="470624" cy="283778"/>
          </a:xfrm>
          <a:prstGeom prst="triangle">
            <a:avLst>
              <a:gd name="adj" fmla="val 50000"/>
            </a:avLst>
          </a:prstGeom>
          <a:solidFill>
            <a:srgbClr val="41A0CB"/>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200" b="0" i="0" u="none" strike="noStrike" cap="none" dirty="0">
              <a:solidFill>
                <a:schemeClr val="lt1"/>
              </a:solidFill>
              <a:latin typeface="Arial"/>
              <a:ea typeface="Arial"/>
              <a:cs typeface="Arial"/>
              <a:sym typeface="Arial"/>
            </a:endParaRPr>
          </a:p>
        </p:txBody>
      </p:sp>
      <p:sp>
        <p:nvSpPr>
          <p:cNvPr id="16" name="Google Shape;461;p68">
            <a:extLst>
              <a:ext uri="{FF2B5EF4-FFF2-40B4-BE49-F238E27FC236}">
                <a16:creationId xmlns:a16="http://schemas.microsoft.com/office/drawing/2014/main" id="{C1580471-7439-0866-A816-73B539EB8148}"/>
              </a:ext>
            </a:extLst>
          </p:cNvPr>
          <p:cNvSpPr txBox="1"/>
          <p:nvPr/>
        </p:nvSpPr>
        <p:spPr>
          <a:xfrm>
            <a:off x="1636577" y="7074042"/>
            <a:ext cx="3152620" cy="430887"/>
          </a:xfrm>
          <a:prstGeom prst="rect">
            <a:avLst/>
          </a:prstGeom>
          <a:solidFill>
            <a:srgbClr val="41A0CB"/>
          </a:solidFill>
          <a:ln w="9525" cap="flat" cmpd="sng">
            <a:no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200" b="1" i="0" u="none" strike="noStrike" cap="none" dirty="0">
                <a:solidFill>
                  <a:schemeClr val="lt1"/>
                </a:solidFill>
                <a:latin typeface="Open Sans"/>
                <a:ea typeface="Open Sans"/>
                <a:cs typeface="Open Sans"/>
                <a:sym typeface="Open Sans"/>
              </a:rPr>
              <a:t>Reducer</a:t>
            </a:r>
            <a:endParaRPr lang="en-US" sz="2400" dirty="0"/>
          </a:p>
        </p:txBody>
      </p:sp>
      <p:sp>
        <p:nvSpPr>
          <p:cNvPr id="479" name="Google Shape;479;p6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3F3F3F"/>
              </a:buClr>
              <a:buSzPts val="3200"/>
              <a:buFont typeface="Open Sans ExtraBold"/>
              <a:buNone/>
            </a:pPr>
            <a:r>
              <a:rPr lang="en-US" dirty="0"/>
              <a:t>MapReduce Terminologies</a:t>
            </a:r>
            <a:endParaRPr dirty="0">
              <a:solidFill>
                <a:srgbClr val="595959"/>
              </a:solidFill>
            </a:endParaRPr>
          </a:p>
        </p:txBody>
      </p:sp>
      <p:sp>
        <p:nvSpPr>
          <p:cNvPr id="486" name="Google Shape;486;p69"/>
          <p:cNvSpPr txBox="1"/>
          <p:nvPr/>
        </p:nvSpPr>
        <p:spPr>
          <a:xfrm>
            <a:off x="5319463" y="2006038"/>
            <a:ext cx="9226464" cy="1412694"/>
          </a:xfrm>
          <a:prstGeom prst="rect">
            <a:avLst/>
          </a:prstGeom>
          <a:noFill/>
          <a:ln>
            <a:noFill/>
          </a:ln>
        </p:spPr>
        <p:txBody>
          <a:bodyPr spcFirstLastPara="1" wrap="square" lIns="91425" tIns="45700" rIns="91425" bIns="45700" anchor="t" anchorCtr="0">
            <a:spAutoFit/>
          </a:bodyPr>
          <a:lstStyle/>
          <a:p>
            <a:pPr marL="342900" marR="0" lvl="1" indent="-203200" algn="l" rtl="0">
              <a:lnSpc>
                <a:spcPct val="90000"/>
              </a:lnSpc>
              <a:spcBef>
                <a:spcPts val="0"/>
              </a:spcBef>
              <a:spcAft>
                <a:spcPts val="0"/>
              </a:spcAft>
              <a:buClr>
                <a:srgbClr val="000000"/>
              </a:buClr>
              <a:buSzPts val="2200"/>
              <a:buFont typeface="Arial"/>
              <a:buNone/>
            </a:pPr>
            <a:endParaRPr sz="2200" b="0" i="0" u="none" strike="noStrike" cap="none" dirty="0">
              <a:solidFill>
                <a:srgbClr val="3F3F3F"/>
              </a:solidFill>
              <a:latin typeface="Open Sans"/>
              <a:ea typeface="Open Sans"/>
              <a:cs typeface="Open Sans"/>
              <a:sym typeface="Open Sans"/>
            </a:endParaRPr>
          </a:p>
          <a:p>
            <a:pPr marL="342900" marR="0" lvl="1" indent="-342900" algn="l" rtl="0">
              <a:lnSpc>
                <a:spcPct val="90000"/>
              </a:lnSpc>
              <a:spcBef>
                <a:spcPts val="330"/>
              </a:spcBef>
              <a:spcAft>
                <a:spcPts val="0"/>
              </a:spcAft>
              <a:buClr>
                <a:srgbClr val="000000"/>
              </a:buClr>
              <a:buSzPts val="2200"/>
              <a:buFont typeface="Arial"/>
              <a:buChar char="•"/>
            </a:pPr>
            <a:r>
              <a:rPr lang="en-US" sz="2200" b="0" i="0" u="none" strike="noStrike" cap="none" dirty="0">
                <a:solidFill>
                  <a:srgbClr val="3F3F3F"/>
                </a:solidFill>
                <a:latin typeface="Open Sans"/>
                <a:ea typeface="Open Sans"/>
                <a:cs typeface="Open Sans"/>
                <a:sym typeface="Open Sans"/>
              </a:rPr>
              <a:t>It is an internal framework that converts the byte-oriented view of data from </a:t>
            </a:r>
            <a:r>
              <a:rPr lang="en-US" sz="2200" b="0" i="0" u="none" strike="noStrike" cap="none" dirty="0" err="1">
                <a:solidFill>
                  <a:srgbClr val="3F3F3F"/>
                </a:solidFill>
                <a:latin typeface="Open Sans"/>
                <a:ea typeface="Open Sans"/>
                <a:cs typeface="Open Sans"/>
                <a:sym typeface="Open Sans"/>
              </a:rPr>
              <a:t>InputSplit</a:t>
            </a:r>
            <a:r>
              <a:rPr lang="en-US" sz="2200" b="0" i="0" u="none" strike="noStrike" cap="none" dirty="0">
                <a:solidFill>
                  <a:srgbClr val="3F3F3F"/>
                </a:solidFill>
                <a:latin typeface="Open Sans"/>
                <a:ea typeface="Open Sans"/>
                <a:cs typeface="Open Sans"/>
                <a:sym typeface="Open Sans"/>
              </a:rPr>
              <a:t> to key-value pairs and passes them on to the Map.</a:t>
            </a:r>
            <a:endParaRPr sz="2200" b="0" i="0" u="none" strike="noStrike" cap="none" dirty="0">
              <a:solidFill>
                <a:srgbClr val="3F3F3F"/>
              </a:solidFill>
              <a:latin typeface="Open Sans"/>
              <a:ea typeface="Open Sans"/>
              <a:cs typeface="Open Sans"/>
              <a:sym typeface="Open Sans"/>
            </a:endParaRPr>
          </a:p>
        </p:txBody>
      </p:sp>
      <p:sp>
        <p:nvSpPr>
          <p:cNvPr id="492" name="Google Shape;492;p69"/>
          <p:cNvSpPr txBox="1"/>
          <p:nvPr/>
        </p:nvSpPr>
        <p:spPr>
          <a:xfrm>
            <a:off x="5336576" y="4108384"/>
            <a:ext cx="9226464" cy="1785104"/>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3F3F3F"/>
              </a:buClr>
              <a:buSzPts val="2200"/>
              <a:buFont typeface="Arial"/>
              <a:buChar char="•"/>
            </a:pPr>
            <a:r>
              <a:rPr lang="en-US" sz="2200" b="0" i="0" u="none" strike="noStrike" cap="none" dirty="0">
                <a:solidFill>
                  <a:srgbClr val="3F3F3F"/>
                </a:solidFill>
                <a:latin typeface="Open Sans"/>
                <a:ea typeface="Open Sans"/>
                <a:cs typeface="Open Sans"/>
                <a:sym typeface="Open Sans"/>
              </a:rPr>
              <a:t>It is a self-sustained function that takes input from </a:t>
            </a:r>
            <a:r>
              <a:rPr lang="en-US" sz="2200" b="0" i="0" u="none" strike="noStrike" cap="none" dirty="0" err="1">
                <a:solidFill>
                  <a:srgbClr val="3F3F3F"/>
                </a:solidFill>
                <a:latin typeface="Open Sans"/>
                <a:ea typeface="Open Sans"/>
                <a:cs typeface="Open Sans"/>
                <a:sym typeface="Open Sans"/>
              </a:rPr>
              <a:t>RecordReader</a:t>
            </a:r>
            <a:r>
              <a:rPr lang="en-US" sz="2200" b="0" i="0" u="none" strike="noStrike" cap="none" dirty="0">
                <a:solidFill>
                  <a:srgbClr val="3F3F3F"/>
                </a:solidFill>
                <a:latin typeface="Open Sans"/>
                <a:ea typeface="Open Sans"/>
                <a:cs typeface="Open Sans"/>
                <a:sym typeface="Open Sans"/>
              </a:rPr>
              <a:t> and processes it.</a:t>
            </a:r>
            <a:endParaRPr dirty="0"/>
          </a:p>
          <a:p>
            <a:pPr marL="342900" marR="0" lvl="0" indent="-203200" algn="l" rtl="0">
              <a:lnSpc>
                <a:spcPct val="100000"/>
              </a:lnSpc>
              <a:spcBef>
                <a:spcPts val="0"/>
              </a:spcBef>
              <a:spcAft>
                <a:spcPts val="0"/>
              </a:spcAft>
              <a:buClr>
                <a:srgbClr val="3F3F3F"/>
              </a:buClr>
              <a:buSzPts val="2200"/>
              <a:buFont typeface="Arial"/>
              <a:buNone/>
            </a:pPr>
            <a:endParaRPr sz="2200" b="0" i="0" u="none" strike="noStrike" cap="none" dirty="0">
              <a:solidFill>
                <a:srgbClr val="3F3F3F"/>
              </a:solidFill>
              <a:latin typeface="Open Sans"/>
              <a:ea typeface="Open Sans"/>
              <a:cs typeface="Open Sans"/>
              <a:sym typeface="Open Sans"/>
            </a:endParaRPr>
          </a:p>
          <a:p>
            <a:pPr marL="342900" marR="0" lvl="0" indent="-342900" algn="l" rtl="0">
              <a:lnSpc>
                <a:spcPct val="100000"/>
              </a:lnSpc>
              <a:spcBef>
                <a:spcPts val="0"/>
              </a:spcBef>
              <a:spcAft>
                <a:spcPts val="0"/>
              </a:spcAft>
              <a:buClr>
                <a:srgbClr val="3F3F3F"/>
              </a:buClr>
              <a:buSzPts val="2200"/>
              <a:buFont typeface="Arial"/>
              <a:buChar char="•"/>
            </a:pPr>
            <a:r>
              <a:rPr lang="en-US" sz="2200" b="0" i="0" u="none" strike="noStrike" cap="none" dirty="0">
                <a:solidFill>
                  <a:srgbClr val="3F3F3F"/>
                </a:solidFill>
                <a:latin typeface="Open Sans"/>
                <a:ea typeface="Open Sans"/>
                <a:cs typeface="Open Sans"/>
                <a:sym typeface="Open Sans"/>
              </a:rPr>
              <a:t>The input for Mapper is a Map (K, V), and the output is a Map (K1, V1). It is stored on HDFS in the temp directory.</a:t>
            </a:r>
            <a:endParaRPr dirty="0"/>
          </a:p>
        </p:txBody>
      </p:sp>
      <p:sp>
        <p:nvSpPr>
          <p:cNvPr id="498" name="Google Shape;498;p69"/>
          <p:cNvSpPr txBox="1"/>
          <p:nvPr/>
        </p:nvSpPr>
        <p:spPr>
          <a:xfrm>
            <a:off x="5336576" y="6589131"/>
            <a:ext cx="9226464" cy="1412694"/>
          </a:xfrm>
          <a:prstGeom prst="rect">
            <a:avLst/>
          </a:prstGeom>
          <a:noFill/>
          <a:ln>
            <a:noFill/>
          </a:ln>
        </p:spPr>
        <p:txBody>
          <a:bodyPr spcFirstLastPara="1" wrap="square" lIns="91425" tIns="45700" rIns="91425" bIns="45700" anchor="t" anchorCtr="0">
            <a:spAutoFit/>
          </a:bodyPr>
          <a:lstStyle/>
          <a:p>
            <a:pPr marL="342900" marR="0" lvl="1" indent="-342900" algn="l" rtl="0">
              <a:lnSpc>
                <a:spcPct val="90000"/>
              </a:lnSpc>
              <a:spcBef>
                <a:spcPts val="0"/>
              </a:spcBef>
              <a:spcAft>
                <a:spcPts val="0"/>
              </a:spcAft>
              <a:buClr>
                <a:srgbClr val="000000"/>
              </a:buClr>
              <a:buSzPts val="2200"/>
              <a:buFont typeface="Arial"/>
              <a:buChar char="•"/>
            </a:pPr>
            <a:r>
              <a:rPr lang="en-US" sz="2200" b="0" i="0" u="none" strike="noStrike" cap="none" dirty="0">
                <a:solidFill>
                  <a:srgbClr val="3F3F3F"/>
                </a:solidFill>
                <a:latin typeface="Open Sans"/>
                <a:ea typeface="Open Sans"/>
                <a:cs typeface="Open Sans"/>
                <a:sym typeface="Open Sans"/>
              </a:rPr>
              <a:t>It is a function that takes input from the Mapper output.</a:t>
            </a:r>
            <a:endParaRPr dirty="0"/>
          </a:p>
          <a:p>
            <a:pPr marL="342900" marR="0" lvl="1" indent="-203200" algn="l" rtl="0">
              <a:lnSpc>
                <a:spcPct val="90000"/>
              </a:lnSpc>
              <a:spcBef>
                <a:spcPts val="330"/>
              </a:spcBef>
              <a:spcAft>
                <a:spcPts val="0"/>
              </a:spcAft>
              <a:buClr>
                <a:srgbClr val="000000"/>
              </a:buClr>
              <a:buSzPts val="2200"/>
              <a:buFont typeface="Arial"/>
              <a:buNone/>
            </a:pPr>
            <a:endParaRPr sz="2200" b="0" i="0" u="none" strike="noStrike" cap="none" dirty="0">
              <a:solidFill>
                <a:srgbClr val="3F3F3F"/>
              </a:solidFill>
              <a:latin typeface="Open Sans"/>
              <a:ea typeface="Open Sans"/>
              <a:cs typeface="Open Sans"/>
              <a:sym typeface="Open Sans"/>
            </a:endParaRPr>
          </a:p>
          <a:p>
            <a:pPr marL="342900" marR="0" lvl="1" indent="-342900" algn="l" rtl="0">
              <a:lnSpc>
                <a:spcPct val="90000"/>
              </a:lnSpc>
              <a:spcBef>
                <a:spcPts val="330"/>
              </a:spcBef>
              <a:spcAft>
                <a:spcPts val="0"/>
              </a:spcAft>
              <a:buClr>
                <a:srgbClr val="000000"/>
              </a:buClr>
              <a:buSzPts val="2200"/>
              <a:buFont typeface="Arial"/>
              <a:buChar char="•"/>
            </a:pPr>
            <a:r>
              <a:rPr lang="en-US" sz="2200" b="0" i="0" u="none" strike="noStrike" cap="none" dirty="0">
                <a:solidFill>
                  <a:srgbClr val="3F3F3F"/>
                </a:solidFill>
                <a:latin typeface="Open Sans"/>
                <a:ea typeface="Open Sans"/>
                <a:cs typeface="Open Sans"/>
                <a:sym typeface="Open Sans"/>
              </a:rPr>
              <a:t>Then, it performs computations, such as sum, filter, and aggregation, on them and provides a Map (K2, V2) as an output.</a:t>
            </a:r>
            <a:endParaRPr dirty="0"/>
          </a:p>
        </p:txBody>
      </p:sp>
      <p:sp>
        <p:nvSpPr>
          <p:cNvPr id="3" name="Brandline_LVC">
            <a:extLst>
              <a:ext uri="{FF2B5EF4-FFF2-40B4-BE49-F238E27FC236}">
                <a16:creationId xmlns:a16="http://schemas.microsoft.com/office/drawing/2014/main" id="{3E8DD2A9-410B-A42C-5D77-3CCD1785B0B2}"/>
              </a:ext>
            </a:extLst>
          </p:cNvPr>
          <p:cNvSpPr/>
          <p:nvPr/>
        </p:nvSpPr>
        <p:spPr>
          <a:xfrm>
            <a:off x="5207000" y="816324"/>
            <a:ext cx="5844064"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 name="Google Shape;457;p68">
            <a:extLst>
              <a:ext uri="{FF2B5EF4-FFF2-40B4-BE49-F238E27FC236}">
                <a16:creationId xmlns:a16="http://schemas.microsoft.com/office/drawing/2014/main" id="{F85F42E7-953C-C33C-FF55-493739712933}"/>
              </a:ext>
            </a:extLst>
          </p:cNvPr>
          <p:cNvSpPr/>
          <p:nvPr/>
        </p:nvSpPr>
        <p:spPr>
          <a:xfrm rot="5400000">
            <a:off x="8717081" y="-2230998"/>
            <a:ext cx="2172378" cy="9886766"/>
          </a:xfrm>
          <a:prstGeom prst="round2SameRect">
            <a:avLst>
              <a:gd name="adj1" fmla="val 9437"/>
              <a:gd name="adj2" fmla="val 0"/>
            </a:avLst>
          </a:prstGeom>
          <a:solidFill>
            <a:schemeClr val="lt1"/>
          </a:solidFill>
          <a:ln w="25400" cap="flat" cmpd="sng">
            <a:solidFill>
              <a:srgbClr val="F4B08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400" b="1" i="0" u="none" strike="noStrike" cap="none" dirty="0">
              <a:solidFill>
                <a:schemeClr val="lt1"/>
              </a:solidFill>
              <a:latin typeface="Open Sans"/>
              <a:ea typeface="Open Sans"/>
              <a:cs typeface="Open Sans"/>
              <a:sym typeface="Open Sans"/>
            </a:endParaRPr>
          </a:p>
        </p:txBody>
      </p:sp>
      <p:sp>
        <p:nvSpPr>
          <p:cNvPr id="6" name="Google Shape;459;p68">
            <a:extLst>
              <a:ext uri="{FF2B5EF4-FFF2-40B4-BE49-F238E27FC236}">
                <a16:creationId xmlns:a16="http://schemas.microsoft.com/office/drawing/2014/main" id="{A874470C-51AF-A1E9-BAC8-D41B4454BB6A}"/>
              </a:ext>
            </a:extLst>
          </p:cNvPr>
          <p:cNvSpPr/>
          <p:nvPr/>
        </p:nvSpPr>
        <p:spPr>
          <a:xfrm rot="16200000">
            <a:off x="2091285" y="1044256"/>
            <a:ext cx="2172379" cy="3336258"/>
          </a:xfrm>
          <a:prstGeom prst="round2SameRect">
            <a:avLst>
              <a:gd name="adj1" fmla="val 9636"/>
              <a:gd name="adj2" fmla="val 0"/>
            </a:avLst>
          </a:prstGeom>
          <a:solidFill>
            <a:srgbClr val="F4B081"/>
          </a:solidFill>
          <a:ln w="25400" cap="flat" cmpd="sng">
            <a:solidFill>
              <a:srgbClr val="F4B08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200" b="1" i="0" u="none" strike="noStrike" cap="none" dirty="0">
              <a:solidFill>
                <a:schemeClr val="lt1"/>
              </a:solidFill>
              <a:latin typeface="Open Sans"/>
              <a:ea typeface="Open Sans"/>
              <a:cs typeface="Open Sans"/>
              <a:sym typeface="Open Sans"/>
            </a:endParaRPr>
          </a:p>
        </p:txBody>
      </p:sp>
      <p:sp>
        <p:nvSpPr>
          <p:cNvPr id="7" name="Google Shape;460;p68">
            <a:extLst>
              <a:ext uri="{FF2B5EF4-FFF2-40B4-BE49-F238E27FC236}">
                <a16:creationId xmlns:a16="http://schemas.microsoft.com/office/drawing/2014/main" id="{18E117DA-C757-DBDC-AACE-572FABCF6F2D}"/>
              </a:ext>
            </a:extLst>
          </p:cNvPr>
          <p:cNvSpPr/>
          <p:nvPr/>
        </p:nvSpPr>
        <p:spPr>
          <a:xfrm rot="5400000">
            <a:off x="4775761" y="2570495"/>
            <a:ext cx="470624" cy="283778"/>
          </a:xfrm>
          <a:prstGeom prst="triangle">
            <a:avLst>
              <a:gd name="adj" fmla="val 50000"/>
            </a:avLst>
          </a:prstGeom>
          <a:solidFill>
            <a:srgbClr val="F4B081"/>
          </a:solidFill>
          <a:ln w="25400" cap="flat" cmpd="sng">
            <a:solidFill>
              <a:srgbClr val="F4B08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200" b="0" i="0" u="none" strike="noStrike" cap="none">
              <a:solidFill>
                <a:schemeClr val="lt1"/>
              </a:solidFill>
              <a:latin typeface="Arial"/>
              <a:ea typeface="Arial"/>
              <a:cs typeface="Arial"/>
              <a:sym typeface="Arial"/>
            </a:endParaRPr>
          </a:p>
        </p:txBody>
      </p:sp>
      <p:sp>
        <p:nvSpPr>
          <p:cNvPr id="8" name="Google Shape;461;p68">
            <a:extLst>
              <a:ext uri="{FF2B5EF4-FFF2-40B4-BE49-F238E27FC236}">
                <a16:creationId xmlns:a16="http://schemas.microsoft.com/office/drawing/2014/main" id="{B3678BF4-5CE7-6F3B-B853-6CE9DD2FB464}"/>
              </a:ext>
            </a:extLst>
          </p:cNvPr>
          <p:cNvSpPr txBox="1"/>
          <p:nvPr/>
        </p:nvSpPr>
        <p:spPr>
          <a:xfrm>
            <a:off x="1602350" y="2496942"/>
            <a:ext cx="3152620" cy="430887"/>
          </a:xfrm>
          <a:prstGeom prst="rect">
            <a:avLst/>
          </a:prstGeom>
          <a:solidFill>
            <a:srgbClr val="F4B081"/>
          </a:solidFill>
          <a:ln w="9525" cap="flat" cmpd="sng">
            <a:solidFill>
              <a:srgbClr val="F4B08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200" b="1" i="0" u="none" strike="noStrike" cap="none" dirty="0">
                <a:solidFill>
                  <a:schemeClr val="lt1"/>
                </a:solidFill>
                <a:latin typeface="Open Sans"/>
                <a:ea typeface="Open Sans"/>
                <a:cs typeface="Open Sans"/>
                <a:sym typeface="Open Sans"/>
              </a:rPr>
              <a:t>Partitioner</a:t>
            </a:r>
            <a:endParaRPr dirty="0"/>
          </a:p>
        </p:txBody>
      </p:sp>
      <p:sp>
        <p:nvSpPr>
          <p:cNvPr id="9" name="Google Shape;463;p68">
            <a:extLst>
              <a:ext uri="{FF2B5EF4-FFF2-40B4-BE49-F238E27FC236}">
                <a16:creationId xmlns:a16="http://schemas.microsoft.com/office/drawing/2014/main" id="{2BFA9297-EC98-5072-80CA-AC80F619A13A}"/>
              </a:ext>
            </a:extLst>
          </p:cNvPr>
          <p:cNvSpPr/>
          <p:nvPr/>
        </p:nvSpPr>
        <p:spPr>
          <a:xfrm rot="5400000">
            <a:off x="8727052" y="67525"/>
            <a:ext cx="2172379" cy="9866822"/>
          </a:xfrm>
          <a:prstGeom prst="round2SameRect">
            <a:avLst>
              <a:gd name="adj1" fmla="val 10749"/>
              <a:gd name="adj2" fmla="val 0"/>
            </a:avLst>
          </a:prstGeom>
          <a:solidFill>
            <a:schemeClr val="lt1"/>
          </a:solidFill>
          <a:ln w="25400" cap="flat" cmpd="sng">
            <a:solidFill>
              <a:srgbClr val="17BFA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400" b="1" i="0" u="none" strike="noStrike" cap="none">
              <a:solidFill>
                <a:schemeClr val="lt1"/>
              </a:solidFill>
              <a:latin typeface="Open Sans"/>
              <a:ea typeface="Open Sans"/>
              <a:cs typeface="Open Sans"/>
              <a:sym typeface="Open Sans"/>
            </a:endParaRPr>
          </a:p>
        </p:txBody>
      </p:sp>
      <p:sp>
        <p:nvSpPr>
          <p:cNvPr id="10" name="Google Shape;459;p68">
            <a:extLst>
              <a:ext uri="{FF2B5EF4-FFF2-40B4-BE49-F238E27FC236}">
                <a16:creationId xmlns:a16="http://schemas.microsoft.com/office/drawing/2014/main" id="{3F94F623-FE20-6888-2E66-CECBFA433EB2}"/>
              </a:ext>
            </a:extLst>
          </p:cNvPr>
          <p:cNvSpPr/>
          <p:nvPr/>
        </p:nvSpPr>
        <p:spPr>
          <a:xfrm rot="16200000">
            <a:off x="2125512" y="3332806"/>
            <a:ext cx="2172379" cy="3336258"/>
          </a:xfrm>
          <a:prstGeom prst="round2SameRect">
            <a:avLst>
              <a:gd name="adj1" fmla="val 9636"/>
              <a:gd name="adj2" fmla="val 0"/>
            </a:avLst>
          </a:prstGeom>
          <a:solidFill>
            <a:srgbClr val="17BFAB"/>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200" b="1" i="0" u="none" strike="noStrike" cap="none">
              <a:solidFill>
                <a:schemeClr val="lt1"/>
              </a:solidFill>
              <a:latin typeface="Open Sans"/>
              <a:ea typeface="Open Sans"/>
              <a:cs typeface="Open Sans"/>
              <a:sym typeface="Open Sans"/>
            </a:endParaRPr>
          </a:p>
        </p:txBody>
      </p:sp>
      <p:sp>
        <p:nvSpPr>
          <p:cNvPr id="11" name="Google Shape;460;p68">
            <a:extLst>
              <a:ext uri="{FF2B5EF4-FFF2-40B4-BE49-F238E27FC236}">
                <a16:creationId xmlns:a16="http://schemas.microsoft.com/office/drawing/2014/main" id="{85B16F90-7D48-3370-9C9A-86A0A7692BC7}"/>
              </a:ext>
            </a:extLst>
          </p:cNvPr>
          <p:cNvSpPr/>
          <p:nvPr/>
        </p:nvSpPr>
        <p:spPr>
          <a:xfrm rot="5400000">
            <a:off x="4775761" y="4859045"/>
            <a:ext cx="470624" cy="283778"/>
          </a:xfrm>
          <a:prstGeom prst="triangle">
            <a:avLst>
              <a:gd name="adj" fmla="val 50000"/>
            </a:avLst>
          </a:prstGeom>
          <a:solidFill>
            <a:srgbClr val="17BFAB"/>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200" b="0" i="0" u="none" strike="noStrike" cap="none" dirty="0">
              <a:solidFill>
                <a:schemeClr val="lt1"/>
              </a:solidFill>
              <a:latin typeface="Arial"/>
              <a:ea typeface="Arial"/>
              <a:cs typeface="Arial"/>
              <a:sym typeface="Arial"/>
            </a:endParaRPr>
          </a:p>
        </p:txBody>
      </p:sp>
      <p:sp>
        <p:nvSpPr>
          <p:cNvPr id="12" name="Google Shape;461;p68">
            <a:extLst>
              <a:ext uri="{FF2B5EF4-FFF2-40B4-BE49-F238E27FC236}">
                <a16:creationId xmlns:a16="http://schemas.microsoft.com/office/drawing/2014/main" id="{7B644DBE-C775-BD09-368A-66C75D82B39E}"/>
              </a:ext>
            </a:extLst>
          </p:cNvPr>
          <p:cNvSpPr txBox="1"/>
          <p:nvPr/>
        </p:nvSpPr>
        <p:spPr>
          <a:xfrm>
            <a:off x="1636577" y="4785492"/>
            <a:ext cx="3152620" cy="430887"/>
          </a:xfrm>
          <a:prstGeom prst="rect">
            <a:avLst/>
          </a:prstGeom>
          <a:noFill/>
          <a:ln w="9525" cap="flat" cmpd="sng">
            <a:no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200" b="1" i="0" u="none" strike="noStrike" cap="none" dirty="0">
                <a:solidFill>
                  <a:schemeClr val="lt1"/>
                </a:solidFill>
                <a:latin typeface="Open Sans"/>
                <a:ea typeface="Open Sans"/>
                <a:cs typeface="Open Sans"/>
                <a:sym typeface="Open Sans"/>
              </a:rPr>
              <a:t>Counter</a:t>
            </a:r>
            <a:endParaRPr dirty="0"/>
          </a:p>
        </p:txBody>
      </p:sp>
      <p:sp>
        <p:nvSpPr>
          <p:cNvPr id="13" name="Google Shape;469;p68">
            <a:extLst>
              <a:ext uri="{FF2B5EF4-FFF2-40B4-BE49-F238E27FC236}">
                <a16:creationId xmlns:a16="http://schemas.microsoft.com/office/drawing/2014/main" id="{71093C68-BDF0-952D-3137-E491A98CE558}"/>
              </a:ext>
            </a:extLst>
          </p:cNvPr>
          <p:cNvSpPr/>
          <p:nvPr/>
        </p:nvSpPr>
        <p:spPr>
          <a:xfrm rot="5400000">
            <a:off x="8723073" y="2352095"/>
            <a:ext cx="2160393" cy="9886766"/>
          </a:xfrm>
          <a:prstGeom prst="round2SameRect">
            <a:avLst>
              <a:gd name="adj1" fmla="val 11318"/>
              <a:gd name="adj2" fmla="val 0"/>
            </a:avLst>
          </a:prstGeom>
          <a:solidFill>
            <a:schemeClr val="lt1"/>
          </a:solidFill>
          <a:ln w="25400" cap="flat" cmpd="sng">
            <a:solidFill>
              <a:srgbClr val="41A0C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400" b="1" i="0" u="none" strike="noStrike" cap="none">
              <a:solidFill>
                <a:schemeClr val="lt1"/>
              </a:solidFill>
              <a:latin typeface="Open Sans"/>
              <a:ea typeface="Open Sans"/>
              <a:cs typeface="Open Sans"/>
              <a:sym typeface="Open Sans"/>
            </a:endParaRPr>
          </a:p>
        </p:txBody>
      </p:sp>
      <p:sp>
        <p:nvSpPr>
          <p:cNvPr id="14" name="Google Shape;459;p68">
            <a:extLst>
              <a:ext uri="{FF2B5EF4-FFF2-40B4-BE49-F238E27FC236}">
                <a16:creationId xmlns:a16="http://schemas.microsoft.com/office/drawing/2014/main" id="{32C35F52-8535-1E49-A14E-D94471F47218}"/>
              </a:ext>
            </a:extLst>
          </p:cNvPr>
          <p:cNvSpPr/>
          <p:nvPr/>
        </p:nvSpPr>
        <p:spPr>
          <a:xfrm rot="16200000">
            <a:off x="2125512" y="5621356"/>
            <a:ext cx="2172379" cy="3336258"/>
          </a:xfrm>
          <a:prstGeom prst="round2SameRect">
            <a:avLst>
              <a:gd name="adj1" fmla="val 9636"/>
              <a:gd name="adj2" fmla="val 0"/>
            </a:avLst>
          </a:prstGeom>
          <a:solidFill>
            <a:srgbClr val="41A0CB"/>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200" b="1" i="0" u="none" strike="noStrike" cap="none">
              <a:solidFill>
                <a:schemeClr val="lt1"/>
              </a:solidFill>
              <a:latin typeface="Open Sans"/>
              <a:ea typeface="Open Sans"/>
              <a:cs typeface="Open Sans"/>
              <a:sym typeface="Open Sans"/>
            </a:endParaRPr>
          </a:p>
        </p:txBody>
      </p:sp>
      <p:sp>
        <p:nvSpPr>
          <p:cNvPr id="15" name="Google Shape;460;p68">
            <a:extLst>
              <a:ext uri="{FF2B5EF4-FFF2-40B4-BE49-F238E27FC236}">
                <a16:creationId xmlns:a16="http://schemas.microsoft.com/office/drawing/2014/main" id="{6B9E4DC8-1CCB-2CDC-FD88-C956C182FD53}"/>
              </a:ext>
            </a:extLst>
          </p:cNvPr>
          <p:cNvSpPr/>
          <p:nvPr/>
        </p:nvSpPr>
        <p:spPr>
          <a:xfrm rot="5400000">
            <a:off x="4775761" y="7147596"/>
            <a:ext cx="470624" cy="283778"/>
          </a:xfrm>
          <a:prstGeom prst="triangle">
            <a:avLst>
              <a:gd name="adj" fmla="val 50000"/>
            </a:avLst>
          </a:prstGeom>
          <a:solidFill>
            <a:srgbClr val="41A0CB"/>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200" b="0" i="0" u="none" strike="noStrike" cap="none" dirty="0">
              <a:solidFill>
                <a:schemeClr val="lt1"/>
              </a:solidFill>
              <a:latin typeface="Arial"/>
              <a:ea typeface="Arial"/>
              <a:cs typeface="Arial"/>
              <a:sym typeface="Arial"/>
            </a:endParaRPr>
          </a:p>
        </p:txBody>
      </p:sp>
      <p:sp>
        <p:nvSpPr>
          <p:cNvPr id="16" name="Google Shape;461;p68">
            <a:extLst>
              <a:ext uri="{FF2B5EF4-FFF2-40B4-BE49-F238E27FC236}">
                <a16:creationId xmlns:a16="http://schemas.microsoft.com/office/drawing/2014/main" id="{E166B42A-FE29-8448-1EFD-1D851E490970}"/>
              </a:ext>
            </a:extLst>
          </p:cNvPr>
          <p:cNvSpPr txBox="1"/>
          <p:nvPr/>
        </p:nvSpPr>
        <p:spPr>
          <a:xfrm>
            <a:off x="1636577" y="7074042"/>
            <a:ext cx="3152620" cy="430887"/>
          </a:xfrm>
          <a:prstGeom prst="rect">
            <a:avLst/>
          </a:prstGeom>
          <a:solidFill>
            <a:srgbClr val="41A0CB"/>
          </a:solidFill>
          <a:ln w="9525" cap="flat" cmpd="sng">
            <a:no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200" b="1" i="0" u="none" strike="noStrike" cap="none" dirty="0">
                <a:solidFill>
                  <a:schemeClr val="lt1"/>
                </a:solidFill>
                <a:latin typeface="Open Sans"/>
                <a:ea typeface="Open Sans"/>
                <a:cs typeface="Open Sans"/>
                <a:sym typeface="Open Sans"/>
              </a:rPr>
              <a:t>Combiner</a:t>
            </a:r>
            <a:endParaRPr lang="en-US" sz="2400" dirty="0"/>
          </a:p>
        </p:txBody>
      </p:sp>
      <p:sp>
        <p:nvSpPr>
          <p:cNvPr id="503" name="Google Shape;503;p70"/>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3F3F3F"/>
              </a:buClr>
              <a:buSzPts val="3200"/>
              <a:buFont typeface="Open Sans ExtraBold"/>
              <a:buNone/>
            </a:pPr>
            <a:r>
              <a:rPr lang="en-US" dirty="0"/>
              <a:t>MapReduce Terminologies</a:t>
            </a:r>
            <a:endParaRPr dirty="0">
              <a:solidFill>
                <a:srgbClr val="595959"/>
              </a:solidFill>
            </a:endParaRPr>
          </a:p>
        </p:txBody>
      </p:sp>
      <p:sp>
        <p:nvSpPr>
          <p:cNvPr id="510" name="Google Shape;510;p70"/>
          <p:cNvSpPr txBox="1"/>
          <p:nvPr/>
        </p:nvSpPr>
        <p:spPr>
          <a:xfrm>
            <a:off x="5322271" y="1989574"/>
            <a:ext cx="9226464" cy="1446550"/>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3F3F3F"/>
              </a:buClr>
              <a:buSzPts val="2200"/>
              <a:buFont typeface="Arial"/>
              <a:buChar char="•"/>
            </a:pPr>
            <a:r>
              <a:rPr lang="en-US" sz="2200" b="0" i="0" u="none" strike="noStrike" cap="none" dirty="0">
                <a:solidFill>
                  <a:srgbClr val="3F3F3F"/>
                </a:solidFill>
                <a:latin typeface="Open Sans"/>
                <a:ea typeface="Open Sans"/>
                <a:cs typeface="Open Sans"/>
                <a:sym typeface="Open Sans"/>
              </a:rPr>
              <a:t>It decides the partitioning of keys for the intermediate </a:t>
            </a:r>
            <a:br>
              <a:rPr lang="en-US" sz="2200" b="0" i="0" u="none" strike="noStrike" cap="none" dirty="0">
                <a:solidFill>
                  <a:srgbClr val="3F3F3F"/>
                </a:solidFill>
                <a:latin typeface="Open Sans"/>
                <a:ea typeface="Open Sans"/>
                <a:cs typeface="Open Sans"/>
                <a:sym typeface="Open Sans"/>
              </a:rPr>
            </a:br>
            <a:r>
              <a:rPr lang="en-US" sz="2200" b="0" i="0" u="none" strike="noStrike" cap="none" dirty="0">
                <a:solidFill>
                  <a:srgbClr val="3F3F3F"/>
                </a:solidFill>
                <a:latin typeface="Open Sans"/>
                <a:ea typeface="Open Sans"/>
                <a:cs typeface="Open Sans"/>
                <a:sym typeface="Open Sans"/>
              </a:rPr>
              <a:t>map outputs.</a:t>
            </a:r>
            <a:endParaRPr dirty="0"/>
          </a:p>
          <a:p>
            <a:pPr marL="342900" marR="0" lvl="0" indent="-203200" algn="l" rtl="0">
              <a:lnSpc>
                <a:spcPct val="100000"/>
              </a:lnSpc>
              <a:spcBef>
                <a:spcPts val="0"/>
              </a:spcBef>
              <a:spcAft>
                <a:spcPts val="0"/>
              </a:spcAft>
              <a:buClr>
                <a:srgbClr val="3F3F3F"/>
              </a:buClr>
              <a:buSzPts val="2200"/>
              <a:buFont typeface="Arial"/>
              <a:buNone/>
            </a:pPr>
            <a:endParaRPr sz="2200" b="0" i="0" u="none" strike="noStrike" cap="none" dirty="0">
              <a:solidFill>
                <a:srgbClr val="3F3F3F"/>
              </a:solidFill>
              <a:latin typeface="Open Sans"/>
              <a:ea typeface="Open Sans"/>
              <a:cs typeface="Open Sans"/>
              <a:sym typeface="Open Sans"/>
            </a:endParaRPr>
          </a:p>
          <a:p>
            <a:pPr marL="342900" marR="0" lvl="0" indent="-342900" algn="l" rtl="0">
              <a:lnSpc>
                <a:spcPct val="100000"/>
              </a:lnSpc>
              <a:spcBef>
                <a:spcPts val="0"/>
              </a:spcBef>
              <a:spcAft>
                <a:spcPts val="0"/>
              </a:spcAft>
              <a:buClr>
                <a:srgbClr val="3F3F3F"/>
              </a:buClr>
              <a:buSzPts val="2200"/>
              <a:buFont typeface="Arial"/>
              <a:buChar char="•"/>
            </a:pPr>
            <a:r>
              <a:rPr lang="en-US" sz="2200" b="0" i="0" u="none" strike="noStrike" cap="none" dirty="0">
                <a:solidFill>
                  <a:srgbClr val="3F3F3F"/>
                </a:solidFill>
                <a:latin typeface="Open Sans"/>
                <a:ea typeface="Open Sans"/>
                <a:cs typeface="Open Sans"/>
                <a:sym typeface="Open Sans"/>
              </a:rPr>
              <a:t>It also controls the middle map output segment.</a:t>
            </a:r>
            <a:endParaRPr dirty="0"/>
          </a:p>
        </p:txBody>
      </p:sp>
      <p:sp>
        <p:nvSpPr>
          <p:cNvPr id="516" name="Google Shape;516;p70"/>
          <p:cNvSpPr txBox="1"/>
          <p:nvPr/>
        </p:nvSpPr>
        <p:spPr>
          <a:xfrm>
            <a:off x="5336575" y="4490041"/>
            <a:ext cx="9226464" cy="1107996"/>
          </a:xfrm>
          <a:prstGeom prst="rect">
            <a:avLst/>
          </a:prstGeom>
          <a:noFill/>
          <a:ln>
            <a:noFill/>
          </a:ln>
        </p:spPr>
        <p:txBody>
          <a:bodyPr spcFirstLastPara="1" wrap="square" lIns="91425" tIns="45700" rIns="91425" bIns="45700" anchor="t" anchorCtr="0">
            <a:spAutoFit/>
          </a:bodyPr>
          <a:lstStyle/>
          <a:p>
            <a:pPr marL="342900" marR="0" lvl="1" indent="-342900" algn="l" rtl="0">
              <a:lnSpc>
                <a:spcPct val="90000"/>
              </a:lnSpc>
              <a:spcBef>
                <a:spcPts val="0"/>
              </a:spcBef>
              <a:spcAft>
                <a:spcPts val="0"/>
              </a:spcAft>
              <a:buClr>
                <a:srgbClr val="000000"/>
              </a:buClr>
              <a:buSzPts val="2200"/>
              <a:buFont typeface="Arial"/>
              <a:buChar char="•"/>
            </a:pPr>
            <a:r>
              <a:rPr lang="en-US" sz="2200" b="0" i="0" u="none" strike="noStrike" cap="none">
                <a:solidFill>
                  <a:srgbClr val="3F3F3F"/>
                </a:solidFill>
                <a:latin typeface="Open Sans"/>
                <a:ea typeface="Open Sans"/>
                <a:cs typeface="Open Sans"/>
                <a:sym typeface="Open Sans"/>
              </a:rPr>
              <a:t>It is a function to gather statistics about the MapReduce job.</a:t>
            </a:r>
            <a:endParaRPr/>
          </a:p>
          <a:p>
            <a:pPr marL="342900" marR="0" lvl="1" indent="-203200" algn="l" rtl="0">
              <a:lnSpc>
                <a:spcPct val="90000"/>
              </a:lnSpc>
              <a:spcBef>
                <a:spcPts val="330"/>
              </a:spcBef>
              <a:spcAft>
                <a:spcPts val="0"/>
              </a:spcAft>
              <a:buClr>
                <a:srgbClr val="000000"/>
              </a:buClr>
              <a:buSzPts val="2200"/>
              <a:buFont typeface="Arial"/>
              <a:buNone/>
            </a:pPr>
            <a:endParaRPr sz="2200" b="0" i="0" u="none" strike="noStrike" cap="none">
              <a:solidFill>
                <a:srgbClr val="3F3F3F"/>
              </a:solidFill>
              <a:latin typeface="Open Sans"/>
              <a:ea typeface="Open Sans"/>
              <a:cs typeface="Open Sans"/>
              <a:sym typeface="Open Sans"/>
            </a:endParaRPr>
          </a:p>
          <a:p>
            <a:pPr marL="342900" marR="0" lvl="1" indent="-342900" algn="l" rtl="0">
              <a:lnSpc>
                <a:spcPct val="90000"/>
              </a:lnSpc>
              <a:spcBef>
                <a:spcPts val="330"/>
              </a:spcBef>
              <a:spcAft>
                <a:spcPts val="0"/>
              </a:spcAft>
              <a:buClr>
                <a:srgbClr val="000000"/>
              </a:buClr>
              <a:buSzPts val="2200"/>
              <a:buFont typeface="Arial"/>
              <a:buChar char="•"/>
            </a:pPr>
            <a:r>
              <a:rPr lang="en-US" sz="2200" b="0" i="0" u="none" strike="noStrike" cap="none">
                <a:solidFill>
                  <a:srgbClr val="3F3F3F"/>
                </a:solidFill>
                <a:latin typeface="Open Sans"/>
                <a:ea typeface="Open Sans"/>
                <a:cs typeface="Open Sans"/>
                <a:sym typeface="Open Sans"/>
              </a:rPr>
              <a:t>These are inbuilt but can be user-defined as well.</a:t>
            </a:r>
            <a:endParaRPr/>
          </a:p>
        </p:txBody>
      </p:sp>
      <p:sp>
        <p:nvSpPr>
          <p:cNvPr id="522" name="Google Shape;522;p70"/>
          <p:cNvSpPr txBox="1"/>
          <p:nvPr/>
        </p:nvSpPr>
        <p:spPr>
          <a:xfrm>
            <a:off x="5336575" y="6457362"/>
            <a:ext cx="9410078" cy="1446550"/>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3F3F3F"/>
              </a:buClr>
              <a:buSzPts val="2200"/>
              <a:buFont typeface="Arial"/>
              <a:buChar char="•"/>
            </a:pPr>
            <a:r>
              <a:rPr lang="en-US" sz="2200" b="0" i="0" u="none" strike="noStrike" cap="none">
                <a:solidFill>
                  <a:srgbClr val="3F3F3F"/>
                </a:solidFill>
                <a:latin typeface="Open Sans"/>
                <a:ea typeface="Open Sans"/>
                <a:cs typeface="Open Sans"/>
                <a:sym typeface="Open Sans"/>
              </a:rPr>
              <a:t>It is also known as a mini-reducer.</a:t>
            </a:r>
            <a:endParaRPr/>
          </a:p>
          <a:p>
            <a:pPr marL="342900" marR="0" lvl="0" indent="-203200" algn="l" rtl="0">
              <a:lnSpc>
                <a:spcPct val="100000"/>
              </a:lnSpc>
              <a:spcBef>
                <a:spcPts val="0"/>
              </a:spcBef>
              <a:spcAft>
                <a:spcPts val="0"/>
              </a:spcAft>
              <a:buClr>
                <a:srgbClr val="3F3F3F"/>
              </a:buClr>
              <a:buSzPts val="2200"/>
              <a:buFont typeface="Arial"/>
              <a:buNone/>
            </a:pPr>
            <a:endParaRPr sz="2200" b="0" i="0" u="none" strike="noStrike" cap="none">
              <a:solidFill>
                <a:srgbClr val="3F3F3F"/>
              </a:solidFill>
              <a:latin typeface="Open Sans"/>
              <a:ea typeface="Open Sans"/>
              <a:cs typeface="Open Sans"/>
              <a:sym typeface="Open Sans"/>
            </a:endParaRPr>
          </a:p>
          <a:p>
            <a:pPr marL="342900" marR="0" lvl="0" indent="-342900" algn="l" rtl="0">
              <a:lnSpc>
                <a:spcPct val="100000"/>
              </a:lnSpc>
              <a:spcBef>
                <a:spcPts val="0"/>
              </a:spcBef>
              <a:spcAft>
                <a:spcPts val="0"/>
              </a:spcAft>
              <a:buClr>
                <a:srgbClr val="3F3F3F"/>
              </a:buClr>
              <a:buSzPts val="2200"/>
              <a:buFont typeface="Arial"/>
              <a:buChar char="•"/>
            </a:pPr>
            <a:r>
              <a:rPr lang="en-US" sz="2200" b="0" i="0" u="none" strike="noStrike" cap="none">
                <a:solidFill>
                  <a:srgbClr val="3F3F3F"/>
                </a:solidFill>
                <a:latin typeface="Open Sans"/>
                <a:ea typeface="Open Sans"/>
                <a:cs typeface="Open Sans"/>
                <a:sym typeface="Open Sans"/>
              </a:rPr>
              <a:t>It works at the mapper level and optimizes data transfer to reduce congestion before passing it to the reducer. </a:t>
            </a:r>
            <a:endParaRPr sz="2200" b="0" i="0" u="none" strike="noStrike" cap="none">
              <a:solidFill>
                <a:srgbClr val="3F3F3F"/>
              </a:solidFill>
              <a:latin typeface="Open Sans"/>
              <a:ea typeface="Open Sans"/>
              <a:cs typeface="Open Sans"/>
              <a:sym typeface="Open Sans"/>
            </a:endParaRPr>
          </a:p>
        </p:txBody>
      </p:sp>
      <p:sp>
        <p:nvSpPr>
          <p:cNvPr id="3" name="Brandline_LVC">
            <a:extLst>
              <a:ext uri="{FF2B5EF4-FFF2-40B4-BE49-F238E27FC236}">
                <a16:creationId xmlns:a16="http://schemas.microsoft.com/office/drawing/2014/main" id="{6241D0C1-5488-2E4E-E927-2FC3DD892517}"/>
              </a:ext>
            </a:extLst>
          </p:cNvPr>
          <p:cNvSpPr/>
          <p:nvPr/>
        </p:nvSpPr>
        <p:spPr>
          <a:xfrm>
            <a:off x="5207000" y="816324"/>
            <a:ext cx="5844064"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528" name="Google Shape;528;p7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None/>
            </a:pPr>
            <a:r>
              <a:rPr lang="en-US" sz="2800" b="1">
                <a:solidFill>
                  <a:srgbClr val="404040"/>
                </a:solidFill>
                <a:latin typeface="Open Sans"/>
                <a:ea typeface="Open Sans"/>
                <a:cs typeface="Open Sans"/>
                <a:sym typeface="Open Sans"/>
              </a:rPr>
              <a:t>MapReduce Essentials</a:t>
            </a:r>
            <a:endParaRPr sz="2800" b="1">
              <a:latin typeface="Open Sans"/>
              <a:ea typeface="Open Sans"/>
              <a:cs typeface="Open Sans"/>
              <a:sym typeface="Open Sans"/>
            </a:endParaRPr>
          </a:p>
        </p:txBody>
      </p:sp>
      <p:grpSp>
        <p:nvGrpSpPr>
          <p:cNvPr id="9" name="Group 8">
            <a:extLst>
              <a:ext uri="{FF2B5EF4-FFF2-40B4-BE49-F238E27FC236}">
                <a16:creationId xmlns:a16="http://schemas.microsoft.com/office/drawing/2014/main" id="{E8FE285F-F2CB-0723-90C5-EB0B9EC91AE6}"/>
              </a:ext>
            </a:extLst>
          </p:cNvPr>
          <p:cNvGrpSpPr/>
          <p:nvPr/>
        </p:nvGrpSpPr>
        <p:grpSpPr>
          <a:xfrm>
            <a:off x="2793337" y="3139981"/>
            <a:ext cx="10250226" cy="4377165"/>
            <a:chOff x="2608948" y="3139981"/>
            <a:chExt cx="10250226" cy="4377165"/>
          </a:xfrm>
        </p:grpSpPr>
        <p:sp>
          <p:nvSpPr>
            <p:cNvPr id="532" name="Google Shape;532;p71"/>
            <p:cNvSpPr txBox="1"/>
            <p:nvPr/>
          </p:nvSpPr>
          <p:spPr>
            <a:xfrm>
              <a:off x="2608948" y="5894691"/>
              <a:ext cx="5060092" cy="1622455"/>
            </a:xfrm>
            <a:prstGeom prst="rect">
              <a:avLst/>
            </a:prstGeom>
            <a:noFill/>
            <a:ln>
              <a:noFill/>
            </a:ln>
          </p:spPr>
          <p:txBody>
            <a:bodyPr spcFirstLastPara="1" wrap="square" lIns="91425" tIns="45700" rIns="91425" bIns="45700" anchor="t" anchorCtr="0">
              <a:spAutoFit/>
            </a:bodyPr>
            <a:lstStyle/>
            <a:p>
              <a:pPr marL="0" marR="0" lvl="0" indent="0" algn="ctr" rtl="0">
                <a:lnSpc>
                  <a:spcPct val="113000"/>
                </a:lnSpc>
                <a:spcBef>
                  <a:spcPts val="0"/>
                </a:spcBef>
                <a:spcAft>
                  <a:spcPts val="0"/>
                </a:spcAft>
                <a:buClr>
                  <a:srgbClr val="000000"/>
                </a:buClr>
                <a:buSzPts val="2200"/>
                <a:buFont typeface="Arial"/>
                <a:buNone/>
              </a:pPr>
              <a:r>
                <a:rPr lang="en-US" sz="2200" b="0" i="0" u="none" strike="noStrike" cap="none" dirty="0">
                  <a:solidFill>
                    <a:srgbClr val="3F3F3F"/>
                  </a:solidFill>
                  <a:latin typeface="Open Sans"/>
                  <a:ea typeface="Open Sans"/>
                  <a:cs typeface="Open Sans"/>
                  <a:sym typeface="Open Sans"/>
                </a:rPr>
                <a:t>A user-defined map function is applied to each input record to produce a list of intermediate </a:t>
              </a:r>
              <a:br>
                <a:rPr lang="en-US" sz="2200" b="0" i="0" u="none" strike="noStrike" cap="none" dirty="0">
                  <a:solidFill>
                    <a:srgbClr val="3F3F3F"/>
                  </a:solidFill>
                  <a:latin typeface="Open Sans"/>
                  <a:ea typeface="Open Sans"/>
                  <a:cs typeface="Open Sans"/>
                  <a:sym typeface="Open Sans"/>
                </a:rPr>
              </a:br>
              <a:r>
                <a:rPr lang="en-US" sz="2200" b="0" i="0" u="none" strike="noStrike" cap="none" dirty="0">
                  <a:solidFill>
                    <a:srgbClr val="3F3F3F"/>
                  </a:solidFill>
                  <a:latin typeface="Open Sans"/>
                  <a:ea typeface="Open Sans"/>
                  <a:cs typeface="Open Sans"/>
                  <a:sym typeface="Open Sans"/>
                </a:rPr>
                <a:t>key-value pairs.</a:t>
              </a:r>
              <a:endParaRPr sz="1400" b="0" i="0" u="none" strike="noStrike" cap="none" dirty="0">
                <a:solidFill>
                  <a:srgbClr val="000000"/>
                </a:solidFill>
                <a:latin typeface="Arial"/>
                <a:ea typeface="Arial"/>
                <a:cs typeface="Arial"/>
                <a:sym typeface="Arial"/>
              </a:endParaRPr>
            </a:p>
          </p:txBody>
        </p:sp>
        <p:grpSp>
          <p:nvGrpSpPr>
            <p:cNvPr id="6" name="Group 5">
              <a:extLst>
                <a:ext uri="{FF2B5EF4-FFF2-40B4-BE49-F238E27FC236}">
                  <a16:creationId xmlns:a16="http://schemas.microsoft.com/office/drawing/2014/main" id="{8E2E5AFA-F107-CE52-7FDF-F20FB187F044}"/>
                </a:ext>
              </a:extLst>
            </p:cNvPr>
            <p:cNvGrpSpPr/>
            <p:nvPr/>
          </p:nvGrpSpPr>
          <p:grpSpPr>
            <a:xfrm>
              <a:off x="3796730" y="3215298"/>
              <a:ext cx="2472621" cy="2422994"/>
              <a:chOff x="3916599" y="3296827"/>
              <a:chExt cx="2472621" cy="2422994"/>
            </a:xfrm>
          </p:grpSpPr>
          <p:sp>
            <p:nvSpPr>
              <p:cNvPr id="531" name="Google Shape;531;p71"/>
              <p:cNvSpPr/>
              <p:nvPr/>
            </p:nvSpPr>
            <p:spPr>
              <a:xfrm>
                <a:off x="3916599" y="3296827"/>
                <a:ext cx="2472621" cy="2422994"/>
              </a:xfrm>
              <a:prstGeom prst="roundRect">
                <a:avLst>
                  <a:gd name="adj" fmla="val 7524"/>
                </a:avLst>
              </a:prstGeom>
              <a:noFill/>
              <a:ln w="19050" cap="flat" cmpd="sng">
                <a:solidFill>
                  <a:srgbClr val="61B4D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rgbClr val="FFFFFF"/>
                  </a:solidFill>
                  <a:latin typeface="Open Sans"/>
                  <a:ea typeface="Open Sans"/>
                  <a:cs typeface="Open Sans"/>
                  <a:sym typeface="Open Sans"/>
                </a:endParaRPr>
              </a:p>
            </p:txBody>
          </p:sp>
          <p:pic>
            <p:nvPicPr>
              <p:cNvPr id="533" name="Google Shape;533;p71"/>
              <p:cNvPicPr preferRelativeResize="0"/>
              <p:nvPr/>
            </p:nvPicPr>
            <p:blipFill rotWithShape="1">
              <a:blip r:embed="rId3">
                <a:alphaModFix/>
              </a:blip>
              <a:srcRect/>
              <a:stretch/>
            </p:blipFill>
            <p:spPr>
              <a:xfrm>
                <a:off x="4503344" y="3878792"/>
                <a:ext cx="1268442" cy="1268442"/>
              </a:xfrm>
              <a:prstGeom prst="rect">
                <a:avLst/>
              </a:prstGeom>
              <a:noFill/>
              <a:ln>
                <a:noFill/>
              </a:ln>
            </p:spPr>
          </p:pic>
        </p:grpSp>
        <p:sp>
          <p:nvSpPr>
            <p:cNvPr id="537" name="Google Shape;537;p71"/>
            <p:cNvSpPr txBox="1"/>
            <p:nvPr/>
          </p:nvSpPr>
          <p:spPr>
            <a:xfrm>
              <a:off x="8586961" y="5894691"/>
              <a:ext cx="4272213" cy="1239914"/>
            </a:xfrm>
            <a:prstGeom prst="rect">
              <a:avLst/>
            </a:prstGeom>
            <a:noFill/>
            <a:ln>
              <a:noFill/>
            </a:ln>
          </p:spPr>
          <p:txBody>
            <a:bodyPr spcFirstLastPara="1" wrap="square" lIns="91425" tIns="45700" rIns="91425" bIns="45700" anchor="t" anchorCtr="0">
              <a:spAutoFit/>
            </a:bodyPr>
            <a:lstStyle/>
            <a:p>
              <a:pPr marL="0" marR="0" lvl="0" indent="0" algn="ctr" rtl="0">
                <a:lnSpc>
                  <a:spcPct val="113000"/>
                </a:lnSpc>
                <a:spcBef>
                  <a:spcPts val="0"/>
                </a:spcBef>
                <a:spcAft>
                  <a:spcPts val="0"/>
                </a:spcAft>
                <a:buClr>
                  <a:srgbClr val="000000"/>
                </a:buClr>
                <a:buSzPts val="2200"/>
                <a:buFont typeface="Arial"/>
                <a:buNone/>
              </a:pPr>
              <a:r>
                <a:rPr lang="en-US" sz="2200" b="0" i="0" u="none" strike="noStrike" cap="none" dirty="0">
                  <a:solidFill>
                    <a:srgbClr val="3F3F3F"/>
                  </a:solidFill>
                  <a:latin typeface="Open Sans"/>
                  <a:ea typeface="Open Sans"/>
                  <a:cs typeface="Open Sans"/>
                  <a:sym typeface="Open Sans"/>
                </a:rPr>
                <a:t>A user-defined reduce function is called once for each distinct key in the map output. </a:t>
              </a:r>
              <a:endParaRPr sz="1400" b="0" i="0" u="none" strike="noStrike" cap="none" dirty="0">
                <a:solidFill>
                  <a:srgbClr val="000000"/>
                </a:solidFill>
                <a:latin typeface="Arial"/>
                <a:ea typeface="Arial"/>
                <a:cs typeface="Arial"/>
                <a:sym typeface="Arial"/>
              </a:endParaRPr>
            </a:p>
          </p:txBody>
        </p:sp>
        <p:grpSp>
          <p:nvGrpSpPr>
            <p:cNvPr id="5" name="Group 4">
              <a:extLst>
                <a:ext uri="{FF2B5EF4-FFF2-40B4-BE49-F238E27FC236}">
                  <a16:creationId xmlns:a16="http://schemas.microsoft.com/office/drawing/2014/main" id="{863FDA6C-75E8-3D2F-4BD9-2E1D5A58713D}"/>
                </a:ext>
              </a:extLst>
            </p:cNvPr>
            <p:cNvGrpSpPr/>
            <p:nvPr/>
          </p:nvGrpSpPr>
          <p:grpSpPr>
            <a:xfrm>
              <a:off x="9268038" y="3139981"/>
              <a:ext cx="2472620" cy="2498311"/>
              <a:chOff x="9936047" y="3296827"/>
              <a:chExt cx="2472620" cy="2498311"/>
            </a:xfrm>
          </p:grpSpPr>
          <p:sp>
            <p:nvSpPr>
              <p:cNvPr id="536" name="Google Shape;536;p71"/>
              <p:cNvSpPr/>
              <p:nvPr/>
            </p:nvSpPr>
            <p:spPr>
              <a:xfrm>
                <a:off x="9936047" y="3296827"/>
                <a:ext cx="2472620" cy="2498311"/>
              </a:xfrm>
              <a:prstGeom prst="roundRect">
                <a:avLst>
                  <a:gd name="adj" fmla="val 6691"/>
                </a:avLst>
              </a:prstGeom>
              <a:noFill/>
              <a:ln w="19050" cap="flat" cmpd="sng">
                <a:solidFill>
                  <a:srgbClr val="61B4D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rgbClr val="FFFFFF"/>
                  </a:solidFill>
                  <a:latin typeface="Open Sans"/>
                  <a:ea typeface="Open Sans"/>
                  <a:cs typeface="Open Sans"/>
                  <a:sym typeface="Open Sans"/>
                </a:endParaRPr>
              </a:p>
            </p:txBody>
          </p:sp>
          <p:pic>
            <p:nvPicPr>
              <p:cNvPr id="538" name="Google Shape;538;p71"/>
              <p:cNvPicPr preferRelativeResize="0"/>
              <p:nvPr/>
            </p:nvPicPr>
            <p:blipFill rotWithShape="1">
              <a:blip r:embed="rId4">
                <a:alphaModFix/>
              </a:blip>
              <a:srcRect/>
              <a:stretch/>
            </p:blipFill>
            <p:spPr>
              <a:xfrm>
                <a:off x="9969620" y="3816660"/>
                <a:ext cx="2405475" cy="1594939"/>
              </a:xfrm>
              <a:prstGeom prst="rect">
                <a:avLst/>
              </a:prstGeom>
              <a:noFill/>
              <a:ln>
                <a:noFill/>
              </a:ln>
            </p:spPr>
          </p:pic>
        </p:grpSp>
      </p:grpSp>
      <p:sp>
        <p:nvSpPr>
          <p:cNvPr id="539" name="Google Shape;539;p71"/>
          <p:cNvSpPr/>
          <p:nvPr/>
        </p:nvSpPr>
        <p:spPr>
          <a:xfrm>
            <a:off x="4972038" y="1364021"/>
            <a:ext cx="6311925" cy="531614"/>
          </a:xfrm>
          <a:prstGeom prst="roundRect">
            <a:avLst>
              <a:gd name="adj" fmla="val 16667"/>
            </a:avLst>
          </a:prstGeom>
          <a:solidFill>
            <a:schemeClr val="lt1"/>
          </a:solidFill>
          <a:ln w="25400" cap="flat" cmpd="sng">
            <a:solidFill>
              <a:schemeClr val="lt1"/>
            </a:solidFill>
            <a:prstDash val="solid"/>
            <a:round/>
            <a:headEnd type="none" w="sm" len="sm"/>
            <a:tailEnd type="none" w="sm" len="sm"/>
          </a:ln>
        </p:spPr>
        <p:txBody>
          <a:bodyPr spcFirstLastPara="1" wrap="square" lIns="91425" tIns="360000" rIns="91425" bIns="3240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The job input is specified in key-value pairs:</a:t>
            </a:r>
            <a:endParaRPr sz="1400" b="0" i="0" u="none" strike="noStrike" cap="none">
              <a:solidFill>
                <a:srgbClr val="000000"/>
              </a:solidFill>
              <a:latin typeface="Arial"/>
              <a:ea typeface="Arial"/>
              <a:cs typeface="Arial"/>
              <a:sym typeface="Arial"/>
            </a:endParaRPr>
          </a:p>
        </p:txBody>
      </p:sp>
      <p:sp>
        <p:nvSpPr>
          <p:cNvPr id="3" name="Brandline_LVC">
            <a:extLst>
              <a:ext uri="{FF2B5EF4-FFF2-40B4-BE49-F238E27FC236}">
                <a16:creationId xmlns:a16="http://schemas.microsoft.com/office/drawing/2014/main" id="{EE2D9632-AF2B-8DD9-649C-48AAF0164C3A}"/>
              </a:ext>
            </a:extLst>
          </p:cNvPr>
          <p:cNvSpPr/>
          <p:nvPr/>
        </p:nvSpPr>
        <p:spPr>
          <a:xfrm>
            <a:off x="5689600" y="816324"/>
            <a:ext cx="4895533"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7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None/>
            </a:pPr>
            <a:r>
              <a:rPr lang="en-US" sz="2800" b="1" dirty="0">
                <a:solidFill>
                  <a:srgbClr val="3F3F3F"/>
                </a:solidFill>
                <a:latin typeface="Open Sans"/>
                <a:ea typeface="Open Sans"/>
                <a:cs typeface="Open Sans"/>
                <a:sym typeface="Open Sans"/>
              </a:rPr>
              <a:t>MapReduce Essentials</a:t>
            </a:r>
            <a:endParaRPr sz="2800" b="1" dirty="0">
              <a:solidFill>
                <a:srgbClr val="3F3F3F"/>
              </a:solidFill>
              <a:latin typeface="Open Sans"/>
              <a:ea typeface="Open Sans"/>
              <a:cs typeface="Open Sans"/>
              <a:sym typeface="Open Sans"/>
            </a:endParaRPr>
          </a:p>
        </p:txBody>
      </p:sp>
      <p:grpSp>
        <p:nvGrpSpPr>
          <p:cNvPr id="547" name="Google Shape;547;p72"/>
          <p:cNvGrpSpPr/>
          <p:nvPr/>
        </p:nvGrpSpPr>
        <p:grpSpPr>
          <a:xfrm>
            <a:off x="1457102" y="2290179"/>
            <a:ext cx="13475147" cy="4758264"/>
            <a:chOff x="2273826" y="2499729"/>
            <a:chExt cx="13475147" cy="4758264"/>
          </a:xfrm>
        </p:grpSpPr>
        <p:grpSp>
          <p:nvGrpSpPr>
            <p:cNvPr id="548" name="Google Shape;548;p72"/>
            <p:cNvGrpSpPr/>
            <p:nvPr/>
          </p:nvGrpSpPr>
          <p:grpSpPr>
            <a:xfrm>
              <a:off x="4901985" y="5894663"/>
              <a:ext cx="10846988" cy="1363330"/>
              <a:chOff x="4901985" y="5894663"/>
              <a:chExt cx="10846988" cy="1363330"/>
            </a:xfrm>
          </p:grpSpPr>
          <p:sp>
            <p:nvSpPr>
              <p:cNvPr id="549" name="Google Shape;549;p72"/>
              <p:cNvSpPr/>
              <p:nvPr/>
            </p:nvSpPr>
            <p:spPr>
              <a:xfrm>
                <a:off x="7620973" y="6488592"/>
                <a:ext cx="8128000" cy="76940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200" b="0" i="0" u="none" strike="noStrike" cap="none" dirty="0">
                    <a:solidFill>
                      <a:srgbClr val="3F3F3F"/>
                    </a:solidFill>
                    <a:latin typeface="Open Sans"/>
                    <a:ea typeface="Open Sans"/>
                    <a:cs typeface="Open Sans"/>
                    <a:sym typeface="Open Sans"/>
                  </a:rPr>
                  <a:t>The reduce tasks are read from every map task, and each read returns the record groups for that reduce task. </a:t>
                </a:r>
                <a:endParaRPr sz="2200" b="0" i="0" u="none" strike="noStrike" cap="none" dirty="0">
                  <a:solidFill>
                    <a:srgbClr val="3F3F3F"/>
                  </a:solidFill>
                  <a:latin typeface="Arial"/>
                  <a:ea typeface="Arial"/>
                  <a:cs typeface="Arial"/>
                  <a:sym typeface="Arial"/>
                </a:endParaRPr>
              </a:p>
            </p:txBody>
          </p:sp>
          <p:grpSp>
            <p:nvGrpSpPr>
              <p:cNvPr id="550" name="Google Shape;550;p72"/>
              <p:cNvGrpSpPr/>
              <p:nvPr/>
            </p:nvGrpSpPr>
            <p:grpSpPr>
              <a:xfrm rot="10800000" flipH="1">
                <a:off x="4901985" y="5894663"/>
                <a:ext cx="2547534" cy="943275"/>
                <a:chOff x="3860800" y="3028939"/>
                <a:chExt cx="2547534" cy="943275"/>
              </a:xfrm>
            </p:grpSpPr>
            <p:cxnSp>
              <p:nvCxnSpPr>
                <p:cNvPr id="551" name="Google Shape;551;p72"/>
                <p:cNvCxnSpPr>
                  <a:endCxn id="552" idx="6"/>
                </p:cNvCxnSpPr>
                <p:nvPr/>
              </p:nvCxnSpPr>
              <p:spPr>
                <a:xfrm>
                  <a:off x="4735534" y="3163939"/>
                  <a:ext cx="1672800" cy="0"/>
                </a:xfrm>
                <a:prstGeom prst="straightConnector1">
                  <a:avLst/>
                </a:prstGeom>
                <a:solidFill>
                  <a:schemeClr val="lt1"/>
                </a:solidFill>
                <a:ln w="19050" cap="flat" cmpd="sng">
                  <a:solidFill>
                    <a:schemeClr val="accent2"/>
                  </a:solidFill>
                  <a:prstDash val="solid"/>
                  <a:round/>
                  <a:headEnd type="none" w="sm" len="sm"/>
                  <a:tailEnd type="none" w="sm" len="sm"/>
                </a:ln>
              </p:spPr>
            </p:cxnSp>
            <p:sp>
              <p:nvSpPr>
                <p:cNvPr id="552" name="Google Shape;552;p72"/>
                <p:cNvSpPr/>
                <p:nvPr/>
              </p:nvSpPr>
              <p:spPr>
                <a:xfrm>
                  <a:off x="6138334" y="3028939"/>
                  <a:ext cx="270000" cy="270000"/>
                </a:xfrm>
                <a:prstGeom prst="flowChartConnector">
                  <a:avLst/>
                </a:prstGeom>
                <a:solidFill>
                  <a:schemeClr val="accent2"/>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Open Sans"/>
                    <a:buNone/>
                  </a:pPr>
                  <a:endParaRPr sz="2200" b="0" i="0" u="none" strike="noStrike" cap="none">
                    <a:solidFill>
                      <a:srgbClr val="3F3F3F"/>
                    </a:solidFill>
                    <a:latin typeface="Open Sans"/>
                    <a:ea typeface="Open Sans"/>
                    <a:cs typeface="Open Sans"/>
                    <a:sym typeface="Open Sans"/>
                  </a:endParaRPr>
                </a:p>
              </p:txBody>
            </p:sp>
            <p:cxnSp>
              <p:nvCxnSpPr>
                <p:cNvPr id="553" name="Google Shape;553;p72"/>
                <p:cNvCxnSpPr/>
                <p:nvPr/>
              </p:nvCxnSpPr>
              <p:spPr>
                <a:xfrm flipH="1">
                  <a:off x="3860800" y="3153548"/>
                  <a:ext cx="874680" cy="818666"/>
                </a:xfrm>
                <a:prstGeom prst="straightConnector1">
                  <a:avLst/>
                </a:prstGeom>
                <a:solidFill>
                  <a:schemeClr val="lt1"/>
                </a:solidFill>
                <a:ln w="19050" cap="flat" cmpd="sng">
                  <a:solidFill>
                    <a:schemeClr val="accent2"/>
                  </a:solidFill>
                  <a:prstDash val="solid"/>
                  <a:round/>
                  <a:headEnd type="none" w="sm" len="sm"/>
                  <a:tailEnd type="none" w="sm" len="sm"/>
                </a:ln>
              </p:spPr>
            </p:cxnSp>
          </p:grpSp>
        </p:grpSp>
        <p:grpSp>
          <p:nvGrpSpPr>
            <p:cNvPr id="554" name="Google Shape;554;p72"/>
            <p:cNvGrpSpPr/>
            <p:nvPr/>
          </p:nvGrpSpPr>
          <p:grpSpPr>
            <a:xfrm>
              <a:off x="2273826" y="3147859"/>
              <a:ext cx="3137810" cy="3137810"/>
              <a:chOff x="2273826" y="3147859"/>
              <a:chExt cx="3137810" cy="3137810"/>
            </a:xfrm>
          </p:grpSpPr>
          <p:sp>
            <p:nvSpPr>
              <p:cNvPr id="555" name="Google Shape;555;p72"/>
              <p:cNvSpPr/>
              <p:nvPr/>
            </p:nvSpPr>
            <p:spPr>
              <a:xfrm>
                <a:off x="2273826" y="3147859"/>
                <a:ext cx="3137810" cy="3137810"/>
              </a:xfrm>
              <a:prstGeom prst="ellipse">
                <a:avLst/>
              </a:prstGeom>
              <a:solidFill>
                <a:schemeClr val="lt1"/>
              </a:solidFill>
              <a:ln w="19050" cap="flat" cmpd="sng">
                <a:solidFill>
                  <a:schemeClr val="accent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pic>
            <p:nvPicPr>
              <p:cNvPr id="556" name="Google Shape;556;p72" descr="Image result for mapreduce in hadoop png"/>
              <p:cNvPicPr preferRelativeResize="0"/>
              <p:nvPr/>
            </p:nvPicPr>
            <p:blipFill rotWithShape="1">
              <a:blip r:embed="rId3">
                <a:alphaModFix/>
              </a:blip>
              <a:srcRect/>
              <a:stretch/>
            </p:blipFill>
            <p:spPr>
              <a:xfrm>
                <a:off x="2746196" y="4180841"/>
                <a:ext cx="2000250" cy="1047751"/>
              </a:xfrm>
              <a:prstGeom prst="rect">
                <a:avLst/>
              </a:prstGeom>
              <a:solidFill>
                <a:schemeClr val="lt1"/>
              </a:solidFill>
              <a:ln>
                <a:noFill/>
              </a:ln>
            </p:spPr>
          </p:pic>
        </p:grpSp>
        <p:grpSp>
          <p:nvGrpSpPr>
            <p:cNvPr id="557" name="Google Shape;557;p72"/>
            <p:cNvGrpSpPr/>
            <p:nvPr/>
          </p:nvGrpSpPr>
          <p:grpSpPr>
            <a:xfrm>
              <a:off x="4901985" y="2499729"/>
              <a:ext cx="9335645" cy="1063756"/>
              <a:chOff x="4901985" y="2499729"/>
              <a:chExt cx="9335645" cy="1063756"/>
            </a:xfrm>
          </p:grpSpPr>
          <p:grpSp>
            <p:nvGrpSpPr>
              <p:cNvPr id="558" name="Google Shape;558;p72"/>
              <p:cNvGrpSpPr/>
              <p:nvPr/>
            </p:nvGrpSpPr>
            <p:grpSpPr>
              <a:xfrm>
                <a:off x="4901985" y="2620210"/>
                <a:ext cx="2547534" cy="943275"/>
                <a:chOff x="3860800" y="3028939"/>
                <a:chExt cx="2547534" cy="943275"/>
              </a:xfrm>
            </p:grpSpPr>
            <p:cxnSp>
              <p:nvCxnSpPr>
                <p:cNvPr id="559" name="Google Shape;559;p72"/>
                <p:cNvCxnSpPr>
                  <a:endCxn id="560" idx="6"/>
                </p:cNvCxnSpPr>
                <p:nvPr/>
              </p:nvCxnSpPr>
              <p:spPr>
                <a:xfrm>
                  <a:off x="4735534" y="3163939"/>
                  <a:ext cx="1672800" cy="0"/>
                </a:xfrm>
                <a:prstGeom prst="straightConnector1">
                  <a:avLst/>
                </a:prstGeom>
                <a:solidFill>
                  <a:schemeClr val="lt1"/>
                </a:solidFill>
                <a:ln w="19050" cap="flat" cmpd="sng">
                  <a:solidFill>
                    <a:schemeClr val="accent2"/>
                  </a:solidFill>
                  <a:prstDash val="solid"/>
                  <a:round/>
                  <a:headEnd type="none" w="sm" len="sm"/>
                  <a:tailEnd type="none" w="sm" len="sm"/>
                </a:ln>
              </p:spPr>
            </p:cxnSp>
            <p:sp>
              <p:nvSpPr>
                <p:cNvPr id="560" name="Google Shape;560;p72"/>
                <p:cNvSpPr/>
                <p:nvPr/>
              </p:nvSpPr>
              <p:spPr>
                <a:xfrm>
                  <a:off x="6138334" y="3028939"/>
                  <a:ext cx="270000" cy="270000"/>
                </a:xfrm>
                <a:prstGeom prst="flowChartConnector">
                  <a:avLst/>
                </a:prstGeom>
                <a:solidFill>
                  <a:schemeClr val="accent2"/>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Open Sans"/>
                    <a:buNone/>
                  </a:pPr>
                  <a:endParaRPr sz="2200" b="0" i="0" u="none" strike="noStrike" cap="none">
                    <a:solidFill>
                      <a:srgbClr val="3F3F3F"/>
                    </a:solidFill>
                    <a:latin typeface="Open Sans"/>
                    <a:ea typeface="Open Sans"/>
                    <a:cs typeface="Open Sans"/>
                    <a:sym typeface="Open Sans"/>
                  </a:endParaRPr>
                </a:p>
              </p:txBody>
            </p:sp>
            <p:cxnSp>
              <p:nvCxnSpPr>
                <p:cNvPr id="561" name="Google Shape;561;p72"/>
                <p:cNvCxnSpPr/>
                <p:nvPr/>
              </p:nvCxnSpPr>
              <p:spPr>
                <a:xfrm flipH="1">
                  <a:off x="3860800" y="3153548"/>
                  <a:ext cx="874680" cy="818666"/>
                </a:xfrm>
                <a:prstGeom prst="straightConnector1">
                  <a:avLst/>
                </a:prstGeom>
                <a:solidFill>
                  <a:schemeClr val="lt1"/>
                </a:solidFill>
                <a:ln w="19050" cap="flat" cmpd="sng">
                  <a:solidFill>
                    <a:schemeClr val="accent2"/>
                  </a:solidFill>
                  <a:prstDash val="solid"/>
                  <a:round/>
                  <a:headEnd type="none" w="sm" len="sm"/>
                  <a:tailEnd type="none" w="sm" len="sm"/>
                </a:ln>
              </p:spPr>
            </p:cxnSp>
          </p:grpSp>
          <p:sp>
            <p:nvSpPr>
              <p:cNvPr id="562" name="Google Shape;562;p72"/>
              <p:cNvSpPr/>
              <p:nvPr/>
            </p:nvSpPr>
            <p:spPr>
              <a:xfrm>
                <a:off x="7620973" y="2499729"/>
                <a:ext cx="6616657" cy="76940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200" b="0" i="0" u="none" strike="noStrike" cap="none" dirty="0">
                    <a:solidFill>
                      <a:srgbClr val="3F3F3F"/>
                    </a:solidFill>
                    <a:latin typeface="Open Sans"/>
                    <a:ea typeface="Open Sans"/>
                    <a:cs typeface="Open Sans"/>
                    <a:sym typeface="Open Sans"/>
                  </a:rPr>
                  <a:t>The number of reduce tasks can be defined by the users. </a:t>
                </a:r>
                <a:endParaRPr sz="2200" b="0" i="0" u="none" strike="noStrike" cap="none" dirty="0">
                  <a:solidFill>
                    <a:srgbClr val="3F3F3F"/>
                  </a:solidFill>
                  <a:latin typeface="Arial"/>
                  <a:ea typeface="Arial"/>
                  <a:cs typeface="Arial"/>
                  <a:sym typeface="Arial"/>
                </a:endParaRPr>
              </a:p>
            </p:txBody>
          </p:sp>
        </p:grpSp>
        <p:grpSp>
          <p:nvGrpSpPr>
            <p:cNvPr id="563" name="Google Shape;563;p72"/>
            <p:cNvGrpSpPr/>
            <p:nvPr/>
          </p:nvGrpSpPr>
          <p:grpSpPr>
            <a:xfrm>
              <a:off x="5389410" y="3842050"/>
              <a:ext cx="10359563" cy="769401"/>
              <a:chOff x="5389410" y="3842050"/>
              <a:chExt cx="10359563" cy="769401"/>
            </a:xfrm>
          </p:grpSpPr>
          <p:grpSp>
            <p:nvGrpSpPr>
              <p:cNvPr id="564" name="Google Shape;564;p72"/>
              <p:cNvGrpSpPr/>
              <p:nvPr/>
            </p:nvGrpSpPr>
            <p:grpSpPr>
              <a:xfrm>
                <a:off x="5389410" y="3978460"/>
                <a:ext cx="2060109" cy="477745"/>
                <a:chOff x="4320679" y="4387189"/>
                <a:chExt cx="2060109" cy="477745"/>
              </a:xfrm>
            </p:grpSpPr>
            <p:cxnSp>
              <p:nvCxnSpPr>
                <p:cNvPr id="565" name="Google Shape;565;p72"/>
                <p:cNvCxnSpPr>
                  <a:endCxn id="566" idx="6"/>
                </p:cNvCxnSpPr>
                <p:nvPr/>
              </p:nvCxnSpPr>
              <p:spPr>
                <a:xfrm>
                  <a:off x="4707988" y="4522189"/>
                  <a:ext cx="1672800" cy="0"/>
                </a:xfrm>
                <a:prstGeom prst="straightConnector1">
                  <a:avLst/>
                </a:prstGeom>
                <a:solidFill>
                  <a:schemeClr val="lt1"/>
                </a:solidFill>
                <a:ln w="19050" cap="flat" cmpd="sng">
                  <a:solidFill>
                    <a:schemeClr val="accent2"/>
                  </a:solidFill>
                  <a:prstDash val="solid"/>
                  <a:round/>
                  <a:headEnd type="none" w="sm" len="sm"/>
                  <a:tailEnd type="none" w="sm" len="sm"/>
                </a:ln>
              </p:spPr>
            </p:cxnSp>
            <p:sp>
              <p:nvSpPr>
                <p:cNvPr id="566" name="Google Shape;566;p72"/>
                <p:cNvSpPr/>
                <p:nvPr/>
              </p:nvSpPr>
              <p:spPr>
                <a:xfrm>
                  <a:off x="6110788" y="4387189"/>
                  <a:ext cx="270000" cy="270000"/>
                </a:xfrm>
                <a:prstGeom prst="flowChartConnector">
                  <a:avLst/>
                </a:prstGeom>
                <a:solidFill>
                  <a:schemeClr val="accent2"/>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Open Sans"/>
                    <a:buNone/>
                  </a:pPr>
                  <a:endParaRPr sz="2200" b="0" i="0" u="none" strike="noStrike" cap="none">
                    <a:solidFill>
                      <a:srgbClr val="3F3F3F"/>
                    </a:solidFill>
                    <a:latin typeface="Open Sans"/>
                    <a:ea typeface="Open Sans"/>
                    <a:cs typeface="Open Sans"/>
                    <a:sym typeface="Open Sans"/>
                  </a:endParaRPr>
                </a:p>
              </p:txBody>
            </p:sp>
            <p:cxnSp>
              <p:nvCxnSpPr>
                <p:cNvPr id="567" name="Google Shape;567;p72"/>
                <p:cNvCxnSpPr/>
                <p:nvPr/>
              </p:nvCxnSpPr>
              <p:spPr>
                <a:xfrm flipH="1">
                  <a:off x="4320679" y="4511798"/>
                  <a:ext cx="387256" cy="353136"/>
                </a:xfrm>
                <a:prstGeom prst="straightConnector1">
                  <a:avLst/>
                </a:prstGeom>
                <a:solidFill>
                  <a:schemeClr val="lt1"/>
                </a:solidFill>
                <a:ln w="19050" cap="flat" cmpd="sng">
                  <a:solidFill>
                    <a:schemeClr val="accent2"/>
                  </a:solidFill>
                  <a:prstDash val="solid"/>
                  <a:round/>
                  <a:headEnd type="none" w="sm" len="sm"/>
                  <a:tailEnd type="none" w="sm" len="sm"/>
                </a:ln>
              </p:spPr>
            </p:cxnSp>
          </p:grpSp>
          <p:sp>
            <p:nvSpPr>
              <p:cNvPr id="568" name="Google Shape;568;p72"/>
              <p:cNvSpPr/>
              <p:nvPr/>
            </p:nvSpPr>
            <p:spPr>
              <a:xfrm>
                <a:off x="7620973" y="3842050"/>
                <a:ext cx="8128000" cy="76940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200" b="0" i="0" u="none" strike="noStrike" cap="none">
                    <a:solidFill>
                      <a:srgbClr val="3F3F3F"/>
                    </a:solidFill>
                    <a:latin typeface="Open Sans"/>
                    <a:ea typeface="Open Sans"/>
                    <a:cs typeface="Open Sans"/>
                    <a:sym typeface="Open Sans"/>
                  </a:rPr>
                  <a:t>Each reduce task is assigned a set of record groups, that is, intermediate records corresponding to a group of keys.</a:t>
                </a:r>
                <a:endParaRPr sz="2200" b="0" i="0" u="none" strike="noStrike" cap="none">
                  <a:solidFill>
                    <a:srgbClr val="3F3F3F"/>
                  </a:solidFill>
                  <a:latin typeface="Arial"/>
                  <a:ea typeface="Arial"/>
                  <a:cs typeface="Arial"/>
                  <a:sym typeface="Arial"/>
                </a:endParaRPr>
              </a:p>
            </p:txBody>
          </p:sp>
        </p:grpSp>
        <p:grpSp>
          <p:nvGrpSpPr>
            <p:cNvPr id="569" name="Google Shape;569;p72"/>
            <p:cNvGrpSpPr/>
            <p:nvPr/>
          </p:nvGrpSpPr>
          <p:grpSpPr>
            <a:xfrm>
              <a:off x="5402110" y="4922096"/>
              <a:ext cx="10346863" cy="879276"/>
              <a:chOff x="5402110" y="4922096"/>
              <a:chExt cx="10346863" cy="879276"/>
            </a:xfrm>
          </p:grpSpPr>
          <p:grpSp>
            <p:nvGrpSpPr>
              <p:cNvPr id="570" name="Google Shape;570;p72"/>
              <p:cNvGrpSpPr/>
              <p:nvPr/>
            </p:nvGrpSpPr>
            <p:grpSpPr>
              <a:xfrm rot="10800000" flipH="1">
                <a:off x="5402110" y="4922096"/>
                <a:ext cx="2047409" cy="474290"/>
                <a:chOff x="4333379" y="4387189"/>
                <a:chExt cx="2047409" cy="474290"/>
              </a:xfrm>
            </p:grpSpPr>
            <p:cxnSp>
              <p:nvCxnSpPr>
                <p:cNvPr id="571" name="Google Shape;571;p72"/>
                <p:cNvCxnSpPr>
                  <a:endCxn id="572" idx="6"/>
                </p:cNvCxnSpPr>
                <p:nvPr/>
              </p:nvCxnSpPr>
              <p:spPr>
                <a:xfrm>
                  <a:off x="4707988" y="4522189"/>
                  <a:ext cx="1672800" cy="0"/>
                </a:xfrm>
                <a:prstGeom prst="straightConnector1">
                  <a:avLst/>
                </a:prstGeom>
                <a:solidFill>
                  <a:schemeClr val="lt1"/>
                </a:solidFill>
                <a:ln w="19050" cap="flat" cmpd="sng">
                  <a:solidFill>
                    <a:schemeClr val="accent2"/>
                  </a:solidFill>
                  <a:prstDash val="solid"/>
                  <a:round/>
                  <a:headEnd type="none" w="sm" len="sm"/>
                  <a:tailEnd type="none" w="sm" len="sm"/>
                </a:ln>
              </p:spPr>
            </p:cxnSp>
            <p:sp>
              <p:nvSpPr>
                <p:cNvPr id="572" name="Google Shape;572;p72"/>
                <p:cNvSpPr/>
                <p:nvPr/>
              </p:nvSpPr>
              <p:spPr>
                <a:xfrm>
                  <a:off x="6110788" y="4387189"/>
                  <a:ext cx="270000" cy="270000"/>
                </a:xfrm>
                <a:prstGeom prst="flowChartConnector">
                  <a:avLst/>
                </a:prstGeom>
                <a:solidFill>
                  <a:schemeClr val="accent2"/>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Open Sans"/>
                    <a:buNone/>
                  </a:pPr>
                  <a:endParaRPr sz="2200" b="0" i="0" u="none" strike="noStrike" cap="none">
                    <a:solidFill>
                      <a:srgbClr val="3F3F3F"/>
                    </a:solidFill>
                    <a:latin typeface="Open Sans"/>
                    <a:ea typeface="Open Sans"/>
                    <a:cs typeface="Open Sans"/>
                    <a:sym typeface="Open Sans"/>
                  </a:endParaRPr>
                </a:p>
              </p:txBody>
            </p:sp>
            <p:cxnSp>
              <p:nvCxnSpPr>
                <p:cNvPr id="573" name="Google Shape;573;p72"/>
                <p:cNvCxnSpPr/>
                <p:nvPr/>
              </p:nvCxnSpPr>
              <p:spPr>
                <a:xfrm flipH="1">
                  <a:off x="4333379" y="4511797"/>
                  <a:ext cx="374556" cy="349682"/>
                </a:xfrm>
                <a:prstGeom prst="straightConnector1">
                  <a:avLst/>
                </a:prstGeom>
                <a:solidFill>
                  <a:schemeClr val="lt1"/>
                </a:solidFill>
                <a:ln w="19050" cap="flat" cmpd="sng">
                  <a:solidFill>
                    <a:schemeClr val="accent2"/>
                  </a:solidFill>
                  <a:prstDash val="solid"/>
                  <a:round/>
                  <a:headEnd type="none" w="sm" len="sm"/>
                  <a:tailEnd type="none" w="sm" len="sm"/>
                </a:ln>
              </p:spPr>
            </p:cxnSp>
          </p:grpSp>
          <p:sp>
            <p:nvSpPr>
              <p:cNvPr id="574" name="Google Shape;574;p72"/>
              <p:cNvSpPr/>
              <p:nvPr/>
            </p:nvSpPr>
            <p:spPr>
              <a:xfrm>
                <a:off x="7620973" y="5031971"/>
                <a:ext cx="8128000" cy="76940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200" b="0" i="0" u="none" strike="noStrike" cap="none" dirty="0">
                    <a:solidFill>
                      <a:srgbClr val="3F3F3F"/>
                    </a:solidFill>
                    <a:latin typeface="Open Sans"/>
                    <a:ea typeface="Open Sans"/>
                    <a:cs typeface="Open Sans"/>
                    <a:sym typeface="Open Sans"/>
                  </a:rPr>
                  <a:t>For each group, a user-defined reduce function is applied to the recorded values. </a:t>
                </a:r>
                <a:endParaRPr sz="2200" b="0" i="0" u="none" strike="noStrike" cap="none" dirty="0">
                  <a:solidFill>
                    <a:srgbClr val="3F3F3F"/>
                  </a:solidFill>
                  <a:latin typeface="Arial"/>
                  <a:ea typeface="Arial"/>
                  <a:cs typeface="Arial"/>
                  <a:sym typeface="Arial"/>
                </a:endParaRPr>
              </a:p>
            </p:txBody>
          </p:sp>
        </p:grpSp>
      </p:grpSp>
      <p:sp>
        <p:nvSpPr>
          <p:cNvPr id="575" name="Google Shape;575;p72"/>
          <p:cNvSpPr/>
          <p:nvPr/>
        </p:nvSpPr>
        <p:spPr>
          <a:xfrm>
            <a:off x="3096562" y="7409691"/>
            <a:ext cx="10062877" cy="846246"/>
          </a:xfrm>
          <a:prstGeom prst="roundRect">
            <a:avLst>
              <a:gd name="adj" fmla="val 16667"/>
            </a:avLst>
          </a:prstGeom>
          <a:solidFill>
            <a:srgbClr val="EFC88B"/>
          </a:solidFill>
          <a:ln w="1270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998"/>
              <a:buFont typeface="Arial"/>
              <a:buNone/>
            </a:pPr>
            <a:r>
              <a:rPr lang="en-US" sz="2200" b="0" i="0" u="none" strike="noStrike" cap="none">
                <a:solidFill>
                  <a:srgbClr val="3F3F3F"/>
                </a:solidFill>
                <a:latin typeface="Open Sans"/>
                <a:ea typeface="Open Sans"/>
                <a:cs typeface="Open Sans"/>
                <a:sym typeface="Open Sans"/>
              </a:rPr>
              <a:t> </a:t>
            </a:r>
            <a:endParaRPr/>
          </a:p>
          <a:p>
            <a:pPr marL="0" marR="0" lvl="0" indent="0" algn="ctr" rtl="0">
              <a:lnSpc>
                <a:spcPct val="100000"/>
              </a:lnSpc>
              <a:spcBef>
                <a:spcPts val="0"/>
              </a:spcBef>
              <a:spcAft>
                <a:spcPts val="0"/>
              </a:spcAft>
              <a:buClr>
                <a:srgbClr val="000000"/>
              </a:buClr>
              <a:buSzPts val="1998"/>
              <a:buFont typeface="Arial"/>
              <a:buNone/>
            </a:pPr>
            <a:r>
              <a:rPr lang="en-US" sz="2200" b="0" i="0" u="none" strike="noStrike" cap="none">
                <a:solidFill>
                  <a:srgbClr val="3F3F3F"/>
                </a:solidFill>
                <a:latin typeface="Open Sans"/>
                <a:ea typeface="Open Sans"/>
                <a:cs typeface="Open Sans"/>
                <a:sym typeface="Open Sans"/>
              </a:rPr>
              <a:t>Reduce phase cannot start until all mappers have finished processing.</a:t>
            </a:r>
            <a:endParaRPr/>
          </a:p>
          <a:p>
            <a:pPr marL="0" marR="0" lvl="0" indent="0" algn="l" rtl="0">
              <a:lnSpc>
                <a:spcPct val="100000"/>
              </a:lnSpc>
              <a:spcBef>
                <a:spcPts val="0"/>
              </a:spcBef>
              <a:spcAft>
                <a:spcPts val="0"/>
              </a:spcAft>
              <a:buClr>
                <a:srgbClr val="000000"/>
              </a:buClr>
              <a:buSzPts val="1998"/>
              <a:buFont typeface="Arial"/>
              <a:buNone/>
            </a:pPr>
            <a:endParaRPr sz="2200" b="0" i="0" u="none" strike="noStrike" cap="none">
              <a:solidFill>
                <a:srgbClr val="3F3F3F"/>
              </a:solidFill>
              <a:latin typeface="Arial"/>
              <a:ea typeface="Arial"/>
              <a:cs typeface="Arial"/>
              <a:sym typeface="Arial"/>
            </a:endParaRPr>
          </a:p>
        </p:txBody>
      </p:sp>
      <p:sp>
        <p:nvSpPr>
          <p:cNvPr id="576" name="Google Shape;576;p72"/>
          <p:cNvSpPr/>
          <p:nvPr/>
        </p:nvSpPr>
        <p:spPr>
          <a:xfrm>
            <a:off x="4119211" y="1377146"/>
            <a:ext cx="8401172" cy="531614"/>
          </a:xfrm>
          <a:prstGeom prst="roundRect">
            <a:avLst>
              <a:gd name="adj" fmla="val 16667"/>
            </a:avLst>
          </a:prstGeom>
          <a:solidFill>
            <a:schemeClr val="lt1"/>
          </a:solidFill>
          <a:ln w="25400" cap="flat" cmpd="sng">
            <a:solidFill>
              <a:schemeClr val="lt1"/>
            </a:solidFill>
            <a:prstDash val="solid"/>
            <a:round/>
            <a:headEnd type="none" w="sm" len="sm"/>
            <a:tailEnd type="none" w="sm" len="sm"/>
          </a:ln>
        </p:spPr>
        <p:txBody>
          <a:bodyPr spcFirstLastPara="1" wrap="square" lIns="91425" tIns="360000" rIns="91425" bIns="3240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The essential steps of each MapReduce phase include:</a:t>
            </a:r>
            <a:endParaRPr sz="1400" b="0" i="0" u="none" strike="noStrike" cap="none">
              <a:solidFill>
                <a:srgbClr val="3F3F3F"/>
              </a:solidFill>
              <a:latin typeface="Arial"/>
              <a:ea typeface="Arial"/>
              <a:cs typeface="Arial"/>
              <a:sym typeface="Arial"/>
            </a:endParaRPr>
          </a:p>
        </p:txBody>
      </p:sp>
      <p:sp>
        <p:nvSpPr>
          <p:cNvPr id="3" name="Brandline_LVC">
            <a:extLst>
              <a:ext uri="{FF2B5EF4-FFF2-40B4-BE49-F238E27FC236}">
                <a16:creationId xmlns:a16="http://schemas.microsoft.com/office/drawing/2014/main" id="{3414B2CB-E963-353B-520B-3874067DA2BD}"/>
              </a:ext>
            </a:extLst>
          </p:cNvPr>
          <p:cNvSpPr/>
          <p:nvPr/>
        </p:nvSpPr>
        <p:spPr>
          <a:xfrm>
            <a:off x="5689600" y="816324"/>
            <a:ext cx="4895533"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sp>
        <p:nvSpPr>
          <p:cNvPr id="582" name="Google Shape;582;p73"/>
          <p:cNvSpPr txBox="1">
            <a:spLocks noGrp="1"/>
          </p:cNvSpPr>
          <p:nvPr>
            <p:ph type="body" idx="10"/>
          </p:nvPr>
        </p:nvSpPr>
        <p:spPr>
          <a:xfrm>
            <a:off x="0" y="4114800"/>
            <a:ext cx="16256001" cy="914400"/>
          </a:xfrm>
          <a:noFill/>
          <a:ln>
            <a:noFill/>
          </a:ln>
        </p:spPr>
        <p:txBody>
          <a:bodyPr spcFirstLastPara="1" wrap="square" lIns="91425" tIns="45700" rIns="91425" bIns="45700" anchor="ctr" anchorCtr="0">
            <a:noAutofit/>
          </a:bodyPr>
          <a:lstStyle/>
          <a:p>
            <a:pPr lvl="0"/>
            <a:r>
              <a:rPr lang="en-US" dirty="0">
                <a:sym typeface="Open Sans"/>
              </a:rPr>
              <a:t>Map Execution Phases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p7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None/>
            </a:pPr>
            <a:r>
              <a:rPr lang="en-US" sz="2800" b="1" dirty="0">
                <a:solidFill>
                  <a:srgbClr val="3F3F3F"/>
                </a:solidFill>
                <a:latin typeface="Open Sans"/>
                <a:ea typeface="Open Sans"/>
                <a:cs typeface="Open Sans"/>
                <a:sym typeface="Open Sans"/>
              </a:rPr>
              <a:t>Map Execution Phases</a:t>
            </a:r>
            <a:endParaRPr sz="2800" b="1" dirty="0">
              <a:solidFill>
                <a:srgbClr val="3F3F3F"/>
              </a:solidFill>
              <a:latin typeface="Open Sans"/>
              <a:ea typeface="Open Sans"/>
              <a:cs typeface="Open Sans"/>
              <a:sym typeface="Open Sans"/>
            </a:endParaRPr>
          </a:p>
        </p:txBody>
      </p:sp>
      <p:grpSp>
        <p:nvGrpSpPr>
          <p:cNvPr id="589" name="Google Shape;589;p74"/>
          <p:cNvGrpSpPr/>
          <p:nvPr/>
        </p:nvGrpSpPr>
        <p:grpSpPr>
          <a:xfrm>
            <a:off x="960630" y="3862604"/>
            <a:ext cx="14541636" cy="4252696"/>
            <a:chOff x="857182" y="4440298"/>
            <a:chExt cx="14541636" cy="3751953"/>
          </a:xfrm>
        </p:grpSpPr>
        <p:sp>
          <p:nvSpPr>
            <p:cNvPr id="590" name="Google Shape;590;p74"/>
            <p:cNvSpPr/>
            <p:nvPr/>
          </p:nvSpPr>
          <p:spPr>
            <a:xfrm>
              <a:off x="857182" y="4440298"/>
              <a:ext cx="2743200" cy="3751953"/>
            </a:xfrm>
            <a:prstGeom prst="roundRect">
              <a:avLst>
                <a:gd name="adj" fmla="val 3513"/>
              </a:avLst>
            </a:prstGeom>
            <a:solidFill>
              <a:srgbClr val="FEE599"/>
            </a:solidFill>
            <a:ln w="38100" cap="flat" cmpd="sng">
              <a:solidFill>
                <a:srgbClr val="FFD966"/>
              </a:solidFill>
              <a:prstDash val="solid"/>
              <a:round/>
              <a:headEnd type="none" w="sm" len="sm"/>
              <a:tailEnd type="none" w="sm" len="sm"/>
            </a:ln>
          </p:spPr>
          <p:txBody>
            <a:bodyPr spcFirstLastPara="1" wrap="square" lIns="182875" tIns="182875" rIns="0" bIns="0" anchor="t" anchorCtr="0">
              <a:noAutofit/>
            </a:bodyPr>
            <a:lstStyle/>
            <a:p>
              <a:pPr marL="285750" marR="0" lvl="0" indent="-285750" algn="l" rtl="0">
                <a:lnSpc>
                  <a:spcPct val="100000"/>
                </a:lnSpc>
                <a:spcBef>
                  <a:spcPts val="0"/>
                </a:spcBef>
                <a:spcAft>
                  <a:spcPts val="0"/>
                </a:spcAft>
                <a:buClr>
                  <a:srgbClr val="3F3F3F"/>
                </a:buClr>
                <a:buSzPts val="2500"/>
                <a:buFont typeface="Arial"/>
                <a:buChar char="•"/>
              </a:pPr>
              <a:r>
                <a:rPr lang="en-US" sz="2000" b="0" i="0" u="none" strike="noStrike" cap="none" dirty="0">
                  <a:solidFill>
                    <a:srgbClr val="3F3F3F"/>
                  </a:solidFill>
                  <a:latin typeface="Open Sans"/>
                  <a:ea typeface="Open Sans"/>
                  <a:cs typeface="Open Sans"/>
                  <a:sym typeface="Open Sans"/>
                </a:rPr>
                <a:t>Reads assigned input split </a:t>
              </a:r>
              <a:br>
                <a:rPr lang="en-US" sz="2000" b="0" i="0" u="none" strike="noStrike" cap="none" dirty="0">
                  <a:solidFill>
                    <a:srgbClr val="3F3F3F"/>
                  </a:solidFill>
                  <a:latin typeface="Open Sans"/>
                  <a:ea typeface="Open Sans"/>
                  <a:cs typeface="Open Sans"/>
                  <a:sym typeface="Open Sans"/>
                </a:rPr>
              </a:br>
              <a:r>
                <a:rPr lang="en-US" sz="2000" b="0" i="0" u="none" strike="noStrike" cap="none" dirty="0">
                  <a:solidFill>
                    <a:srgbClr val="3F3F3F"/>
                  </a:solidFill>
                  <a:latin typeface="Open Sans"/>
                  <a:ea typeface="Open Sans"/>
                  <a:cs typeface="Open Sans"/>
                  <a:sym typeface="Open Sans"/>
                </a:rPr>
                <a:t>from HDFS</a:t>
              </a:r>
              <a:endParaRPr sz="2000" b="0" i="0" u="none" strike="noStrike" cap="none" dirty="0">
                <a:solidFill>
                  <a:srgbClr val="3F3F3F"/>
                </a:solidFill>
                <a:latin typeface="Arial"/>
                <a:ea typeface="Arial"/>
                <a:cs typeface="Arial"/>
                <a:sym typeface="Arial"/>
              </a:endParaRPr>
            </a:p>
            <a:p>
              <a:pPr marL="285750" marR="0" lvl="0" indent="-285750" algn="l" rtl="0">
                <a:lnSpc>
                  <a:spcPct val="100000"/>
                </a:lnSpc>
                <a:spcBef>
                  <a:spcPts val="0"/>
                </a:spcBef>
                <a:spcAft>
                  <a:spcPts val="0"/>
                </a:spcAft>
                <a:buClr>
                  <a:srgbClr val="3F3F3F"/>
                </a:buClr>
                <a:buSzPts val="2500"/>
                <a:buFont typeface="Arial"/>
                <a:buChar char="•"/>
              </a:pPr>
              <a:r>
                <a:rPr lang="en-US" sz="2000" b="0" i="0" u="none" strike="noStrike" cap="none" dirty="0">
                  <a:solidFill>
                    <a:srgbClr val="3F3F3F"/>
                  </a:solidFill>
                  <a:latin typeface="Open Sans"/>
                  <a:ea typeface="Open Sans"/>
                  <a:cs typeface="Open Sans"/>
                  <a:sym typeface="Open Sans"/>
                </a:rPr>
                <a:t>Parses input into records as </a:t>
              </a:r>
              <a:br>
                <a:rPr lang="en-US" sz="2000" b="0" i="0" u="none" strike="noStrike" cap="none" dirty="0">
                  <a:solidFill>
                    <a:srgbClr val="3F3F3F"/>
                  </a:solidFill>
                  <a:latin typeface="Open Sans"/>
                  <a:ea typeface="Open Sans"/>
                  <a:cs typeface="Open Sans"/>
                  <a:sym typeface="Open Sans"/>
                </a:rPr>
              </a:br>
              <a:r>
                <a:rPr lang="en-US" sz="2000" b="0" i="0" u="none" strike="noStrike" cap="none" dirty="0">
                  <a:solidFill>
                    <a:srgbClr val="3F3F3F"/>
                  </a:solidFill>
                  <a:latin typeface="Open Sans"/>
                  <a:ea typeface="Open Sans"/>
                  <a:cs typeface="Open Sans"/>
                  <a:sym typeface="Open Sans"/>
                </a:rPr>
                <a:t>key-value pairs</a:t>
              </a:r>
              <a:endParaRPr sz="2000" b="0" i="0" u="none" strike="noStrike" cap="none" dirty="0">
                <a:solidFill>
                  <a:srgbClr val="3F3F3F"/>
                </a:solidFill>
                <a:latin typeface="Arial"/>
                <a:ea typeface="Arial"/>
                <a:cs typeface="Arial"/>
                <a:sym typeface="Arial"/>
              </a:endParaRPr>
            </a:p>
            <a:p>
              <a:pPr marL="285750" marR="0" lvl="0" indent="-285750" algn="l" rtl="0">
                <a:lnSpc>
                  <a:spcPct val="100000"/>
                </a:lnSpc>
                <a:spcBef>
                  <a:spcPts val="0"/>
                </a:spcBef>
                <a:spcAft>
                  <a:spcPts val="0"/>
                </a:spcAft>
                <a:buClr>
                  <a:srgbClr val="3F3F3F"/>
                </a:buClr>
                <a:buSzPts val="2500"/>
                <a:buFont typeface="Arial"/>
                <a:buChar char="•"/>
              </a:pPr>
              <a:r>
                <a:rPr lang="en-US" sz="2000" b="0" i="0" u="none" strike="noStrike" cap="none" dirty="0">
                  <a:solidFill>
                    <a:srgbClr val="3F3F3F"/>
                  </a:solidFill>
                  <a:latin typeface="Open Sans"/>
                  <a:ea typeface="Open Sans"/>
                  <a:cs typeface="Open Sans"/>
                  <a:sym typeface="Open Sans"/>
                </a:rPr>
                <a:t>Applies map function to each record</a:t>
              </a:r>
              <a:endParaRPr sz="2000" b="0" i="0" u="none" strike="noStrike" cap="none" dirty="0">
                <a:solidFill>
                  <a:srgbClr val="3F3F3F"/>
                </a:solidFill>
                <a:latin typeface="Arial"/>
                <a:ea typeface="Arial"/>
                <a:cs typeface="Arial"/>
                <a:sym typeface="Arial"/>
              </a:endParaRPr>
            </a:p>
            <a:p>
              <a:pPr marL="285750" marR="0" lvl="0" indent="-285750" algn="l" rtl="0">
                <a:lnSpc>
                  <a:spcPct val="100000"/>
                </a:lnSpc>
                <a:spcBef>
                  <a:spcPts val="0"/>
                </a:spcBef>
                <a:spcAft>
                  <a:spcPts val="0"/>
                </a:spcAft>
                <a:buClr>
                  <a:srgbClr val="3F3F3F"/>
                </a:buClr>
                <a:buSzPts val="2500"/>
                <a:buFont typeface="Arial"/>
                <a:buChar char="•"/>
              </a:pPr>
              <a:r>
                <a:rPr lang="en-US" sz="2000" b="0" i="0" u="none" strike="noStrike" cap="none" dirty="0">
                  <a:solidFill>
                    <a:srgbClr val="3F3F3F"/>
                  </a:solidFill>
                  <a:latin typeface="Open Sans"/>
                  <a:ea typeface="Open Sans"/>
                  <a:cs typeface="Open Sans"/>
                  <a:sym typeface="Open Sans"/>
                </a:rPr>
                <a:t>Informs master node of its completion</a:t>
              </a:r>
              <a:endParaRPr sz="2000" b="0" i="0" u="none" strike="noStrike" cap="none" dirty="0">
                <a:solidFill>
                  <a:srgbClr val="3F3F3F"/>
                </a:solidFill>
                <a:latin typeface="Arial"/>
                <a:ea typeface="Arial"/>
                <a:cs typeface="Arial"/>
                <a:sym typeface="Arial"/>
              </a:endParaRPr>
            </a:p>
          </p:txBody>
        </p:sp>
        <p:sp>
          <p:nvSpPr>
            <p:cNvPr id="591" name="Google Shape;591;p74"/>
            <p:cNvSpPr/>
            <p:nvPr/>
          </p:nvSpPr>
          <p:spPr>
            <a:xfrm>
              <a:off x="3806791" y="4440299"/>
              <a:ext cx="2743200" cy="3751952"/>
            </a:xfrm>
            <a:prstGeom prst="roundRect">
              <a:avLst>
                <a:gd name="adj" fmla="val 3513"/>
              </a:avLst>
            </a:prstGeom>
            <a:solidFill>
              <a:srgbClr val="FBE4D4"/>
            </a:solidFill>
            <a:ln w="38100" cap="flat" cmpd="sng">
              <a:solidFill>
                <a:srgbClr val="F9D5BD"/>
              </a:solidFill>
              <a:prstDash val="solid"/>
              <a:round/>
              <a:headEnd type="none" w="sm" len="sm"/>
              <a:tailEnd type="none" w="sm" len="sm"/>
            </a:ln>
          </p:spPr>
          <p:txBody>
            <a:bodyPr spcFirstLastPara="1" wrap="square" lIns="182875" tIns="182875" rIns="91425" bIns="0" anchor="t" anchorCtr="0">
              <a:noAutofit/>
            </a:bodyPr>
            <a:lstStyle/>
            <a:p>
              <a:pPr marL="285750" marR="0" lvl="0" indent="-285750" algn="l" rtl="0">
                <a:lnSpc>
                  <a:spcPct val="100000"/>
                </a:lnSpc>
                <a:spcBef>
                  <a:spcPts val="0"/>
                </a:spcBef>
                <a:spcAft>
                  <a:spcPts val="0"/>
                </a:spcAft>
                <a:buClr>
                  <a:srgbClr val="3F3F3F"/>
                </a:buClr>
                <a:buSzPts val="2500"/>
                <a:buFont typeface="Arial"/>
                <a:buChar char="•"/>
              </a:pPr>
              <a:r>
                <a:rPr lang="en-US" sz="2000" b="0" i="0" u="none" strike="noStrike" cap="none">
                  <a:solidFill>
                    <a:srgbClr val="3F3F3F"/>
                  </a:solidFill>
                  <a:latin typeface="Open Sans"/>
                  <a:ea typeface="Open Sans"/>
                  <a:cs typeface="Open Sans"/>
                  <a:sym typeface="Open Sans"/>
                </a:rPr>
                <a:t>Each mapper must determine which reducer will receive each of the outputs </a:t>
              </a:r>
              <a:endParaRPr sz="2000" b="0" i="0" u="none" strike="noStrike" cap="none">
                <a:solidFill>
                  <a:srgbClr val="3F3F3F"/>
                </a:solidFill>
                <a:latin typeface="Arial"/>
                <a:ea typeface="Arial"/>
                <a:cs typeface="Arial"/>
                <a:sym typeface="Arial"/>
              </a:endParaRPr>
            </a:p>
            <a:p>
              <a:pPr marL="285750" marR="0" lvl="0" indent="-285750" algn="l" rtl="0">
                <a:lnSpc>
                  <a:spcPct val="100000"/>
                </a:lnSpc>
                <a:spcBef>
                  <a:spcPts val="0"/>
                </a:spcBef>
                <a:spcAft>
                  <a:spcPts val="0"/>
                </a:spcAft>
                <a:buClr>
                  <a:srgbClr val="3F3F3F"/>
                </a:buClr>
                <a:buSzPts val="2500"/>
                <a:buFont typeface="Arial"/>
                <a:buChar char="•"/>
              </a:pPr>
              <a:r>
                <a:rPr lang="en-US" sz="2000" b="0" i="0" u="none" strike="noStrike" cap="none">
                  <a:solidFill>
                    <a:srgbClr val="3F3F3F"/>
                  </a:solidFill>
                  <a:latin typeface="Open Sans"/>
                  <a:ea typeface="Open Sans"/>
                  <a:cs typeface="Open Sans"/>
                  <a:sym typeface="Open Sans"/>
                </a:rPr>
                <a:t>For any key, the destination partition is the same</a:t>
              </a:r>
              <a:endParaRPr sz="2000" b="0" i="0" u="none" strike="noStrike" cap="none">
                <a:solidFill>
                  <a:srgbClr val="3F3F3F"/>
                </a:solidFill>
                <a:latin typeface="Arial"/>
                <a:ea typeface="Arial"/>
                <a:cs typeface="Arial"/>
                <a:sym typeface="Arial"/>
              </a:endParaRPr>
            </a:p>
            <a:p>
              <a:pPr marL="285750" marR="0" lvl="0" indent="-285750" algn="l" rtl="0">
                <a:lnSpc>
                  <a:spcPct val="100000"/>
                </a:lnSpc>
                <a:spcBef>
                  <a:spcPts val="0"/>
                </a:spcBef>
                <a:spcAft>
                  <a:spcPts val="0"/>
                </a:spcAft>
                <a:buClr>
                  <a:srgbClr val="3F3F3F"/>
                </a:buClr>
                <a:buSzPts val="2500"/>
                <a:buFont typeface="Arial"/>
                <a:buChar char="•"/>
              </a:pPr>
              <a:r>
                <a:rPr lang="en-US" sz="2000" b="0" i="0" u="none" strike="noStrike" cap="none">
                  <a:solidFill>
                    <a:srgbClr val="3F3F3F"/>
                  </a:solidFill>
                  <a:latin typeface="Open Sans"/>
                  <a:ea typeface="Open Sans"/>
                  <a:cs typeface="Open Sans"/>
                  <a:sym typeface="Open Sans"/>
                </a:rPr>
                <a:t>Number of partitions is equal to the number of reducers</a:t>
              </a:r>
              <a:endParaRPr sz="2000" b="0" i="0" u="none" strike="noStrike" cap="none">
                <a:solidFill>
                  <a:srgbClr val="3F3F3F"/>
                </a:solidFill>
                <a:latin typeface="Arial"/>
                <a:ea typeface="Arial"/>
                <a:cs typeface="Arial"/>
                <a:sym typeface="Arial"/>
              </a:endParaRPr>
            </a:p>
          </p:txBody>
        </p:sp>
        <p:sp>
          <p:nvSpPr>
            <p:cNvPr id="592" name="Google Shape;592;p74"/>
            <p:cNvSpPr/>
            <p:nvPr/>
          </p:nvSpPr>
          <p:spPr>
            <a:xfrm>
              <a:off x="6756400" y="4440299"/>
              <a:ext cx="2743200" cy="3751952"/>
            </a:xfrm>
            <a:prstGeom prst="roundRect">
              <a:avLst>
                <a:gd name="adj" fmla="val 3513"/>
              </a:avLst>
            </a:prstGeom>
            <a:solidFill>
              <a:srgbClr val="D0CECE"/>
            </a:solidFill>
            <a:ln w="38100" cap="flat" cmpd="sng">
              <a:solidFill>
                <a:srgbClr val="BFBDBD"/>
              </a:solidFill>
              <a:prstDash val="solid"/>
              <a:round/>
              <a:headEnd type="none" w="sm" len="sm"/>
              <a:tailEnd type="none" w="sm" len="sm"/>
            </a:ln>
          </p:spPr>
          <p:txBody>
            <a:bodyPr spcFirstLastPara="1" wrap="square" lIns="182875" tIns="182875" rIns="182875" bIns="0" anchor="t" anchorCtr="0">
              <a:noAutofit/>
            </a:bodyPr>
            <a:lstStyle/>
            <a:p>
              <a:pPr marL="285750" marR="0" lvl="0" indent="-285750" algn="l" rtl="0">
                <a:lnSpc>
                  <a:spcPct val="100000"/>
                </a:lnSpc>
                <a:spcBef>
                  <a:spcPts val="0"/>
                </a:spcBef>
                <a:spcAft>
                  <a:spcPts val="0"/>
                </a:spcAft>
                <a:buClr>
                  <a:srgbClr val="3F3F3F"/>
                </a:buClr>
                <a:buSzPts val="2250"/>
                <a:buFont typeface="Arial"/>
                <a:buChar char="•"/>
              </a:pPr>
              <a:r>
                <a:rPr lang="en-US" sz="2000" b="0" i="0" u="none" strike="noStrike" cap="none" dirty="0">
                  <a:solidFill>
                    <a:srgbClr val="3F3F3F"/>
                  </a:solidFill>
                  <a:latin typeface="Open Sans"/>
                  <a:ea typeface="Open Sans"/>
                  <a:cs typeface="Open Sans"/>
                  <a:sym typeface="Open Sans"/>
                </a:rPr>
                <a:t>Fetches input data from all map tasks for the portion corresponding to the reduce </a:t>
              </a:r>
              <a:br>
                <a:rPr lang="en-US" sz="2000" b="0" i="0" u="none" strike="noStrike" cap="none" dirty="0">
                  <a:solidFill>
                    <a:srgbClr val="3F3F3F"/>
                  </a:solidFill>
                  <a:latin typeface="Open Sans"/>
                  <a:ea typeface="Open Sans"/>
                  <a:cs typeface="Open Sans"/>
                  <a:sym typeface="Open Sans"/>
                </a:rPr>
              </a:br>
              <a:r>
                <a:rPr lang="en-US" sz="2000" b="0" i="0" u="none" strike="noStrike" cap="none" dirty="0">
                  <a:solidFill>
                    <a:srgbClr val="3F3F3F"/>
                  </a:solidFill>
                  <a:latin typeface="Open Sans"/>
                  <a:ea typeface="Open Sans"/>
                  <a:cs typeface="Open Sans"/>
                  <a:sym typeface="Open Sans"/>
                </a:rPr>
                <a:t>tasks' bucket</a:t>
              </a:r>
              <a:endParaRPr sz="2000" b="0" i="0" u="none" strike="noStrike" cap="none" dirty="0">
                <a:solidFill>
                  <a:srgbClr val="3F3F3F"/>
                </a:solidFill>
                <a:latin typeface="Arial"/>
                <a:ea typeface="Arial"/>
                <a:cs typeface="Arial"/>
                <a:sym typeface="Arial"/>
              </a:endParaRPr>
            </a:p>
          </p:txBody>
        </p:sp>
        <p:sp>
          <p:nvSpPr>
            <p:cNvPr id="593" name="Google Shape;593;p74"/>
            <p:cNvSpPr/>
            <p:nvPr/>
          </p:nvSpPr>
          <p:spPr>
            <a:xfrm>
              <a:off x="9706009" y="4440299"/>
              <a:ext cx="2743200" cy="3751952"/>
            </a:xfrm>
            <a:prstGeom prst="roundRect">
              <a:avLst>
                <a:gd name="adj" fmla="val 3513"/>
              </a:avLst>
            </a:prstGeom>
            <a:solidFill>
              <a:srgbClr val="FBE4D4"/>
            </a:solidFill>
            <a:ln w="38100" cap="flat" cmpd="sng">
              <a:solidFill>
                <a:srgbClr val="F9D5BD"/>
              </a:solidFill>
              <a:prstDash val="solid"/>
              <a:round/>
              <a:headEnd type="none" w="sm" len="sm"/>
              <a:tailEnd type="none" w="sm" len="sm"/>
            </a:ln>
          </p:spPr>
          <p:txBody>
            <a:bodyPr spcFirstLastPara="1" wrap="square" lIns="182875" tIns="182875" rIns="182875" bIns="0" anchor="t" anchorCtr="0">
              <a:noAutofit/>
            </a:bodyPr>
            <a:lstStyle/>
            <a:p>
              <a:pPr marL="285750" marR="0" lvl="0" indent="-285750" algn="l" rtl="0">
                <a:lnSpc>
                  <a:spcPct val="100000"/>
                </a:lnSpc>
                <a:spcBef>
                  <a:spcPts val="0"/>
                </a:spcBef>
                <a:spcAft>
                  <a:spcPts val="0"/>
                </a:spcAft>
                <a:buClr>
                  <a:srgbClr val="3F3F3F"/>
                </a:buClr>
                <a:buSzPts val="2250"/>
                <a:buFont typeface="Arial"/>
                <a:buChar char="•"/>
              </a:pPr>
              <a:r>
                <a:rPr lang="en-US" sz="2000" b="0" i="0" u="none" strike="noStrike" cap="none">
                  <a:solidFill>
                    <a:srgbClr val="3F3F3F"/>
                  </a:solidFill>
                  <a:latin typeface="Open Sans"/>
                  <a:ea typeface="Open Sans"/>
                  <a:cs typeface="Open Sans"/>
                  <a:sym typeface="Open Sans"/>
                </a:rPr>
                <a:t>Merge sorts all map outputs into a single run</a:t>
              </a:r>
              <a:endParaRPr sz="2000" b="0" i="0" u="none" strike="noStrike" cap="none">
                <a:solidFill>
                  <a:srgbClr val="3F3F3F"/>
                </a:solidFill>
                <a:latin typeface="Arial"/>
                <a:ea typeface="Arial"/>
                <a:cs typeface="Arial"/>
                <a:sym typeface="Arial"/>
              </a:endParaRPr>
            </a:p>
          </p:txBody>
        </p:sp>
        <p:sp>
          <p:nvSpPr>
            <p:cNvPr id="594" name="Google Shape;594;p74"/>
            <p:cNvSpPr/>
            <p:nvPr/>
          </p:nvSpPr>
          <p:spPr>
            <a:xfrm>
              <a:off x="12655618" y="4440299"/>
              <a:ext cx="2743200" cy="3751952"/>
            </a:xfrm>
            <a:prstGeom prst="roundRect">
              <a:avLst>
                <a:gd name="adj" fmla="val 3513"/>
              </a:avLst>
            </a:prstGeom>
            <a:solidFill>
              <a:srgbClr val="FFE699"/>
            </a:solidFill>
            <a:ln w="38100" cap="flat" cmpd="sng">
              <a:solidFill>
                <a:srgbClr val="FFD966"/>
              </a:solidFill>
              <a:prstDash val="solid"/>
              <a:round/>
              <a:headEnd type="none" w="sm" len="sm"/>
              <a:tailEnd type="none" w="sm" len="sm"/>
            </a:ln>
          </p:spPr>
          <p:txBody>
            <a:bodyPr spcFirstLastPara="1" wrap="square" lIns="182875" tIns="182875" rIns="182875" bIns="0" anchor="t" anchorCtr="0">
              <a:noAutofit/>
            </a:bodyPr>
            <a:lstStyle/>
            <a:p>
              <a:pPr marL="285750" marR="0" lvl="0" indent="-285750" algn="l" rtl="0">
                <a:lnSpc>
                  <a:spcPct val="100000"/>
                </a:lnSpc>
                <a:spcBef>
                  <a:spcPts val="0"/>
                </a:spcBef>
                <a:spcAft>
                  <a:spcPts val="0"/>
                </a:spcAft>
                <a:buClr>
                  <a:srgbClr val="3F3F3F"/>
                </a:buClr>
                <a:buSzPts val="2500"/>
                <a:buFont typeface="Arial"/>
                <a:buChar char="•"/>
              </a:pPr>
              <a:r>
                <a:rPr lang="en-US" sz="2000" b="0" i="0" u="none" strike="noStrike" cap="none" dirty="0">
                  <a:solidFill>
                    <a:srgbClr val="3F3F3F"/>
                  </a:solidFill>
                  <a:latin typeface="Open Sans"/>
                  <a:ea typeface="Open Sans"/>
                  <a:cs typeface="Open Sans"/>
                  <a:sym typeface="Open Sans"/>
                </a:rPr>
                <a:t>Applies </a:t>
              </a:r>
              <a:br>
                <a:rPr lang="en-US" sz="2000" b="0" i="0" u="none" strike="noStrike" cap="none" dirty="0">
                  <a:solidFill>
                    <a:srgbClr val="3F3F3F"/>
                  </a:solidFill>
                  <a:latin typeface="Open Sans"/>
                  <a:ea typeface="Open Sans"/>
                  <a:cs typeface="Open Sans"/>
                  <a:sym typeface="Open Sans"/>
                </a:rPr>
              </a:br>
              <a:r>
                <a:rPr lang="en-US" sz="2000" b="0" i="0" u="none" strike="noStrike" cap="none" dirty="0">
                  <a:solidFill>
                    <a:srgbClr val="3F3F3F"/>
                  </a:solidFill>
                  <a:latin typeface="Open Sans"/>
                  <a:ea typeface="Open Sans"/>
                  <a:cs typeface="Open Sans"/>
                  <a:sym typeface="Open Sans"/>
                </a:rPr>
                <a:t>user-defined reduce function to the </a:t>
              </a:r>
              <a:br>
                <a:rPr lang="en-US" sz="2000" b="0" i="0" u="none" strike="noStrike" cap="none" dirty="0">
                  <a:solidFill>
                    <a:srgbClr val="3F3F3F"/>
                  </a:solidFill>
                  <a:latin typeface="Open Sans"/>
                  <a:ea typeface="Open Sans"/>
                  <a:cs typeface="Open Sans"/>
                  <a:sym typeface="Open Sans"/>
                </a:rPr>
              </a:br>
              <a:r>
                <a:rPr lang="en-US" sz="2000" b="0" i="0" u="none" strike="noStrike" cap="none" dirty="0">
                  <a:solidFill>
                    <a:srgbClr val="3F3F3F"/>
                  </a:solidFill>
                  <a:latin typeface="Open Sans"/>
                  <a:ea typeface="Open Sans"/>
                  <a:cs typeface="Open Sans"/>
                  <a:sym typeface="Open Sans"/>
                </a:rPr>
                <a:t>merged run</a:t>
              </a:r>
              <a:endParaRPr sz="2000" b="0" i="0" u="none" strike="noStrike" cap="none" dirty="0">
                <a:solidFill>
                  <a:srgbClr val="3F3F3F"/>
                </a:solidFill>
                <a:latin typeface="Arial"/>
                <a:ea typeface="Arial"/>
                <a:cs typeface="Arial"/>
                <a:sym typeface="Arial"/>
              </a:endParaRPr>
            </a:p>
          </p:txBody>
        </p:sp>
      </p:grpSp>
      <p:grpSp>
        <p:nvGrpSpPr>
          <p:cNvPr id="595" name="Google Shape;595;p74"/>
          <p:cNvGrpSpPr/>
          <p:nvPr/>
        </p:nvGrpSpPr>
        <p:grpSpPr>
          <a:xfrm>
            <a:off x="1229180" y="1721871"/>
            <a:ext cx="14025213" cy="1971939"/>
            <a:chOff x="1125732" y="2232835"/>
            <a:chExt cx="14025213" cy="1971939"/>
          </a:xfrm>
        </p:grpSpPr>
        <p:sp>
          <p:nvSpPr>
            <p:cNvPr id="596" name="Google Shape;596;p74"/>
            <p:cNvSpPr/>
            <p:nvPr/>
          </p:nvSpPr>
          <p:spPr>
            <a:xfrm>
              <a:off x="1125732" y="3807783"/>
              <a:ext cx="2206098" cy="396991"/>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Clr>
                  <a:srgbClr val="000000"/>
                </a:buClr>
                <a:buSzPts val="1800"/>
                <a:buFont typeface="Arial"/>
                <a:buNone/>
              </a:pPr>
              <a:r>
                <a:rPr lang="en-US" sz="2200" b="1" i="0" u="none" strike="noStrike" cap="none">
                  <a:solidFill>
                    <a:srgbClr val="3F3F3F"/>
                  </a:solidFill>
                  <a:latin typeface="Open Sans"/>
                  <a:ea typeface="Open Sans"/>
                  <a:cs typeface="Open Sans"/>
                  <a:sym typeface="Open Sans"/>
                </a:rPr>
                <a:t>Map phase</a:t>
              </a:r>
              <a:endParaRPr sz="2200" b="0" i="0" u="none" strike="noStrike" cap="none">
                <a:solidFill>
                  <a:srgbClr val="3F3F3F"/>
                </a:solidFill>
                <a:latin typeface="Arial"/>
                <a:ea typeface="Arial"/>
                <a:cs typeface="Arial"/>
                <a:sym typeface="Arial"/>
              </a:endParaRPr>
            </a:p>
          </p:txBody>
        </p:sp>
        <p:sp>
          <p:nvSpPr>
            <p:cNvPr id="597" name="Google Shape;597;p74"/>
            <p:cNvSpPr/>
            <p:nvPr/>
          </p:nvSpPr>
          <p:spPr>
            <a:xfrm rot="2700000">
              <a:off x="1598530" y="2233317"/>
              <a:ext cx="1245912" cy="1245912"/>
            </a:xfrm>
            <a:prstGeom prst="roundRect">
              <a:avLst>
                <a:gd name="adj" fmla="val 21161"/>
              </a:avLst>
            </a:prstGeom>
            <a:solidFill>
              <a:srgbClr val="F28D1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Open Sans"/>
                <a:buNone/>
              </a:pPr>
              <a:endParaRPr sz="1800" b="0" i="0" u="none" strike="noStrike" cap="none">
                <a:solidFill>
                  <a:srgbClr val="3F3F3F"/>
                </a:solidFill>
                <a:latin typeface="Calibri"/>
                <a:ea typeface="Calibri"/>
                <a:cs typeface="Calibri"/>
                <a:sym typeface="Calibri"/>
              </a:endParaRPr>
            </a:p>
          </p:txBody>
        </p:sp>
        <p:sp>
          <p:nvSpPr>
            <p:cNvPr id="598" name="Google Shape;598;p74"/>
            <p:cNvSpPr/>
            <p:nvPr/>
          </p:nvSpPr>
          <p:spPr>
            <a:xfrm>
              <a:off x="1906445" y="2791976"/>
              <a:ext cx="539333" cy="361227"/>
            </a:xfrm>
            <a:custGeom>
              <a:avLst/>
              <a:gdLst/>
              <a:ahLst/>
              <a:cxnLst/>
              <a:rect l="l" t="t" r="r" b="b"/>
              <a:pathLst>
                <a:path w="215" h="144" extrusionOk="0">
                  <a:moveTo>
                    <a:pt x="0" y="144"/>
                  </a:moveTo>
                  <a:lnTo>
                    <a:pt x="78" y="66"/>
                  </a:lnTo>
                  <a:lnTo>
                    <a:pt x="114" y="103"/>
                  </a:lnTo>
                  <a:lnTo>
                    <a:pt x="215" y="0"/>
                  </a:lnTo>
                  <a:lnTo>
                    <a:pt x="215" y="144"/>
                  </a:lnTo>
                  <a:lnTo>
                    <a:pt x="0" y="144"/>
                  </a:lnTo>
                  <a:close/>
                </a:path>
              </a:pathLst>
            </a:custGeom>
            <a:solidFill>
              <a:srgbClr val="F28D1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Open Sans"/>
                <a:buNone/>
              </a:pPr>
              <a:endParaRPr sz="1800" b="0" i="0" u="none" strike="noStrike" cap="none">
                <a:solidFill>
                  <a:srgbClr val="3F3F3F"/>
                </a:solidFill>
                <a:latin typeface="Open Sans"/>
                <a:ea typeface="Open Sans"/>
                <a:cs typeface="Open Sans"/>
                <a:sym typeface="Open Sans"/>
              </a:endParaRPr>
            </a:p>
          </p:txBody>
        </p:sp>
        <p:sp>
          <p:nvSpPr>
            <p:cNvPr id="599" name="Google Shape;599;p74"/>
            <p:cNvSpPr/>
            <p:nvPr/>
          </p:nvSpPr>
          <p:spPr>
            <a:xfrm>
              <a:off x="1838715" y="2556175"/>
              <a:ext cx="664760" cy="481636"/>
            </a:xfrm>
            <a:custGeom>
              <a:avLst/>
              <a:gdLst/>
              <a:ahLst/>
              <a:cxnLst/>
              <a:rect l="l" t="t" r="r" b="b"/>
              <a:pathLst>
                <a:path w="198" h="143" extrusionOk="0">
                  <a:moveTo>
                    <a:pt x="191" y="0"/>
                  </a:moveTo>
                  <a:cubicBezTo>
                    <a:pt x="140" y="0"/>
                    <a:pt x="140" y="0"/>
                    <a:pt x="140" y="0"/>
                  </a:cubicBezTo>
                  <a:cubicBezTo>
                    <a:pt x="138" y="0"/>
                    <a:pt x="136" y="1"/>
                    <a:pt x="135" y="4"/>
                  </a:cubicBezTo>
                  <a:cubicBezTo>
                    <a:pt x="134" y="5"/>
                    <a:pt x="134" y="7"/>
                    <a:pt x="135" y="8"/>
                  </a:cubicBezTo>
                  <a:cubicBezTo>
                    <a:pt x="147" y="20"/>
                    <a:pt x="147" y="20"/>
                    <a:pt x="147" y="20"/>
                  </a:cubicBezTo>
                  <a:cubicBezTo>
                    <a:pt x="151" y="23"/>
                    <a:pt x="151" y="23"/>
                    <a:pt x="151" y="23"/>
                  </a:cubicBezTo>
                  <a:cubicBezTo>
                    <a:pt x="150" y="24"/>
                    <a:pt x="149" y="24"/>
                    <a:pt x="148" y="25"/>
                  </a:cubicBezTo>
                  <a:cubicBezTo>
                    <a:pt x="103" y="70"/>
                    <a:pt x="103" y="70"/>
                    <a:pt x="103" y="70"/>
                  </a:cubicBezTo>
                  <a:cubicBezTo>
                    <a:pt x="90" y="56"/>
                    <a:pt x="90" y="56"/>
                    <a:pt x="90" y="56"/>
                  </a:cubicBezTo>
                  <a:cubicBezTo>
                    <a:pt x="84" y="49"/>
                    <a:pt x="73" y="49"/>
                    <a:pt x="66" y="55"/>
                  </a:cubicBezTo>
                  <a:cubicBezTo>
                    <a:pt x="66" y="55"/>
                    <a:pt x="66" y="56"/>
                    <a:pt x="65" y="56"/>
                  </a:cubicBezTo>
                  <a:cubicBezTo>
                    <a:pt x="65" y="56"/>
                    <a:pt x="65" y="56"/>
                    <a:pt x="65" y="56"/>
                  </a:cubicBezTo>
                  <a:cubicBezTo>
                    <a:pt x="7" y="114"/>
                    <a:pt x="7" y="114"/>
                    <a:pt x="7" y="114"/>
                  </a:cubicBezTo>
                  <a:cubicBezTo>
                    <a:pt x="0" y="121"/>
                    <a:pt x="0" y="131"/>
                    <a:pt x="7" y="138"/>
                  </a:cubicBezTo>
                  <a:cubicBezTo>
                    <a:pt x="10" y="141"/>
                    <a:pt x="15" y="143"/>
                    <a:pt x="19" y="143"/>
                  </a:cubicBezTo>
                  <a:cubicBezTo>
                    <a:pt x="23" y="143"/>
                    <a:pt x="27" y="141"/>
                    <a:pt x="31" y="138"/>
                  </a:cubicBezTo>
                  <a:cubicBezTo>
                    <a:pt x="77" y="92"/>
                    <a:pt x="77" y="92"/>
                    <a:pt x="77" y="92"/>
                  </a:cubicBezTo>
                  <a:cubicBezTo>
                    <a:pt x="89" y="105"/>
                    <a:pt x="89" y="105"/>
                    <a:pt x="89" y="105"/>
                  </a:cubicBezTo>
                  <a:cubicBezTo>
                    <a:pt x="89" y="105"/>
                    <a:pt x="90" y="105"/>
                    <a:pt x="90" y="106"/>
                  </a:cubicBezTo>
                  <a:cubicBezTo>
                    <a:pt x="90" y="106"/>
                    <a:pt x="91" y="106"/>
                    <a:pt x="91" y="106"/>
                  </a:cubicBezTo>
                  <a:cubicBezTo>
                    <a:pt x="94" y="110"/>
                    <a:pt x="98" y="111"/>
                    <a:pt x="103" y="111"/>
                  </a:cubicBezTo>
                  <a:cubicBezTo>
                    <a:pt x="107" y="111"/>
                    <a:pt x="111" y="110"/>
                    <a:pt x="115" y="106"/>
                  </a:cubicBezTo>
                  <a:cubicBezTo>
                    <a:pt x="172" y="49"/>
                    <a:pt x="172" y="49"/>
                    <a:pt x="172" y="49"/>
                  </a:cubicBezTo>
                  <a:cubicBezTo>
                    <a:pt x="173" y="48"/>
                    <a:pt x="173" y="47"/>
                    <a:pt x="174" y="47"/>
                  </a:cubicBezTo>
                  <a:cubicBezTo>
                    <a:pt x="177" y="50"/>
                    <a:pt x="177" y="50"/>
                    <a:pt x="177" y="50"/>
                  </a:cubicBezTo>
                  <a:cubicBezTo>
                    <a:pt x="189" y="62"/>
                    <a:pt x="189" y="62"/>
                    <a:pt x="189" y="62"/>
                  </a:cubicBezTo>
                  <a:cubicBezTo>
                    <a:pt x="190" y="63"/>
                    <a:pt x="192" y="63"/>
                    <a:pt x="194" y="63"/>
                  </a:cubicBezTo>
                  <a:cubicBezTo>
                    <a:pt x="196" y="62"/>
                    <a:pt x="198" y="60"/>
                    <a:pt x="198" y="58"/>
                  </a:cubicBezTo>
                  <a:cubicBezTo>
                    <a:pt x="198" y="6"/>
                    <a:pt x="198" y="6"/>
                    <a:pt x="198" y="6"/>
                  </a:cubicBezTo>
                  <a:cubicBezTo>
                    <a:pt x="198" y="3"/>
                    <a:pt x="195" y="0"/>
                    <a:pt x="191" y="0"/>
                  </a:cubicBezTo>
                  <a:close/>
                </a:path>
              </a:pathLst>
            </a:custGeom>
            <a:solidFill>
              <a:srgbClr val="F28D1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Open Sans"/>
                <a:buNone/>
              </a:pPr>
              <a:endParaRPr sz="1800" b="0" i="0" u="none" strike="noStrike" cap="none">
                <a:solidFill>
                  <a:srgbClr val="3F3F3F"/>
                </a:solidFill>
                <a:latin typeface="Open Sans"/>
                <a:ea typeface="Open Sans"/>
                <a:cs typeface="Open Sans"/>
                <a:sym typeface="Open Sans"/>
              </a:endParaRPr>
            </a:p>
          </p:txBody>
        </p:sp>
        <p:pic>
          <p:nvPicPr>
            <p:cNvPr id="600" name="Google Shape;600;p74" descr="Image result for process mapping icon"/>
            <p:cNvPicPr preferRelativeResize="0"/>
            <p:nvPr/>
          </p:nvPicPr>
          <p:blipFill rotWithShape="1">
            <a:blip r:embed="rId3">
              <a:alphaModFix/>
            </a:blip>
            <a:srcRect/>
            <a:stretch/>
          </p:blipFill>
          <p:spPr>
            <a:xfrm>
              <a:off x="1661779" y="2397210"/>
              <a:ext cx="1092274" cy="979418"/>
            </a:xfrm>
            <a:prstGeom prst="roundRect">
              <a:avLst>
                <a:gd name="adj" fmla="val 43897"/>
              </a:avLst>
            </a:prstGeom>
            <a:solidFill>
              <a:srgbClr val="F28D1E"/>
            </a:solidFill>
            <a:ln>
              <a:noFill/>
            </a:ln>
          </p:spPr>
        </p:pic>
        <p:sp>
          <p:nvSpPr>
            <p:cNvPr id="601" name="Google Shape;601;p74"/>
            <p:cNvSpPr/>
            <p:nvPr/>
          </p:nvSpPr>
          <p:spPr>
            <a:xfrm>
              <a:off x="3883546" y="3807783"/>
              <a:ext cx="2557605" cy="396991"/>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Clr>
                  <a:srgbClr val="000000"/>
                </a:buClr>
                <a:buSzPts val="1800"/>
                <a:buFont typeface="Arial"/>
                <a:buNone/>
              </a:pPr>
              <a:r>
                <a:rPr lang="en-US" sz="2200" b="1" i="0" u="none" strike="noStrike" cap="none" dirty="0">
                  <a:solidFill>
                    <a:srgbClr val="3F3F3F"/>
                  </a:solidFill>
                  <a:latin typeface="Open Sans"/>
                  <a:ea typeface="Open Sans"/>
                  <a:cs typeface="Open Sans"/>
                  <a:sym typeface="Open Sans"/>
                </a:rPr>
                <a:t>Partition phase</a:t>
              </a:r>
              <a:endParaRPr sz="2200" b="0" i="0" u="none" strike="noStrike" cap="none" dirty="0">
                <a:solidFill>
                  <a:srgbClr val="3F3F3F"/>
                </a:solidFill>
                <a:latin typeface="Arial"/>
                <a:ea typeface="Arial"/>
                <a:cs typeface="Arial"/>
                <a:sym typeface="Arial"/>
              </a:endParaRPr>
            </a:p>
          </p:txBody>
        </p:sp>
        <p:sp>
          <p:nvSpPr>
            <p:cNvPr id="602" name="Google Shape;602;p74"/>
            <p:cNvSpPr/>
            <p:nvPr/>
          </p:nvSpPr>
          <p:spPr>
            <a:xfrm rot="2700000">
              <a:off x="4581999" y="2232835"/>
              <a:ext cx="1243584" cy="1243584"/>
            </a:xfrm>
            <a:prstGeom prst="roundRect">
              <a:avLst>
                <a:gd name="adj" fmla="val 21161"/>
              </a:avLst>
            </a:prstGeom>
            <a:solidFill>
              <a:srgbClr val="F4B08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Open Sans"/>
                <a:buNone/>
              </a:pPr>
              <a:endParaRPr sz="1800" b="0" i="0" u="none" strike="noStrike" cap="none">
                <a:solidFill>
                  <a:srgbClr val="3F3F3F"/>
                </a:solidFill>
                <a:latin typeface="Calibri"/>
                <a:ea typeface="Calibri"/>
                <a:cs typeface="Calibri"/>
                <a:sym typeface="Calibri"/>
              </a:endParaRPr>
            </a:p>
          </p:txBody>
        </p:sp>
        <p:grpSp>
          <p:nvGrpSpPr>
            <p:cNvPr id="603" name="Google Shape;603;p74"/>
            <p:cNvGrpSpPr/>
            <p:nvPr/>
          </p:nvGrpSpPr>
          <p:grpSpPr>
            <a:xfrm>
              <a:off x="4874609" y="2446081"/>
              <a:ext cx="711641" cy="704929"/>
              <a:chOff x="6237173" y="2620265"/>
              <a:chExt cx="483677" cy="479115"/>
            </a:xfrm>
          </p:grpSpPr>
          <p:sp>
            <p:nvSpPr>
              <p:cNvPr id="604" name="Google Shape;604;p74"/>
              <p:cNvSpPr/>
              <p:nvPr/>
            </p:nvSpPr>
            <p:spPr>
              <a:xfrm>
                <a:off x="6237173" y="2709309"/>
                <a:ext cx="95221" cy="9522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605" name="Google Shape;605;p74"/>
              <p:cNvSpPr/>
              <p:nvPr/>
            </p:nvSpPr>
            <p:spPr>
              <a:xfrm>
                <a:off x="6237173" y="2855160"/>
                <a:ext cx="95221" cy="9522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606" name="Google Shape;606;p74"/>
              <p:cNvSpPr/>
              <p:nvPr/>
            </p:nvSpPr>
            <p:spPr>
              <a:xfrm>
                <a:off x="6237173" y="3004159"/>
                <a:ext cx="95221" cy="9522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607" name="Google Shape;607;p74"/>
              <p:cNvSpPr/>
              <p:nvPr/>
            </p:nvSpPr>
            <p:spPr>
              <a:xfrm>
                <a:off x="6380715" y="3004159"/>
                <a:ext cx="95221" cy="9522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608" name="Google Shape;608;p74"/>
              <p:cNvSpPr/>
              <p:nvPr/>
            </p:nvSpPr>
            <p:spPr>
              <a:xfrm>
                <a:off x="6380715" y="2865653"/>
                <a:ext cx="95221" cy="9522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609" name="Google Shape;609;p74"/>
              <p:cNvSpPr/>
              <p:nvPr/>
            </p:nvSpPr>
            <p:spPr>
              <a:xfrm>
                <a:off x="6532543" y="3004159"/>
                <a:ext cx="95221" cy="9522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610" name="Google Shape;610;p74"/>
              <p:cNvSpPr/>
              <p:nvPr/>
            </p:nvSpPr>
            <p:spPr>
              <a:xfrm rot="3174988">
                <a:off x="6451819" y="2639344"/>
                <a:ext cx="95221" cy="9522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611" name="Google Shape;611;p74"/>
              <p:cNvSpPr/>
              <p:nvPr/>
            </p:nvSpPr>
            <p:spPr>
              <a:xfrm rot="3174988">
                <a:off x="6558939" y="2819657"/>
                <a:ext cx="95221" cy="9522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612" name="Google Shape;612;p74"/>
              <p:cNvSpPr/>
              <p:nvPr/>
            </p:nvSpPr>
            <p:spPr>
              <a:xfrm>
                <a:off x="6625629" y="2647933"/>
                <a:ext cx="95221" cy="9522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grpSp>
        <p:sp>
          <p:nvSpPr>
            <p:cNvPr id="613" name="Google Shape;613;p74"/>
            <p:cNvSpPr/>
            <p:nvPr/>
          </p:nvSpPr>
          <p:spPr>
            <a:xfrm>
              <a:off x="6941370" y="3807783"/>
              <a:ext cx="2673892" cy="396991"/>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Clr>
                  <a:srgbClr val="000000"/>
                </a:buClr>
                <a:buSzPts val="1800"/>
                <a:buFont typeface="Arial"/>
                <a:buNone/>
              </a:pPr>
              <a:r>
                <a:rPr lang="en-US" sz="2200" b="1" i="0" u="none" strike="noStrike" cap="none">
                  <a:solidFill>
                    <a:srgbClr val="3F3F3F"/>
                  </a:solidFill>
                  <a:latin typeface="Open Sans"/>
                  <a:ea typeface="Open Sans"/>
                  <a:cs typeface="Open Sans"/>
                  <a:sym typeface="Open Sans"/>
                </a:rPr>
                <a:t>Shuffle phase</a:t>
              </a:r>
              <a:endParaRPr sz="2200" b="0" i="0" u="none" strike="noStrike" cap="none">
                <a:solidFill>
                  <a:srgbClr val="3F3F3F"/>
                </a:solidFill>
                <a:latin typeface="Arial"/>
                <a:ea typeface="Arial"/>
                <a:cs typeface="Arial"/>
                <a:sym typeface="Arial"/>
              </a:endParaRPr>
            </a:p>
          </p:txBody>
        </p:sp>
        <p:sp>
          <p:nvSpPr>
            <p:cNvPr id="614" name="Google Shape;614;p74"/>
            <p:cNvSpPr/>
            <p:nvPr/>
          </p:nvSpPr>
          <p:spPr>
            <a:xfrm rot="2700000">
              <a:off x="7506208" y="2232835"/>
              <a:ext cx="1243584" cy="1243584"/>
            </a:xfrm>
            <a:prstGeom prst="roundRect">
              <a:avLst>
                <a:gd name="adj" fmla="val 21161"/>
              </a:avLst>
            </a:prstGeom>
            <a:solidFill>
              <a:srgbClr val="A5A5A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Open Sans"/>
                <a:buNone/>
              </a:pPr>
              <a:endParaRPr sz="1800" b="0" i="0" u="none" strike="noStrike" cap="none">
                <a:solidFill>
                  <a:srgbClr val="3F3F3F"/>
                </a:solidFill>
                <a:latin typeface="Calibri"/>
                <a:ea typeface="Calibri"/>
                <a:cs typeface="Calibri"/>
                <a:sym typeface="Calibri"/>
              </a:endParaRPr>
            </a:p>
          </p:txBody>
        </p:sp>
        <p:pic>
          <p:nvPicPr>
            <p:cNvPr id="615" name="Google Shape;615;p74"/>
            <p:cNvPicPr preferRelativeResize="0"/>
            <p:nvPr/>
          </p:nvPicPr>
          <p:blipFill rotWithShape="1">
            <a:blip r:embed="rId4">
              <a:alphaModFix/>
            </a:blip>
            <a:srcRect/>
            <a:stretch/>
          </p:blipFill>
          <p:spPr>
            <a:xfrm>
              <a:off x="7574304" y="2309828"/>
              <a:ext cx="1066800" cy="1066800"/>
            </a:xfrm>
            <a:prstGeom prst="rect">
              <a:avLst/>
            </a:prstGeom>
            <a:noFill/>
            <a:ln>
              <a:noFill/>
            </a:ln>
          </p:spPr>
        </p:pic>
        <p:sp>
          <p:nvSpPr>
            <p:cNvPr id="616" name="Google Shape;616;p74"/>
            <p:cNvSpPr/>
            <p:nvPr/>
          </p:nvSpPr>
          <p:spPr>
            <a:xfrm>
              <a:off x="10075548" y="3807783"/>
              <a:ext cx="2004121" cy="396991"/>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Clr>
                  <a:srgbClr val="000000"/>
                </a:buClr>
                <a:buSzPts val="1800"/>
                <a:buFont typeface="Arial"/>
                <a:buNone/>
              </a:pPr>
              <a:r>
                <a:rPr lang="en-US" sz="2200" b="1" i="0" u="none" strike="noStrike" cap="none" dirty="0">
                  <a:solidFill>
                    <a:srgbClr val="3F3F3F"/>
                  </a:solidFill>
                  <a:latin typeface="Open Sans"/>
                  <a:ea typeface="Open Sans"/>
                  <a:cs typeface="Open Sans"/>
                  <a:sym typeface="Open Sans"/>
                </a:rPr>
                <a:t>Sort phase</a:t>
              </a:r>
              <a:endParaRPr sz="2200" b="0" i="0" u="none" strike="noStrike" cap="none" dirty="0">
                <a:solidFill>
                  <a:srgbClr val="3F3F3F"/>
                </a:solidFill>
                <a:latin typeface="Arial"/>
                <a:ea typeface="Arial"/>
                <a:cs typeface="Arial"/>
                <a:sym typeface="Arial"/>
              </a:endParaRPr>
            </a:p>
          </p:txBody>
        </p:sp>
        <p:sp>
          <p:nvSpPr>
            <p:cNvPr id="617" name="Google Shape;617;p74"/>
            <p:cNvSpPr/>
            <p:nvPr/>
          </p:nvSpPr>
          <p:spPr>
            <a:xfrm rot="2700000">
              <a:off x="10455817" y="2232835"/>
              <a:ext cx="1243584" cy="1243584"/>
            </a:xfrm>
            <a:prstGeom prst="roundRect">
              <a:avLst>
                <a:gd name="adj" fmla="val 21161"/>
              </a:avLst>
            </a:prstGeom>
            <a:solidFill>
              <a:srgbClr val="F4B08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Open Sans"/>
                <a:buNone/>
              </a:pPr>
              <a:endParaRPr sz="1800" b="0" i="0" u="none" strike="noStrike" cap="none">
                <a:solidFill>
                  <a:srgbClr val="3F3F3F"/>
                </a:solidFill>
                <a:latin typeface="Calibri"/>
                <a:ea typeface="Calibri"/>
                <a:cs typeface="Calibri"/>
                <a:sym typeface="Calibri"/>
              </a:endParaRPr>
            </a:p>
          </p:txBody>
        </p:sp>
        <p:cxnSp>
          <p:nvCxnSpPr>
            <p:cNvPr id="618" name="Google Shape;618;p74"/>
            <p:cNvCxnSpPr/>
            <p:nvPr/>
          </p:nvCxnSpPr>
          <p:spPr>
            <a:xfrm>
              <a:off x="10825782" y="2717394"/>
              <a:ext cx="640080" cy="0"/>
            </a:xfrm>
            <a:prstGeom prst="straightConnector1">
              <a:avLst/>
            </a:prstGeom>
            <a:noFill/>
            <a:ln w="76200" cap="flat" cmpd="sng">
              <a:solidFill>
                <a:schemeClr val="lt1"/>
              </a:solidFill>
              <a:prstDash val="solid"/>
              <a:round/>
              <a:headEnd type="none" w="sm" len="sm"/>
              <a:tailEnd type="none" w="sm" len="sm"/>
            </a:ln>
          </p:spPr>
        </p:cxnSp>
        <p:cxnSp>
          <p:nvCxnSpPr>
            <p:cNvPr id="619" name="Google Shape;619;p74"/>
            <p:cNvCxnSpPr/>
            <p:nvPr/>
          </p:nvCxnSpPr>
          <p:spPr>
            <a:xfrm>
              <a:off x="10829943" y="2843887"/>
              <a:ext cx="635919" cy="0"/>
            </a:xfrm>
            <a:prstGeom prst="straightConnector1">
              <a:avLst/>
            </a:prstGeom>
            <a:noFill/>
            <a:ln w="76200" cap="flat" cmpd="sng">
              <a:solidFill>
                <a:schemeClr val="lt1"/>
              </a:solidFill>
              <a:prstDash val="solid"/>
              <a:round/>
              <a:headEnd type="none" w="sm" len="sm"/>
              <a:tailEnd type="none" w="sm" len="sm"/>
            </a:ln>
          </p:spPr>
        </p:cxnSp>
        <p:cxnSp>
          <p:nvCxnSpPr>
            <p:cNvPr id="620" name="Google Shape;620;p74"/>
            <p:cNvCxnSpPr/>
            <p:nvPr/>
          </p:nvCxnSpPr>
          <p:spPr>
            <a:xfrm>
              <a:off x="10852168" y="2983987"/>
              <a:ext cx="640080" cy="0"/>
            </a:xfrm>
            <a:prstGeom prst="straightConnector1">
              <a:avLst/>
            </a:prstGeom>
            <a:noFill/>
            <a:ln w="76200" cap="flat" cmpd="sng">
              <a:solidFill>
                <a:schemeClr val="lt1"/>
              </a:solidFill>
              <a:prstDash val="solid"/>
              <a:round/>
              <a:headEnd type="none" w="sm" len="sm"/>
              <a:tailEnd type="none" w="sm" len="sm"/>
            </a:ln>
          </p:spPr>
        </p:cxnSp>
        <p:sp>
          <p:nvSpPr>
            <p:cNvPr id="621" name="Google Shape;621;p74"/>
            <p:cNvSpPr/>
            <p:nvPr/>
          </p:nvSpPr>
          <p:spPr>
            <a:xfrm rot="-5400000" flipH="1">
              <a:off x="11201608" y="2846310"/>
              <a:ext cx="442920" cy="282679"/>
            </a:xfrm>
            <a:prstGeom prst="rightArrow">
              <a:avLst>
                <a:gd name="adj1" fmla="val 50000"/>
                <a:gd name="adj2" fmla="val 50000"/>
              </a:avLst>
            </a:prstGeom>
            <a:solidFill>
              <a:schemeClr val="lt1"/>
            </a:solidFill>
            <a:ln w="28575" cap="flat" cmpd="sng">
              <a:solidFill>
                <a:srgbClr val="D1435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622" name="Google Shape;622;p74"/>
            <p:cNvSpPr/>
            <p:nvPr/>
          </p:nvSpPr>
          <p:spPr>
            <a:xfrm rot="-5400000">
              <a:off x="10557463" y="2603587"/>
              <a:ext cx="442920" cy="282679"/>
            </a:xfrm>
            <a:prstGeom prst="rightArrow">
              <a:avLst>
                <a:gd name="adj1" fmla="val 50000"/>
                <a:gd name="adj2" fmla="val 50000"/>
              </a:avLst>
            </a:prstGeom>
            <a:solidFill>
              <a:schemeClr val="lt1"/>
            </a:solidFill>
            <a:ln w="28575" cap="flat" cmpd="sng">
              <a:solidFill>
                <a:srgbClr val="D1435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623" name="Google Shape;623;p74"/>
            <p:cNvSpPr/>
            <p:nvPr/>
          </p:nvSpPr>
          <p:spPr>
            <a:xfrm>
              <a:off x="12891921" y="3807783"/>
              <a:ext cx="2259024" cy="396991"/>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Clr>
                  <a:srgbClr val="000000"/>
                </a:buClr>
                <a:buSzPts val="1800"/>
                <a:buFont typeface="Arial"/>
                <a:buNone/>
              </a:pPr>
              <a:r>
                <a:rPr lang="en-US" sz="2200" b="1" i="0" u="none" strike="noStrike" cap="none" dirty="0">
                  <a:solidFill>
                    <a:srgbClr val="3F3F3F"/>
                  </a:solidFill>
                  <a:latin typeface="Open Sans"/>
                  <a:ea typeface="Open Sans"/>
                  <a:cs typeface="Open Sans"/>
                  <a:sym typeface="Open Sans"/>
                </a:rPr>
                <a:t>Reduce phase</a:t>
              </a:r>
              <a:endParaRPr sz="2200" b="0" i="0" u="none" strike="noStrike" cap="none" dirty="0">
                <a:solidFill>
                  <a:srgbClr val="3F3F3F"/>
                </a:solidFill>
                <a:latin typeface="Arial"/>
                <a:ea typeface="Arial"/>
                <a:cs typeface="Arial"/>
                <a:sym typeface="Arial"/>
              </a:endParaRPr>
            </a:p>
          </p:txBody>
        </p:sp>
        <p:sp>
          <p:nvSpPr>
            <p:cNvPr id="624" name="Google Shape;624;p74"/>
            <p:cNvSpPr/>
            <p:nvPr/>
          </p:nvSpPr>
          <p:spPr>
            <a:xfrm rot="2700000">
              <a:off x="13405427" y="2232835"/>
              <a:ext cx="1243584" cy="1243584"/>
            </a:xfrm>
            <a:prstGeom prst="roundRect">
              <a:avLst>
                <a:gd name="adj" fmla="val 21161"/>
              </a:avLst>
            </a:prstGeom>
            <a:solidFill>
              <a:srgbClr val="F28D1E"/>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Open Sans"/>
                <a:buNone/>
              </a:pPr>
              <a:endParaRPr sz="1800" b="0" i="0" u="none" strike="noStrike" cap="none">
                <a:solidFill>
                  <a:srgbClr val="3F3F3F"/>
                </a:solidFill>
                <a:latin typeface="Calibri"/>
                <a:ea typeface="Calibri"/>
                <a:cs typeface="Calibri"/>
                <a:sym typeface="Calibri"/>
              </a:endParaRPr>
            </a:p>
          </p:txBody>
        </p:sp>
        <p:cxnSp>
          <p:nvCxnSpPr>
            <p:cNvPr id="625" name="Google Shape;625;p74"/>
            <p:cNvCxnSpPr/>
            <p:nvPr/>
          </p:nvCxnSpPr>
          <p:spPr>
            <a:xfrm>
              <a:off x="13566289" y="2491535"/>
              <a:ext cx="460930" cy="377595"/>
            </a:xfrm>
            <a:prstGeom prst="straightConnector1">
              <a:avLst/>
            </a:prstGeom>
            <a:noFill/>
            <a:ln w="76200" cap="flat" cmpd="sng">
              <a:solidFill>
                <a:schemeClr val="lt1"/>
              </a:solidFill>
              <a:prstDash val="solid"/>
              <a:round/>
              <a:headEnd type="none" w="sm" len="sm"/>
              <a:tailEnd type="stealth" w="med" len="med"/>
            </a:ln>
          </p:spPr>
        </p:cxnSp>
        <p:cxnSp>
          <p:nvCxnSpPr>
            <p:cNvPr id="626" name="Google Shape;626;p74"/>
            <p:cNvCxnSpPr/>
            <p:nvPr/>
          </p:nvCxnSpPr>
          <p:spPr>
            <a:xfrm rot="10800000">
              <a:off x="14033004" y="2882682"/>
              <a:ext cx="455144" cy="312887"/>
            </a:xfrm>
            <a:prstGeom prst="straightConnector1">
              <a:avLst/>
            </a:prstGeom>
            <a:noFill/>
            <a:ln w="76200" cap="flat" cmpd="sng">
              <a:solidFill>
                <a:schemeClr val="lt1"/>
              </a:solidFill>
              <a:prstDash val="solid"/>
              <a:round/>
              <a:headEnd type="none" w="sm" len="sm"/>
              <a:tailEnd type="stealth" w="med" len="med"/>
            </a:ln>
          </p:spPr>
        </p:cxnSp>
        <p:cxnSp>
          <p:nvCxnSpPr>
            <p:cNvPr id="627" name="Google Shape;627;p74"/>
            <p:cNvCxnSpPr/>
            <p:nvPr/>
          </p:nvCxnSpPr>
          <p:spPr>
            <a:xfrm flipH="1">
              <a:off x="14027218" y="2495108"/>
              <a:ext cx="460930" cy="377595"/>
            </a:xfrm>
            <a:prstGeom prst="straightConnector1">
              <a:avLst/>
            </a:prstGeom>
            <a:noFill/>
            <a:ln w="76200" cap="flat" cmpd="sng">
              <a:solidFill>
                <a:schemeClr val="lt1"/>
              </a:solidFill>
              <a:prstDash val="solid"/>
              <a:round/>
              <a:headEnd type="none" w="sm" len="sm"/>
              <a:tailEnd type="stealth" w="med" len="med"/>
            </a:ln>
          </p:spPr>
        </p:cxnSp>
        <p:cxnSp>
          <p:nvCxnSpPr>
            <p:cNvPr id="628" name="Google Shape;628;p74"/>
            <p:cNvCxnSpPr/>
            <p:nvPr/>
          </p:nvCxnSpPr>
          <p:spPr>
            <a:xfrm rot="10800000" flipH="1">
              <a:off x="13566289" y="2891229"/>
              <a:ext cx="455144" cy="312887"/>
            </a:xfrm>
            <a:prstGeom prst="straightConnector1">
              <a:avLst/>
            </a:prstGeom>
            <a:noFill/>
            <a:ln w="76200" cap="flat" cmpd="sng">
              <a:solidFill>
                <a:schemeClr val="lt1"/>
              </a:solidFill>
              <a:prstDash val="solid"/>
              <a:round/>
              <a:headEnd type="none" w="sm" len="sm"/>
              <a:tailEnd type="stealth" w="med" len="med"/>
            </a:ln>
          </p:spPr>
        </p:cxnSp>
      </p:grpSp>
      <p:sp>
        <p:nvSpPr>
          <p:cNvPr id="3" name="Brandline_LVC">
            <a:extLst>
              <a:ext uri="{FF2B5EF4-FFF2-40B4-BE49-F238E27FC236}">
                <a16:creationId xmlns:a16="http://schemas.microsoft.com/office/drawing/2014/main" id="{0EC6F390-2F55-0317-A354-9C78BE6213CD}"/>
              </a:ext>
            </a:extLst>
          </p:cNvPr>
          <p:cNvSpPr/>
          <p:nvPr/>
        </p:nvSpPr>
        <p:spPr>
          <a:xfrm>
            <a:off x="5664200" y="816324"/>
            <a:ext cx="4923314"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sp>
        <p:nvSpPr>
          <p:cNvPr id="636" name="Google Shape;636;p75"/>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None/>
            </a:pPr>
            <a:r>
              <a:rPr lang="en-US" sz="2800" b="1" dirty="0">
                <a:solidFill>
                  <a:srgbClr val="3F3F3F"/>
                </a:solidFill>
                <a:latin typeface="Open Sans"/>
                <a:ea typeface="Open Sans"/>
                <a:cs typeface="Open Sans"/>
                <a:sym typeface="Open Sans"/>
              </a:rPr>
              <a:t>Map Execution: Distributed Two-Node Environment</a:t>
            </a:r>
            <a:endParaRPr sz="2800" b="1" dirty="0">
              <a:solidFill>
                <a:srgbClr val="3F3F3F"/>
              </a:solidFill>
              <a:latin typeface="Open Sans"/>
              <a:ea typeface="Open Sans"/>
              <a:cs typeface="Open Sans"/>
              <a:sym typeface="Open Sans"/>
            </a:endParaRPr>
          </a:p>
        </p:txBody>
      </p:sp>
      <p:sp>
        <p:nvSpPr>
          <p:cNvPr id="637" name="Google Shape;637;p75"/>
          <p:cNvSpPr/>
          <p:nvPr/>
        </p:nvSpPr>
        <p:spPr>
          <a:xfrm>
            <a:off x="7226718" y="6182775"/>
            <a:ext cx="1979626" cy="5539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3F3F3F"/>
                </a:solidFill>
                <a:latin typeface="Open Sans"/>
                <a:ea typeface="Open Sans"/>
                <a:cs typeface="Open Sans"/>
                <a:sym typeface="Open Sans"/>
              </a:rPr>
              <a:t>Intermediate (k, v)</a:t>
            </a:r>
            <a:endParaRPr sz="1400" b="0" i="0" u="none" strike="noStrike" cap="none">
              <a:solidFill>
                <a:srgbClr val="3F3F3F"/>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3F3F3F"/>
                </a:solidFill>
                <a:latin typeface="Open Sans"/>
                <a:ea typeface="Open Sans"/>
                <a:cs typeface="Open Sans"/>
                <a:sym typeface="Open Sans"/>
              </a:rPr>
              <a:t>pairs exchanged</a:t>
            </a:r>
            <a:endParaRPr sz="1400" b="0" i="0" u="none" strike="noStrike" cap="none">
              <a:solidFill>
                <a:srgbClr val="3F3F3F"/>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3F3F3F"/>
                </a:solidFill>
                <a:latin typeface="Open Sans"/>
                <a:ea typeface="Open Sans"/>
                <a:cs typeface="Open Sans"/>
                <a:sym typeface="Open Sans"/>
              </a:rPr>
              <a:t>by all nodes</a:t>
            </a:r>
            <a:endParaRPr sz="1400" b="0" i="0" u="none" strike="noStrike" cap="none">
              <a:solidFill>
                <a:srgbClr val="3F3F3F"/>
              </a:solidFill>
              <a:latin typeface="Arial"/>
              <a:ea typeface="Arial"/>
              <a:cs typeface="Arial"/>
              <a:sym typeface="Arial"/>
            </a:endParaRPr>
          </a:p>
        </p:txBody>
      </p:sp>
      <p:sp>
        <p:nvSpPr>
          <p:cNvPr id="638" name="Google Shape;638;p75"/>
          <p:cNvSpPr/>
          <p:nvPr/>
        </p:nvSpPr>
        <p:spPr>
          <a:xfrm>
            <a:off x="2437653" y="4627277"/>
            <a:ext cx="1141338" cy="18466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3F3F3F"/>
                </a:solidFill>
                <a:latin typeface="Open Sans"/>
                <a:ea typeface="Open Sans"/>
                <a:cs typeface="Open Sans"/>
                <a:sym typeface="Open Sans"/>
              </a:rPr>
              <a:t>Input (k, v) pairs</a:t>
            </a:r>
            <a:endParaRPr sz="1400" b="0" i="0" u="none" strike="noStrike" cap="none">
              <a:solidFill>
                <a:srgbClr val="3F3F3F"/>
              </a:solidFill>
              <a:latin typeface="Arial"/>
              <a:ea typeface="Arial"/>
              <a:cs typeface="Arial"/>
              <a:sym typeface="Arial"/>
            </a:endParaRPr>
          </a:p>
        </p:txBody>
      </p:sp>
      <p:sp>
        <p:nvSpPr>
          <p:cNvPr id="639" name="Google Shape;639;p75"/>
          <p:cNvSpPr/>
          <p:nvPr/>
        </p:nvSpPr>
        <p:spPr>
          <a:xfrm>
            <a:off x="1396167" y="2595668"/>
            <a:ext cx="5685858" cy="5200788"/>
          </a:xfrm>
          <a:prstGeom prst="roundRect">
            <a:avLst>
              <a:gd name="adj" fmla="val 4213"/>
            </a:avLst>
          </a:prstGeom>
          <a:noFill/>
          <a:ln w="19050" cap="rnd" cmpd="sng">
            <a:solidFill>
              <a:schemeClr val="accent5"/>
            </a:solidFill>
            <a:prstDash val="solid"/>
            <a:round/>
            <a:headEnd type="none" w="sm" len="sm"/>
            <a:tailEnd type="none" w="sm" len="sm"/>
          </a:ln>
        </p:spPr>
        <p:txBody>
          <a:bodyPr spcFirstLastPara="1" wrap="square" lIns="63475" tIns="31725" rIns="63475" bIns="31725" anchor="t" anchorCtr="0">
            <a:noAutofit/>
          </a:bodyPr>
          <a:lstStyle/>
          <a:p>
            <a:pPr marL="0" marR="0" lvl="0" indent="0" algn="l" rtl="0">
              <a:lnSpc>
                <a:spcPct val="100000"/>
              </a:lnSpc>
              <a:spcBef>
                <a:spcPts val="0"/>
              </a:spcBef>
              <a:spcAft>
                <a:spcPts val="0"/>
              </a:spcAft>
              <a:buClr>
                <a:srgbClr val="000000"/>
              </a:buClr>
              <a:buSzPts val="1250"/>
              <a:buFont typeface="Arial"/>
              <a:buNone/>
            </a:pPr>
            <a:endParaRPr sz="1250" b="0" i="0" u="none" strike="noStrike" cap="none">
              <a:solidFill>
                <a:srgbClr val="3F3F3F"/>
              </a:solidFill>
              <a:latin typeface="Open Sans"/>
              <a:ea typeface="Open Sans"/>
              <a:cs typeface="Open Sans"/>
              <a:sym typeface="Open Sans"/>
            </a:endParaRPr>
          </a:p>
        </p:txBody>
      </p:sp>
      <p:sp>
        <p:nvSpPr>
          <p:cNvPr id="640" name="Google Shape;640;p75"/>
          <p:cNvSpPr/>
          <p:nvPr/>
        </p:nvSpPr>
        <p:spPr>
          <a:xfrm>
            <a:off x="1811883" y="3217255"/>
            <a:ext cx="1251542" cy="1116456"/>
          </a:xfrm>
          <a:custGeom>
            <a:avLst/>
            <a:gdLst/>
            <a:ahLst/>
            <a:cxnLst/>
            <a:rect l="l" t="t" r="r" b="b"/>
            <a:pathLst>
              <a:path w="1863" h="2875" extrusionOk="0">
                <a:moveTo>
                  <a:pt x="0" y="2642"/>
                </a:moveTo>
                <a:lnTo>
                  <a:pt x="0" y="233"/>
                </a:lnTo>
                <a:moveTo>
                  <a:pt x="1863" y="233"/>
                </a:moveTo>
                <a:cubicBezTo>
                  <a:pt x="1863" y="362"/>
                  <a:pt x="1446" y="466"/>
                  <a:pt x="932" y="466"/>
                </a:cubicBezTo>
                <a:cubicBezTo>
                  <a:pt x="418" y="466"/>
                  <a:pt x="0" y="362"/>
                  <a:pt x="0" y="233"/>
                </a:cubicBezTo>
                <a:cubicBezTo>
                  <a:pt x="0" y="105"/>
                  <a:pt x="418" y="0"/>
                  <a:pt x="932" y="0"/>
                </a:cubicBezTo>
                <a:cubicBezTo>
                  <a:pt x="1446" y="0"/>
                  <a:pt x="1863" y="105"/>
                  <a:pt x="1863" y="233"/>
                </a:cubicBezTo>
                <a:close/>
                <a:moveTo>
                  <a:pt x="1863" y="233"/>
                </a:moveTo>
                <a:lnTo>
                  <a:pt x="1863" y="2642"/>
                </a:lnTo>
                <a:lnTo>
                  <a:pt x="1863" y="2642"/>
                </a:lnTo>
                <a:cubicBezTo>
                  <a:pt x="1863" y="2771"/>
                  <a:pt x="1446" y="2875"/>
                  <a:pt x="932" y="2875"/>
                </a:cubicBezTo>
                <a:cubicBezTo>
                  <a:pt x="418" y="2875"/>
                  <a:pt x="0" y="2771"/>
                  <a:pt x="0" y="2642"/>
                </a:cubicBezTo>
                <a:cubicBezTo>
                  <a:pt x="0" y="2642"/>
                  <a:pt x="0" y="2642"/>
                  <a:pt x="0" y="2642"/>
                </a:cubicBezTo>
                <a:moveTo>
                  <a:pt x="0" y="2642"/>
                </a:moveTo>
                <a:lnTo>
                  <a:pt x="0" y="233"/>
                </a:lnTo>
              </a:path>
            </a:pathLst>
          </a:custGeom>
          <a:noFill/>
          <a:ln w="9525" cap="rnd" cmpd="sng">
            <a:solidFill>
              <a:srgbClr val="A5A5A5"/>
            </a:solidFill>
            <a:prstDash val="solid"/>
            <a:round/>
            <a:headEnd type="none" w="sm" len="sm"/>
            <a:tailEnd type="none" w="sm" len="sm"/>
          </a:ln>
        </p:spPr>
        <p:txBody>
          <a:bodyPr spcFirstLastPara="1" wrap="square" lIns="63475" tIns="31725" rIns="63475" bIns="31725" anchor="t" anchorCtr="0">
            <a:noAutofit/>
          </a:bodyPr>
          <a:lstStyle/>
          <a:p>
            <a:pPr marL="0" marR="0" lvl="0" indent="0" algn="l" rtl="0">
              <a:lnSpc>
                <a:spcPct val="100000"/>
              </a:lnSpc>
              <a:spcBef>
                <a:spcPts val="0"/>
              </a:spcBef>
              <a:spcAft>
                <a:spcPts val="0"/>
              </a:spcAft>
              <a:buClr>
                <a:srgbClr val="000000"/>
              </a:buClr>
              <a:buSzPts val="1250"/>
              <a:buFont typeface="Arial"/>
              <a:buNone/>
            </a:pPr>
            <a:endParaRPr sz="1250" b="0" i="0" u="none" strike="noStrike" cap="none">
              <a:solidFill>
                <a:srgbClr val="3F3F3F"/>
              </a:solidFill>
              <a:latin typeface="Open Sans"/>
              <a:ea typeface="Open Sans"/>
              <a:cs typeface="Open Sans"/>
              <a:sym typeface="Open Sans"/>
            </a:endParaRPr>
          </a:p>
        </p:txBody>
      </p:sp>
      <p:sp>
        <p:nvSpPr>
          <p:cNvPr id="641" name="Google Shape;641;p75"/>
          <p:cNvSpPr/>
          <p:nvPr/>
        </p:nvSpPr>
        <p:spPr>
          <a:xfrm>
            <a:off x="2137928" y="3477361"/>
            <a:ext cx="624847" cy="201415"/>
          </a:xfrm>
          <a:custGeom>
            <a:avLst/>
            <a:gdLst/>
            <a:ahLst/>
            <a:cxnLst/>
            <a:rect l="l" t="t" r="r" b="b"/>
            <a:pathLst>
              <a:path w="844" h="516" extrusionOk="0">
                <a:moveTo>
                  <a:pt x="764" y="0"/>
                </a:moveTo>
                <a:cubicBezTo>
                  <a:pt x="808" y="0"/>
                  <a:pt x="844" y="37"/>
                  <a:pt x="844" y="81"/>
                </a:cubicBezTo>
                <a:cubicBezTo>
                  <a:pt x="844" y="81"/>
                  <a:pt x="844" y="81"/>
                  <a:pt x="844" y="81"/>
                </a:cubicBezTo>
                <a:lnTo>
                  <a:pt x="844" y="436"/>
                </a:lnTo>
                <a:cubicBezTo>
                  <a:pt x="844" y="480"/>
                  <a:pt x="808" y="516"/>
                  <a:pt x="764" y="516"/>
                </a:cubicBezTo>
                <a:lnTo>
                  <a:pt x="81" y="516"/>
                </a:lnTo>
                <a:cubicBezTo>
                  <a:pt x="37" y="516"/>
                  <a:pt x="0" y="480"/>
                  <a:pt x="0" y="436"/>
                </a:cubicBezTo>
                <a:lnTo>
                  <a:pt x="0" y="81"/>
                </a:lnTo>
                <a:cubicBezTo>
                  <a:pt x="0" y="37"/>
                  <a:pt x="37" y="0"/>
                  <a:pt x="81" y="0"/>
                </a:cubicBezTo>
                <a:lnTo>
                  <a:pt x="764" y="0"/>
                </a:lnTo>
                <a:close/>
              </a:path>
            </a:pathLst>
          </a:custGeom>
          <a:solidFill>
            <a:srgbClr val="F7CAAC"/>
          </a:solidFill>
          <a:ln w="9525" cap="flat" cmpd="sng">
            <a:solidFill>
              <a:srgbClr val="FFC000"/>
            </a:solidFill>
            <a:prstDash val="dash"/>
            <a:round/>
            <a:headEnd type="none" w="sm" len="sm"/>
            <a:tailEnd type="none" w="sm" len="sm"/>
          </a:ln>
        </p:spPr>
        <p:txBody>
          <a:bodyPr spcFirstLastPara="1" wrap="square" lIns="63475" tIns="0" rIns="63475"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3F3F3F"/>
                </a:solidFill>
                <a:latin typeface="Open Sans"/>
                <a:ea typeface="Open Sans"/>
                <a:cs typeface="Open Sans"/>
                <a:sym typeface="Open Sans"/>
              </a:rPr>
              <a:t>file</a:t>
            </a:r>
            <a:endParaRPr sz="1400" b="0" i="0" u="none" strike="noStrike" cap="none">
              <a:solidFill>
                <a:srgbClr val="3F3F3F"/>
              </a:solidFill>
              <a:latin typeface="Arial"/>
              <a:ea typeface="Arial"/>
              <a:cs typeface="Arial"/>
              <a:sym typeface="Arial"/>
            </a:endParaRPr>
          </a:p>
        </p:txBody>
      </p:sp>
      <p:sp>
        <p:nvSpPr>
          <p:cNvPr id="642" name="Google Shape;642;p75"/>
          <p:cNvSpPr/>
          <p:nvPr/>
        </p:nvSpPr>
        <p:spPr>
          <a:xfrm>
            <a:off x="1914405" y="3962893"/>
            <a:ext cx="622308" cy="200082"/>
          </a:xfrm>
          <a:custGeom>
            <a:avLst/>
            <a:gdLst/>
            <a:ahLst/>
            <a:cxnLst/>
            <a:rect l="l" t="t" r="r" b="b"/>
            <a:pathLst>
              <a:path w="844" h="516" extrusionOk="0">
                <a:moveTo>
                  <a:pt x="764" y="0"/>
                </a:moveTo>
                <a:cubicBezTo>
                  <a:pt x="808" y="0"/>
                  <a:pt x="844" y="37"/>
                  <a:pt x="844" y="81"/>
                </a:cubicBezTo>
                <a:cubicBezTo>
                  <a:pt x="844" y="81"/>
                  <a:pt x="844" y="81"/>
                  <a:pt x="844" y="81"/>
                </a:cubicBezTo>
                <a:lnTo>
                  <a:pt x="844" y="436"/>
                </a:lnTo>
                <a:cubicBezTo>
                  <a:pt x="844" y="480"/>
                  <a:pt x="808" y="516"/>
                  <a:pt x="764" y="516"/>
                </a:cubicBezTo>
                <a:lnTo>
                  <a:pt x="81" y="516"/>
                </a:lnTo>
                <a:cubicBezTo>
                  <a:pt x="37" y="516"/>
                  <a:pt x="0" y="480"/>
                  <a:pt x="0" y="436"/>
                </a:cubicBezTo>
                <a:lnTo>
                  <a:pt x="0" y="81"/>
                </a:lnTo>
                <a:cubicBezTo>
                  <a:pt x="0" y="37"/>
                  <a:pt x="37" y="0"/>
                  <a:pt x="81" y="0"/>
                </a:cubicBezTo>
                <a:lnTo>
                  <a:pt x="764" y="0"/>
                </a:lnTo>
                <a:close/>
              </a:path>
            </a:pathLst>
          </a:custGeom>
          <a:solidFill>
            <a:srgbClr val="F7CAAC"/>
          </a:solidFill>
          <a:ln w="9525" cap="flat" cmpd="sng">
            <a:solidFill>
              <a:srgbClr val="FFC000"/>
            </a:solidFill>
            <a:prstDash val="dash"/>
            <a:round/>
            <a:headEnd type="none" w="sm" len="sm"/>
            <a:tailEnd type="none" w="sm" len="sm"/>
          </a:ln>
        </p:spPr>
        <p:txBody>
          <a:bodyPr spcFirstLastPara="1" wrap="square" lIns="63475" tIns="0" rIns="63475"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3F3F3F"/>
                </a:solidFill>
                <a:latin typeface="Open Sans"/>
                <a:ea typeface="Open Sans"/>
                <a:cs typeface="Open Sans"/>
                <a:sym typeface="Open Sans"/>
              </a:rPr>
              <a:t>file</a:t>
            </a:r>
            <a:endParaRPr sz="1400" b="0" i="0" u="none" strike="noStrike" cap="none">
              <a:solidFill>
                <a:srgbClr val="3F3F3F"/>
              </a:solidFill>
              <a:latin typeface="Arial"/>
              <a:ea typeface="Arial"/>
              <a:cs typeface="Arial"/>
              <a:sym typeface="Arial"/>
            </a:endParaRPr>
          </a:p>
        </p:txBody>
      </p:sp>
      <p:sp>
        <p:nvSpPr>
          <p:cNvPr id="643" name="Google Shape;643;p75"/>
          <p:cNvSpPr/>
          <p:nvPr/>
        </p:nvSpPr>
        <p:spPr>
          <a:xfrm>
            <a:off x="3735607" y="3266608"/>
            <a:ext cx="2857535" cy="345474"/>
          </a:xfrm>
          <a:custGeom>
            <a:avLst/>
            <a:gdLst/>
            <a:ahLst/>
            <a:cxnLst/>
            <a:rect l="l" t="t" r="r" b="b"/>
            <a:pathLst>
              <a:path w="3867" h="891" extrusionOk="0">
                <a:moveTo>
                  <a:pt x="3727" y="0"/>
                </a:moveTo>
                <a:cubicBezTo>
                  <a:pt x="3804" y="0"/>
                  <a:pt x="3867" y="63"/>
                  <a:pt x="3867" y="140"/>
                </a:cubicBezTo>
                <a:cubicBezTo>
                  <a:pt x="3867" y="140"/>
                  <a:pt x="3867" y="140"/>
                  <a:pt x="3867" y="140"/>
                </a:cubicBezTo>
                <a:lnTo>
                  <a:pt x="3867" y="752"/>
                </a:lnTo>
                <a:cubicBezTo>
                  <a:pt x="3867" y="829"/>
                  <a:pt x="3804" y="891"/>
                  <a:pt x="3727" y="891"/>
                </a:cubicBezTo>
                <a:lnTo>
                  <a:pt x="140" y="891"/>
                </a:lnTo>
                <a:cubicBezTo>
                  <a:pt x="63" y="891"/>
                  <a:pt x="0" y="829"/>
                  <a:pt x="0" y="752"/>
                </a:cubicBezTo>
                <a:lnTo>
                  <a:pt x="0" y="140"/>
                </a:lnTo>
                <a:cubicBezTo>
                  <a:pt x="0" y="63"/>
                  <a:pt x="63" y="0"/>
                  <a:pt x="140" y="0"/>
                </a:cubicBezTo>
                <a:lnTo>
                  <a:pt x="3727" y="0"/>
                </a:lnTo>
                <a:close/>
              </a:path>
            </a:pathLst>
          </a:custGeom>
          <a:solidFill>
            <a:schemeClr val="accent3"/>
          </a:solidFill>
          <a:ln w="9525" cap="flat" cmpd="sng">
            <a:solidFill>
              <a:srgbClr val="7B7B7B"/>
            </a:solidFill>
            <a:prstDash val="solid"/>
            <a:round/>
            <a:headEnd type="none" w="sm" len="sm"/>
            <a:tailEnd type="none" w="sm" len="sm"/>
          </a:ln>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3F3F3F"/>
                </a:solidFill>
                <a:latin typeface="Open Sans"/>
                <a:ea typeface="Open Sans"/>
                <a:cs typeface="Open Sans"/>
                <a:sym typeface="Open Sans"/>
              </a:rPr>
              <a:t>InputFormat</a:t>
            </a:r>
            <a:endParaRPr sz="1400" b="0" i="0" u="none" strike="noStrike" cap="none">
              <a:solidFill>
                <a:srgbClr val="3F3F3F"/>
              </a:solidFill>
              <a:latin typeface="Open Sans"/>
              <a:ea typeface="Open Sans"/>
              <a:cs typeface="Open Sans"/>
              <a:sym typeface="Open Sans"/>
            </a:endParaRPr>
          </a:p>
        </p:txBody>
      </p:sp>
      <p:sp>
        <p:nvSpPr>
          <p:cNvPr id="644" name="Google Shape;644;p75"/>
          <p:cNvSpPr/>
          <p:nvPr/>
        </p:nvSpPr>
        <p:spPr>
          <a:xfrm>
            <a:off x="3735607" y="3900199"/>
            <a:ext cx="838211" cy="200082"/>
          </a:xfrm>
          <a:custGeom>
            <a:avLst/>
            <a:gdLst/>
            <a:ahLst/>
            <a:cxnLst/>
            <a:rect l="l" t="t" r="r" b="b"/>
            <a:pathLst>
              <a:path w="1134" h="516" extrusionOk="0">
                <a:moveTo>
                  <a:pt x="1054" y="0"/>
                </a:moveTo>
                <a:cubicBezTo>
                  <a:pt x="1098" y="0"/>
                  <a:pt x="1134" y="37"/>
                  <a:pt x="1134" y="81"/>
                </a:cubicBezTo>
                <a:cubicBezTo>
                  <a:pt x="1134" y="81"/>
                  <a:pt x="1134" y="81"/>
                  <a:pt x="1134" y="81"/>
                </a:cubicBezTo>
                <a:lnTo>
                  <a:pt x="1134" y="436"/>
                </a:lnTo>
                <a:cubicBezTo>
                  <a:pt x="1134" y="480"/>
                  <a:pt x="1098" y="516"/>
                  <a:pt x="1054" y="516"/>
                </a:cubicBezTo>
                <a:lnTo>
                  <a:pt x="81" y="516"/>
                </a:lnTo>
                <a:cubicBezTo>
                  <a:pt x="37" y="516"/>
                  <a:pt x="0" y="480"/>
                  <a:pt x="0" y="436"/>
                </a:cubicBezTo>
                <a:lnTo>
                  <a:pt x="0" y="81"/>
                </a:lnTo>
                <a:cubicBezTo>
                  <a:pt x="0" y="37"/>
                  <a:pt x="37" y="0"/>
                  <a:pt x="81" y="0"/>
                </a:cubicBezTo>
                <a:lnTo>
                  <a:pt x="1054" y="0"/>
                </a:lnTo>
                <a:close/>
              </a:path>
            </a:pathLst>
          </a:custGeom>
          <a:solidFill>
            <a:schemeClr val="accent4"/>
          </a:solidFill>
          <a:ln w="9525" cap="flat" cmpd="sng">
            <a:solidFill>
              <a:srgbClr val="7F6000"/>
            </a:solidFill>
            <a:prstDash val="solid"/>
            <a:round/>
            <a:headEnd type="none" w="sm" len="sm"/>
            <a:tailEnd type="none" w="sm" len="sm"/>
          </a:ln>
        </p:spPr>
        <p:txBody>
          <a:bodyPr spcFirstLastPara="1" wrap="square" lIns="63475" tIns="0" rIns="63475"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3F3F3F"/>
                </a:solidFill>
                <a:latin typeface="Open Sans"/>
                <a:ea typeface="Open Sans"/>
                <a:cs typeface="Open Sans"/>
                <a:sym typeface="Open Sans"/>
              </a:rPr>
              <a:t>Split</a:t>
            </a:r>
            <a:endParaRPr sz="1400" b="0" i="0" u="none" strike="noStrike" cap="none">
              <a:solidFill>
                <a:srgbClr val="3F3F3F"/>
              </a:solidFill>
              <a:latin typeface="Arial"/>
              <a:ea typeface="Arial"/>
              <a:cs typeface="Arial"/>
              <a:sym typeface="Arial"/>
            </a:endParaRPr>
          </a:p>
        </p:txBody>
      </p:sp>
      <p:sp>
        <p:nvSpPr>
          <p:cNvPr id="645" name="Google Shape;645;p75"/>
          <p:cNvSpPr/>
          <p:nvPr/>
        </p:nvSpPr>
        <p:spPr>
          <a:xfrm>
            <a:off x="4746539" y="3900199"/>
            <a:ext cx="838211" cy="200082"/>
          </a:xfrm>
          <a:custGeom>
            <a:avLst/>
            <a:gdLst/>
            <a:ahLst/>
            <a:cxnLst/>
            <a:rect l="l" t="t" r="r" b="b"/>
            <a:pathLst>
              <a:path w="1134" h="516" extrusionOk="0">
                <a:moveTo>
                  <a:pt x="1054" y="0"/>
                </a:moveTo>
                <a:cubicBezTo>
                  <a:pt x="1098" y="0"/>
                  <a:pt x="1134" y="37"/>
                  <a:pt x="1134" y="81"/>
                </a:cubicBezTo>
                <a:cubicBezTo>
                  <a:pt x="1134" y="81"/>
                  <a:pt x="1134" y="81"/>
                  <a:pt x="1134" y="81"/>
                </a:cubicBezTo>
                <a:lnTo>
                  <a:pt x="1134" y="436"/>
                </a:lnTo>
                <a:cubicBezTo>
                  <a:pt x="1134" y="480"/>
                  <a:pt x="1098" y="516"/>
                  <a:pt x="1054" y="516"/>
                </a:cubicBezTo>
                <a:lnTo>
                  <a:pt x="81" y="516"/>
                </a:lnTo>
                <a:cubicBezTo>
                  <a:pt x="37" y="516"/>
                  <a:pt x="0" y="480"/>
                  <a:pt x="0" y="436"/>
                </a:cubicBezTo>
                <a:lnTo>
                  <a:pt x="0" y="81"/>
                </a:lnTo>
                <a:cubicBezTo>
                  <a:pt x="0" y="37"/>
                  <a:pt x="37" y="0"/>
                  <a:pt x="81" y="0"/>
                </a:cubicBezTo>
                <a:lnTo>
                  <a:pt x="1054" y="0"/>
                </a:lnTo>
                <a:close/>
              </a:path>
            </a:pathLst>
          </a:custGeom>
          <a:solidFill>
            <a:schemeClr val="accent4"/>
          </a:solidFill>
          <a:ln w="9525" cap="flat" cmpd="sng">
            <a:solidFill>
              <a:srgbClr val="7F6000"/>
            </a:solidFill>
            <a:prstDash val="solid"/>
            <a:round/>
            <a:headEnd type="none" w="sm" len="sm"/>
            <a:tailEnd type="none" w="sm" len="sm"/>
          </a:ln>
        </p:spPr>
        <p:txBody>
          <a:bodyPr spcFirstLastPara="1" wrap="square" lIns="63475" tIns="0" rIns="63475"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3F3F3F"/>
                </a:solidFill>
                <a:latin typeface="Open Sans"/>
                <a:ea typeface="Open Sans"/>
                <a:cs typeface="Open Sans"/>
                <a:sym typeface="Open Sans"/>
              </a:rPr>
              <a:t>Split</a:t>
            </a:r>
            <a:endParaRPr sz="1400" b="0" i="0" u="none" strike="noStrike" cap="none">
              <a:solidFill>
                <a:srgbClr val="3F3F3F"/>
              </a:solidFill>
              <a:latin typeface="Arial"/>
              <a:ea typeface="Arial"/>
              <a:cs typeface="Arial"/>
              <a:sym typeface="Arial"/>
            </a:endParaRPr>
          </a:p>
        </p:txBody>
      </p:sp>
      <p:sp>
        <p:nvSpPr>
          <p:cNvPr id="646" name="Google Shape;646;p75"/>
          <p:cNvSpPr/>
          <p:nvPr/>
        </p:nvSpPr>
        <p:spPr>
          <a:xfrm>
            <a:off x="5757472" y="3900199"/>
            <a:ext cx="835671" cy="200082"/>
          </a:xfrm>
          <a:custGeom>
            <a:avLst/>
            <a:gdLst/>
            <a:ahLst/>
            <a:cxnLst/>
            <a:rect l="l" t="t" r="r" b="b"/>
            <a:pathLst>
              <a:path w="1134" h="516" extrusionOk="0">
                <a:moveTo>
                  <a:pt x="1054" y="0"/>
                </a:moveTo>
                <a:cubicBezTo>
                  <a:pt x="1098" y="0"/>
                  <a:pt x="1134" y="37"/>
                  <a:pt x="1134" y="81"/>
                </a:cubicBezTo>
                <a:cubicBezTo>
                  <a:pt x="1134" y="81"/>
                  <a:pt x="1134" y="81"/>
                  <a:pt x="1134" y="81"/>
                </a:cubicBezTo>
                <a:lnTo>
                  <a:pt x="1134" y="436"/>
                </a:lnTo>
                <a:cubicBezTo>
                  <a:pt x="1134" y="480"/>
                  <a:pt x="1098" y="516"/>
                  <a:pt x="1054" y="516"/>
                </a:cubicBezTo>
                <a:lnTo>
                  <a:pt x="81" y="516"/>
                </a:lnTo>
                <a:cubicBezTo>
                  <a:pt x="37" y="516"/>
                  <a:pt x="0" y="480"/>
                  <a:pt x="0" y="436"/>
                </a:cubicBezTo>
                <a:lnTo>
                  <a:pt x="0" y="81"/>
                </a:lnTo>
                <a:cubicBezTo>
                  <a:pt x="0" y="37"/>
                  <a:pt x="37" y="0"/>
                  <a:pt x="81" y="0"/>
                </a:cubicBezTo>
                <a:lnTo>
                  <a:pt x="1054" y="0"/>
                </a:lnTo>
                <a:close/>
              </a:path>
            </a:pathLst>
          </a:custGeom>
          <a:solidFill>
            <a:schemeClr val="accent4"/>
          </a:solidFill>
          <a:ln w="9525" cap="flat" cmpd="sng">
            <a:solidFill>
              <a:srgbClr val="7F6000"/>
            </a:solidFill>
            <a:prstDash val="solid"/>
            <a:round/>
            <a:headEnd type="none" w="sm" len="sm"/>
            <a:tailEnd type="none" w="sm" len="sm"/>
          </a:ln>
        </p:spPr>
        <p:txBody>
          <a:bodyPr spcFirstLastPara="1" wrap="square" lIns="63475" tIns="0" rIns="63475"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3F3F3F"/>
                </a:solidFill>
                <a:latin typeface="Open Sans"/>
                <a:ea typeface="Open Sans"/>
                <a:cs typeface="Open Sans"/>
                <a:sym typeface="Open Sans"/>
              </a:rPr>
              <a:t>Split</a:t>
            </a:r>
            <a:endParaRPr sz="1400" b="0" i="0" u="none" strike="noStrike" cap="none">
              <a:solidFill>
                <a:srgbClr val="3F3F3F"/>
              </a:solidFill>
              <a:latin typeface="Arial"/>
              <a:ea typeface="Arial"/>
              <a:cs typeface="Arial"/>
              <a:sym typeface="Arial"/>
            </a:endParaRPr>
          </a:p>
        </p:txBody>
      </p:sp>
      <p:sp>
        <p:nvSpPr>
          <p:cNvPr id="647" name="Google Shape;647;p75"/>
          <p:cNvSpPr/>
          <p:nvPr/>
        </p:nvSpPr>
        <p:spPr>
          <a:xfrm>
            <a:off x="3735607" y="4397737"/>
            <a:ext cx="838211" cy="200082"/>
          </a:xfrm>
          <a:prstGeom prst="roundRect">
            <a:avLst>
              <a:gd name="adj" fmla="val 16667"/>
            </a:avLst>
          </a:prstGeom>
          <a:solidFill>
            <a:schemeClr val="accent3"/>
          </a:solidFill>
          <a:ln w="9525" cap="flat" cmpd="sng">
            <a:solidFill>
              <a:srgbClr val="7B7B7B"/>
            </a:solidFill>
            <a:prstDash val="solid"/>
            <a:round/>
            <a:headEnd type="none" w="sm" len="sm"/>
            <a:tailEnd type="none" w="sm" len="sm"/>
          </a:ln>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3F3F3F"/>
                </a:solidFill>
                <a:latin typeface="Open Sans"/>
                <a:ea typeface="Open Sans"/>
                <a:cs typeface="Open Sans"/>
                <a:sym typeface="Open Sans"/>
              </a:rPr>
              <a:t>RR</a:t>
            </a:r>
            <a:endParaRPr sz="1400" b="0" i="0" u="none" strike="noStrike" cap="none">
              <a:solidFill>
                <a:srgbClr val="3F3F3F"/>
              </a:solidFill>
              <a:latin typeface="Arial"/>
              <a:ea typeface="Arial"/>
              <a:cs typeface="Arial"/>
              <a:sym typeface="Arial"/>
            </a:endParaRPr>
          </a:p>
        </p:txBody>
      </p:sp>
      <p:sp>
        <p:nvSpPr>
          <p:cNvPr id="648" name="Google Shape;648;p75"/>
          <p:cNvSpPr/>
          <p:nvPr/>
        </p:nvSpPr>
        <p:spPr>
          <a:xfrm>
            <a:off x="4747809" y="4397737"/>
            <a:ext cx="835671" cy="200082"/>
          </a:xfrm>
          <a:prstGeom prst="roundRect">
            <a:avLst>
              <a:gd name="adj" fmla="val 16667"/>
            </a:avLst>
          </a:prstGeom>
          <a:solidFill>
            <a:schemeClr val="accent3"/>
          </a:solidFill>
          <a:ln w="9525" cap="flat" cmpd="sng">
            <a:solidFill>
              <a:srgbClr val="7B7B7B"/>
            </a:solidFill>
            <a:prstDash val="solid"/>
            <a:round/>
            <a:headEnd type="none" w="sm" len="sm"/>
            <a:tailEnd type="none" w="sm" len="sm"/>
          </a:ln>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3F3F3F"/>
                </a:solidFill>
                <a:latin typeface="Open Sans"/>
                <a:ea typeface="Open Sans"/>
                <a:cs typeface="Open Sans"/>
                <a:sym typeface="Open Sans"/>
              </a:rPr>
              <a:t>RR</a:t>
            </a:r>
            <a:endParaRPr sz="1400" b="0" i="0" u="none" strike="noStrike" cap="none">
              <a:solidFill>
                <a:srgbClr val="3F3F3F"/>
              </a:solidFill>
              <a:latin typeface="Arial"/>
              <a:ea typeface="Arial"/>
              <a:cs typeface="Arial"/>
              <a:sym typeface="Arial"/>
            </a:endParaRPr>
          </a:p>
        </p:txBody>
      </p:sp>
      <p:sp>
        <p:nvSpPr>
          <p:cNvPr id="649" name="Google Shape;649;p75"/>
          <p:cNvSpPr/>
          <p:nvPr/>
        </p:nvSpPr>
        <p:spPr>
          <a:xfrm>
            <a:off x="5757472" y="4397737"/>
            <a:ext cx="838211" cy="200082"/>
          </a:xfrm>
          <a:prstGeom prst="roundRect">
            <a:avLst>
              <a:gd name="adj" fmla="val 16667"/>
            </a:avLst>
          </a:prstGeom>
          <a:solidFill>
            <a:schemeClr val="accent3"/>
          </a:solidFill>
          <a:ln w="9525" cap="flat" cmpd="sng">
            <a:solidFill>
              <a:srgbClr val="7B7B7B"/>
            </a:solidFill>
            <a:prstDash val="solid"/>
            <a:round/>
            <a:headEnd type="none" w="sm" len="sm"/>
            <a:tailEnd type="none" w="sm" len="sm"/>
          </a:ln>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3F3F3F"/>
                </a:solidFill>
                <a:latin typeface="Open Sans"/>
                <a:ea typeface="Open Sans"/>
                <a:cs typeface="Open Sans"/>
                <a:sym typeface="Open Sans"/>
              </a:rPr>
              <a:t>RR</a:t>
            </a:r>
            <a:endParaRPr sz="1400" b="0" i="0" u="none" strike="noStrike" cap="none">
              <a:solidFill>
                <a:srgbClr val="3F3F3F"/>
              </a:solidFill>
              <a:latin typeface="Arial"/>
              <a:ea typeface="Arial"/>
              <a:cs typeface="Arial"/>
              <a:sym typeface="Arial"/>
            </a:endParaRPr>
          </a:p>
        </p:txBody>
      </p:sp>
      <p:sp>
        <p:nvSpPr>
          <p:cNvPr id="650" name="Google Shape;650;p75"/>
          <p:cNvSpPr/>
          <p:nvPr/>
        </p:nvSpPr>
        <p:spPr>
          <a:xfrm>
            <a:off x="3735607" y="4879481"/>
            <a:ext cx="838211" cy="257636"/>
          </a:xfrm>
          <a:prstGeom prst="roundRect">
            <a:avLst>
              <a:gd name="adj" fmla="val 16667"/>
            </a:avLst>
          </a:prstGeom>
          <a:solidFill>
            <a:schemeClr val="accent1"/>
          </a:solidFill>
          <a:ln w="9525" cap="flat" cmpd="sng">
            <a:solidFill>
              <a:srgbClr val="2E75B5"/>
            </a:solidFill>
            <a:prstDash val="solid"/>
            <a:round/>
            <a:headEnd type="none" w="sm" len="sm"/>
            <a:tailEnd type="none" w="sm" len="sm"/>
          </a:ln>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3F3F3F"/>
                </a:solidFill>
                <a:latin typeface="Open Sans"/>
                <a:ea typeface="Open Sans"/>
                <a:cs typeface="Open Sans"/>
                <a:sym typeface="Open Sans"/>
              </a:rPr>
              <a:t>map</a:t>
            </a:r>
            <a:endParaRPr sz="1400" b="0" i="0" u="none" strike="noStrike" cap="none">
              <a:solidFill>
                <a:srgbClr val="3F3F3F"/>
              </a:solidFill>
              <a:latin typeface="Arial"/>
              <a:ea typeface="Arial"/>
              <a:cs typeface="Arial"/>
              <a:sym typeface="Arial"/>
            </a:endParaRPr>
          </a:p>
        </p:txBody>
      </p:sp>
      <p:sp>
        <p:nvSpPr>
          <p:cNvPr id="651" name="Google Shape;651;p75"/>
          <p:cNvSpPr/>
          <p:nvPr/>
        </p:nvSpPr>
        <p:spPr>
          <a:xfrm>
            <a:off x="4746539" y="4879481"/>
            <a:ext cx="838211" cy="257636"/>
          </a:xfrm>
          <a:prstGeom prst="roundRect">
            <a:avLst>
              <a:gd name="adj" fmla="val 16667"/>
            </a:avLst>
          </a:prstGeom>
          <a:solidFill>
            <a:schemeClr val="accent1"/>
          </a:solidFill>
          <a:ln w="9525" cap="flat" cmpd="sng">
            <a:solidFill>
              <a:srgbClr val="2E75B5"/>
            </a:solidFill>
            <a:prstDash val="solid"/>
            <a:round/>
            <a:headEnd type="none" w="sm" len="sm"/>
            <a:tailEnd type="none" w="sm" len="sm"/>
          </a:ln>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3F3F3F"/>
                </a:solidFill>
                <a:latin typeface="Open Sans"/>
                <a:ea typeface="Open Sans"/>
                <a:cs typeface="Open Sans"/>
                <a:sym typeface="Open Sans"/>
              </a:rPr>
              <a:t>map</a:t>
            </a:r>
            <a:endParaRPr sz="1400" b="0" i="0" u="none" strike="noStrike" cap="none">
              <a:solidFill>
                <a:srgbClr val="3F3F3F"/>
              </a:solidFill>
              <a:latin typeface="Arial"/>
              <a:ea typeface="Arial"/>
              <a:cs typeface="Arial"/>
              <a:sym typeface="Arial"/>
            </a:endParaRPr>
          </a:p>
        </p:txBody>
      </p:sp>
      <p:sp>
        <p:nvSpPr>
          <p:cNvPr id="652" name="Google Shape;652;p75"/>
          <p:cNvSpPr/>
          <p:nvPr/>
        </p:nvSpPr>
        <p:spPr>
          <a:xfrm>
            <a:off x="5757472" y="4879481"/>
            <a:ext cx="838211" cy="257636"/>
          </a:xfrm>
          <a:prstGeom prst="roundRect">
            <a:avLst>
              <a:gd name="adj" fmla="val 16667"/>
            </a:avLst>
          </a:prstGeom>
          <a:solidFill>
            <a:schemeClr val="accent1"/>
          </a:solidFill>
          <a:ln w="9525" cap="flat" cmpd="sng">
            <a:solidFill>
              <a:srgbClr val="2E75B5"/>
            </a:solidFill>
            <a:prstDash val="solid"/>
            <a:round/>
            <a:headEnd type="none" w="sm" len="sm"/>
            <a:tailEnd type="none" w="sm" len="sm"/>
          </a:ln>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3F3F3F"/>
                </a:solidFill>
                <a:latin typeface="Open Sans"/>
                <a:ea typeface="Open Sans"/>
                <a:cs typeface="Open Sans"/>
                <a:sym typeface="Open Sans"/>
              </a:rPr>
              <a:t>map</a:t>
            </a:r>
            <a:endParaRPr sz="1400" b="0" i="0" u="none" strike="noStrike" cap="none">
              <a:solidFill>
                <a:srgbClr val="3F3F3F"/>
              </a:solidFill>
              <a:latin typeface="Arial"/>
              <a:ea typeface="Arial"/>
              <a:cs typeface="Arial"/>
              <a:sym typeface="Arial"/>
            </a:endParaRPr>
          </a:p>
        </p:txBody>
      </p:sp>
      <p:sp>
        <p:nvSpPr>
          <p:cNvPr id="653" name="Google Shape;653;p75"/>
          <p:cNvSpPr/>
          <p:nvPr/>
        </p:nvSpPr>
        <p:spPr>
          <a:xfrm>
            <a:off x="3981991" y="6143781"/>
            <a:ext cx="2461290" cy="281448"/>
          </a:xfrm>
          <a:custGeom>
            <a:avLst/>
            <a:gdLst/>
            <a:ahLst/>
            <a:cxnLst/>
            <a:rect l="l" t="t" r="r" b="b"/>
            <a:pathLst>
              <a:path w="3328" h="725" extrusionOk="0">
                <a:moveTo>
                  <a:pt x="3215" y="0"/>
                </a:moveTo>
                <a:cubicBezTo>
                  <a:pt x="3278" y="0"/>
                  <a:pt x="3328" y="51"/>
                  <a:pt x="3328" y="114"/>
                </a:cubicBezTo>
                <a:cubicBezTo>
                  <a:pt x="3328" y="114"/>
                  <a:pt x="3328" y="114"/>
                  <a:pt x="3328" y="114"/>
                </a:cubicBezTo>
                <a:lnTo>
                  <a:pt x="3328" y="612"/>
                </a:lnTo>
                <a:cubicBezTo>
                  <a:pt x="3328" y="674"/>
                  <a:pt x="3278" y="725"/>
                  <a:pt x="3215" y="725"/>
                </a:cubicBezTo>
                <a:lnTo>
                  <a:pt x="114" y="725"/>
                </a:lnTo>
                <a:cubicBezTo>
                  <a:pt x="51" y="725"/>
                  <a:pt x="0" y="674"/>
                  <a:pt x="0" y="612"/>
                </a:cubicBezTo>
                <a:lnTo>
                  <a:pt x="0" y="114"/>
                </a:lnTo>
                <a:cubicBezTo>
                  <a:pt x="0" y="51"/>
                  <a:pt x="51" y="0"/>
                  <a:pt x="114" y="0"/>
                </a:cubicBezTo>
                <a:lnTo>
                  <a:pt x="3215" y="0"/>
                </a:lnTo>
                <a:close/>
              </a:path>
            </a:pathLst>
          </a:custGeom>
          <a:solidFill>
            <a:srgbClr val="C9C9C9"/>
          </a:solidFill>
          <a:ln w="9525" cap="flat" cmpd="sng">
            <a:solidFill>
              <a:srgbClr val="7B7B7B"/>
            </a:solidFill>
            <a:prstDash val="solid"/>
            <a:round/>
            <a:headEnd type="none" w="sm" len="sm"/>
            <a:tailEnd type="none" w="sm" len="sm"/>
          </a:ln>
        </p:spPr>
        <p:txBody>
          <a:bodyPr spcFirstLastPara="1" wrap="square" lIns="63475" tIns="31725" rIns="63475" bIns="31725" anchor="t" anchorCtr="0">
            <a:noAutofit/>
          </a:bodyPr>
          <a:lstStyle/>
          <a:p>
            <a:pPr marL="0" marR="0" lvl="0" indent="0" algn="ctr" rtl="0">
              <a:lnSpc>
                <a:spcPct val="100000"/>
              </a:lnSpc>
              <a:spcBef>
                <a:spcPts val="0"/>
              </a:spcBef>
              <a:spcAft>
                <a:spcPts val="0"/>
              </a:spcAft>
              <a:buClr>
                <a:srgbClr val="000000"/>
              </a:buClr>
              <a:buSzPts val="1041"/>
              <a:buFont typeface="Arial"/>
              <a:buNone/>
            </a:pPr>
            <a:r>
              <a:rPr lang="en-US" sz="1041" b="0" i="0" u="none" strike="noStrike" cap="none">
                <a:solidFill>
                  <a:srgbClr val="3F3F3F"/>
                </a:solidFill>
                <a:latin typeface="Open Sans"/>
                <a:ea typeface="Open Sans"/>
                <a:cs typeface="Open Sans"/>
                <a:sym typeface="Open Sans"/>
              </a:rPr>
              <a:t>(sort)</a:t>
            </a:r>
            <a:endParaRPr sz="1041" b="0" i="0" u="none" strike="noStrike" cap="none">
              <a:solidFill>
                <a:srgbClr val="3F3F3F"/>
              </a:solidFill>
              <a:latin typeface="Arial"/>
              <a:ea typeface="Arial"/>
              <a:cs typeface="Arial"/>
              <a:sym typeface="Arial"/>
            </a:endParaRPr>
          </a:p>
        </p:txBody>
      </p:sp>
      <p:sp>
        <p:nvSpPr>
          <p:cNvPr id="654" name="Google Shape;654;p75"/>
          <p:cNvSpPr/>
          <p:nvPr/>
        </p:nvSpPr>
        <p:spPr>
          <a:xfrm>
            <a:off x="3981991" y="6634648"/>
            <a:ext cx="2461290" cy="281448"/>
          </a:xfrm>
          <a:custGeom>
            <a:avLst/>
            <a:gdLst/>
            <a:ahLst/>
            <a:cxnLst/>
            <a:rect l="l" t="t" r="r" b="b"/>
            <a:pathLst>
              <a:path w="3328" h="725" extrusionOk="0">
                <a:moveTo>
                  <a:pt x="3215" y="0"/>
                </a:moveTo>
                <a:cubicBezTo>
                  <a:pt x="3278" y="0"/>
                  <a:pt x="3328" y="51"/>
                  <a:pt x="3328" y="114"/>
                </a:cubicBezTo>
                <a:cubicBezTo>
                  <a:pt x="3328" y="114"/>
                  <a:pt x="3328" y="114"/>
                  <a:pt x="3328" y="114"/>
                </a:cubicBezTo>
                <a:lnTo>
                  <a:pt x="3328" y="612"/>
                </a:lnTo>
                <a:cubicBezTo>
                  <a:pt x="3328" y="674"/>
                  <a:pt x="3278" y="725"/>
                  <a:pt x="3215" y="725"/>
                </a:cubicBezTo>
                <a:lnTo>
                  <a:pt x="114" y="725"/>
                </a:lnTo>
                <a:cubicBezTo>
                  <a:pt x="51" y="725"/>
                  <a:pt x="0" y="674"/>
                  <a:pt x="0" y="612"/>
                </a:cubicBezTo>
                <a:lnTo>
                  <a:pt x="0" y="114"/>
                </a:lnTo>
                <a:cubicBezTo>
                  <a:pt x="0" y="51"/>
                  <a:pt x="51" y="0"/>
                  <a:pt x="114" y="0"/>
                </a:cubicBezTo>
                <a:lnTo>
                  <a:pt x="3215" y="0"/>
                </a:lnTo>
                <a:close/>
              </a:path>
            </a:pathLst>
          </a:custGeom>
          <a:solidFill>
            <a:schemeClr val="accent2"/>
          </a:solidFill>
          <a:ln w="9525" cap="flat" cmpd="sng">
            <a:solidFill>
              <a:srgbClr val="C55A11"/>
            </a:solidFill>
            <a:prstDash val="solid"/>
            <a:round/>
            <a:headEnd type="none" w="sm" len="sm"/>
            <a:tailEnd type="none" w="sm" len="sm"/>
          </a:ln>
        </p:spPr>
        <p:txBody>
          <a:bodyPr spcFirstLastPara="1" wrap="square" lIns="63475" tIns="31725" rIns="63475" bIns="317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3F3F3F"/>
                </a:solidFill>
                <a:latin typeface="Open Sans"/>
                <a:ea typeface="Open Sans"/>
                <a:cs typeface="Open Sans"/>
                <a:sym typeface="Open Sans"/>
              </a:rPr>
              <a:t>reduce</a:t>
            </a:r>
            <a:endParaRPr sz="1400" b="0" i="0" u="none" strike="noStrike" cap="none">
              <a:solidFill>
                <a:srgbClr val="3F3F3F"/>
              </a:solidFill>
              <a:latin typeface="Arial"/>
              <a:ea typeface="Arial"/>
              <a:cs typeface="Arial"/>
              <a:sym typeface="Arial"/>
            </a:endParaRPr>
          </a:p>
        </p:txBody>
      </p:sp>
      <p:sp>
        <p:nvSpPr>
          <p:cNvPr id="655" name="Google Shape;655;p75"/>
          <p:cNvSpPr/>
          <p:nvPr/>
        </p:nvSpPr>
        <p:spPr>
          <a:xfrm>
            <a:off x="3946431" y="7278255"/>
            <a:ext cx="2461290" cy="284276"/>
          </a:xfrm>
          <a:custGeom>
            <a:avLst/>
            <a:gdLst/>
            <a:ahLst/>
            <a:cxnLst/>
            <a:rect l="l" t="t" r="r" b="b"/>
            <a:pathLst>
              <a:path w="3328" h="558" extrusionOk="0">
                <a:moveTo>
                  <a:pt x="3241" y="0"/>
                </a:moveTo>
                <a:cubicBezTo>
                  <a:pt x="3289" y="0"/>
                  <a:pt x="3328" y="39"/>
                  <a:pt x="3328" y="88"/>
                </a:cubicBezTo>
                <a:cubicBezTo>
                  <a:pt x="3328" y="88"/>
                  <a:pt x="3328" y="88"/>
                  <a:pt x="3328" y="88"/>
                </a:cubicBezTo>
                <a:lnTo>
                  <a:pt x="3328" y="471"/>
                </a:lnTo>
                <a:cubicBezTo>
                  <a:pt x="3328" y="519"/>
                  <a:pt x="3289" y="558"/>
                  <a:pt x="3241" y="558"/>
                </a:cubicBezTo>
                <a:lnTo>
                  <a:pt x="88" y="558"/>
                </a:lnTo>
                <a:cubicBezTo>
                  <a:pt x="39" y="558"/>
                  <a:pt x="0" y="519"/>
                  <a:pt x="0" y="471"/>
                </a:cubicBezTo>
                <a:lnTo>
                  <a:pt x="0" y="88"/>
                </a:lnTo>
                <a:cubicBezTo>
                  <a:pt x="0" y="39"/>
                  <a:pt x="39" y="0"/>
                  <a:pt x="88" y="0"/>
                </a:cubicBezTo>
                <a:lnTo>
                  <a:pt x="3241" y="0"/>
                </a:lnTo>
                <a:close/>
              </a:path>
            </a:pathLst>
          </a:custGeom>
          <a:solidFill>
            <a:schemeClr val="accent3"/>
          </a:solidFill>
          <a:ln w="9525" cap="flat" cmpd="sng">
            <a:solidFill>
              <a:srgbClr val="7B7B7B"/>
            </a:solidFill>
            <a:prstDash val="solid"/>
            <a:round/>
            <a:headEnd type="none" w="sm" len="sm"/>
            <a:tailEnd type="none" w="sm" len="sm"/>
          </a:ln>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3F3F3F"/>
                </a:solidFill>
                <a:latin typeface="Open Sans"/>
                <a:ea typeface="Open Sans"/>
                <a:cs typeface="Open Sans"/>
                <a:sym typeface="Open Sans"/>
              </a:rPr>
              <a:t>OutputFormat</a:t>
            </a:r>
            <a:endParaRPr sz="1000" b="0" i="0" u="none" strike="noStrike" cap="none">
              <a:solidFill>
                <a:srgbClr val="3F3F3F"/>
              </a:solidFill>
              <a:latin typeface="Open Sans"/>
              <a:ea typeface="Open Sans"/>
              <a:cs typeface="Open Sans"/>
              <a:sym typeface="Open Sans"/>
            </a:endParaRPr>
          </a:p>
        </p:txBody>
      </p:sp>
      <p:sp>
        <p:nvSpPr>
          <p:cNvPr id="656" name="Google Shape;656;p75"/>
          <p:cNvSpPr/>
          <p:nvPr/>
        </p:nvSpPr>
        <p:spPr>
          <a:xfrm>
            <a:off x="2536713" y="2744852"/>
            <a:ext cx="3207728" cy="215444"/>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400" b="0" i="0" u="none" strike="noStrike" cap="none">
                <a:solidFill>
                  <a:srgbClr val="3F3F3F"/>
                </a:solidFill>
                <a:latin typeface="Open Sans"/>
                <a:ea typeface="Open Sans"/>
                <a:cs typeface="Open Sans"/>
                <a:sym typeface="Open Sans"/>
              </a:rPr>
              <a:t>Files loaded from local HDFS stores</a:t>
            </a:r>
            <a:endParaRPr sz="1400" b="0" i="0" u="none" strike="noStrike" cap="none">
              <a:solidFill>
                <a:srgbClr val="3F3F3F"/>
              </a:solidFill>
              <a:latin typeface="Open Sans"/>
              <a:ea typeface="Open Sans"/>
              <a:cs typeface="Open Sans"/>
              <a:sym typeface="Open Sans"/>
            </a:endParaRPr>
          </a:p>
        </p:txBody>
      </p:sp>
      <p:sp>
        <p:nvSpPr>
          <p:cNvPr id="657" name="Google Shape;657;p75"/>
          <p:cNvSpPr/>
          <p:nvPr/>
        </p:nvSpPr>
        <p:spPr>
          <a:xfrm>
            <a:off x="3614337" y="2064011"/>
            <a:ext cx="1249519" cy="276999"/>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Node 1</a:t>
            </a:r>
            <a:endParaRPr sz="1400" b="0" i="0" u="none" strike="noStrike" cap="none">
              <a:solidFill>
                <a:srgbClr val="3F3F3F"/>
              </a:solidFill>
              <a:latin typeface="Arial"/>
              <a:ea typeface="Arial"/>
              <a:cs typeface="Arial"/>
              <a:sym typeface="Arial"/>
            </a:endParaRPr>
          </a:p>
        </p:txBody>
      </p:sp>
      <p:sp>
        <p:nvSpPr>
          <p:cNvPr id="658" name="Google Shape;658;p75"/>
          <p:cNvSpPr/>
          <p:nvPr/>
        </p:nvSpPr>
        <p:spPr>
          <a:xfrm>
            <a:off x="2453593" y="4428969"/>
            <a:ext cx="1085361" cy="18466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3F3F3F"/>
                </a:solidFill>
                <a:latin typeface="Open Sans"/>
                <a:ea typeface="Open Sans"/>
                <a:cs typeface="Open Sans"/>
                <a:sym typeface="Open Sans"/>
              </a:rPr>
              <a:t>RecordReaders</a:t>
            </a:r>
            <a:endParaRPr sz="1200" b="0" i="0" u="none" strike="noStrike" cap="none">
              <a:solidFill>
                <a:srgbClr val="3F3F3F"/>
              </a:solidFill>
              <a:latin typeface="Open Sans"/>
              <a:ea typeface="Open Sans"/>
              <a:cs typeface="Open Sans"/>
              <a:sym typeface="Open Sans"/>
            </a:endParaRPr>
          </a:p>
        </p:txBody>
      </p:sp>
      <p:sp>
        <p:nvSpPr>
          <p:cNvPr id="659" name="Google Shape;659;p75"/>
          <p:cNvSpPr/>
          <p:nvPr/>
        </p:nvSpPr>
        <p:spPr>
          <a:xfrm>
            <a:off x="2091120" y="5291610"/>
            <a:ext cx="1689565" cy="18466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3F3F3F"/>
                </a:solidFill>
                <a:latin typeface="Open Sans"/>
                <a:ea typeface="Open Sans"/>
                <a:cs typeface="Open Sans"/>
                <a:sym typeface="Open Sans"/>
              </a:rPr>
              <a:t>Intermediate (k, v) pairs</a:t>
            </a:r>
            <a:endParaRPr sz="1400" b="0" i="0" u="none" strike="noStrike" cap="none">
              <a:solidFill>
                <a:srgbClr val="3F3F3F"/>
              </a:solidFill>
              <a:latin typeface="Arial"/>
              <a:ea typeface="Arial"/>
              <a:cs typeface="Arial"/>
              <a:sym typeface="Arial"/>
            </a:endParaRPr>
          </a:p>
        </p:txBody>
      </p:sp>
      <p:sp>
        <p:nvSpPr>
          <p:cNvPr id="660" name="Google Shape;660;p75"/>
          <p:cNvSpPr/>
          <p:nvPr/>
        </p:nvSpPr>
        <p:spPr>
          <a:xfrm>
            <a:off x="2070956" y="6999002"/>
            <a:ext cx="1361588" cy="369332"/>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3F3F3F"/>
                </a:solidFill>
                <a:latin typeface="Open Sans"/>
                <a:ea typeface="Open Sans"/>
                <a:cs typeface="Open Sans"/>
                <a:sym typeface="Open Sans"/>
              </a:rPr>
              <a:t>Writeback to local HDFS store</a:t>
            </a:r>
            <a:endParaRPr sz="1400" b="0" i="0" u="none" strike="noStrike" cap="none">
              <a:solidFill>
                <a:srgbClr val="3F3F3F"/>
              </a:solidFill>
              <a:latin typeface="Arial"/>
              <a:ea typeface="Arial"/>
              <a:cs typeface="Arial"/>
              <a:sym typeface="Arial"/>
            </a:endParaRPr>
          </a:p>
        </p:txBody>
      </p:sp>
      <p:sp>
        <p:nvSpPr>
          <p:cNvPr id="661" name="Google Shape;661;p75"/>
          <p:cNvSpPr/>
          <p:nvPr/>
        </p:nvSpPr>
        <p:spPr>
          <a:xfrm>
            <a:off x="3523332" y="6984890"/>
            <a:ext cx="1474124" cy="18466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200" b="0" i="0" u="none" strike="noStrike" cap="none">
                <a:solidFill>
                  <a:srgbClr val="3F3F3F"/>
                </a:solidFill>
                <a:latin typeface="Open Sans"/>
                <a:ea typeface="Open Sans"/>
                <a:cs typeface="Open Sans"/>
                <a:sym typeface="Open Sans"/>
              </a:rPr>
              <a:t>Final (k, v) pairs</a:t>
            </a:r>
            <a:endParaRPr sz="1200" b="0" i="0" u="none" strike="noStrike" cap="none">
              <a:solidFill>
                <a:srgbClr val="3F3F3F"/>
              </a:solidFill>
              <a:latin typeface="Arial"/>
              <a:ea typeface="Arial"/>
              <a:cs typeface="Arial"/>
              <a:sym typeface="Arial"/>
            </a:endParaRPr>
          </a:p>
        </p:txBody>
      </p:sp>
      <p:sp>
        <p:nvSpPr>
          <p:cNvPr id="662" name="Google Shape;662;p75"/>
          <p:cNvSpPr/>
          <p:nvPr/>
        </p:nvSpPr>
        <p:spPr>
          <a:xfrm>
            <a:off x="4538260" y="5549423"/>
            <a:ext cx="1297957" cy="330802"/>
          </a:xfrm>
          <a:custGeom>
            <a:avLst/>
            <a:gdLst/>
            <a:ahLst/>
            <a:cxnLst/>
            <a:rect l="l" t="t" r="r" b="b"/>
            <a:pathLst>
              <a:path w="1755" h="850" extrusionOk="0">
                <a:moveTo>
                  <a:pt x="1623" y="0"/>
                </a:moveTo>
                <a:cubicBezTo>
                  <a:pt x="1696" y="0"/>
                  <a:pt x="1755" y="60"/>
                  <a:pt x="1755" y="133"/>
                </a:cubicBezTo>
                <a:cubicBezTo>
                  <a:pt x="1755" y="133"/>
                  <a:pt x="1755" y="133"/>
                  <a:pt x="1755" y="133"/>
                </a:cubicBezTo>
                <a:lnTo>
                  <a:pt x="1755" y="717"/>
                </a:lnTo>
                <a:cubicBezTo>
                  <a:pt x="1755" y="790"/>
                  <a:pt x="1696" y="850"/>
                  <a:pt x="1623" y="850"/>
                </a:cubicBezTo>
                <a:lnTo>
                  <a:pt x="133" y="850"/>
                </a:lnTo>
                <a:cubicBezTo>
                  <a:pt x="60" y="850"/>
                  <a:pt x="0" y="790"/>
                  <a:pt x="0" y="717"/>
                </a:cubicBezTo>
                <a:lnTo>
                  <a:pt x="0" y="133"/>
                </a:lnTo>
                <a:cubicBezTo>
                  <a:pt x="0" y="60"/>
                  <a:pt x="60" y="0"/>
                  <a:pt x="133" y="0"/>
                </a:cubicBezTo>
                <a:lnTo>
                  <a:pt x="1623" y="0"/>
                </a:lnTo>
                <a:close/>
              </a:path>
            </a:pathLst>
          </a:custGeom>
          <a:solidFill>
            <a:srgbClr val="C9C9C9"/>
          </a:solidFill>
          <a:ln w="9525" cap="flat" cmpd="sng">
            <a:solidFill>
              <a:srgbClr val="7B7B7B"/>
            </a:solidFill>
            <a:prstDash val="solid"/>
            <a:round/>
            <a:headEnd type="none" w="sm" len="sm"/>
            <a:tailEnd type="none" w="sm" len="sm"/>
          </a:ln>
        </p:spPr>
        <p:txBody>
          <a:bodyPr spcFirstLastPara="1" wrap="square" lIns="63475" tIns="31725" rIns="63475" bIns="31725" anchor="t"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3F3F3F"/>
              </a:solidFill>
              <a:latin typeface="Open Sans"/>
              <a:ea typeface="Open Sans"/>
              <a:cs typeface="Open Sans"/>
              <a:sym typeface="Open Sans"/>
            </a:endParaRPr>
          </a:p>
        </p:txBody>
      </p:sp>
      <p:grpSp>
        <p:nvGrpSpPr>
          <p:cNvPr id="663" name="Google Shape;663;p75"/>
          <p:cNvGrpSpPr/>
          <p:nvPr/>
        </p:nvGrpSpPr>
        <p:grpSpPr>
          <a:xfrm>
            <a:off x="2437653" y="3096610"/>
            <a:ext cx="2743137" cy="212855"/>
            <a:chOff x="3527558" y="2966558"/>
            <a:chExt cx="2452829" cy="253327"/>
          </a:xfrm>
        </p:grpSpPr>
        <p:cxnSp>
          <p:nvCxnSpPr>
            <p:cNvPr id="664" name="Google Shape;664;p75"/>
            <p:cNvCxnSpPr/>
            <p:nvPr/>
          </p:nvCxnSpPr>
          <p:spPr>
            <a:xfrm rot="10800000">
              <a:off x="3534282" y="2966558"/>
              <a:ext cx="0" cy="253327"/>
            </a:xfrm>
            <a:prstGeom prst="straightConnector1">
              <a:avLst/>
            </a:prstGeom>
            <a:noFill/>
            <a:ln w="19050" cap="flat" cmpd="sng">
              <a:solidFill>
                <a:schemeClr val="accent2"/>
              </a:solidFill>
              <a:prstDash val="solid"/>
              <a:round/>
              <a:headEnd type="none" w="sm" len="sm"/>
              <a:tailEnd type="none" w="sm" len="sm"/>
            </a:ln>
          </p:spPr>
        </p:cxnSp>
        <p:cxnSp>
          <p:nvCxnSpPr>
            <p:cNvPr id="665" name="Google Shape;665;p75"/>
            <p:cNvCxnSpPr/>
            <p:nvPr/>
          </p:nvCxnSpPr>
          <p:spPr>
            <a:xfrm rot="10800000">
              <a:off x="5980387" y="2966558"/>
              <a:ext cx="0" cy="190328"/>
            </a:xfrm>
            <a:prstGeom prst="straightConnector1">
              <a:avLst/>
            </a:prstGeom>
            <a:noFill/>
            <a:ln w="19050" cap="flat" cmpd="sng">
              <a:solidFill>
                <a:schemeClr val="accent2"/>
              </a:solidFill>
              <a:prstDash val="solid"/>
              <a:round/>
              <a:headEnd type="stealth" w="med" len="med"/>
              <a:tailEnd type="none" w="sm" len="sm"/>
            </a:ln>
          </p:spPr>
        </p:cxnSp>
        <p:cxnSp>
          <p:nvCxnSpPr>
            <p:cNvPr id="666" name="Google Shape;666;p75"/>
            <p:cNvCxnSpPr/>
            <p:nvPr/>
          </p:nvCxnSpPr>
          <p:spPr>
            <a:xfrm rot="10800000">
              <a:off x="3527558" y="2966558"/>
              <a:ext cx="2452829" cy="0"/>
            </a:xfrm>
            <a:prstGeom prst="straightConnector1">
              <a:avLst/>
            </a:prstGeom>
            <a:noFill/>
            <a:ln w="19050" cap="flat" cmpd="sng">
              <a:solidFill>
                <a:schemeClr val="accent2"/>
              </a:solidFill>
              <a:prstDash val="solid"/>
              <a:round/>
              <a:headEnd type="none" w="sm" len="sm"/>
              <a:tailEnd type="none" w="sm" len="sm"/>
            </a:ln>
          </p:spPr>
        </p:cxnSp>
      </p:grpSp>
      <p:cxnSp>
        <p:nvCxnSpPr>
          <p:cNvPr id="667" name="Google Shape;667;p75"/>
          <p:cNvCxnSpPr/>
          <p:nvPr/>
        </p:nvCxnSpPr>
        <p:spPr>
          <a:xfrm rot="10800000">
            <a:off x="5180790" y="3613936"/>
            <a:ext cx="0" cy="280506"/>
          </a:xfrm>
          <a:prstGeom prst="straightConnector1">
            <a:avLst/>
          </a:prstGeom>
          <a:noFill/>
          <a:ln w="19050" cap="flat" cmpd="sng">
            <a:solidFill>
              <a:schemeClr val="accent2"/>
            </a:solidFill>
            <a:prstDash val="solid"/>
            <a:round/>
            <a:headEnd type="stealth" w="med" len="med"/>
            <a:tailEnd type="none" w="sm" len="sm"/>
          </a:ln>
        </p:spPr>
      </p:cxnSp>
      <p:cxnSp>
        <p:nvCxnSpPr>
          <p:cNvPr id="668" name="Google Shape;668;p75"/>
          <p:cNvCxnSpPr/>
          <p:nvPr/>
        </p:nvCxnSpPr>
        <p:spPr>
          <a:xfrm rot="10800000">
            <a:off x="6175306" y="3613936"/>
            <a:ext cx="0" cy="280506"/>
          </a:xfrm>
          <a:prstGeom prst="straightConnector1">
            <a:avLst/>
          </a:prstGeom>
          <a:noFill/>
          <a:ln w="19050" cap="flat" cmpd="sng">
            <a:solidFill>
              <a:schemeClr val="accent2"/>
            </a:solidFill>
            <a:prstDash val="solid"/>
            <a:round/>
            <a:headEnd type="stealth" w="med" len="med"/>
            <a:tailEnd type="none" w="sm" len="sm"/>
          </a:ln>
        </p:spPr>
      </p:cxnSp>
      <p:cxnSp>
        <p:nvCxnSpPr>
          <p:cNvPr id="669" name="Google Shape;669;p75"/>
          <p:cNvCxnSpPr/>
          <p:nvPr/>
        </p:nvCxnSpPr>
        <p:spPr>
          <a:xfrm rot="10800000">
            <a:off x="4154713" y="3613936"/>
            <a:ext cx="0" cy="280506"/>
          </a:xfrm>
          <a:prstGeom prst="straightConnector1">
            <a:avLst/>
          </a:prstGeom>
          <a:noFill/>
          <a:ln w="19050" cap="flat" cmpd="sng">
            <a:solidFill>
              <a:schemeClr val="accent2"/>
            </a:solidFill>
            <a:prstDash val="solid"/>
            <a:round/>
            <a:headEnd type="stealth" w="med" len="med"/>
            <a:tailEnd type="none" w="sm" len="sm"/>
          </a:ln>
        </p:spPr>
      </p:cxnSp>
      <p:cxnSp>
        <p:nvCxnSpPr>
          <p:cNvPr id="670" name="Google Shape;670;p75"/>
          <p:cNvCxnSpPr/>
          <p:nvPr/>
        </p:nvCxnSpPr>
        <p:spPr>
          <a:xfrm rot="10800000">
            <a:off x="4280037" y="4105931"/>
            <a:ext cx="0" cy="280506"/>
          </a:xfrm>
          <a:prstGeom prst="straightConnector1">
            <a:avLst/>
          </a:prstGeom>
          <a:noFill/>
          <a:ln w="19050" cap="flat" cmpd="sng">
            <a:solidFill>
              <a:schemeClr val="accent2"/>
            </a:solidFill>
            <a:prstDash val="solid"/>
            <a:round/>
            <a:headEnd type="none" w="sm" len="sm"/>
            <a:tailEnd type="stealth" w="med" len="med"/>
          </a:ln>
        </p:spPr>
      </p:cxnSp>
      <p:cxnSp>
        <p:nvCxnSpPr>
          <p:cNvPr id="671" name="Google Shape;671;p75"/>
          <p:cNvCxnSpPr/>
          <p:nvPr/>
        </p:nvCxnSpPr>
        <p:spPr>
          <a:xfrm rot="10800000">
            <a:off x="6302448" y="4105931"/>
            <a:ext cx="0" cy="280506"/>
          </a:xfrm>
          <a:prstGeom prst="straightConnector1">
            <a:avLst/>
          </a:prstGeom>
          <a:noFill/>
          <a:ln w="19050" cap="flat" cmpd="sng">
            <a:solidFill>
              <a:schemeClr val="accent2"/>
            </a:solidFill>
            <a:prstDash val="solid"/>
            <a:round/>
            <a:headEnd type="none" w="sm" len="sm"/>
            <a:tailEnd type="stealth" w="med" len="med"/>
          </a:ln>
        </p:spPr>
      </p:cxnSp>
      <p:cxnSp>
        <p:nvCxnSpPr>
          <p:cNvPr id="672" name="Google Shape;672;p75"/>
          <p:cNvCxnSpPr/>
          <p:nvPr/>
        </p:nvCxnSpPr>
        <p:spPr>
          <a:xfrm rot="10800000">
            <a:off x="5292355" y="4105931"/>
            <a:ext cx="0" cy="280506"/>
          </a:xfrm>
          <a:prstGeom prst="straightConnector1">
            <a:avLst/>
          </a:prstGeom>
          <a:noFill/>
          <a:ln w="19050" cap="flat" cmpd="sng">
            <a:solidFill>
              <a:schemeClr val="accent2"/>
            </a:solidFill>
            <a:prstDash val="solid"/>
            <a:round/>
            <a:headEnd type="none" w="sm" len="sm"/>
            <a:tailEnd type="stealth" w="med" len="med"/>
          </a:ln>
        </p:spPr>
      </p:cxnSp>
      <p:cxnSp>
        <p:nvCxnSpPr>
          <p:cNvPr id="673" name="Google Shape;673;p75"/>
          <p:cNvCxnSpPr/>
          <p:nvPr/>
        </p:nvCxnSpPr>
        <p:spPr>
          <a:xfrm rot="10800000">
            <a:off x="4044432" y="4110876"/>
            <a:ext cx="0" cy="280506"/>
          </a:xfrm>
          <a:prstGeom prst="straightConnector1">
            <a:avLst/>
          </a:prstGeom>
          <a:noFill/>
          <a:ln w="19050" cap="flat" cmpd="sng">
            <a:solidFill>
              <a:schemeClr val="accent2"/>
            </a:solidFill>
            <a:prstDash val="solid"/>
            <a:round/>
            <a:headEnd type="stealth" w="med" len="med"/>
            <a:tailEnd type="none" w="sm" len="sm"/>
          </a:ln>
        </p:spPr>
      </p:cxnSp>
      <p:cxnSp>
        <p:nvCxnSpPr>
          <p:cNvPr id="674" name="Google Shape;674;p75"/>
          <p:cNvCxnSpPr/>
          <p:nvPr/>
        </p:nvCxnSpPr>
        <p:spPr>
          <a:xfrm rot="10800000">
            <a:off x="6066843" y="4110876"/>
            <a:ext cx="0" cy="280506"/>
          </a:xfrm>
          <a:prstGeom prst="straightConnector1">
            <a:avLst/>
          </a:prstGeom>
          <a:noFill/>
          <a:ln w="19050" cap="flat" cmpd="sng">
            <a:solidFill>
              <a:schemeClr val="accent2"/>
            </a:solidFill>
            <a:prstDash val="solid"/>
            <a:round/>
            <a:headEnd type="stealth" w="med" len="med"/>
            <a:tailEnd type="none" w="sm" len="sm"/>
          </a:ln>
        </p:spPr>
      </p:cxnSp>
      <p:cxnSp>
        <p:nvCxnSpPr>
          <p:cNvPr id="675" name="Google Shape;675;p75"/>
          <p:cNvCxnSpPr/>
          <p:nvPr/>
        </p:nvCxnSpPr>
        <p:spPr>
          <a:xfrm rot="10800000">
            <a:off x="5056750" y="4110876"/>
            <a:ext cx="0" cy="280506"/>
          </a:xfrm>
          <a:prstGeom prst="straightConnector1">
            <a:avLst/>
          </a:prstGeom>
          <a:noFill/>
          <a:ln w="19050" cap="flat" cmpd="sng">
            <a:solidFill>
              <a:schemeClr val="accent2"/>
            </a:solidFill>
            <a:prstDash val="solid"/>
            <a:round/>
            <a:headEnd type="stealth" w="med" len="med"/>
            <a:tailEnd type="none" w="sm" len="sm"/>
          </a:ln>
        </p:spPr>
      </p:cxnSp>
      <p:cxnSp>
        <p:nvCxnSpPr>
          <p:cNvPr id="676" name="Google Shape;676;p75"/>
          <p:cNvCxnSpPr/>
          <p:nvPr/>
        </p:nvCxnSpPr>
        <p:spPr>
          <a:xfrm rot="10800000">
            <a:off x="5180790" y="4604625"/>
            <a:ext cx="0" cy="266892"/>
          </a:xfrm>
          <a:prstGeom prst="straightConnector1">
            <a:avLst/>
          </a:prstGeom>
          <a:noFill/>
          <a:ln w="19050" cap="flat" cmpd="sng">
            <a:solidFill>
              <a:schemeClr val="accent2"/>
            </a:solidFill>
            <a:prstDash val="solid"/>
            <a:round/>
            <a:headEnd type="stealth" w="med" len="med"/>
            <a:tailEnd type="none" w="sm" len="sm"/>
          </a:ln>
        </p:spPr>
      </p:cxnSp>
      <p:cxnSp>
        <p:nvCxnSpPr>
          <p:cNvPr id="677" name="Google Shape;677;p75"/>
          <p:cNvCxnSpPr/>
          <p:nvPr/>
        </p:nvCxnSpPr>
        <p:spPr>
          <a:xfrm rot="10800000">
            <a:off x="6170793" y="4604625"/>
            <a:ext cx="0" cy="266892"/>
          </a:xfrm>
          <a:prstGeom prst="straightConnector1">
            <a:avLst/>
          </a:prstGeom>
          <a:noFill/>
          <a:ln w="19050" cap="flat" cmpd="sng">
            <a:solidFill>
              <a:schemeClr val="accent2"/>
            </a:solidFill>
            <a:prstDash val="solid"/>
            <a:round/>
            <a:headEnd type="stealth" w="med" len="med"/>
            <a:tailEnd type="none" w="sm" len="sm"/>
          </a:ln>
        </p:spPr>
      </p:cxnSp>
      <p:cxnSp>
        <p:nvCxnSpPr>
          <p:cNvPr id="678" name="Google Shape;678;p75"/>
          <p:cNvCxnSpPr/>
          <p:nvPr/>
        </p:nvCxnSpPr>
        <p:spPr>
          <a:xfrm rot="10800000">
            <a:off x="4154713" y="4604625"/>
            <a:ext cx="0" cy="266892"/>
          </a:xfrm>
          <a:prstGeom prst="straightConnector1">
            <a:avLst/>
          </a:prstGeom>
          <a:noFill/>
          <a:ln w="19050" cap="flat" cmpd="sng">
            <a:solidFill>
              <a:schemeClr val="accent2"/>
            </a:solidFill>
            <a:prstDash val="solid"/>
            <a:round/>
            <a:headEnd type="stealth" w="med" len="med"/>
            <a:tailEnd type="none" w="sm" len="sm"/>
          </a:ln>
        </p:spPr>
      </p:cxnSp>
      <p:cxnSp>
        <p:nvCxnSpPr>
          <p:cNvPr id="679" name="Google Shape;679;p75"/>
          <p:cNvCxnSpPr/>
          <p:nvPr/>
        </p:nvCxnSpPr>
        <p:spPr>
          <a:xfrm rot="10800000">
            <a:off x="4280037" y="5153987"/>
            <a:ext cx="776714" cy="370876"/>
          </a:xfrm>
          <a:prstGeom prst="straightConnector1">
            <a:avLst/>
          </a:prstGeom>
          <a:noFill/>
          <a:ln w="19050" cap="flat" cmpd="sng">
            <a:solidFill>
              <a:schemeClr val="accent2"/>
            </a:solidFill>
            <a:prstDash val="solid"/>
            <a:round/>
            <a:headEnd type="stealth" w="med" len="med"/>
            <a:tailEnd type="none" w="sm" len="sm"/>
          </a:ln>
        </p:spPr>
      </p:cxnSp>
      <p:cxnSp>
        <p:nvCxnSpPr>
          <p:cNvPr id="680" name="Google Shape;680;p75"/>
          <p:cNvCxnSpPr/>
          <p:nvPr/>
        </p:nvCxnSpPr>
        <p:spPr>
          <a:xfrm rot="10800000" flipH="1">
            <a:off x="5345657" y="5157832"/>
            <a:ext cx="776714" cy="370876"/>
          </a:xfrm>
          <a:prstGeom prst="straightConnector1">
            <a:avLst/>
          </a:prstGeom>
          <a:noFill/>
          <a:ln w="19050" cap="flat" cmpd="sng">
            <a:solidFill>
              <a:schemeClr val="accent2"/>
            </a:solidFill>
            <a:prstDash val="solid"/>
            <a:round/>
            <a:headEnd type="stealth" w="med" len="med"/>
            <a:tailEnd type="none" w="sm" len="sm"/>
          </a:ln>
        </p:spPr>
      </p:cxnSp>
      <p:cxnSp>
        <p:nvCxnSpPr>
          <p:cNvPr id="681" name="Google Shape;681;p75"/>
          <p:cNvCxnSpPr/>
          <p:nvPr/>
        </p:nvCxnSpPr>
        <p:spPr>
          <a:xfrm rot="10800000">
            <a:off x="5187237" y="5143471"/>
            <a:ext cx="0" cy="390726"/>
          </a:xfrm>
          <a:prstGeom prst="straightConnector1">
            <a:avLst/>
          </a:prstGeom>
          <a:noFill/>
          <a:ln w="19050" cap="flat" cmpd="sng">
            <a:solidFill>
              <a:schemeClr val="accent2"/>
            </a:solidFill>
            <a:prstDash val="solid"/>
            <a:round/>
            <a:headEnd type="stealth" w="med" len="med"/>
            <a:tailEnd type="none" w="sm" len="sm"/>
          </a:ln>
        </p:spPr>
      </p:cxnSp>
      <p:cxnSp>
        <p:nvCxnSpPr>
          <p:cNvPr id="682" name="Google Shape;682;p75"/>
          <p:cNvCxnSpPr/>
          <p:nvPr/>
        </p:nvCxnSpPr>
        <p:spPr>
          <a:xfrm rot="10800000">
            <a:off x="5180755" y="5889540"/>
            <a:ext cx="0" cy="247486"/>
          </a:xfrm>
          <a:prstGeom prst="straightConnector1">
            <a:avLst/>
          </a:prstGeom>
          <a:noFill/>
          <a:ln w="19050" cap="flat" cmpd="sng">
            <a:solidFill>
              <a:schemeClr val="accent6"/>
            </a:solidFill>
            <a:prstDash val="solid"/>
            <a:round/>
            <a:headEnd type="stealth" w="med" len="med"/>
            <a:tailEnd type="none" w="sm" len="sm"/>
          </a:ln>
        </p:spPr>
      </p:cxnSp>
      <p:cxnSp>
        <p:nvCxnSpPr>
          <p:cNvPr id="683" name="Google Shape;683;p75"/>
          <p:cNvCxnSpPr/>
          <p:nvPr/>
        </p:nvCxnSpPr>
        <p:spPr>
          <a:xfrm rot="10800000">
            <a:off x="5180755" y="6426872"/>
            <a:ext cx="0" cy="196554"/>
          </a:xfrm>
          <a:prstGeom prst="straightConnector1">
            <a:avLst/>
          </a:prstGeom>
          <a:noFill/>
          <a:ln w="19050" cap="flat" cmpd="sng">
            <a:solidFill>
              <a:schemeClr val="accent6"/>
            </a:solidFill>
            <a:prstDash val="solid"/>
            <a:round/>
            <a:headEnd type="stealth" w="med" len="med"/>
            <a:tailEnd type="none" w="sm" len="sm"/>
          </a:ln>
        </p:spPr>
      </p:cxnSp>
      <p:cxnSp>
        <p:nvCxnSpPr>
          <p:cNvPr id="684" name="Google Shape;684;p75"/>
          <p:cNvCxnSpPr/>
          <p:nvPr/>
        </p:nvCxnSpPr>
        <p:spPr>
          <a:xfrm rot="10800000">
            <a:off x="5180755" y="6926769"/>
            <a:ext cx="0" cy="348141"/>
          </a:xfrm>
          <a:prstGeom prst="straightConnector1">
            <a:avLst/>
          </a:prstGeom>
          <a:noFill/>
          <a:ln w="19050" cap="flat" cmpd="sng">
            <a:solidFill>
              <a:schemeClr val="accent6"/>
            </a:solidFill>
            <a:prstDash val="solid"/>
            <a:round/>
            <a:headEnd type="stealth" w="med" len="med"/>
            <a:tailEnd type="none" w="sm" len="sm"/>
          </a:ln>
        </p:spPr>
      </p:cxnSp>
      <p:grpSp>
        <p:nvGrpSpPr>
          <p:cNvPr id="685" name="Google Shape;685;p75"/>
          <p:cNvGrpSpPr/>
          <p:nvPr/>
        </p:nvGrpSpPr>
        <p:grpSpPr>
          <a:xfrm>
            <a:off x="1914405" y="4303312"/>
            <a:ext cx="3249971" cy="3403686"/>
            <a:chOff x="3074364" y="-1062269"/>
            <a:chExt cx="2906024" cy="4050861"/>
          </a:xfrm>
        </p:grpSpPr>
        <p:cxnSp>
          <p:nvCxnSpPr>
            <p:cNvPr id="686" name="Google Shape;686;p75"/>
            <p:cNvCxnSpPr/>
            <p:nvPr/>
          </p:nvCxnSpPr>
          <p:spPr>
            <a:xfrm rot="10800000">
              <a:off x="3079587" y="-1062269"/>
              <a:ext cx="0" cy="4050861"/>
            </a:xfrm>
            <a:prstGeom prst="straightConnector1">
              <a:avLst/>
            </a:prstGeom>
            <a:noFill/>
            <a:ln w="19050" cap="flat" cmpd="sng">
              <a:solidFill>
                <a:schemeClr val="accent2"/>
              </a:solidFill>
              <a:prstDash val="solid"/>
              <a:round/>
              <a:headEnd type="none" w="sm" len="sm"/>
              <a:tailEnd type="stealth" w="med" len="med"/>
            </a:ln>
          </p:spPr>
        </p:cxnSp>
        <p:cxnSp>
          <p:nvCxnSpPr>
            <p:cNvPr id="687" name="Google Shape;687;p75"/>
            <p:cNvCxnSpPr/>
            <p:nvPr/>
          </p:nvCxnSpPr>
          <p:spPr>
            <a:xfrm rot="10800000">
              <a:off x="5980387" y="2798938"/>
              <a:ext cx="0" cy="173025"/>
            </a:xfrm>
            <a:prstGeom prst="straightConnector1">
              <a:avLst/>
            </a:prstGeom>
            <a:noFill/>
            <a:ln w="19050" cap="flat" cmpd="sng">
              <a:solidFill>
                <a:schemeClr val="accent2"/>
              </a:solidFill>
              <a:prstDash val="solid"/>
              <a:round/>
              <a:headEnd type="none" w="sm" len="sm"/>
              <a:tailEnd type="none" w="sm" len="sm"/>
            </a:ln>
          </p:spPr>
        </p:cxnSp>
        <p:cxnSp>
          <p:nvCxnSpPr>
            <p:cNvPr id="688" name="Google Shape;688;p75"/>
            <p:cNvCxnSpPr/>
            <p:nvPr/>
          </p:nvCxnSpPr>
          <p:spPr>
            <a:xfrm rot="10800000">
              <a:off x="3074364" y="2988592"/>
              <a:ext cx="2906024" cy="0"/>
            </a:xfrm>
            <a:prstGeom prst="straightConnector1">
              <a:avLst/>
            </a:prstGeom>
            <a:noFill/>
            <a:ln w="19050" cap="flat" cmpd="sng">
              <a:solidFill>
                <a:schemeClr val="accent2"/>
              </a:solidFill>
              <a:prstDash val="solid"/>
              <a:round/>
              <a:headEnd type="none" w="sm" len="sm"/>
              <a:tailEnd type="none" w="sm" len="sm"/>
            </a:ln>
          </p:spPr>
        </p:cxnSp>
      </p:grpSp>
      <p:sp>
        <p:nvSpPr>
          <p:cNvPr id="689" name="Google Shape;689;p75"/>
          <p:cNvSpPr/>
          <p:nvPr/>
        </p:nvSpPr>
        <p:spPr>
          <a:xfrm>
            <a:off x="12464044" y="4702853"/>
            <a:ext cx="1141338" cy="18466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3F3F3F"/>
                </a:solidFill>
                <a:latin typeface="Open Sans"/>
                <a:ea typeface="Open Sans"/>
                <a:cs typeface="Open Sans"/>
                <a:sym typeface="Open Sans"/>
              </a:rPr>
              <a:t>Input (k, v) pairs</a:t>
            </a:r>
            <a:endParaRPr sz="1400" b="0" i="0" u="none" strike="noStrike" cap="none">
              <a:solidFill>
                <a:srgbClr val="3F3F3F"/>
              </a:solidFill>
              <a:latin typeface="Arial"/>
              <a:ea typeface="Arial"/>
              <a:cs typeface="Arial"/>
              <a:sym typeface="Arial"/>
            </a:endParaRPr>
          </a:p>
        </p:txBody>
      </p:sp>
      <p:sp>
        <p:nvSpPr>
          <p:cNvPr id="690" name="Google Shape;690;p75"/>
          <p:cNvSpPr/>
          <p:nvPr/>
        </p:nvSpPr>
        <p:spPr>
          <a:xfrm>
            <a:off x="9259211" y="2595668"/>
            <a:ext cx="5685858" cy="5200788"/>
          </a:xfrm>
          <a:prstGeom prst="roundRect">
            <a:avLst>
              <a:gd name="adj" fmla="val 3847"/>
            </a:avLst>
          </a:prstGeom>
          <a:noFill/>
          <a:ln w="19050" cap="rnd" cmpd="sng">
            <a:solidFill>
              <a:schemeClr val="accent5"/>
            </a:solidFill>
            <a:prstDash val="solid"/>
            <a:round/>
            <a:headEnd type="none" w="sm" len="sm"/>
            <a:tailEnd type="none" w="sm" len="sm"/>
          </a:ln>
        </p:spPr>
        <p:txBody>
          <a:bodyPr spcFirstLastPara="1" wrap="square" lIns="63475" tIns="31725" rIns="63475" bIns="31725" anchor="t" anchorCtr="0">
            <a:noAutofit/>
          </a:bodyPr>
          <a:lstStyle/>
          <a:p>
            <a:pPr marL="0" marR="0" lvl="0" indent="0" algn="l" rtl="0">
              <a:lnSpc>
                <a:spcPct val="100000"/>
              </a:lnSpc>
              <a:spcBef>
                <a:spcPts val="0"/>
              </a:spcBef>
              <a:spcAft>
                <a:spcPts val="0"/>
              </a:spcAft>
              <a:buClr>
                <a:srgbClr val="000000"/>
              </a:buClr>
              <a:buSzPts val="1250"/>
              <a:buFont typeface="Arial"/>
              <a:buNone/>
            </a:pPr>
            <a:endParaRPr sz="1250" b="0" i="0" u="none" strike="noStrike" cap="none">
              <a:solidFill>
                <a:srgbClr val="3F3F3F"/>
              </a:solidFill>
              <a:latin typeface="Open Sans"/>
              <a:ea typeface="Open Sans"/>
              <a:cs typeface="Open Sans"/>
              <a:sym typeface="Open Sans"/>
            </a:endParaRPr>
          </a:p>
        </p:txBody>
      </p:sp>
      <p:sp>
        <p:nvSpPr>
          <p:cNvPr id="691" name="Google Shape;691;p75"/>
          <p:cNvSpPr/>
          <p:nvPr/>
        </p:nvSpPr>
        <p:spPr>
          <a:xfrm>
            <a:off x="13228479" y="3275635"/>
            <a:ext cx="1251542" cy="1116456"/>
          </a:xfrm>
          <a:custGeom>
            <a:avLst/>
            <a:gdLst/>
            <a:ahLst/>
            <a:cxnLst/>
            <a:rect l="l" t="t" r="r" b="b"/>
            <a:pathLst>
              <a:path w="1863" h="2875" extrusionOk="0">
                <a:moveTo>
                  <a:pt x="0" y="2642"/>
                </a:moveTo>
                <a:lnTo>
                  <a:pt x="0" y="233"/>
                </a:lnTo>
                <a:moveTo>
                  <a:pt x="1863" y="233"/>
                </a:moveTo>
                <a:cubicBezTo>
                  <a:pt x="1863" y="362"/>
                  <a:pt x="1446" y="466"/>
                  <a:pt x="932" y="466"/>
                </a:cubicBezTo>
                <a:cubicBezTo>
                  <a:pt x="418" y="466"/>
                  <a:pt x="0" y="362"/>
                  <a:pt x="0" y="233"/>
                </a:cubicBezTo>
                <a:cubicBezTo>
                  <a:pt x="0" y="105"/>
                  <a:pt x="418" y="0"/>
                  <a:pt x="932" y="0"/>
                </a:cubicBezTo>
                <a:cubicBezTo>
                  <a:pt x="1446" y="0"/>
                  <a:pt x="1863" y="105"/>
                  <a:pt x="1863" y="233"/>
                </a:cubicBezTo>
                <a:close/>
                <a:moveTo>
                  <a:pt x="1863" y="233"/>
                </a:moveTo>
                <a:lnTo>
                  <a:pt x="1863" y="2642"/>
                </a:lnTo>
                <a:lnTo>
                  <a:pt x="1863" y="2642"/>
                </a:lnTo>
                <a:cubicBezTo>
                  <a:pt x="1863" y="2771"/>
                  <a:pt x="1446" y="2875"/>
                  <a:pt x="932" y="2875"/>
                </a:cubicBezTo>
                <a:cubicBezTo>
                  <a:pt x="418" y="2875"/>
                  <a:pt x="0" y="2771"/>
                  <a:pt x="0" y="2642"/>
                </a:cubicBezTo>
                <a:cubicBezTo>
                  <a:pt x="0" y="2642"/>
                  <a:pt x="0" y="2642"/>
                  <a:pt x="0" y="2642"/>
                </a:cubicBezTo>
                <a:moveTo>
                  <a:pt x="0" y="2642"/>
                </a:moveTo>
                <a:lnTo>
                  <a:pt x="0" y="233"/>
                </a:lnTo>
              </a:path>
            </a:pathLst>
          </a:custGeom>
          <a:noFill/>
          <a:ln w="9525" cap="rnd" cmpd="sng">
            <a:solidFill>
              <a:srgbClr val="A5A5A5"/>
            </a:solidFill>
            <a:prstDash val="solid"/>
            <a:round/>
            <a:headEnd type="none" w="sm" len="sm"/>
            <a:tailEnd type="none" w="sm" len="sm"/>
          </a:ln>
        </p:spPr>
        <p:txBody>
          <a:bodyPr spcFirstLastPara="1" wrap="square" lIns="63475" tIns="31725" rIns="63475" bIns="31725" anchor="t" anchorCtr="0">
            <a:noAutofit/>
          </a:bodyPr>
          <a:lstStyle/>
          <a:p>
            <a:pPr marL="0" marR="0" lvl="0" indent="0" algn="l" rtl="0">
              <a:lnSpc>
                <a:spcPct val="100000"/>
              </a:lnSpc>
              <a:spcBef>
                <a:spcPts val="0"/>
              </a:spcBef>
              <a:spcAft>
                <a:spcPts val="0"/>
              </a:spcAft>
              <a:buClr>
                <a:srgbClr val="000000"/>
              </a:buClr>
              <a:buSzPts val="1250"/>
              <a:buFont typeface="Arial"/>
              <a:buNone/>
            </a:pPr>
            <a:endParaRPr sz="1250" b="0" i="0" u="none" strike="noStrike" cap="none">
              <a:solidFill>
                <a:srgbClr val="3F3F3F"/>
              </a:solidFill>
              <a:latin typeface="Open Sans"/>
              <a:ea typeface="Open Sans"/>
              <a:cs typeface="Open Sans"/>
              <a:sym typeface="Open Sans"/>
            </a:endParaRPr>
          </a:p>
        </p:txBody>
      </p:sp>
      <p:sp>
        <p:nvSpPr>
          <p:cNvPr id="692" name="Google Shape;692;p75"/>
          <p:cNvSpPr/>
          <p:nvPr/>
        </p:nvSpPr>
        <p:spPr>
          <a:xfrm>
            <a:off x="13554525" y="3535741"/>
            <a:ext cx="624847" cy="201415"/>
          </a:xfrm>
          <a:custGeom>
            <a:avLst/>
            <a:gdLst/>
            <a:ahLst/>
            <a:cxnLst/>
            <a:rect l="l" t="t" r="r" b="b"/>
            <a:pathLst>
              <a:path w="844" h="516" extrusionOk="0">
                <a:moveTo>
                  <a:pt x="764" y="0"/>
                </a:moveTo>
                <a:cubicBezTo>
                  <a:pt x="808" y="0"/>
                  <a:pt x="844" y="37"/>
                  <a:pt x="844" y="81"/>
                </a:cubicBezTo>
                <a:cubicBezTo>
                  <a:pt x="844" y="81"/>
                  <a:pt x="844" y="81"/>
                  <a:pt x="844" y="81"/>
                </a:cubicBezTo>
                <a:lnTo>
                  <a:pt x="844" y="436"/>
                </a:lnTo>
                <a:cubicBezTo>
                  <a:pt x="844" y="480"/>
                  <a:pt x="808" y="516"/>
                  <a:pt x="764" y="516"/>
                </a:cubicBezTo>
                <a:lnTo>
                  <a:pt x="81" y="516"/>
                </a:lnTo>
                <a:cubicBezTo>
                  <a:pt x="37" y="516"/>
                  <a:pt x="0" y="480"/>
                  <a:pt x="0" y="436"/>
                </a:cubicBezTo>
                <a:lnTo>
                  <a:pt x="0" y="81"/>
                </a:lnTo>
                <a:cubicBezTo>
                  <a:pt x="0" y="37"/>
                  <a:pt x="37" y="0"/>
                  <a:pt x="81" y="0"/>
                </a:cubicBezTo>
                <a:lnTo>
                  <a:pt x="764" y="0"/>
                </a:lnTo>
                <a:close/>
              </a:path>
            </a:pathLst>
          </a:custGeom>
          <a:solidFill>
            <a:srgbClr val="F7CAAC"/>
          </a:solidFill>
          <a:ln w="9525" cap="flat" cmpd="sng">
            <a:solidFill>
              <a:srgbClr val="FFC000"/>
            </a:solidFill>
            <a:prstDash val="dash"/>
            <a:round/>
            <a:headEnd type="none" w="sm" len="sm"/>
            <a:tailEnd type="none" w="sm" len="sm"/>
          </a:ln>
        </p:spPr>
        <p:txBody>
          <a:bodyPr spcFirstLastPara="1" wrap="square" lIns="63475" tIns="0" rIns="63475"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3F3F3F"/>
                </a:solidFill>
                <a:latin typeface="Open Sans"/>
                <a:ea typeface="Open Sans"/>
                <a:cs typeface="Open Sans"/>
                <a:sym typeface="Open Sans"/>
              </a:rPr>
              <a:t>file</a:t>
            </a:r>
            <a:endParaRPr sz="1400" b="0" i="0" u="none" strike="noStrike" cap="none">
              <a:solidFill>
                <a:srgbClr val="3F3F3F"/>
              </a:solidFill>
              <a:latin typeface="Arial"/>
              <a:ea typeface="Arial"/>
              <a:cs typeface="Arial"/>
              <a:sym typeface="Arial"/>
            </a:endParaRPr>
          </a:p>
        </p:txBody>
      </p:sp>
      <p:sp>
        <p:nvSpPr>
          <p:cNvPr id="693" name="Google Shape;693;p75"/>
          <p:cNvSpPr/>
          <p:nvPr/>
        </p:nvSpPr>
        <p:spPr>
          <a:xfrm>
            <a:off x="13415221" y="4021273"/>
            <a:ext cx="622308" cy="200082"/>
          </a:xfrm>
          <a:custGeom>
            <a:avLst/>
            <a:gdLst/>
            <a:ahLst/>
            <a:cxnLst/>
            <a:rect l="l" t="t" r="r" b="b"/>
            <a:pathLst>
              <a:path w="844" h="516" extrusionOk="0">
                <a:moveTo>
                  <a:pt x="764" y="0"/>
                </a:moveTo>
                <a:cubicBezTo>
                  <a:pt x="808" y="0"/>
                  <a:pt x="844" y="37"/>
                  <a:pt x="844" y="81"/>
                </a:cubicBezTo>
                <a:cubicBezTo>
                  <a:pt x="844" y="81"/>
                  <a:pt x="844" y="81"/>
                  <a:pt x="844" y="81"/>
                </a:cubicBezTo>
                <a:lnTo>
                  <a:pt x="844" y="436"/>
                </a:lnTo>
                <a:cubicBezTo>
                  <a:pt x="844" y="480"/>
                  <a:pt x="808" y="516"/>
                  <a:pt x="764" y="516"/>
                </a:cubicBezTo>
                <a:lnTo>
                  <a:pt x="81" y="516"/>
                </a:lnTo>
                <a:cubicBezTo>
                  <a:pt x="37" y="516"/>
                  <a:pt x="0" y="480"/>
                  <a:pt x="0" y="436"/>
                </a:cubicBezTo>
                <a:lnTo>
                  <a:pt x="0" y="81"/>
                </a:lnTo>
                <a:cubicBezTo>
                  <a:pt x="0" y="37"/>
                  <a:pt x="37" y="0"/>
                  <a:pt x="81" y="0"/>
                </a:cubicBezTo>
                <a:lnTo>
                  <a:pt x="764" y="0"/>
                </a:lnTo>
                <a:close/>
              </a:path>
            </a:pathLst>
          </a:custGeom>
          <a:solidFill>
            <a:srgbClr val="F7CAAC"/>
          </a:solidFill>
          <a:ln w="9525" cap="flat" cmpd="sng">
            <a:solidFill>
              <a:srgbClr val="FFC000"/>
            </a:solidFill>
            <a:prstDash val="dash"/>
            <a:round/>
            <a:headEnd type="none" w="sm" len="sm"/>
            <a:tailEnd type="none" w="sm" len="sm"/>
          </a:ln>
        </p:spPr>
        <p:txBody>
          <a:bodyPr spcFirstLastPara="1" wrap="square" lIns="63475" tIns="0" rIns="63475"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3F3F3F"/>
                </a:solidFill>
                <a:latin typeface="Open Sans"/>
                <a:ea typeface="Open Sans"/>
                <a:cs typeface="Open Sans"/>
                <a:sym typeface="Open Sans"/>
              </a:rPr>
              <a:t>file</a:t>
            </a:r>
            <a:endParaRPr sz="1400" b="0" i="0" u="none" strike="noStrike" cap="none">
              <a:solidFill>
                <a:srgbClr val="3F3F3F"/>
              </a:solidFill>
              <a:latin typeface="Arial"/>
              <a:ea typeface="Arial"/>
              <a:cs typeface="Arial"/>
              <a:sym typeface="Arial"/>
            </a:endParaRPr>
          </a:p>
        </p:txBody>
      </p:sp>
      <p:sp>
        <p:nvSpPr>
          <p:cNvPr id="694" name="Google Shape;694;p75"/>
          <p:cNvSpPr/>
          <p:nvPr/>
        </p:nvSpPr>
        <p:spPr>
          <a:xfrm>
            <a:off x="9678549" y="3266608"/>
            <a:ext cx="2857535" cy="345474"/>
          </a:xfrm>
          <a:custGeom>
            <a:avLst/>
            <a:gdLst/>
            <a:ahLst/>
            <a:cxnLst/>
            <a:rect l="l" t="t" r="r" b="b"/>
            <a:pathLst>
              <a:path w="3867" h="891" extrusionOk="0">
                <a:moveTo>
                  <a:pt x="3727" y="0"/>
                </a:moveTo>
                <a:cubicBezTo>
                  <a:pt x="3804" y="0"/>
                  <a:pt x="3867" y="63"/>
                  <a:pt x="3867" y="140"/>
                </a:cubicBezTo>
                <a:cubicBezTo>
                  <a:pt x="3867" y="140"/>
                  <a:pt x="3867" y="140"/>
                  <a:pt x="3867" y="140"/>
                </a:cubicBezTo>
                <a:lnTo>
                  <a:pt x="3867" y="752"/>
                </a:lnTo>
                <a:cubicBezTo>
                  <a:pt x="3867" y="829"/>
                  <a:pt x="3804" y="891"/>
                  <a:pt x="3727" y="891"/>
                </a:cubicBezTo>
                <a:lnTo>
                  <a:pt x="140" y="891"/>
                </a:lnTo>
                <a:cubicBezTo>
                  <a:pt x="63" y="891"/>
                  <a:pt x="0" y="829"/>
                  <a:pt x="0" y="752"/>
                </a:cubicBezTo>
                <a:lnTo>
                  <a:pt x="0" y="140"/>
                </a:lnTo>
                <a:cubicBezTo>
                  <a:pt x="0" y="63"/>
                  <a:pt x="63" y="0"/>
                  <a:pt x="140" y="0"/>
                </a:cubicBezTo>
                <a:lnTo>
                  <a:pt x="3727" y="0"/>
                </a:lnTo>
                <a:close/>
              </a:path>
            </a:pathLst>
          </a:custGeom>
          <a:solidFill>
            <a:schemeClr val="accent3"/>
          </a:solidFill>
          <a:ln w="9525" cap="flat" cmpd="sng">
            <a:solidFill>
              <a:srgbClr val="7B7B7B"/>
            </a:solidFill>
            <a:prstDash val="solid"/>
            <a:round/>
            <a:headEnd type="none" w="sm" len="sm"/>
            <a:tailEnd type="none" w="sm" len="sm"/>
          </a:ln>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3F3F3F"/>
                </a:solidFill>
                <a:latin typeface="Open Sans"/>
                <a:ea typeface="Open Sans"/>
                <a:cs typeface="Open Sans"/>
                <a:sym typeface="Open Sans"/>
              </a:rPr>
              <a:t>InputFormat</a:t>
            </a:r>
            <a:endParaRPr sz="1400" b="0" i="0" u="none" strike="noStrike" cap="none">
              <a:solidFill>
                <a:srgbClr val="3F3F3F"/>
              </a:solidFill>
              <a:latin typeface="Open Sans"/>
              <a:ea typeface="Open Sans"/>
              <a:cs typeface="Open Sans"/>
              <a:sym typeface="Open Sans"/>
            </a:endParaRPr>
          </a:p>
        </p:txBody>
      </p:sp>
      <p:sp>
        <p:nvSpPr>
          <p:cNvPr id="695" name="Google Shape;695;p75"/>
          <p:cNvSpPr/>
          <p:nvPr/>
        </p:nvSpPr>
        <p:spPr>
          <a:xfrm>
            <a:off x="9678549" y="3900199"/>
            <a:ext cx="838211" cy="200082"/>
          </a:xfrm>
          <a:custGeom>
            <a:avLst/>
            <a:gdLst/>
            <a:ahLst/>
            <a:cxnLst/>
            <a:rect l="l" t="t" r="r" b="b"/>
            <a:pathLst>
              <a:path w="1134" h="516" extrusionOk="0">
                <a:moveTo>
                  <a:pt x="1054" y="0"/>
                </a:moveTo>
                <a:cubicBezTo>
                  <a:pt x="1098" y="0"/>
                  <a:pt x="1134" y="37"/>
                  <a:pt x="1134" y="81"/>
                </a:cubicBezTo>
                <a:cubicBezTo>
                  <a:pt x="1134" y="81"/>
                  <a:pt x="1134" y="81"/>
                  <a:pt x="1134" y="81"/>
                </a:cubicBezTo>
                <a:lnTo>
                  <a:pt x="1134" y="436"/>
                </a:lnTo>
                <a:cubicBezTo>
                  <a:pt x="1134" y="480"/>
                  <a:pt x="1098" y="516"/>
                  <a:pt x="1054" y="516"/>
                </a:cubicBezTo>
                <a:lnTo>
                  <a:pt x="81" y="516"/>
                </a:lnTo>
                <a:cubicBezTo>
                  <a:pt x="37" y="516"/>
                  <a:pt x="0" y="480"/>
                  <a:pt x="0" y="436"/>
                </a:cubicBezTo>
                <a:lnTo>
                  <a:pt x="0" y="81"/>
                </a:lnTo>
                <a:cubicBezTo>
                  <a:pt x="0" y="37"/>
                  <a:pt x="37" y="0"/>
                  <a:pt x="81" y="0"/>
                </a:cubicBezTo>
                <a:lnTo>
                  <a:pt x="1054" y="0"/>
                </a:lnTo>
                <a:close/>
              </a:path>
            </a:pathLst>
          </a:custGeom>
          <a:solidFill>
            <a:schemeClr val="accent4"/>
          </a:solidFill>
          <a:ln w="9525" cap="flat" cmpd="sng">
            <a:solidFill>
              <a:srgbClr val="7F6000"/>
            </a:solidFill>
            <a:prstDash val="solid"/>
            <a:round/>
            <a:headEnd type="none" w="sm" len="sm"/>
            <a:tailEnd type="none" w="sm" len="sm"/>
          </a:ln>
        </p:spPr>
        <p:txBody>
          <a:bodyPr spcFirstLastPara="1" wrap="square" lIns="63475" tIns="0" rIns="63475"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3F3F3F"/>
                </a:solidFill>
                <a:latin typeface="Open Sans"/>
                <a:ea typeface="Open Sans"/>
                <a:cs typeface="Open Sans"/>
                <a:sym typeface="Open Sans"/>
              </a:rPr>
              <a:t>Split</a:t>
            </a:r>
            <a:endParaRPr sz="1400" b="0" i="0" u="none" strike="noStrike" cap="none">
              <a:solidFill>
                <a:srgbClr val="3F3F3F"/>
              </a:solidFill>
              <a:latin typeface="Arial"/>
              <a:ea typeface="Arial"/>
              <a:cs typeface="Arial"/>
              <a:sym typeface="Arial"/>
            </a:endParaRPr>
          </a:p>
        </p:txBody>
      </p:sp>
      <p:sp>
        <p:nvSpPr>
          <p:cNvPr id="696" name="Google Shape;696;p75"/>
          <p:cNvSpPr/>
          <p:nvPr/>
        </p:nvSpPr>
        <p:spPr>
          <a:xfrm>
            <a:off x="10689481" y="3900199"/>
            <a:ext cx="838211" cy="200082"/>
          </a:xfrm>
          <a:custGeom>
            <a:avLst/>
            <a:gdLst/>
            <a:ahLst/>
            <a:cxnLst/>
            <a:rect l="l" t="t" r="r" b="b"/>
            <a:pathLst>
              <a:path w="1134" h="516" extrusionOk="0">
                <a:moveTo>
                  <a:pt x="1054" y="0"/>
                </a:moveTo>
                <a:cubicBezTo>
                  <a:pt x="1098" y="0"/>
                  <a:pt x="1134" y="37"/>
                  <a:pt x="1134" y="81"/>
                </a:cubicBezTo>
                <a:cubicBezTo>
                  <a:pt x="1134" y="81"/>
                  <a:pt x="1134" y="81"/>
                  <a:pt x="1134" y="81"/>
                </a:cubicBezTo>
                <a:lnTo>
                  <a:pt x="1134" y="436"/>
                </a:lnTo>
                <a:cubicBezTo>
                  <a:pt x="1134" y="480"/>
                  <a:pt x="1098" y="516"/>
                  <a:pt x="1054" y="516"/>
                </a:cubicBezTo>
                <a:lnTo>
                  <a:pt x="81" y="516"/>
                </a:lnTo>
                <a:cubicBezTo>
                  <a:pt x="37" y="516"/>
                  <a:pt x="0" y="480"/>
                  <a:pt x="0" y="436"/>
                </a:cubicBezTo>
                <a:lnTo>
                  <a:pt x="0" y="81"/>
                </a:lnTo>
                <a:cubicBezTo>
                  <a:pt x="0" y="37"/>
                  <a:pt x="37" y="0"/>
                  <a:pt x="81" y="0"/>
                </a:cubicBezTo>
                <a:lnTo>
                  <a:pt x="1054" y="0"/>
                </a:lnTo>
                <a:close/>
              </a:path>
            </a:pathLst>
          </a:custGeom>
          <a:solidFill>
            <a:schemeClr val="accent4"/>
          </a:solidFill>
          <a:ln w="9525" cap="flat" cmpd="sng">
            <a:solidFill>
              <a:srgbClr val="7F6000"/>
            </a:solidFill>
            <a:prstDash val="solid"/>
            <a:round/>
            <a:headEnd type="none" w="sm" len="sm"/>
            <a:tailEnd type="none" w="sm" len="sm"/>
          </a:ln>
        </p:spPr>
        <p:txBody>
          <a:bodyPr spcFirstLastPara="1" wrap="square" lIns="63475" tIns="0" rIns="63475"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3F3F3F"/>
                </a:solidFill>
                <a:latin typeface="Open Sans"/>
                <a:ea typeface="Open Sans"/>
                <a:cs typeface="Open Sans"/>
                <a:sym typeface="Open Sans"/>
              </a:rPr>
              <a:t>Split</a:t>
            </a:r>
            <a:endParaRPr sz="1400" b="0" i="0" u="none" strike="noStrike" cap="none">
              <a:solidFill>
                <a:srgbClr val="3F3F3F"/>
              </a:solidFill>
              <a:latin typeface="Arial"/>
              <a:ea typeface="Arial"/>
              <a:cs typeface="Arial"/>
              <a:sym typeface="Arial"/>
            </a:endParaRPr>
          </a:p>
        </p:txBody>
      </p:sp>
      <p:sp>
        <p:nvSpPr>
          <p:cNvPr id="697" name="Google Shape;697;p75"/>
          <p:cNvSpPr/>
          <p:nvPr/>
        </p:nvSpPr>
        <p:spPr>
          <a:xfrm>
            <a:off x="11700414" y="3900199"/>
            <a:ext cx="835671" cy="200082"/>
          </a:xfrm>
          <a:custGeom>
            <a:avLst/>
            <a:gdLst/>
            <a:ahLst/>
            <a:cxnLst/>
            <a:rect l="l" t="t" r="r" b="b"/>
            <a:pathLst>
              <a:path w="1134" h="516" extrusionOk="0">
                <a:moveTo>
                  <a:pt x="1054" y="0"/>
                </a:moveTo>
                <a:cubicBezTo>
                  <a:pt x="1098" y="0"/>
                  <a:pt x="1134" y="37"/>
                  <a:pt x="1134" y="81"/>
                </a:cubicBezTo>
                <a:cubicBezTo>
                  <a:pt x="1134" y="81"/>
                  <a:pt x="1134" y="81"/>
                  <a:pt x="1134" y="81"/>
                </a:cubicBezTo>
                <a:lnTo>
                  <a:pt x="1134" y="436"/>
                </a:lnTo>
                <a:cubicBezTo>
                  <a:pt x="1134" y="480"/>
                  <a:pt x="1098" y="516"/>
                  <a:pt x="1054" y="516"/>
                </a:cubicBezTo>
                <a:lnTo>
                  <a:pt x="81" y="516"/>
                </a:lnTo>
                <a:cubicBezTo>
                  <a:pt x="37" y="516"/>
                  <a:pt x="0" y="480"/>
                  <a:pt x="0" y="436"/>
                </a:cubicBezTo>
                <a:lnTo>
                  <a:pt x="0" y="81"/>
                </a:lnTo>
                <a:cubicBezTo>
                  <a:pt x="0" y="37"/>
                  <a:pt x="37" y="0"/>
                  <a:pt x="81" y="0"/>
                </a:cubicBezTo>
                <a:lnTo>
                  <a:pt x="1054" y="0"/>
                </a:lnTo>
                <a:close/>
              </a:path>
            </a:pathLst>
          </a:custGeom>
          <a:solidFill>
            <a:schemeClr val="accent4"/>
          </a:solidFill>
          <a:ln w="9525" cap="flat" cmpd="sng">
            <a:solidFill>
              <a:srgbClr val="7F6000"/>
            </a:solidFill>
            <a:prstDash val="solid"/>
            <a:round/>
            <a:headEnd type="none" w="sm" len="sm"/>
            <a:tailEnd type="none" w="sm" len="sm"/>
          </a:ln>
        </p:spPr>
        <p:txBody>
          <a:bodyPr spcFirstLastPara="1" wrap="square" lIns="63475" tIns="0" rIns="63475"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3F3F3F"/>
                </a:solidFill>
                <a:latin typeface="Open Sans"/>
                <a:ea typeface="Open Sans"/>
                <a:cs typeface="Open Sans"/>
                <a:sym typeface="Open Sans"/>
              </a:rPr>
              <a:t>Split</a:t>
            </a:r>
            <a:endParaRPr sz="1400" b="0" i="0" u="none" strike="noStrike" cap="none">
              <a:solidFill>
                <a:srgbClr val="3F3F3F"/>
              </a:solidFill>
              <a:latin typeface="Arial"/>
              <a:ea typeface="Arial"/>
              <a:cs typeface="Arial"/>
              <a:sym typeface="Arial"/>
            </a:endParaRPr>
          </a:p>
        </p:txBody>
      </p:sp>
      <p:sp>
        <p:nvSpPr>
          <p:cNvPr id="698" name="Google Shape;698;p75"/>
          <p:cNvSpPr/>
          <p:nvPr/>
        </p:nvSpPr>
        <p:spPr>
          <a:xfrm>
            <a:off x="9678549" y="4397737"/>
            <a:ext cx="838211" cy="200082"/>
          </a:xfrm>
          <a:prstGeom prst="roundRect">
            <a:avLst>
              <a:gd name="adj" fmla="val 16667"/>
            </a:avLst>
          </a:prstGeom>
          <a:solidFill>
            <a:schemeClr val="accent3"/>
          </a:solidFill>
          <a:ln w="9525" cap="flat" cmpd="sng">
            <a:solidFill>
              <a:srgbClr val="7B7B7B"/>
            </a:solidFill>
            <a:prstDash val="solid"/>
            <a:round/>
            <a:headEnd type="none" w="sm" len="sm"/>
            <a:tailEnd type="none" w="sm" len="sm"/>
          </a:ln>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3F3F3F"/>
                </a:solidFill>
                <a:latin typeface="Open Sans"/>
                <a:ea typeface="Open Sans"/>
                <a:cs typeface="Open Sans"/>
                <a:sym typeface="Open Sans"/>
              </a:rPr>
              <a:t>RR</a:t>
            </a:r>
            <a:endParaRPr sz="1400" b="0" i="0" u="none" strike="noStrike" cap="none">
              <a:solidFill>
                <a:srgbClr val="3F3F3F"/>
              </a:solidFill>
              <a:latin typeface="Arial"/>
              <a:ea typeface="Arial"/>
              <a:cs typeface="Arial"/>
              <a:sym typeface="Arial"/>
            </a:endParaRPr>
          </a:p>
        </p:txBody>
      </p:sp>
      <p:sp>
        <p:nvSpPr>
          <p:cNvPr id="699" name="Google Shape;699;p75"/>
          <p:cNvSpPr/>
          <p:nvPr/>
        </p:nvSpPr>
        <p:spPr>
          <a:xfrm>
            <a:off x="10690752" y="4397737"/>
            <a:ext cx="835671" cy="200082"/>
          </a:xfrm>
          <a:prstGeom prst="roundRect">
            <a:avLst>
              <a:gd name="adj" fmla="val 16667"/>
            </a:avLst>
          </a:prstGeom>
          <a:solidFill>
            <a:schemeClr val="accent3"/>
          </a:solidFill>
          <a:ln w="9525" cap="flat" cmpd="sng">
            <a:solidFill>
              <a:srgbClr val="7B7B7B"/>
            </a:solidFill>
            <a:prstDash val="solid"/>
            <a:round/>
            <a:headEnd type="none" w="sm" len="sm"/>
            <a:tailEnd type="none" w="sm" len="sm"/>
          </a:ln>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3F3F3F"/>
                </a:solidFill>
                <a:latin typeface="Open Sans"/>
                <a:ea typeface="Open Sans"/>
                <a:cs typeface="Open Sans"/>
                <a:sym typeface="Open Sans"/>
              </a:rPr>
              <a:t>RR</a:t>
            </a:r>
            <a:endParaRPr sz="1400" b="0" i="0" u="none" strike="noStrike" cap="none">
              <a:solidFill>
                <a:srgbClr val="3F3F3F"/>
              </a:solidFill>
              <a:latin typeface="Arial"/>
              <a:ea typeface="Arial"/>
              <a:cs typeface="Arial"/>
              <a:sym typeface="Arial"/>
            </a:endParaRPr>
          </a:p>
        </p:txBody>
      </p:sp>
      <p:sp>
        <p:nvSpPr>
          <p:cNvPr id="700" name="Google Shape;700;p75"/>
          <p:cNvSpPr/>
          <p:nvPr/>
        </p:nvSpPr>
        <p:spPr>
          <a:xfrm>
            <a:off x="11700414" y="4397737"/>
            <a:ext cx="838211" cy="200082"/>
          </a:xfrm>
          <a:prstGeom prst="roundRect">
            <a:avLst>
              <a:gd name="adj" fmla="val 16667"/>
            </a:avLst>
          </a:prstGeom>
          <a:solidFill>
            <a:schemeClr val="accent3"/>
          </a:solidFill>
          <a:ln w="9525" cap="flat" cmpd="sng">
            <a:solidFill>
              <a:srgbClr val="7B7B7B"/>
            </a:solidFill>
            <a:prstDash val="solid"/>
            <a:round/>
            <a:headEnd type="none" w="sm" len="sm"/>
            <a:tailEnd type="none" w="sm" len="sm"/>
          </a:ln>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3F3F3F"/>
                </a:solidFill>
                <a:latin typeface="Open Sans"/>
                <a:ea typeface="Open Sans"/>
                <a:cs typeface="Open Sans"/>
                <a:sym typeface="Open Sans"/>
              </a:rPr>
              <a:t>RR</a:t>
            </a:r>
            <a:endParaRPr sz="1400" b="0" i="0" u="none" strike="noStrike" cap="none">
              <a:solidFill>
                <a:srgbClr val="3F3F3F"/>
              </a:solidFill>
              <a:latin typeface="Arial"/>
              <a:ea typeface="Arial"/>
              <a:cs typeface="Arial"/>
              <a:sym typeface="Arial"/>
            </a:endParaRPr>
          </a:p>
        </p:txBody>
      </p:sp>
      <p:sp>
        <p:nvSpPr>
          <p:cNvPr id="701" name="Google Shape;701;p75"/>
          <p:cNvSpPr/>
          <p:nvPr/>
        </p:nvSpPr>
        <p:spPr>
          <a:xfrm>
            <a:off x="9678549" y="4879481"/>
            <a:ext cx="838211" cy="257636"/>
          </a:xfrm>
          <a:prstGeom prst="roundRect">
            <a:avLst>
              <a:gd name="adj" fmla="val 16667"/>
            </a:avLst>
          </a:prstGeom>
          <a:solidFill>
            <a:schemeClr val="accent1"/>
          </a:solidFill>
          <a:ln w="9525" cap="flat" cmpd="sng">
            <a:solidFill>
              <a:srgbClr val="2E75B5"/>
            </a:solidFill>
            <a:prstDash val="solid"/>
            <a:round/>
            <a:headEnd type="none" w="sm" len="sm"/>
            <a:tailEnd type="none" w="sm" len="sm"/>
          </a:ln>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3F3F3F"/>
                </a:solidFill>
                <a:latin typeface="Open Sans"/>
                <a:ea typeface="Open Sans"/>
                <a:cs typeface="Open Sans"/>
                <a:sym typeface="Open Sans"/>
              </a:rPr>
              <a:t>map</a:t>
            </a:r>
            <a:endParaRPr sz="1400" b="0" i="0" u="none" strike="noStrike" cap="none">
              <a:solidFill>
                <a:srgbClr val="3F3F3F"/>
              </a:solidFill>
              <a:latin typeface="Arial"/>
              <a:ea typeface="Arial"/>
              <a:cs typeface="Arial"/>
              <a:sym typeface="Arial"/>
            </a:endParaRPr>
          </a:p>
        </p:txBody>
      </p:sp>
      <p:sp>
        <p:nvSpPr>
          <p:cNvPr id="702" name="Google Shape;702;p75"/>
          <p:cNvSpPr/>
          <p:nvPr/>
        </p:nvSpPr>
        <p:spPr>
          <a:xfrm>
            <a:off x="10689481" y="4879481"/>
            <a:ext cx="838211" cy="257636"/>
          </a:xfrm>
          <a:prstGeom prst="roundRect">
            <a:avLst>
              <a:gd name="adj" fmla="val 16667"/>
            </a:avLst>
          </a:prstGeom>
          <a:solidFill>
            <a:schemeClr val="accent1"/>
          </a:solidFill>
          <a:ln w="9525" cap="flat" cmpd="sng">
            <a:solidFill>
              <a:srgbClr val="2E75B5"/>
            </a:solidFill>
            <a:prstDash val="solid"/>
            <a:round/>
            <a:headEnd type="none" w="sm" len="sm"/>
            <a:tailEnd type="none" w="sm" len="sm"/>
          </a:ln>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3F3F3F"/>
                </a:solidFill>
                <a:latin typeface="Open Sans"/>
                <a:ea typeface="Open Sans"/>
                <a:cs typeface="Open Sans"/>
                <a:sym typeface="Open Sans"/>
              </a:rPr>
              <a:t>map</a:t>
            </a:r>
            <a:endParaRPr sz="1400" b="0" i="0" u="none" strike="noStrike" cap="none">
              <a:solidFill>
                <a:srgbClr val="3F3F3F"/>
              </a:solidFill>
              <a:latin typeface="Arial"/>
              <a:ea typeface="Arial"/>
              <a:cs typeface="Arial"/>
              <a:sym typeface="Arial"/>
            </a:endParaRPr>
          </a:p>
        </p:txBody>
      </p:sp>
      <p:sp>
        <p:nvSpPr>
          <p:cNvPr id="703" name="Google Shape;703;p75"/>
          <p:cNvSpPr/>
          <p:nvPr/>
        </p:nvSpPr>
        <p:spPr>
          <a:xfrm>
            <a:off x="11700414" y="4879481"/>
            <a:ext cx="838211" cy="257636"/>
          </a:xfrm>
          <a:prstGeom prst="roundRect">
            <a:avLst>
              <a:gd name="adj" fmla="val 16667"/>
            </a:avLst>
          </a:prstGeom>
          <a:solidFill>
            <a:schemeClr val="accent1"/>
          </a:solidFill>
          <a:ln w="9525" cap="flat" cmpd="sng">
            <a:solidFill>
              <a:srgbClr val="2E75B5"/>
            </a:solidFill>
            <a:prstDash val="solid"/>
            <a:round/>
            <a:headEnd type="none" w="sm" len="sm"/>
            <a:tailEnd type="none" w="sm" len="sm"/>
          </a:ln>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3F3F3F"/>
                </a:solidFill>
                <a:latin typeface="Open Sans"/>
                <a:ea typeface="Open Sans"/>
                <a:cs typeface="Open Sans"/>
                <a:sym typeface="Open Sans"/>
              </a:rPr>
              <a:t>map</a:t>
            </a:r>
            <a:endParaRPr sz="1400" b="0" i="0" u="none" strike="noStrike" cap="none">
              <a:solidFill>
                <a:srgbClr val="3F3F3F"/>
              </a:solidFill>
              <a:latin typeface="Arial"/>
              <a:ea typeface="Arial"/>
              <a:cs typeface="Arial"/>
              <a:sym typeface="Arial"/>
            </a:endParaRPr>
          </a:p>
        </p:txBody>
      </p:sp>
      <p:sp>
        <p:nvSpPr>
          <p:cNvPr id="704" name="Google Shape;704;p75"/>
          <p:cNvSpPr/>
          <p:nvPr/>
        </p:nvSpPr>
        <p:spPr>
          <a:xfrm>
            <a:off x="9924933" y="6143781"/>
            <a:ext cx="2461290" cy="281448"/>
          </a:xfrm>
          <a:custGeom>
            <a:avLst/>
            <a:gdLst/>
            <a:ahLst/>
            <a:cxnLst/>
            <a:rect l="l" t="t" r="r" b="b"/>
            <a:pathLst>
              <a:path w="3328" h="725" extrusionOk="0">
                <a:moveTo>
                  <a:pt x="3215" y="0"/>
                </a:moveTo>
                <a:cubicBezTo>
                  <a:pt x="3278" y="0"/>
                  <a:pt x="3328" y="51"/>
                  <a:pt x="3328" y="114"/>
                </a:cubicBezTo>
                <a:cubicBezTo>
                  <a:pt x="3328" y="114"/>
                  <a:pt x="3328" y="114"/>
                  <a:pt x="3328" y="114"/>
                </a:cubicBezTo>
                <a:lnTo>
                  <a:pt x="3328" y="612"/>
                </a:lnTo>
                <a:cubicBezTo>
                  <a:pt x="3328" y="674"/>
                  <a:pt x="3278" y="725"/>
                  <a:pt x="3215" y="725"/>
                </a:cubicBezTo>
                <a:lnTo>
                  <a:pt x="114" y="725"/>
                </a:lnTo>
                <a:cubicBezTo>
                  <a:pt x="51" y="725"/>
                  <a:pt x="0" y="674"/>
                  <a:pt x="0" y="612"/>
                </a:cubicBezTo>
                <a:lnTo>
                  <a:pt x="0" y="114"/>
                </a:lnTo>
                <a:cubicBezTo>
                  <a:pt x="0" y="51"/>
                  <a:pt x="51" y="0"/>
                  <a:pt x="114" y="0"/>
                </a:cubicBezTo>
                <a:lnTo>
                  <a:pt x="3215" y="0"/>
                </a:lnTo>
                <a:close/>
              </a:path>
            </a:pathLst>
          </a:custGeom>
          <a:solidFill>
            <a:srgbClr val="C9C9C9"/>
          </a:solidFill>
          <a:ln w="9525" cap="flat" cmpd="sng">
            <a:solidFill>
              <a:srgbClr val="7B7B7B"/>
            </a:solidFill>
            <a:prstDash val="solid"/>
            <a:round/>
            <a:headEnd type="none" w="sm" len="sm"/>
            <a:tailEnd type="none" w="sm" len="sm"/>
          </a:ln>
        </p:spPr>
        <p:txBody>
          <a:bodyPr spcFirstLastPara="1" wrap="square" lIns="63475" tIns="31725" rIns="63475" bIns="317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3F3F3F"/>
                </a:solidFill>
                <a:latin typeface="Open Sans"/>
                <a:ea typeface="Open Sans"/>
                <a:cs typeface="Open Sans"/>
                <a:sym typeface="Open Sans"/>
              </a:rPr>
              <a:t>(sort)</a:t>
            </a:r>
            <a:endParaRPr sz="1400" b="0" i="0" u="none" strike="noStrike" cap="none">
              <a:solidFill>
                <a:srgbClr val="3F3F3F"/>
              </a:solidFill>
              <a:latin typeface="Arial"/>
              <a:ea typeface="Arial"/>
              <a:cs typeface="Arial"/>
              <a:sym typeface="Arial"/>
            </a:endParaRPr>
          </a:p>
        </p:txBody>
      </p:sp>
      <p:sp>
        <p:nvSpPr>
          <p:cNvPr id="705" name="Google Shape;705;p75"/>
          <p:cNvSpPr/>
          <p:nvPr/>
        </p:nvSpPr>
        <p:spPr>
          <a:xfrm>
            <a:off x="9924933" y="6634648"/>
            <a:ext cx="2461290" cy="281448"/>
          </a:xfrm>
          <a:custGeom>
            <a:avLst/>
            <a:gdLst/>
            <a:ahLst/>
            <a:cxnLst/>
            <a:rect l="l" t="t" r="r" b="b"/>
            <a:pathLst>
              <a:path w="3328" h="725" extrusionOk="0">
                <a:moveTo>
                  <a:pt x="3215" y="0"/>
                </a:moveTo>
                <a:cubicBezTo>
                  <a:pt x="3278" y="0"/>
                  <a:pt x="3328" y="51"/>
                  <a:pt x="3328" y="114"/>
                </a:cubicBezTo>
                <a:cubicBezTo>
                  <a:pt x="3328" y="114"/>
                  <a:pt x="3328" y="114"/>
                  <a:pt x="3328" y="114"/>
                </a:cubicBezTo>
                <a:lnTo>
                  <a:pt x="3328" y="612"/>
                </a:lnTo>
                <a:cubicBezTo>
                  <a:pt x="3328" y="674"/>
                  <a:pt x="3278" y="725"/>
                  <a:pt x="3215" y="725"/>
                </a:cubicBezTo>
                <a:lnTo>
                  <a:pt x="114" y="725"/>
                </a:lnTo>
                <a:cubicBezTo>
                  <a:pt x="51" y="725"/>
                  <a:pt x="0" y="674"/>
                  <a:pt x="0" y="612"/>
                </a:cubicBezTo>
                <a:lnTo>
                  <a:pt x="0" y="114"/>
                </a:lnTo>
                <a:cubicBezTo>
                  <a:pt x="0" y="51"/>
                  <a:pt x="51" y="0"/>
                  <a:pt x="114" y="0"/>
                </a:cubicBezTo>
                <a:lnTo>
                  <a:pt x="3215" y="0"/>
                </a:lnTo>
                <a:close/>
              </a:path>
            </a:pathLst>
          </a:custGeom>
          <a:solidFill>
            <a:schemeClr val="accent2"/>
          </a:solidFill>
          <a:ln w="9525" cap="flat" cmpd="sng">
            <a:solidFill>
              <a:srgbClr val="C55A11"/>
            </a:solidFill>
            <a:prstDash val="solid"/>
            <a:round/>
            <a:headEnd type="none" w="sm" len="sm"/>
            <a:tailEnd type="none" w="sm" len="sm"/>
          </a:ln>
        </p:spPr>
        <p:txBody>
          <a:bodyPr spcFirstLastPara="1" wrap="square" lIns="63475" tIns="31725" rIns="63475" bIns="317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3F3F3F"/>
                </a:solidFill>
                <a:latin typeface="Open Sans"/>
                <a:ea typeface="Open Sans"/>
                <a:cs typeface="Open Sans"/>
                <a:sym typeface="Open Sans"/>
              </a:rPr>
              <a:t>reduce</a:t>
            </a:r>
            <a:endParaRPr sz="1400" b="0" i="0" u="none" strike="noStrike" cap="none">
              <a:solidFill>
                <a:srgbClr val="3F3F3F"/>
              </a:solidFill>
              <a:latin typeface="Arial"/>
              <a:ea typeface="Arial"/>
              <a:cs typeface="Arial"/>
              <a:sym typeface="Arial"/>
            </a:endParaRPr>
          </a:p>
        </p:txBody>
      </p:sp>
      <p:sp>
        <p:nvSpPr>
          <p:cNvPr id="706" name="Google Shape;706;p75"/>
          <p:cNvSpPr/>
          <p:nvPr/>
        </p:nvSpPr>
        <p:spPr>
          <a:xfrm>
            <a:off x="9889373" y="7278255"/>
            <a:ext cx="2461290" cy="284276"/>
          </a:xfrm>
          <a:custGeom>
            <a:avLst/>
            <a:gdLst/>
            <a:ahLst/>
            <a:cxnLst/>
            <a:rect l="l" t="t" r="r" b="b"/>
            <a:pathLst>
              <a:path w="3328" h="558" extrusionOk="0">
                <a:moveTo>
                  <a:pt x="3241" y="0"/>
                </a:moveTo>
                <a:cubicBezTo>
                  <a:pt x="3289" y="0"/>
                  <a:pt x="3328" y="39"/>
                  <a:pt x="3328" y="88"/>
                </a:cubicBezTo>
                <a:cubicBezTo>
                  <a:pt x="3328" y="88"/>
                  <a:pt x="3328" y="88"/>
                  <a:pt x="3328" y="88"/>
                </a:cubicBezTo>
                <a:lnTo>
                  <a:pt x="3328" y="471"/>
                </a:lnTo>
                <a:cubicBezTo>
                  <a:pt x="3328" y="519"/>
                  <a:pt x="3289" y="558"/>
                  <a:pt x="3241" y="558"/>
                </a:cubicBezTo>
                <a:lnTo>
                  <a:pt x="88" y="558"/>
                </a:lnTo>
                <a:cubicBezTo>
                  <a:pt x="39" y="558"/>
                  <a:pt x="0" y="519"/>
                  <a:pt x="0" y="471"/>
                </a:cubicBezTo>
                <a:lnTo>
                  <a:pt x="0" y="88"/>
                </a:lnTo>
                <a:cubicBezTo>
                  <a:pt x="0" y="39"/>
                  <a:pt x="39" y="0"/>
                  <a:pt x="88" y="0"/>
                </a:cubicBezTo>
                <a:lnTo>
                  <a:pt x="3241" y="0"/>
                </a:lnTo>
                <a:close/>
              </a:path>
            </a:pathLst>
          </a:custGeom>
          <a:solidFill>
            <a:schemeClr val="accent3"/>
          </a:solidFill>
          <a:ln w="9525" cap="flat" cmpd="sng">
            <a:solidFill>
              <a:srgbClr val="7B7B7B"/>
            </a:solidFill>
            <a:prstDash val="solid"/>
            <a:round/>
            <a:headEnd type="none" w="sm" len="sm"/>
            <a:tailEnd type="none" w="sm" len="sm"/>
          </a:ln>
        </p:spPr>
        <p:txBody>
          <a:bodyPr spcFirstLastPara="1" wrap="square" lIns="63475" tIns="31725" rIns="63475" bIns="317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3F3F3F"/>
                </a:solidFill>
                <a:latin typeface="Open Sans"/>
                <a:ea typeface="Open Sans"/>
                <a:cs typeface="Open Sans"/>
                <a:sym typeface="Open Sans"/>
              </a:rPr>
              <a:t>OutputFormat</a:t>
            </a:r>
            <a:endParaRPr sz="1000" b="0" i="0" u="none" strike="noStrike" cap="none">
              <a:solidFill>
                <a:srgbClr val="3F3F3F"/>
              </a:solidFill>
              <a:latin typeface="Open Sans"/>
              <a:ea typeface="Open Sans"/>
              <a:cs typeface="Open Sans"/>
              <a:sym typeface="Open Sans"/>
            </a:endParaRPr>
          </a:p>
        </p:txBody>
      </p:sp>
      <p:sp>
        <p:nvSpPr>
          <p:cNvPr id="707" name="Google Shape;707;p75"/>
          <p:cNvSpPr/>
          <p:nvPr/>
        </p:nvSpPr>
        <p:spPr>
          <a:xfrm>
            <a:off x="10611336" y="2661978"/>
            <a:ext cx="3505570" cy="215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400" b="0" i="0" u="none" strike="noStrike" cap="none">
                <a:solidFill>
                  <a:srgbClr val="3F3F3F"/>
                </a:solidFill>
                <a:latin typeface="Open Sans"/>
                <a:ea typeface="Open Sans"/>
                <a:cs typeface="Open Sans"/>
                <a:sym typeface="Open Sans"/>
              </a:rPr>
              <a:t>Files loaded from local HDFS stores</a:t>
            </a:r>
            <a:endParaRPr sz="1400" b="0" i="0" u="none" strike="noStrike" cap="none">
              <a:solidFill>
                <a:srgbClr val="3F3F3F"/>
              </a:solidFill>
              <a:latin typeface="Arial"/>
              <a:ea typeface="Arial"/>
              <a:cs typeface="Arial"/>
              <a:sym typeface="Arial"/>
            </a:endParaRPr>
          </a:p>
        </p:txBody>
      </p:sp>
      <p:sp>
        <p:nvSpPr>
          <p:cNvPr id="708" name="Google Shape;708;p75"/>
          <p:cNvSpPr/>
          <p:nvPr/>
        </p:nvSpPr>
        <p:spPr>
          <a:xfrm>
            <a:off x="11477381" y="2063908"/>
            <a:ext cx="1249519" cy="276999"/>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F3F3F"/>
                </a:solidFill>
                <a:latin typeface="Open Sans"/>
                <a:ea typeface="Open Sans"/>
                <a:cs typeface="Open Sans"/>
                <a:sym typeface="Open Sans"/>
              </a:rPr>
              <a:t>Node 2</a:t>
            </a:r>
            <a:endParaRPr sz="1400" b="0" i="0" u="none" strike="noStrike" cap="none">
              <a:solidFill>
                <a:srgbClr val="3F3F3F"/>
              </a:solidFill>
              <a:latin typeface="Arial"/>
              <a:ea typeface="Arial"/>
              <a:cs typeface="Arial"/>
              <a:sym typeface="Arial"/>
            </a:endParaRPr>
          </a:p>
        </p:txBody>
      </p:sp>
      <p:sp>
        <p:nvSpPr>
          <p:cNvPr id="709" name="Google Shape;709;p75"/>
          <p:cNvSpPr/>
          <p:nvPr/>
        </p:nvSpPr>
        <p:spPr>
          <a:xfrm>
            <a:off x="11962088" y="5474180"/>
            <a:ext cx="1784533" cy="18466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3F3F3F"/>
                </a:solidFill>
                <a:latin typeface="Open Sans"/>
                <a:ea typeface="Open Sans"/>
                <a:cs typeface="Open Sans"/>
                <a:sym typeface="Open Sans"/>
              </a:rPr>
              <a:t>Intermediate (k, v) pairs</a:t>
            </a:r>
            <a:endParaRPr sz="1400" b="0" i="0" u="none" strike="noStrike" cap="none">
              <a:solidFill>
                <a:srgbClr val="3F3F3F"/>
              </a:solidFill>
              <a:latin typeface="Arial"/>
              <a:ea typeface="Arial"/>
              <a:cs typeface="Arial"/>
              <a:sym typeface="Arial"/>
            </a:endParaRPr>
          </a:p>
        </p:txBody>
      </p:sp>
      <p:sp>
        <p:nvSpPr>
          <p:cNvPr id="710" name="Google Shape;710;p75"/>
          <p:cNvSpPr/>
          <p:nvPr/>
        </p:nvSpPr>
        <p:spPr>
          <a:xfrm>
            <a:off x="12480383" y="7130545"/>
            <a:ext cx="1345828" cy="369332"/>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3F3F3F"/>
                </a:solidFill>
                <a:latin typeface="Open Sans"/>
                <a:ea typeface="Open Sans"/>
                <a:cs typeface="Open Sans"/>
                <a:sym typeface="Open Sans"/>
              </a:rPr>
              <a:t>Writeback to local HDFS store</a:t>
            </a:r>
            <a:endParaRPr sz="1400" b="0" i="0" u="none" strike="noStrike" cap="none">
              <a:solidFill>
                <a:srgbClr val="3F3F3F"/>
              </a:solidFill>
              <a:latin typeface="Arial"/>
              <a:ea typeface="Arial"/>
              <a:cs typeface="Arial"/>
              <a:sym typeface="Arial"/>
            </a:endParaRPr>
          </a:p>
        </p:txBody>
      </p:sp>
      <p:sp>
        <p:nvSpPr>
          <p:cNvPr id="711" name="Google Shape;711;p75"/>
          <p:cNvSpPr/>
          <p:nvPr/>
        </p:nvSpPr>
        <p:spPr>
          <a:xfrm>
            <a:off x="11382345" y="6963491"/>
            <a:ext cx="1096455" cy="18466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3F3F3F"/>
                </a:solidFill>
                <a:latin typeface="Open Sans"/>
                <a:ea typeface="Open Sans"/>
                <a:cs typeface="Open Sans"/>
                <a:sym typeface="Open Sans"/>
              </a:rPr>
              <a:t>Final (k, v) pairs</a:t>
            </a:r>
            <a:endParaRPr sz="1400" b="0" i="0" u="none" strike="noStrike" cap="none">
              <a:solidFill>
                <a:srgbClr val="3F3F3F"/>
              </a:solidFill>
              <a:latin typeface="Arial"/>
              <a:ea typeface="Arial"/>
              <a:cs typeface="Arial"/>
              <a:sym typeface="Arial"/>
            </a:endParaRPr>
          </a:p>
        </p:txBody>
      </p:sp>
      <p:sp>
        <p:nvSpPr>
          <p:cNvPr id="712" name="Google Shape;712;p75"/>
          <p:cNvSpPr/>
          <p:nvPr/>
        </p:nvSpPr>
        <p:spPr>
          <a:xfrm>
            <a:off x="10481202" y="5549423"/>
            <a:ext cx="1297957" cy="330802"/>
          </a:xfrm>
          <a:custGeom>
            <a:avLst/>
            <a:gdLst/>
            <a:ahLst/>
            <a:cxnLst/>
            <a:rect l="l" t="t" r="r" b="b"/>
            <a:pathLst>
              <a:path w="1755" h="850" extrusionOk="0">
                <a:moveTo>
                  <a:pt x="1623" y="0"/>
                </a:moveTo>
                <a:cubicBezTo>
                  <a:pt x="1696" y="0"/>
                  <a:pt x="1755" y="60"/>
                  <a:pt x="1755" y="133"/>
                </a:cubicBezTo>
                <a:cubicBezTo>
                  <a:pt x="1755" y="133"/>
                  <a:pt x="1755" y="133"/>
                  <a:pt x="1755" y="133"/>
                </a:cubicBezTo>
                <a:lnTo>
                  <a:pt x="1755" y="717"/>
                </a:lnTo>
                <a:cubicBezTo>
                  <a:pt x="1755" y="790"/>
                  <a:pt x="1696" y="850"/>
                  <a:pt x="1623" y="850"/>
                </a:cubicBezTo>
                <a:lnTo>
                  <a:pt x="133" y="850"/>
                </a:lnTo>
                <a:cubicBezTo>
                  <a:pt x="60" y="850"/>
                  <a:pt x="0" y="790"/>
                  <a:pt x="0" y="717"/>
                </a:cubicBezTo>
                <a:lnTo>
                  <a:pt x="0" y="133"/>
                </a:lnTo>
                <a:cubicBezTo>
                  <a:pt x="0" y="60"/>
                  <a:pt x="60" y="0"/>
                  <a:pt x="133" y="0"/>
                </a:cubicBezTo>
                <a:lnTo>
                  <a:pt x="1623" y="0"/>
                </a:lnTo>
                <a:close/>
              </a:path>
            </a:pathLst>
          </a:custGeom>
          <a:solidFill>
            <a:srgbClr val="C9C9C9"/>
          </a:solidFill>
          <a:ln w="9525" cap="flat" cmpd="sng">
            <a:solidFill>
              <a:srgbClr val="7B7B7B"/>
            </a:solidFill>
            <a:prstDash val="solid"/>
            <a:round/>
            <a:headEnd type="none" w="sm" len="sm"/>
            <a:tailEnd type="none" w="sm" len="sm"/>
          </a:ln>
        </p:spPr>
        <p:txBody>
          <a:bodyPr spcFirstLastPara="1" wrap="square" lIns="63475" tIns="31725" rIns="63475" bIns="317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3F3F3F"/>
                </a:solidFill>
                <a:latin typeface="Open Sans"/>
                <a:ea typeface="Open Sans"/>
                <a:cs typeface="Open Sans"/>
                <a:sym typeface="Open Sans"/>
              </a:rPr>
              <a:t>Partitioner</a:t>
            </a:r>
            <a:endParaRPr sz="1000" b="0" i="0" u="none" strike="noStrike" cap="none">
              <a:solidFill>
                <a:srgbClr val="3F3F3F"/>
              </a:solidFill>
              <a:latin typeface="Open Sans"/>
              <a:ea typeface="Open Sans"/>
              <a:cs typeface="Open Sans"/>
              <a:sym typeface="Open Sans"/>
            </a:endParaRPr>
          </a:p>
        </p:txBody>
      </p:sp>
      <p:grpSp>
        <p:nvGrpSpPr>
          <p:cNvPr id="713" name="Google Shape;713;p75"/>
          <p:cNvGrpSpPr/>
          <p:nvPr/>
        </p:nvGrpSpPr>
        <p:grpSpPr>
          <a:xfrm>
            <a:off x="11120017" y="3036487"/>
            <a:ext cx="2743137" cy="363353"/>
            <a:chOff x="3527558" y="2966558"/>
            <a:chExt cx="2452829" cy="432441"/>
          </a:xfrm>
        </p:grpSpPr>
        <p:cxnSp>
          <p:nvCxnSpPr>
            <p:cNvPr id="714" name="Google Shape;714;p75"/>
            <p:cNvCxnSpPr/>
            <p:nvPr/>
          </p:nvCxnSpPr>
          <p:spPr>
            <a:xfrm rot="10800000">
              <a:off x="3534282" y="2969524"/>
              <a:ext cx="0" cy="268911"/>
            </a:xfrm>
            <a:prstGeom prst="straightConnector1">
              <a:avLst/>
            </a:prstGeom>
            <a:noFill/>
            <a:ln w="19050" cap="flat" cmpd="sng">
              <a:solidFill>
                <a:schemeClr val="accent2"/>
              </a:solidFill>
              <a:prstDash val="solid"/>
              <a:round/>
              <a:headEnd type="stealth" w="med" len="med"/>
              <a:tailEnd type="none" w="sm" len="sm"/>
            </a:ln>
          </p:spPr>
        </p:cxnSp>
        <p:cxnSp>
          <p:nvCxnSpPr>
            <p:cNvPr id="715" name="Google Shape;715;p75"/>
            <p:cNvCxnSpPr/>
            <p:nvPr/>
          </p:nvCxnSpPr>
          <p:spPr>
            <a:xfrm rot="10800000">
              <a:off x="5980387" y="2966580"/>
              <a:ext cx="0" cy="432419"/>
            </a:xfrm>
            <a:prstGeom prst="straightConnector1">
              <a:avLst/>
            </a:prstGeom>
            <a:noFill/>
            <a:ln w="19050" cap="flat" cmpd="sng">
              <a:solidFill>
                <a:schemeClr val="accent2"/>
              </a:solidFill>
              <a:prstDash val="solid"/>
              <a:round/>
              <a:headEnd type="none" w="sm" len="sm"/>
              <a:tailEnd type="none" w="sm" len="sm"/>
            </a:ln>
          </p:spPr>
        </p:cxnSp>
        <p:cxnSp>
          <p:nvCxnSpPr>
            <p:cNvPr id="716" name="Google Shape;716;p75"/>
            <p:cNvCxnSpPr/>
            <p:nvPr/>
          </p:nvCxnSpPr>
          <p:spPr>
            <a:xfrm rot="10800000">
              <a:off x="3527558" y="2966558"/>
              <a:ext cx="2452829" cy="0"/>
            </a:xfrm>
            <a:prstGeom prst="straightConnector1">
              <a:avLst/>
            </a:prstGeom>
            <a:noFill/>
            <a:ln w="19050" cap="flat" cmpd="sng">
              <a:solidFill>
                <a:schemeClr val="accent2"/>
              </a:solidFill>
              <a:prstDash val="solid"/>
              <a:round/>
              <a:headEnd type="none" w="sm" len="sm"/>
              <a:tailEnd type="none" w="sm" len="sm"/>
            </a:ln>
          </p:spPr>
        </p:cxnSp>
      </p:grpSp>
      <p:cxnSp>
        <p:nvCxnSpPr>
          <p:cNvPr id="717" name="Google Shape;717;p75"/>
          <p:cNvCxnSpPr/>
          <p:nvPr/>
        </p:nvCxnSpPr>
        <p:spPr>
          <a:xfrm rot="10800000">
            <a:off x="11123732" y="3613936"/>
            <a:ext cx="0" cy="280506"/>
          </a:xfrm>
          <a:prstGeom prst="straightConnector1">
            <a:avLst/>
          </a:prstGeom>
          <a:noFill/>
          <a:ln w="19050" cap="flat" cmpd="sng">
            <a:solidFill>
              <a:schemeClr val="accent2"/>
            </a:solidFill>
            <a:prstDash val="solid"/>
            <a:round/>
            <a:headEnd type="stealth" w="med" len="med"/>
            <a:tailEnd type="none" w="sm" len="sm"/>
          </a:ln>
        </p:spPr>
      </p:cxnSp>
      <p:cxnSp>
        <p:nvCxnSpPr>
          <p:cNvPr id="718" name="Google Shape;718;p75"/>
          <p:cNvCxnSpPr/>
          <p:nvPr/>
        </p:nvCxnSpPr>
        <p:spPr>
          <a:xfrm rot="10800000">
            <a:off x="12118248" y="3613936"/>
            <a:ext cx="0" cy="280506"/>
          </a:xfrm>
          <a:prstGeom prst="straightConnector1">
            <a:avLst/>
          </a:prstGeom>
          <a:noFill/>
          <a:ln w="19050" cap="flat" cmpd="sng">
            <a:solidFill>
              <a:schemeClr val="accent2"/>
            </a:solidFill>
            <a:prstDash val="solid"/>
            <a:round/>
            <a:headEnd type="stealth" w="med" len="med"/>
            <a:tailEnd type="none" w="sm" len="sm"/>
          </a:ln>
        </p:spPr>
      </p:cxnSp>
      <p:cxnSp>
        <p:nvCxnSpPr>
          <p:cNvPr id="719" name="Google Shape;719;p75"/>
          <p:cNvCxnSpPr/>
          <p:nvPr/>
        </p:nvCxnSpPr>
        <p:spPr>
          <a:xfrm rot="10800000">
            <a:off x="10097655" y="3613936"/>
            <a:ext cx="0" cy="280506"/>
          </a:xfrm>
          <a:prstGeom prst="straightConnector1">
            <a:avLst/>
          </a:prstGeom>
          <a:noFill/>
          <a:ln w="19050" cap="flat" cmpd="sng">
            <a:solidFill>
              <a:schemeClr val="accent2"/>
            </a:solidFill>
            <a:prstDash val="solid"/>
            <a:round/>
            <a:headEnd type="stealth" w="med" len="med"/>
            <a:tailEnd type="none" w="sm" len="sm"/>
          </a:ln>
        </p:spPr>
      </p:cxnSp>
      <p:cxnSp>
        <p:nvCxnSpPr>
          <p:cNvPr id="720" name="Google Shape;720;p75"/>
          <p:cNvCxnSpPr/>
          <p:nvPr/>
        </p:nvCxnSpPr>
        <p:spPr>
          <a:xfrm rot="10800000">
            <a:off x="10222979" y="4105931"/>
            <a:ext cx="0" cy="280506"/>
          </a:xfrm>
          <a:prstGeom prst="straightConnector1">
            <a:avLst/>
          </a:prstGeom>
          <a:noFill/>
          <a:ln w="19050" cap="flat" cmpd="sng">
            <a:solidFill>
              <a:schemeClr val="accent2"/>
            </a:solidFill>
            <a:prstDash val="solid"/>
            <a:round/>
            <a:headEnd type="none" w="sm" len="sm"/>
            <a:tailEnd type="stealth" w="med" len="med"/>
          </a:ln>
        </p:spPr>
      </p:cxnSp>
      <p:cxnSp>
        <p:nvCxnSpPr>
          <p:cNvPr id="721" name="Google Shape;721;p75"/>
          <p:cNvCxnSpPr/>
          <p:nvPr/>
        </p:nvCxnSpPr>
        <p:spPr>
          <a:xfrm rot="10800000">
            <a:off x="12245390" y="4105931"/>
            <a:ext cx="0" cy="280506"/>
          </a:xfrm>
          <a:prstGeom prst="straightConnector1">
            <a:avLst/>
          </a:prstGeom>
          <a:noFill/>
          <a:ln w="19050" cap="flat" cmpd="sng">
            <a:solidFill>
              <a:schemeClr val="accent2"/>
            </a:solidFill>
            <a:prstDash val="solid"/>
            <a:round/>
            <a:headEnd type="none" w="sm" len="sm"/>
            <a:tailEnd type="stealth" w="med" len="med"/>
          </a:ln>
        </p:spPr>
      </p:cxnSp>
      <p:cxnSp>
        <p:nvCxnSpPr>
          <p:cNvPr id="722" name="Google Shape;722;p75"/>
          <p:cNvCxnSpPr/>
          <p:nvPr/>
        </p:nvCxnSpPr>
        <p:spPr>
          <a:xfrm rot="10800000">
            <a:off x="11235297" y="4105931"/>
            <a:ext cx="0" cy="280506"/>
          </a:xfrm>
          <a:prstGeom prst="straightConnector1">
            <a:avLst/>
          </a:prstGeom>
          <a:noFill/>
          <a:ln w="19050" cap="flat" cmpd="sng">
            <a:solidFill>
              <a:schemeClr val="accent2"/>
            </a:solidFill>
            <a:prstDash val="solid"/>
            <a:round/>
            <a:headEnd type="none" w="sm" len="sm"/>
            <a:tailEnd type="stealth" w="med" len="med"/>
          </a:ln>
        </p:spPr>
      </p:cxnSp>
      <p:cxnSp>
        <p:nvCxnSpPr>
          <p:cNvPr id="723" name="Google Shape;723;p75"/>
          <p:cNvCxnSpPr/>
          <p:nvPr/>
        </p:nvCxnSpPr>
        <p:spPr>
          <a:xfrm rot="10800000">
            <a:off x="9987374" y="4110876"/>
            <a:ext cx="0" cy="280506"/>
          </a:xfrm>
          <a:prstGeom prst="straightConnector1">
            <a:avLst/>
          </a:prstGeom>
          <a:noFill/>
          <a:ln w="19050" cap="flat" cmpd="sng">
            <a:solidFill>
              <a:schemeClr val="accent2"/>
            </a:solidFill>
            <a:prstDash val="solid"/>
            <a:round/>
            <a:headEnd type="stealth" w="med" len="med"/>
            <a:tailEnd type="none" w="sm" len="sm"/>
          </a:ln>
        </p:spPr>
      </p:cxnSp>
      <p:cxnSp>
        <p:nvCxnSpPr>
          <p:cNvPr id="724" name="Google Shape;724;p75"/>
          <p:cNvCxnSpPr/>
          <p:nvPr/>
        </p:nvCxnSpPr>
        <p:spPr>
          <a:xfrm rot="10800000">
            <a:off x="12009785" y="4110876"/>
            <a:ext cx="0" cy="280506"/>
          </a:xfrm>
          <a:prstGeom prst="straightConnector1">
            <a:avLst/>
          </a:prstGeom>
          <a:noFill/>
          <a:ln w="19050" cap="flat" cmpd="sng">
            <a:solidFill>
              <a:schemeClr val="accent2"/>
            </a:solidFill>
            <a:prstDash val="solid"/>
            <a:round/>
            <a:headEnd type="stealth" w="med" len="med"/>
            <a:tailEnd type="none" w="sm" len="sm"/>
          </a:ln>
        </p:spPr>
      </p:cxnSp>
      <p:cxnSp>
        <p:nvCxnSpPr>
          <p:cNvPr id="725" name="Google Shape;725;p75"/>
          <p:cNvCxnSpPr/>
          <p:nvPr/>
        </p:nvCxnSpPr>
        <p:spPr>
          <a:xfrm rot="10800000">
            <a:off x="10999693" y="4110876"/>
            <a:ext cx="0" cy="280506"/>
          </a:xfrm>
          <a:prstGeom prst="straightConnector1">
            <a:avLst/>
          </a:prstGeom>
          <a:noFill/>
          <a:ln w="19050" cap="flat" cmpd="sng">
            <a:solidFill>
              <a:schemeClr val="accent2"/>
            </a:solidFill>
            <a:prstDash val="solid"/>
            <a:round/>
            <a:headEnd type="stealth" w="med" len="med"/>
            <a:tailEnd type="none" w="sm" len="sm"/>
          </a:ln>
        </p:spPr>
      </p:cxnSp>
      <p:cxnSp>
        <p:nvCxnSpPr>
          <p:cNvPr id="726" name="Google Shape;726;p75"/>
          <p:cNvCxnSpPr/>
          <p:nvPr/>
        </p:nvCxnSpPr>
        <p:spPr>
          <a:xfrm rot="10800000">
            <a:off x="11123732" y="4604625"/>
            <a:ext cx="0" cy="266892"/>
          </a:xfrm>
          <a:prstGeom prst="straightConnector1">
            <a:avLst/>
          </a:prstGeom>
          <a:noFill/>
          <a:ln w="19050" cap="flat" cmpd="sng">
            <a:solidFill>
              <a:schemeClr val="accent2"/>
            </a:solidFill>
            <a:prstDash val="solid"/>
            <a:round/>
            <a:headEnd type="stealth" w="med" len="med"/>
            <a:tailEnd type="none" w="sm" len="sm"/>
          </a:ln>
        </p:spPr>
      </p:cxnSp>
      <p:cxnSp>
        <p:nvCxnSpPr>
          <p:cNvPr id="727" name="Google Shape;727;p75"/>
          <p:cNvCxnSpPr/>
          <p:nvPr/>
        </p:nvCxnSpPr>
        <p:spPr>
          <a:xfrm rot="10800000">
            <a:off x="12113736" y="4604625"/>
            <a:ext cx="0" cy="266892"/>
          </a:xfrm>
          <a:prstGeom prst="straightConnector1">
            <a:avLst/>
          </a:prstGeom>
          <a:noFill/>
          <a:ln w="19050" cap="flat" cmpd="sng">
            <a:solidFill>
              <a:schemeClr val="accent2"/>
            </a:solidFill>
            <a:prstDash val="solid"/>
            <a:round/>
            <a:headEnd type="stealth" w="med" len="med"/>
            <a:tailEnd type="none" w="sm" len="sm"/>
          </a:ln>
        </p:spPr>
      </p:cxnSp>
      <p:cxnSp>
        <p:nvCxnSpPr>
          <p:cNvPr id="728" name="Google Shape;728;p75"/>
          <p:cNvCxnSpPr/>
          <p:nvPr/>
        </p:nvCxnSpPr>
        <p:spPr>
          <a:xfrm rot="10800000">
            <a:off x="10097655" y="4604625"/>
            <a:ext cx="0" cy="266892"/>
          </a:xfrm>
          <a:prstGeom prst="straightConnector1">
            <a:avLst/>
          </a:prstGeom>
          <a:noFill/>
          <a:ln w="19050" cap="flat" cmpd="sng">
            <a:solidFill>
              <a:schemeClr val="accent2"/>
            </a:solidFill>
            <a:prstDash val="solid"/>
            <a:round/>
            <a:headEnd type="stealth" w="med" len="med"/>
            <a:tailEnd type="none" w="sm" len="sm"/>
          </a:ln>
        </p:spPr>
      </p:cxnSp>
      <p:cxnSp>
        <p:nvCxnSpPr>
          <p:cNvPr id="729" name="Google Shape;729;p75"/>
          <p:cNvCxnSpPr/>
          <p:nvPr/>
        </p:nvCxnSpPr>
        <p:spPr>
          <a:xfrm rot="10800000">
            <a:off x="10222979" y="5153987"/>
            <a:ext cx="776714" cy="370876"/>
          </a:xfrm>
          <a:prstGeom prst="straightConnector1">
            <a:avLst/>
          </a:prstGeom>
          <a:noFill/>
          <a:ln w="19050" cap="flat" cmpd="sng">
            <a:solidFill>
              <a:schemeClr val="accent2"/>
            </a:solidFill>
            <a:prstDash val="solid"/>
            <a:round/>
            <a:headEnd type="stealth" w="med" len="med"/>
            <a:tailEnd type="none" w="sm" len="sm"/>
          </a:ln>
        </p:spPr>
      </p:cxnSp>
      <p:cxnSp>
        <p:nvCxnSpPr>
          <p:cNvPr id="730" name="Google Shape;730;p75"/>
          <p:cNvCxnSpPr/>
          <p:nvPr/>
        </p:nvCxnSpPr>
        <p:spPr>
          <a:xfrm rot="10800000" flipH="1">
            <a:off x="11288599" y="5157832"/>
            <a:ext cx="776714" cy="370876"/>
          </a:xfrm>
          <a:prstGeom prst="straightConnector1">
            <a:avLst/>
          </a:prstGeom>
          <a:noFill/>
          <a:ln w="19050" cap="flat" cmpd="sng">
            <a:solidFill>
              <a:schemeClr val="accent2"/>
            </a:solidFill>
            <a:prstDash val="solid"/>
            <a:round/>
            <a:headEnd type="stealth" w="med" len="med"/>
            <a:tailEnd type="none" w="sm" len="sm"/>
          </a:ln>
        </p:spPr>
      </p:cxnSp>
      <p:cxnSp>
        <p:nvCxnSpPr>
          <p:cNvPr id="731" name="Google Shape;731;p75"/>
          <p:cNvCxnSpPr/>
          <p:nvPr/>
        </p:nvCxnSpPr>
        <p:spPr>
          <a:xfrm rot="10800000">
            <a:off x="11130179" y="5143471"/>
            <a:ext cx="0" cy="390726"/>
          </a:xfrm>
          <a:prstGeom prst="straightConnector1">
            <a:avLst/>
          </a:prstGeom>
          <a:noFill/>
          <a:ln w="19050" cap="flat" cmpd="sng">
            <a:solidFill>
              <a:schemeClr val="accent2"/>
            </a:solidFill>
            <a:prstDash val="solid"/>
            <a:round/>
            <a:headEnd type="stealth" w="med" len="med"/>
            <a:tailEnd type="none" w="sm" len="sm"/>
          </a:ln>
        </p:spPr>
      </p:cxnSp>
      <p:cxnSp>
        <p:nvCxnSpPr>
          <p:cNvPr id="732" name="Google Shape;732;p75"/>
          <p:cNvCxnSpPr/>
          <p:nvPr/>
        </p:nvCxnSpPr>
        <p:spPr>
          <a:xfrm rot="10800000">
            <a:off x="11123697" y="5889540"/>
            <a:ext cx="0" cy="247486"/>
          </a:xfrm>
          <a:prstGeom prst="straightConnector1">
            <a:avLst/>
          </a:prstGeom>
          <a:noFill/>
          <a:ln w="19050" cap="flat" cmpd="sng">
            <a:solidFill>
              <a:schemeClr val="accent2"/>
            </a:solidFill>
            <a:prstDash val="solid"/>
            <a:round/>
            <a:headEnd type="stealth" w="med" len="med"/>
            <a:tailEnd type="none" w="sm" len="sm"/>
          </a:ln>
        </p:spPr>
      </p:cxnSp>
      <p:cxnSp>
        <p:nvCxnSpPr>
          <p:cNvPr id="733" name="Google Shape;733;p75"/>
          <p:cNvCxnSpPr/>
          <p:nvPr/>
        </p:nvCxnSpPr>
        <p:spPr>
          <a:xfrm rot="10800000">
            <a:off x="11123697" y="6426872"/>
            <a:ext cx="0" cy="196554"/>
          </a:xfrm>
          <a:prstGeom prst="straightConnector1">
            <a:avLst/>
          </a:prstGeom>
          <a:noFill/>
          <a:ln w="19050" cap="flat" cmpd="sng">
            <a:solidFill>
              <a:schemeClr val="accent2"/>
            </a:solidFill>
            <a:prstDash val="solid"/>
            <a:round/>
            <a:headEnd type="stealth" w="med" len="med"/>
            <a:tailEnd type="none" w="sm" len="sm"/>
          </a:ln>
        </p:spPr>
      </p:cxnSp>
      <p:cxnSp>
        <p:nvCxnSpPr>
          <p:cNvPr id="734" name="Google Shape;734;p75"/>
          <p:cNvCxnSpPr/>
          <p:nvPr/>
        </p:nvCxnSpPr>
        <p:spPr>
          <a:xfrm rot="10800000">
            <a:off x="11123697" y="6926769"/>
            <a:ext cx="0" cy="348141"/>
          </a:xfrm>
          <a:prstGeom prst="straightConnector1">
            <a:avLst/>
          </a:prstGeom>
          <a:noFill/>
          <a:ln w="19050" cap="flat" cmpd="sng">
            <a:solidFill>
              <a:schemeClr val="accent2"/>
            </a:solidFill>
            <a:prstDash val="solid"/>
            <a:round/>
            <a:headEnd type="stealth" w="med" len="med"/>
            <a:tailEnd type="none" w="sm" len="sm"/>
          </a:ln>
        </p:spPr>
      </p:cxnSp>
      <p:grpSp>
        <p:nvGrpSpPr>
          <p:cNvPr id="735" name="Google Shape;735;p75"/>
          <p:cNvGrpSpPr/>
          <p:nvPr/>
        </p:nvGrpSpPr>
        <p:grpSpPr>
          <a:xfrm>
            <a:off x="11140474" y="4414202"/>
            <a:ext cx="2758612" cy="3309260"/>
            <a:chOff x="612921" y="-1042673"/>
            <a:chExt cx="2466666" cy="3938481"/>
          </a:xfrm>
        </p:grpSpPr>
        <p:cxnSp>
          <p:nvCxnSpPr>
            <p:cNvPr id="736" name="Google Shape;736;p75"/>
            <p:cNvCxnSpPr/>
            <p:nvPr/>
          </p:nvCxnSpPr>
          <p:spPr>
            <a:xfrm rot="10800000" flipH="1">
              <a:off x="3074364" y="-1042673"/>
              <a:ext cx="5223" cy="3918887"/>
            </a:xfrm>
            <a:prstGeom prst="straightConnector1">
              <a:avLst/>
            </a:prstGeom>
            <a:noFill/>
            <a:ln w="19050" cap="flat" cmpd="sng">
              <a:solidFill>
                <a:schemeClr val="accent2"/>
              </a:solidFill>
              <a:prstDash val="solid"/>
              <a:round/>
              <a:headEnd type="none" w="sm" len="sm"/>
              <a:tailEnd type="stealth" w="med" len="med"/>
            </a:ln>
          </p:spPr>
        </p:cxnSp>
        <p:cxnSp>
          <p:nvCxnSpPr>
            <p:cNvPr id="737" name="Google Shape;737;p75"/>
            <p:cNvCxnSpPr/>
            <p:nvPr/>
          </p:nvCxnSpPr>
          <p:spPr>
            <a:xfrm rot="10800000">
              <a:off x="612921" y="2713442"/>
              <a:ext cx="0" cy="173025"/>
            </a:xfrm>
            <a:prstGeom prst="straightConnector1">
              <a:avLst/>
            </a:prstGeom>
            <a:noFill/>
            <a:ln w="19050" cap="flat" cmpd="sng">
              <a:solidFill>
                <a:schemeClr val="accent2"/>
              </a:solidFill>
              <a:prstDash val="solid"/>
              <a:round/>
              <a:headEnd type="none" w="sm" len="sm"/>
              <a:tailEnd type="none" w="sm" len="sm"/>
            </a:ln>
          </p:spPr>
        </p:cxnSp>
        <p:cxnSp>
          <p:nvCxnSpPr>
            <p:cNvPr id="738" name="Google Shape;738;p75"/>
            <p:cNvCxnSpPr/>
            <p:nvPr/>
          </p:nvCxnSpPr>
          <p:spPr>
            <a:xfrm flipH="1">
              <a:off x="612921" y="2879179"/>
              <a:ext cx="2461443" cy="16629"/>
            </a:xfrm>
            <a:prstGeom prst="straightConnector1">
              <a:avLst/>
            </a:prstGeom>
            <a:noFill/>
            <a:ln w="19050" cap="flat" cmpd="sng">
              <a:solidFill>
                <a:schemeClr val="accent2"/>
              </a:solidFill>
              <a:prstDash val="solid"/>
              <a:round/>
              <a:headEnd type="none" w="sm" len="sm"/>
              <a:tailEnd type="none" w="sm" len="sm"/>
            </a:ln>
          </p:spPr>
        </p:cxnSp>
      </p:grpSp>
      <p:cxnSp>
        <p:nvCxnSpPr>
          <p:cNvPr id="739" name="Google Shape;739;p75"/>
          <p:cNvCxnSpPr/>
          <p:nvPr/>
        </p:nvCxnSpPr>
        <p:spPr>
          <a:xfrm>
            <a:off x="5345663" y="5947340"/>
            <a:ext cx="5654038" cy="147229"/>
          </a:xfrm>
          <a:prstGeom prst="straightConnector1">
            <a:avLst/>
          </a:prstGeom>
          <a:noFill/>
          <a:ln w="19050" cap="flat" cmpd="sng">
            <a:solidFill>
              <a:schemeClr val="accent6"/>
            </a:solidFill>
            <a:prstDash val="solid"/>
            <a:round/>
            <a:headEnd type="none" w="sm" len="sm"/>
            <a:tailEnd type="stealth" w="med" len="med"/>
          </a:ln>
        </p:spPr>
      </p:cxnSp>
      <p:cxnSp>
        <p:nvCxnSpPr>
          <p:cNvPr id="740" name="Google Shape;740;p75"/>
          <p:cNvCxnSpPr/>
          <p:nvPr/>
        </p:nvCxnSpPr>
        <p:spPr>
          <a:xfrm rot="10800000" flipH="1">
            <a:off x="5285079" y="5947340"/>
            <a:ext cx="5714622" cy="168319"/>
          </a:xfrm>
          <a:prstGeom prst="straightConnector1">
            <a:avLst/>
          </a:prstGeom>
          <a:noFill/>
          <a:ln w="19050" cap="flat" cmpd="sng">
            <a:solidFill>
              <a:schemeClr val="accent6"/>
            </a:solidFill>
            <a:prstDash val="solid"/>
            <a:round/>
            <a:headEnd type="stealth" w="med" len="med"/>
            <a:tailEnd type="none" w="sm" len="sm"/>
          </a:ln>
        </p:spPr>
      </p:cxnSp>
      <p:sp>
        <p:nvSpPr>
          <p:cNvPr id="741" name="Google Shape;741;p75"/>
          <p:cNvSpPr/>
          <p:nvPr/>
        </p:nvSpPr>
        <p:spPr>
          <a:xfrm>
            <a:off x="4668394" y="5622160"/>
            <a:ext cx="1022334" cy="15388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3F3F3F"/>
                </a:solidFill>
                <a:latin typeface="Open Sans"/>
                <a:ea typeface="Open Sans"/>
                <a:cs typeface="Open Sans"/>
                <a:sym typeface="Open Sans"/>
              </a:rPr>
              <a:t>Partitioner</a:t>
            </a:r>
            <a:endParaRPr sz="1000" b="0" i="0" u="none" strike="noStrike" cap="none">
              <a:solidFill>
                <a:srgbClr val="3F3F3F"/>
              </a:solidFill>
              <a:latin typeface="Open Sans"/>
              <a:ea typeface="Open Sans"/>
              <a:cs typeface="Open Sans"/>
              <a:sym typeface="Open Sans"/>
            </a:endParaRPr>
          </a:p>
        </p:txBody>
      </p:sp>
      <p:sp>
        <p:nvSpPr>
          <p:cNvPr id="742" name="Google Shape;742;p75"/>
          <p:cNvSpPr/>
          <p:nvPr/>
        </p:nvSpPr>
        <p:spPr>
          <a:xfrm>
            <a:off x="12636502" y="4447821"/>
            <a:ext cx="1345828" cy="18466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3F3F3F"/>
                </a:solidFill>
                <a:latin typeface="Open Sans"/>
                <a:ea typeface="Open Sans"/>
                <a:cs typeface="Open Sans"/>
                <a:sym typeface="Open Sans"/>
              </a:rPr>
              <a:t>RecordReaders</a:t>
            </a:r>
            <a:endParaRPr sz="1400" b="0" i="0" u="none" strike="noStrike" cap="none">
              <a:solidFill>
                <a:srgbClr val="3F3F3F"/>
              </a:solidFill>
              <a:latin typeface="Arial"/>
              <a:ea typeface="Arial"/>
              <a:cs typeface="Arial"/>
              <a:sym typeface="Arial"/>
            </a:endParaRPr>
          </a:p>
        </p:txBody>
      </p:sp>
      <p:sp>
        <p:nvSpPr>
          <p:cNvPr id="743" name="Google Shape;743;p75"/>
          <p:cNvSpPr/>
          <p:nvPr/>
        </p:nvSpPr>
        <p:spPr>
          <a:xfrm>
            <a:off x="7201670" y="5292752"/>
            <a:ext cx="1979626" cy="18466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1" u="none" strike="noStrike" cap="none">
                <a:solidFill>
                  <a:srgbClr val="3F3F3F"/>
                </a:solidFill>
                <a:latin typeface="Open Sans"/>
                <a:ea typeface="Open Sans"/>
                <a:cs typeface="Open Sans"/>
                <a:sym typeface="Open Sans"/>
              </a:rPr>
              <a:t>Shuffling</a:t>
            </a:r>
            <a:r>
              <a:rPr lang="en-US" sz="1200" b="0" i="0" u="none" strike="noStrike" cap="none">
                <a:solidFill>
                  <a:srgbClr val="3F3F3F"/>
                </a:solidFill>
                <a:latin typeface="Open Sans"/>
                <a:ea typeface="Open Sans"/>
                <a:cs typeface="Open Sans"/>
                <a:sym typeface="Open Sans"/>
              </a:rPr>
              <a:t> process</a:t>
            </a:r>
            <a:endParaRPr sz="1400" b="0" i="0" u="none" strike="noStrike" cap="none">
              <a:solidFill>
                <a:srgbClr val="3F3F3F"/>
              </a:solidFill>
              <a:latin typeface="Arial"/>
              <a:ea typeface="Arial"/>
              <a:cs typeface="Arial"/>
              <a:sym typeface="Arial"/>
            </a:endParaRPr>
          </a:p>
        </p:txBody>
      </p:sp>
      <p:sp>
        <p:nvSpPr>
          <p:cNvPr id="744" name="Google Shape;744;p75"/>
          <p:cNvSpPr txBox="1"/>
          <p:nvPr/>
        </p:nvSpPr>
        <p:spPr>
          <a:xfrm>
            <a:off x="3503369" y="1446320"/>
            <a:ext cx="9249262" cy="430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Here is a diagram representing a two-node distributed environment.</a:t>
            </a:r>
            <a:endParaRPr/>
          </a:p>
        </p:txBody>
      </p:sp>
      <p:sp>
        <p:nvSpPr>
          <p:cNvPr id="3" name="Brandline_LVC">
            <a:extLst>
              <a:ext uri="{FF2B5EF4-FFF2-40B4-BE49-F238E27FC236}">
                <a16:creationId xmlns:a16="http://schemas.microsoft.com/office/drawing/2014/main" id="{75D32ECA-D856-584B-0CCF-AB41143AAF37}"/>
              </a:ext>
            </a:extLst>
          </p:cNvPr>
          <p:cNvSpPr/>
          <p:nvPr/>
        </p:nvSpPr>
        <p:spPr>
          <a:xfrm>
            <a:off x="2438400" y="816324"/>
            <a:ext cx="1138047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48"/>
        <p:cNvGrpSpPr/>
        <p:nvPr/>
      </p:nvGrpSpPr>
      <p:grpSpPr>
        <a:xfrm>
          <a:off x="0" y="0"/>
          <a:ext cx="0" cy="0"/>
          <a:chOff x="0" y="0"/>
          <a:chExt cx="0" cy="0"/>
        </a:xfrm>
      </p:grpSpPr>
      <p:sp>
        <p:nvSpPr>
          <p:cNvPr id="749" name="Google Shape;749;p76"/>
          <p:cNvSpPr txBox="1">
            <a:spLocks noGrp="1"/>
          </p:cNvSpPr>
          <p:nvPr>
            <p:ph type="body" idx="10"/>
          </p:nvPr>
        </p:nvSpPr>
        <p:spPr>
          <a:xfrm>
            <a:off x="0" y="4114800"/>
            <a:ext cx="16256001" cy="914400"/>
          </a:xfrm>
          <a:noFill/>
          <a:ln>
            <a:noFill/>
          </a:ln>
        </p:spPr>
        <p:txBody>
          <a:bodyPr spcFirstLastPara="1" wrap="square" lIns="91425" tIns="45700" rIns="91425" bIns="45700" anchor="ctr" anchorCtr="0">
            <a:normAutofit/>
          </a:bodyPr>
          <a:lstStyle/>
          <a:p>
            <a:pPr lvl="0"/>
            <a:r>
              <a:rPr lang="en-US">
                <a:sym typeface="Open Sans"/>
              </a:rPr>
              <a:t>MapReduce Jobs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p77"/>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None/>
            </a:pPr>
            <a:r>
              <a:rPr lang="en-US" sz="2800" b="1" dirty="0">
                <a:solidFill>
                  <a:srgbClr val="3F3F3F"/>
                </a:solidFill>
                <a:latin typeface="Open Sans"/>
                <a:ea typeface="Open Sans"/>
                <a:cs typeface="Open Sans"/>
                <a:sym typeface="Open Sans"/>
              </a:rPr>
              <a:t>MapReduce Jobs</a:t>
            </a:r>
            <a:endParaRPr sz="2800" b="1" dirty="0">
              <a:solidFill>
                <a:srgbClr val="3F3F3F"/>
              </a:solidFill>
              <a:latin typeface="Open Sans"/>
              <a:ea typeface="Open Sans"/>
              <a:cs typeface="Open Sans"/>
              <a:sym typeface="Open Sans"/>
            </a:endParaRPr>
          </a:p>
        </p:txBody>
      </p:sp>
      <p:pic>
        <p:nvPicPr>
          <p:cNvPr id="756" name="Google Shape;756;p77" descr="Image result for mapreduce logo"/>
          <p:cNvPicPr preferRelativeResize="0"/>
          <p:nvPr/>
        </p:nvPicPr>
        <p:blipFill rotWithShape="1">
          <a:blip r:embed="rId3">
            <a:alphaModFix/>
          </a:blip>
          <a:srcRect/>
          <a:stretch/>
        </p:blipFill>
        <p:spPr>
          <a:xfrm>
            <a:off x="6344634" y="4932331"/>
            <a:ext cx="3566732" cy="1092312"/>
          </a:xfrm>
          <a:prstGeom prst="rect">
            <a:avLst/>
          </a:prstGeom>
          <a:noFill/>
          <a:ln>
            <a:noFill/>
          </a:ln>
        </p:spPr>
      </p:pic>
      <p:sp>
        <p:nvSpPr>
          <p:cNvPr id="757" name="Google Shape;757;p77"/>
          <p:cNvSpPr/>
          <p:nvPr/>
        </p:nvSpPr>
        <p:spPr>
          <a:xfrm>
            <a:off x="11997184" y="3682913"/>
            <a:ext cx="2518297" cy="43084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200" b="0" i="0" u="none" strike="noStrike" cap="none" dirty="0" err="1">
                <a:solidFill>
                  <a:srgbClr val="3F3F3F"/>
                </a:solidFill>
                <a:latin typeface="Open Sans"/>
                <a:ea typeface="Open Sans"/>
                <a:cs typeface="Open Sans"/>
                <a:sym typeface="Open Sans"/>
              </a:rPr>
              <a:t>NodeManager</a:t>
            </a:r>
            <a:endParaRPr sz="2200" b="0" i="0" u="none" strike="noStrike" cap="none" dirty="0">
              <a:solidFill>
                <a:srgbClr val="3F3F3F"/>
              </a:solidFill>
              <a:latin typeface="Arial"/>
              <a:ea typeface="Arial"/>
              <a:cs typeface="Arial"/>
              <a:sym typeface="Arial"/>
            </a:endParaRPr>
          </a:p>
        </p:txBody>
      </p:sp>
      <p:sp>
        <p:nvSpPr>
          <p:cNvPr id="758" name="Google Shape;758;p77"/>
          <p:cNvSpPr/>
          <p:nvPr/>
        </p:nvSpPr>
        <p:spPr>
          <a:xfrm>
            <a:off x="1726734" y="3655128"/>
            <a:ext cx="3056340" cy="43084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200" b="0" i="0" u="none" strike="noStrike" cap="none" dirty="0" err="1">
                <a:solidFill>
                  <a:srgbClr val="3F3F3F"/>
                </a:solidFill>
                <a:latin typeface="Open Sans"/>
                <a:ea typeface="Open Sans"/>
                <a:cs typeface="Open Sans"/>
                <a:sym typeface="Open Sans"/>
              </a:rPr>
              <a:t>ApplicationMaster</a:t>
            </a:r>
            <a:r>
              <a:rPr lang="en-US" sz="2200" b="0" i="0" u="none" strike="noStrike" cap="none" dirty="0">
                <a:solidFill>
                  <a:srgbClr val="3F3F3F"/>
                </a:solidFill>
                <a:latin typeface="Open Sans"/>
                <a:ea typeface="Open Sans"/>
                <a:cs typeface="Open Sans"/>
                <a:sym typeface="Open Sans"/>
              </a:rPr>
              <a:t> </a:t>
            </a:r>
            <a:endParaRPr sz="2200" b="0" i="0" u="none" strike="noStrike" cap="none" dirty="0">
              <a:solidFill>
                <a:srgbClr val="3F3F3F"/>
              </a:solidFill>
              <a:latin typeface="Arial"/>
              <a:ea typeface="Arial"/>
              <a:cs typeface="Arial"/>
              <a:sym typeface="Arial"/>
            </a:endParaRPr>
          </a:p>
        </p:txBody>
      </p:sp>
      <p:sp>
        <p:nvSpPr>
          <p:cNvPr id="759" name="Google Shape;759;p77"/>
          <p:cNvSpPr/>
          <p:nvPr/>
        </p:nvSpPr>
        <p:spPr>
          <a:xfrm>
            <a:off x="4561156" y="2497958"/>
            <a:ext cx="7133689" cy="431386"/>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200" b="0" i="0" u="none" strike="noStrike" cap="none">
                <a:solidFill>
                  <a:srgbClr val="3F3F3F"/>
                </a:solidFill>
                <a:latin typeface="Open Sans"/>
                <a:ea typeface="Open Sans"/>
                <a:cs typeface="Open Sans"/>
                <a:sym typeface="Open Sans"/>
              </a:rPr>
              <a:t>ApplicationMaster and NodeManager functions:</a:t>
            </a:r>
            <a:endParaRPr sz="2200" b="0" i="0" u="none" strike="noStrike" cap="none">
              <a:solidFill>
                <a:srgbClr val="3F3F3F"/>
              </a:solidFill>
              <a:latin typeface="Arial"/>
              <a:ea typeface="Arial"/>
              <a:cs typeface="Arial"/>
              <a:sym typeface="Arial"/>
            </a:endParaRPr>
          </a:p>
        </p:txBody>
      </p:sp>
      <p:sp>
        <p:nvSpPr>
          <p:cNvPr id="760" name="Google Shape;760;p77"/>
          <p:cNvSpPr/>
          <p:nvPr/>
        </p:nvSpPr>
        <p:spPr>
          <a:xfrm>
            <a:off x="10929776" y="4217260"/>
            <a:ext cx="4311882" cy="3229098"/>
          </a:xfrm>
          <a:prstGeom prst="roundRect">
            <a:avLst>
              <a:gd name="adj" fmla="val 8703"/>
            </a:avLst>
          </a:prstGeom>
          <a:solidFill>
            <a:srgbClr val="DDEAF6"/>
          </a:solidFill>
          <a:ln w="38100" cap="flat" cmpd="sng">
            <a:solidFill>
              <a:srgbClr val="BBD6E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761" name="Google Shape;761;p77"/>
          <p:cNvSpPr txBox="1"/>
          <p:nvPr/>
        </p:nvSpPr>
        <p:spPr>
          <a:xfrm>
            <a:off x="11061875" y="4398023"/>
            <a:ext cx="4050849" cy="2462172"/>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3F3F3F"/>
              </a:buClr>
              <a:buSzPts val="2750"/>
              <a:buFont typeface="Arial"/>
              <a:buChar char="•"/>
            </a:pPr>
            <a:r>
              <a:rPr lang="en-US" sz="2200" b="0" i="0" u="none" strike="noStrike" cap="none" dirty="0">
                <a:solidFill>
                  <a:srgbClr val="3F3F3F"/>
                </a:solidFill>
                <a:latin typeface="Open Sans"/>
                <a:ea typeface="Open Sans"/>
                <a:cs typeface="Open Sans"/>
                <a:sym typeface="Open Sans"/>
              </a:rPr>
              <a:t>Has many dynamic resource containers</a:t>
            </a:r>
            <a:endParaRPr dirty="0"/>
          </a:p>
          <a:p>
            <a:pPr marL="0" marR="0" lvl="0" indent="0" algn="l" rtl="0">
              <a:lnSpc>
                <a:spcPct val="100000"/>
              </a:lnSpc>
              <a:spcBef>
                <a:spcPts val="0"/>
              </a:spcBef>
              <a:spcAft>
                <a:spcPts val="0"/>
              </a:spcAft>
              <a:buNone/>
            </a:pPr>
            <a:endParaRPr sz="2200" b="0" i="0" u="none" strike="noStrike" cap="none" dirty="0">
              <a:solidFill>
                <a:srgbClr val="3F3F3F"/>
              </a:solidFill>
              <a:latin typeface="Arial"/>
              <a:ea typeface="Arial"/>
              <a:cs typeface="Arial"/>
              <a:sym typeface="Arial"/>
            </a:endParaRPr>
          </a:p>
          <a:p>
            <a:pPr marL="342900" marR="0" lvl="0" indent="-342900" algn="l" rtl="0">
              <a:lnSpc>
                <a:spcPct val="100000"/>
              </a:lnSpc>
              <a:spcBef>
                <a:spcPts val="0"/>
              </a:spcBef>
              <a:spcAft>
                <a:spcPts val="0"/>
              </a:spcAft>
              <a:buClr>
                <a:srgbClr val="3F3F3F"/>
              </a:buClr>
              <a:buSzPts val="2750"/>
              <a:buFont typeface="Arial"/>
              <a:buChar char="•"/>
            </a:pPr>
            <a:r>
              <a:rPr lang="en-US" sz="2200" b="0" i="0" u="none" strike="noStrike" cap="none" dirty="0">
                <a:solidFill>
                  <a:srgbClr val="3F3F3F"/>
                </a:solidFill>
                <a:latin typeface="Open Sans"/>
                <a:ea typeface="Open Sans"/>
                <a:cs typeface="Open Sans"/>
                <a:sym typeface="Open Sans"/>
              </a:rPr>
              <a:t>Executes each active map or reduce task regularly with the </a:t>
            </a:r>
            <a:r>
              <a:rPr lang="en-US" sz="2200" b="0" i="0" u="none" strike="noStrike" cap="none" dirty="0" err="1">
                <a:solidFill>
                  <a:srgbClr val="3F3F3F"/>
                </a:solidFill>
                <a:latin typeface="Open Sans"/>
                <a:ea typeface="Open Sans"/>
                <a:cs typeface="Open Sans"/>
                <a:sym typeface="Open Sans"/>
              </a:rPr>
              <a:t>ApplicationMaster</a:t>
            </a:r>
            <a:endParaRPr sz="2200" b="0" i="0" u="none" strike="noStrike" cap="none" dirty="0">
              <a:solidFill>
                <a:srgbClr val="3F3F3F"/>
              </a:solidFill>
              <a:latin typeface="Arial"/>
              <a:ea typeface="Arial"/>
              <a:cs typeface="Arial"/>
              <a:sym typeface="Arial"/>
            </a:endParaRPr>
          </a:p>
          <a:p>
            <a:pPr marL="342900" marR="0" lvl="0" indent="-215900" algn="l" rtl="0">
              <a:lnSpc>
                <a:spcPct val="100000"/>
              </a:lnSpc>
              <a:spcBef>
                <a:spcPts val="0"/>
              </a:spcBef>
              <a:spcAft>
                <a:spcPts val="0"/>
              </a:spcAft>
              <a:buClr>
                <a:schemeClr val="dk1"/>
              </a:buClr>
              <a:buSzPts val="2000"/>
              <a:buFont typeface="Arial"/>
              <a:buNone/>
            </a:pPr>
            <a:endParaRPr sz="2200" b="0" i="0" u="none" strike="noStrike" cap="none" dirty="0">
              <a:solidFill>
                <a:srgbClr val="3F3F3F"/>
              </a:solidFill>
              <a:latin typeface="Open Sans"/>
              <a:ea typeface="Open Sans"/>
              <a:cs typeface="Open Sans"/>
              <a:sym typeface="Open Sans"/>
            </a:endParaRPr>
          </a:p>
        </p:txBody>
      </p:sp>
      <p:sp>
        <p:nvSpPr>
          <p:cNvPr id="762" name="Google Shape;762;p77"/>
          <p:cNvSpPr/>
          <p:nvPr/>
        </p:nvSpPr>
        <p:spPr>
          <a:xfrm>
            <a:off x="1012760" y="4183837"/>
            <a:ext cx="4311882" cy="3229098"/>
          </a:xfrm>
          <a:prstGeom prst="roundRect">
            <a:avLst>
              <a:gd name="adj" fmla="val 8703"/>
            </a:avLst>
          </a:prstGeom>
          <a:solidFill>
            <a:srgbClr val="DDEAF6"/>
          </a:solidFill>
          <a:ln w="38100" cap="flat" cmpd="sng">
            <a:solidFill>
              <a:srgbClr val="BBD6EF"/>
            </a:solidFill>
            <a:prstDash val="solid"/>
            <a:round/>
            <a:headEnd type="none" w="sm" len="sm"/>
            <a:tailEnd type="none" w="sm" len="sm"/>
          </a:ln>
          <a:effectLst>
            <a:outerShdw blurRad="40000" dist="20000" dir="5400000" rotWithShape="0">
              <a:srgbClr val="000000">
                <a:alpha val="3686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763" name="Google Shape;763;p77"/>
          <p:cNvSpPr txBox="1"/>
          <p:nvPr/>
        </p:nvSpPr>
        <p:spPr>
          <a:xfrm>
            <a:off x="1009164" y="4301019"/>
            <a:ext cx="4489428" cy="2800726"/>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3F3F3F"/>
              </a:buClr>
              <a:buSzPts val="2750"/>
              <a:buFont typeface="Arial"/>
              <a:buChar char="•"/>
            </a:pPr>
            <a:r>
              <a:rPr lang="en-US" sz="2200" b="0" i="0" u="none" strike="noStrike" cap="none" dirty="0">
                <a:solidFill>
                  <a:srgbClr val="3F3F3F"/>
                </a:solidFill>
                <a:latin typeface="Open Sans"/>
                <a:ea typeface="Open Sans"/>
                <a:cs typeface="Open Sans"/>
                <a:sym typeface="Open Sans"/>
              </a:rPr>
              <a:t>Is responsible for the execution of a single application or MapReduce job</a:t>
            </a:r>
            <a:endParaRPr dirty="0"/>
          </a:p>
          <a:p>
            <a:pPr marL="0" marR="0" lvl="0" indent="0" algn="l" rtl="0">
              <a:lnSpc>
                <a:spcPct val="100000"/>
              </a:lnSpc>
              <a:spcBef>
                <a:spcPts val="0"/>
              </a:spcBef>
              <a:spcAft>
                <a:spcPts val="0"/>
              </a:spcAft>
              <a:buNone/>
            </a:pPr>
            <a:endParaRPr sz="2200" b="0" i="0" u="none" strike="noStrike" cap="none" dirty="0">
              <a:solidFill>
                <a:srgbClr val="3F3F3F"/>
              </a:solidFill>
              <a:latin typeface="Arial"/>
              <a:ea typeface="Arial"/>
              <a:cs typeface="Arial"/>
              <a:sym typeface="Arial"/>
            </a:endParaRPr>
          </a:p>
          <a:p>
            <a:pPr marL="342900" marR="0" lvl="0" indent="-342900" algn="l" rtl="0">
              <a:lnSpc>
                <a:spcPct val="100000"/>
              </a:lnSpc>
              <a:spcBef>
                <a:spcPts val="0"/>
              </a:spcBef>
              <a:spcAft>
                <a:spcPts val="0"/>
              </a:spcAft>
              <a:buClr>
                <a:srgbClr val="3F3F3F"/>
              </a:buClr>
              <a:buSzPts val="2750"/>
              <a:buFont typeface="Arial"/>
              <a:buChar char="•"/>
            </a:pPr>
            <a:r>
              <a:rPr lang="en-US" sz="2200" b="0" i="0" u="none" strike="noStrike" cap="none" dirty="0">
                <a:solidFill>
                  <a:srgbClr val="3F3F3F"/>
                </a:solidFill>
                <a:latin typeface="Open Sans"/>
                <a:ea typeface="Open Sans"/>
                <a:cs typeface="Open Sans"/>
                <a:sym typeface="Open Sans"/>
              </a:rPr>
              <a:t>Divides job requests into tasks and assigns them to </a:t>
            </a:r>
            <a:r>
              <a:rPr lang="en-US" sz="2200" b="0" i="0" u="none" strike="noStrike" cap="none" dirty="0" err="1">
                <a:solidFill>
                  <a:srgbClr val="3F3F3F"/>
                </a:solidFill>
                <a:latin typeface="Open Sans"/>
                <a:ea typeface="Open Sans"/>
                <a:cs typeface="Open Sans"/>
                <a:sym typeface="Open Sans"/>
              </a:rPr>
              <a:t>NodeManagers</a:t>
            </a:r>
            <a:r>
              <a:rPr lang="en-US" sz="2200" b="0" i="0" u="none" strike="noStrike" cap="none" dirty="0">
                <a:solidFill>
                  <a:srgbClr val="3F3F3F"/>
                </a:solidFill>
                <a:latin typeface="Open Sans"/>
                <a:ea typeface="Open Sans"/>
                <a:cs typeface="Open Sans"/>
                <a:sym typeface="Open Sans"/>
              </a:rPr>
              <a:t> running on the slave node</a:t>
            </a:r>
            <a:endParaRPr sz="2200" b="0" i="0" u="none" strike="noStrike" cap="none" dirty="0">
              <a:solidFill>
                <a:srgbClr val="3F3F3F"/>
              </a:solidFill>
              <a:latin typeface="Arial"/>
              <a:ea typeface="Arial"/>
              <a:cs typeface="Arial"/>
              <a:sym typeface="Arial"/>
            </a:endParaRPr>
          </a:p>
        </p:txBody>
      </p:sp>
      <p:sp>
        <p:nvSpPr>
          <p:cNvPr id="764" name="Google Shape;764;p77"/>
          <p:cNvSpPr/>
          <p:nvPr/>
        </p:nvSpPr>
        <p:spPr>
          <a:xfrm>
            <a:off x="2034365" y="1388109"/>
            <a:ext cx="12187271" cy="851166"/>
          </a:xfrm>
          <a:prstGeom prst="roundRect">
            <a:avLst>
              <a:gd name="adj" fmla="val 16667"/>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A job is a MapReduce program that causes multiple map and reduce functions to run parallelly over the life of the program. </a:t>
            </a:r>
            <a:endParaRPr sz="1400" b="0" i="0" u="none" strike="noStrike" cap="none">
              <a:solidFill>
                <a:srgbClr val="3F3F3F"/>
              </a:solidFill>
              <a:latin typeface="Arial"/>
              <a:ea typeface="Arial"/>
              <a:cs typeface="Arial"/>
              <a:sym typeface="Arial"/>
            </a:endParaRPr>
          </a:p>
        </p:txBody>
      </p:sp>
      <p:sp>
        <p:nvSpPr>
          <p:cNvPr id="3" name="Brandline_LVC">
            <a:extLst>
              <a:ext uri="{FF2B5EF4-FFF2-40B4-BE49-F238E27FC236}">
                <a16:creationId xmlns:a16="http://schemas.microsoft.com/office/drawing/2014/main" id="{E85AC84F-A3C8-CFFE-54E7-E984F3EFD4C2}"/>
              </a:ext>
            </a:extLst>
          </p:cNvPr>
          <p:cNvSpPr/>
          <p:nvPr/>
        </p:nvSpPr>
        <p:spPr>
          <a:xfrm>
            <a:off x="6311900" y="816324"/>
            <a:ext cx="3627517"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70"/>
        <p:cNvGrpSpPr/>
        <p:nvPr/>
      </p:nvGrpSpPr>
      <p:grpSpPr>
        <a:xfrm>
          <a:off x="0" y="0"/>
          <a:ext cx="0" cy="0"/>
          <a:chOff x="0" y="0"/>
          <a:chExt cx="0" cy="0"/>
        </a:xfrm>
      </p:grpSpPr>
      <p:sp>
        <p:nvSpPr>
          <p:cNvPr id="772" name="Google Shape;772;p7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None/>
            </a:pPr>
            <a:r>
              <a:rPr lang="en-US" sz="2800" b="1" dirty="0">
                <a:solidFill>
                  <a:srgbClr val="3F3F3F"/>
                </a:solidFill>
                <a:latin typeface="Open Sans"/>
                <a:ea typeface="Open Sans"/>
                <a:cs typeface="Open Sans"/>
                <a:sym typeface="Open Sans"/>
              </a:rPr>
              <a:t>MapReduce and Associated Tasks</a:t>
            </a:r>
            <a:endParaRPr sz="2800" b="1" dirty="0">
              <a:solidFill>
                <a:srgbClr val="3F3F3F"/>
              </a:solidFill>
              <a:latin typeface="Open Sans"/>
              <a:ea typeface="Open Sans"/>
              <a:cs typeface="Open Sans"/>
              <a:sym typeface="Open Sans"/>
            </a:endParaRPr>
          </a:p>
        </p:txBody>
      </p:sp>
      <p:sp>
        <p:nvSpPr>
          <p:cNvPr id="773" name="Google Shape;773;p78"/>
          <p:cNvSpPr/>
          <p:nvPr/>
        </p:nvSpPr>
        <p:spPr>
          <a:xfrm>
            <a:off x="6736645" y="2856088"/>
            <a:ext cx="2779890" cy="982133"/>
          </a:xfrm>
          <a:custGeom>
            <a:avLst/>
            <a:gdLst/>
            <a:ahLst/>
            <a:cxnLst/>
            <a:rect l="l" t="t" r="r" b="b"/>
            <a:pathLst>
              <a:path w="1305" h="462" extrusionOk="0">
                <a:moveTo>
                  <a:pt x="605" y="72"/>
                </a:moveTo>
                <a:cubicBezTo>
                  <a:pt x="377" y="83"/>
                  <a:pt x="163" y="178"/>
                  <a:pt x="0" y="341"/>
                </a:cubicBezTo>
                <a:cubicBezTo>
                  <a:pt x="122" y="462"/>
                  <a:pt x="122" y="462"/>
                  <a:pt x="122" y="462"/>
                </a:cubicBezTo>
                <a:cubicBezTo>
                  <a:pt x="122" y="462"/>
                  <a:pt x="122" y="462"/>
                  <a:pt x="122" y="462"/>
                </a:cubicBezTo>
                <a:cubicBezTo>
                  <a:pt x="263" y="321"/>
                  <a:pt x="452" y="243"/>
                  <a:pt x="653" y="243"/>
                </a:cubicBezTo>
                <a:cubicBezTo>
                  <a:pt x="854" y="243"/>
                  <a:pt x="1042" y="321"/>
                  <a:pt x="1184" y="462"/>
                </a:cubicBezTo>
                <a:cubicBezTo>
                  <a:pt x="1184" y="462"/>
                  <a:pt x="1184" y="462"/>
                  <a:pt x="1184" y="462"/>
                </a:cubicBezTo>
                <a:cubicBezTo>
                  <a:pt x="1305" y="341"/>
                  <a:pt x="1305" y="341"/>
                  <a:pt x="1305" y="341"/>
                </a:cubicBezTo>
                <a:cubicBezTo>
                  <a:pt x="1142" y="178"/>
                  <a:pt x="929" y="83"/>
                  <a:pt x="700" y="72"/>
                </a:cubicBezTo>
                <a:cubicBezTo>
                  <a:pt x="653" y="0"/>
                  <a:pt x="653" y="0"/>
                  <a:pt x="653" y="0"/>
                </a:cubicBezTo>
                <a:lnTo>
                  <a:pt x="605" y="72"/>
                </a:lnTo>
                <a:close/>
              </a:path>
            </a:pathLst>
          </a:custGeom>
          <a:solidFill>
            <a:srgbClr val="2DA99D"/>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Clr>
                <a:schemeClr val="dk1"/>
              </a:buClr>
              <a:buSzPts val="3200"/>
              <a:buFont typeface="Open Sans"/>
              <a:buNone/>
            </a:pPr>
            <a:endParaRPr sz="3200" b="0" i="0" u="none" strike="noStrike" cap="none">
              <a:solidFill>
                <a:srgbClr val="3F3F3F"/>
              </a:solidFill>
              <a:latin typeface="Open Sans"/>
              <a:ea typeface="Open Sans"/>
              <a:cs typeface="Open Sans"/>
              <a:sym typeface="Open Sans"/>
            </a:endParaRPr>
          </a:p>
        </p:txBody>
      </p:sp>
      <p:sp>
        <p:nvSpPr>
          <p:cNvPr id="774" name="Google Shape;774;p78"/>
          <p:cNvSpPr/>
          <p:nvPr/>
        </p:nvSpPr>
        <p:spPr>
          <a:xfrm>
            <a:off x="6011335" y="3581400"/>
            <a:ext cx="984956" cy="2779890"/>
          </a:xfrm>
          <a:custGeom>
            <a:avLst/>
            <a:gdLst/>
            <a:ahLst/>
            <a:cxnLst/>
            <a:rect l="l" t="t" r="r" b="b"/>
            <a:pathLst>
              <a:path w="463" h="1305" extrusionOk="0">
                <a:moveTo>
                  <a:pt x="341" y="0"/>
                </a:moveTo>
                <a:cubicBezTo>
                  <a:pt x="178" y="163"/>
                  <a:pt x="84" y="376"/>
                  <a:pt x="72" y="605"/>
                </a:cubicBezTo>
                <a:cubicBezTo>
                  <a:pt x="0" y="652"/>
                  <a:pt x="0" y="652"/>
                  <a:pt x="0" y="652"/>
                </a:cubicBezTo>
                <a:cubicBezTo>
                  <a:pt x="72" y="700"/>
                  <a:pt x="72" y="700"/>
                  <a:pt x="72" y="700"/>
                </a:cubicBezTo>
                <a:cubicBezTo>
                  <a:pt x="84" y="928"/>
                  <a:pt x="178" y="1142"/>
                  <a:pt x="341" y="1305"/>
                </a:cubicBezTo>
                <a:cubicBezTo>
                  <a:pt x="463" y="1183"/>
                  <a:pt x="463" y="1183"/>
                  <a:pt x="463" y="1183"/>
                </a:cubicBezTo>
                <a:cubicBezTo>
                  <a:pt x="321" y="1042"/>
                  <a:pt x="243" y="853"/>
                  <a:pt x="243" y="652"/>
                </a:cubicBezTo>
                <a:cubicBezTo>
                  <a:pt x="243" y="451"/>
                  <a:pt x="321" y="263"/>
                  <a:pt x="463" y="121"/>
                </a:cubicBezTo>
                <a:cubicBezTo>
                  <a:pt x="341" y="0"/>
                  <a:pt x="341" y="0"/>
                  <a:pt x="341" y="0"/>
                </a:cubicBezTo>
                <a:close/>
              </a:path>
            </a:pathLst>
          </a:custGeom>
          <a:solidFill>
            <a:srgbClr val="D14358"/>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Clr>
                <a:schemeClr val="dk1"/>
              </a:buClr>
              <a:buSzPts val="3200"/>
              <a:buFont typeface="Open Sans"/>
              <a:buNone/>
            </a:pPr>
            <a:endParaRPr sz="3200" b="0" i="0" u="none" strike="noStrike" cap="none">
              <a:solidFill>
                <a:srgbClr val="3F3F3F"/>
              </a:solidFill>
              <a:latin typeface="Open Sans"/>
              <a:ea typeface="Open Sans"/>
              <a:cs typeface="Open Sans"/>
              <a:sym typeface="Open Sans"/>
            </a:endParaRPr>
          </a:p>
        </p:txBody>
      </p:sp>
      <p:sp>
        <p:nvSpPr>
          <p:cNvPr id="775" name="Google Shape;775;p78"/>
          <p:cNvSpPr/>
          <p:nvPr/>
        </p:nvSpPr>
        <p:spPr>
          <a:xfrm>
            <a:off x="6736645" y="6101644"/>
            <a:ext cx="2779890" cy="984956"/>
          </a:xfrm>
          <a:custGeom>
            <a:avLst/>
            <a:gdLst/>
            <a:ahLst/>
            <a:cxnLst/>
            <a:rect l="l" t="t" r="r" b="b"/>
            <a:pathLst>
              <a:path w="1305" h="463" extrusionOk="0">
                <a:moveTo>
                  <a:pt x="1184" y="0"/>
                </a:moveTo>
                <a:cubicBezTo>
                  <a:pt x="1042" y="142"/>
                  <a:pt x="854" y="220"/>
                  <a:pt x="653" y="220"/>
                </a:cubicBezTo>
                <a:cubicBezTo>
                  <a:pt x="452" y="220"/>
                  <a:pt x="263" y="142"/>
                  <a:pt x="122" y="0"/>
                </a:cubicBezTo>
                <a:cubicBezTo>
                  <a:pt x="122" y="0"/>
                  <a:pt x="122" y="0"/>
                  <a:pt x="122" y="0"/>
                </a:cubicBezTo>
                <a:cubicBezTo>
                  <a:pt x="0" y="122"/>
                  <a:pt x="0" y="122"/>
                  <a:pt x="0" y="122"/>
                </a:cubicBezTo>
                <a:cubicBezTo>
                  <a:pt x="163" y="285"/>
                  <a:pt x="377" y="379"/>
                  <a:pt x="605" y="391"/>
                </a:cubicBezTo>
                <a:cubicBezTo>
                  <a:pt x="653" y="463"/>
                  <a:pt x="653" y="463"/>
                  <a:pt x="653" y="463"/>
                </a:cubicBezTo>
                <a:cubicBezTo>
                  <a:pt x="700" y="391"/>
                  <a:pt x="700" y="391"/>
                  <a:pt x="700" y="391"/>
                </a:cubicBezTo>
                <a:cubicBezTo>
                  <a:pt x="929" y="379"/>
                  <a:pt x="1142" y="285"/>
                  <a:pt x="1305" y="122"/>
                </a:cubicBezTo>
                <a:cubicBezTo>
                  <a:pt x="1184" y="0"/>
                  <a:pt x="1184" y="0"/>
                  <a:pt x="1184" y="0"/>
                </a:cubicBezTo>
                <a:close/>
              </a:path>
            </a:pathLst>
          </a:custGeom>
          <a:solidFill>
            <a:srgbClr val="F29B26"/>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Clr>
                <a:schemeClr val="dk1"/>
              </a:buClr>
              <a:buSzPts val="3200"/>
              <a:buFont typeface="Open Sans"/>
              <a:buNone/>
            </a:pPr>
            <a:endParaRPr sz="3200" b="0" i="0" u="none" strike="noStrike" cap="none">
              <a:solidFill>
                <a:srgbClr val="3F3F3F"/>
              </a:solidFill>
              <a:latin typeface="Open Sans"/>
              <a:ea typeface="Open Sans"/>
              <a:cs typeface="Open Sans"/>
              <a:sym typeface="Open Sans"/>
            </a:endParaRPr>
          </a:p>
        </p:txBody>
      </p:sp>
      <p:sp>
        <p:nvSpPr>
          <p:cNvPr id="776" name="Google Shape;776;p78"/>
          <p:cNvSpPr/>
          <p:nvPr/>
        </p:nvSpPr>
        <p:spPr>
          <a:xfrm>
            <a:off x="9259712" y="3581400"/>
            <a:ext cx="982133" cy="2779890"/>
          </a:xfrm>
          <a:custGeom>
            <a:avLst/>
            <a:gdLst/>
            <a:ahLst/>
            <a:cxnLst/>
            <a:rect l="l" t="t" r="r" b="b"/>
            <a:pathLst>
              <a:path w="462" h="1305" extrusionOk="0">
                <a:moveTo>
                  <a:pt x="0" y="121"/>
                </a:moveTo>
                <a:cubicBezTo>
                  <a:pt x="293" y="414"/>
                  <a:pt x="293" y="891"/>
                  <a:pt x="0" y="1183"/>
                </a:cubicBezTo>
                <a:cubicBezTo>
                  <a:pt x="121" y="1305"/>
                  <a:pt x="121" y="1305"/>
                  <a:pt x="121" y="1305"/>
                </a:cubicBezTo>
                <a:cubicBezTo>
                  <a:pt x="284" y="1142"/>
                  <a:pt x="379" y="928"/>
                  <a:pt x="390" y="700"/>
                </a:cubicBezTo>
                <a:cubicBezTo>
                  <a:pt x="462" y="652"/>
                  <a:pt x="462" y="652"/>
                  <a:pt x="462" y="652"/>
                </a:cubicBezTo>
                <a:cubicBezTo>
                  <a:pt x="390" y="605"/>
                  <a:pt x="390" y="605"/>
                  <a:pt x="390" y="605"/>
                </a:cubicBezTo>
                <a:cubicBezTo>
                  <a:pt x="379" y="376"/>
                  <a:pt x="284" y="163"/>
                  <a:pt x="121" y="0"/>
                </a:cubicBezTo>
                <a:cubicBezTo>
                  <a:pt x="121" y="0"/>
                  <a:pt x="121" y="0"/>
                  <a:pt x="121" y="0"/>
                </a:cubicBezTo>
                <a:lnTo>
                  <a:pt x="0" y="121"/>
                </a:lnTo>
                <a:close/>
              </a:path>
            </a:pathLst>
          </a:custGeom>
          <a:solidFill>
            <a:srgbClr val="9BBB5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Clr>
                <a:schemeClr val="dk1"/>
              </a:buClr>
              <a:buSzPts val="3200"/>
              <a:buFont typeface="Open Sans"/>
              <a:buNone/>
            </a:pPr>
            <a:endParaRPr sz="3200" b="0" i="0" u="none" strike="noStrike" cap="none">
              <a:solidFill>
                <a:srgbClr val="3F3F3F"/>
              </a:solidFill>
              <a:latin typeface="Open Sans"/>
              <a:ea typeface="Open Sans"/>
              <a:cs typeface="Open Sans"/>
              <a:sym typeface="Open Sans"/>
            </a:endParaRPr>
          </a:p>
        </p:txBody>
      </p:sp>
      <p:grpSp>
        <p:nvGrpSpPr>
          <p:cNvPr id="777" name="Google Shape;777;p78"/>
          <p:cNvGrpSpPr/>
          <p:nvPr/>
        </p:nvGrpSpPr>
        <p:grpSpPr>
          <a:xfrm>
            <a:off x="7640320" y="4439329"/>
            <a:ext cx="975360" cy="1064032"/>
            <a:chOff x="2293938" y="538163"/>
            <a:chExt cx="314325" cy="342900"/>
          </a:xfrm>
        </p:grpSpPr>
        <p:sp>
          <p:nvSpPr>
            <p:cNvPr id="778" name="Google Shape;778;p78"/>
            <p:cNvSpPr/>
            <p:nvPr/>
          </p:nvSpPr>
          <p:spPr>
            <a:xfrm>
              <a:off x="2332038" y="538163"/>
              <a:ext cx="73025" cy="73025"/>
            </a:xfrm>
            <a:prstGeom prst="ellipse">
              <a:avLst/>
            </a:prstGeom>
            <a:solidFill>
              <a:srgbClr val="445469"/>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Clr>
                  <a:schemeClr val="dk1"/>
                </a:buClr>
                <a:buSzPts val="3200"/>
                <a:buFont typeface="Open Sans"/>
                <a:buNone/>
              </a:pPr>
              <a:endParaRPr sz="3200" b="0" i="0" u="none" strike="noStrike" cap="none">
                <a:solidFill>
                  <a:srgbClr val="3F3F3F"/>
                </a:solidFill>
                <a:latin typeface="Open Sans"/>
                <a:ea typeface="Open Sans"/>
                <a:cs typeface="Open Sans"/>
                <a:sym typeface="Open Sans"/>
              </a:endParaRPr>
            </a:p>
          </p:txBody>
        </p:sp>
        <p:sp>
          <p:nvSpPr>
            <p:cNvPr id="779" name="Google Shape;779;p78"/>
            <p:cNvSpPr/>
            <p:nvPr/>
          </p:nvSpPr>
          <p:spPr>
            <a:xfrm>
              <a:off x="2454276" y="538163"/>
              <a:ext cx="74613" cy="73025"/>
            </a:xfrm>
            <a:prstGeom prst="ellipse">
              <a:avLst/>
            </a:prstGeom>
            <a:solidFill>
              <a:srgbClr val="445469"/>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Clr>
                  <a:schemeClr val="dk1"/>
                </a:buClr>
                <a:buSzPts val="3200"/>
                <a:buFont typeface="Open Sans"/>
                <a:buNone/>
              </a:pPr>
              <a:endParaRPr sz="3200" b="0" i="0" u="none" strike="noStrike" cap="none">
                <a:solidFill>
                  <a:srgbClr val="3F3F3F"/>
                </a:solidFill>
                <a:latin typeface="Open Sans"/>
                <a:ea typeface="Open Sans"/>
                <a:cs typeface="Open Sans"/>
                <a:sym typeface="Open Sans"/>
              </a:endParaRPr>
            </a:p>
          </p:txBody>
        </p:sp>
        <p:sp>
          <p:nvSpPr>
            <p:cNvPr id="780" name="Google Shape;780;p78"/>
            <p:cNvSpPr/>
            <p:nvPr/>
          </p:nvSpPr>
          <p:spPr>
            <a:xfrm>
              <a:off x="2514601" y="833438"/>
              <a:ext cx="39688" cy="47625"/>
            </a:xfrm>
            <a:custGeom>
              <a:avLst/>
              <a:gdLst/>
              <a:ahLst/>
              <a:cxnLst/>
              <a:rect l="l" t="t" r="r" b="b"/>
              <a:pathLst>
                <a:path w="20" h="24" extrusionOk="0">
                  <a:moveTo>
                    <a:pt x="0" y="0"/>
                  </a:moveTo>
                  <a:cubicBezTo>
                    <a:pt x="0" y="14"/>
                    <a:pt x="0" y="14"/>
                    <a:pt x="0" y="14"/>
                  </a:cubicBezTo>
                  <a:cubicBezTo>
                    <a:pt x="0" y="19"/>
                    <a:pt x="4" y="24"/>
                    <a:pt x="10" y="24"/>
                  </a:cubicBezTo>
                  <a:cubicBezTo>
                    <a:pt x="10" y="24"/>
                    <a:pt x="10" y="24"/>
                    <a:pt x="10" y="24"/>
                  </a:cubicBezTo>
                  <a:cubicBezTo>
                    <a:pt x="15" y="24"/>
                    <a:pt x="20" y="19"/>
                    <a:pt x="20" y="14"/>
                  </a:cubicBezTo>
                  <a:cubicBezTo>
                    <a:pt x="20" y="0"/>
                    <a:pt x="20" y="0"/>
                    <a:pt x="20" y="0"/>
                  </a:cubicBezTo>
                  <a:lnTo>
                    <a:pt x="0" y="0"/>
                  </a:lnTo>
                  <a:close/>
                </a:path>
              </a:pathLst>
            </a:custGeom>
            <a:solidFill>
              <a:srgbClr val="445469"/>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Clr>
                  <a:schemeClr val="dk1"/>
                </a:buClr>
                <a:buSzPts val="3200"/>
                <a:buFont typeface="Open Sans"/>
                <a:buNone/>
              </a:pPr>
              <a:endParaRPr sz="3200" b="0" i="0" u="none" strike="noStrike" cap="none">
                <a:solidFill>
                  <a:srgbClr val="3F3F3F"/>
                </a:solidFill>
                <a:latin typeface="Open Sans"/>
                <a:ea typeface="Open Sans"/>
                <a:cs typeface="Open Sans"/>
                <a:sym typeface="Open Sans"/>
              </a:endParaRPr>
            </a:p>
          </p:txBody>
        </p:sp>
        <p:sp>
          <p:nvSpPr>
            <p:cNvPr id="781" name="Google Shape;781;p78"/>
            <p:cNvSpPr/>
            <p:nvPr/>
          </p:nvSpPr>
          <p:spPr>
            <a:xfrm>
              <a:off x="2293938" y="609600"/>
              <a:ext cx="314325" cy="271463"/>
            </a:xfrm>
            <a:custGeom>
              <a:avLst/>
              <a:gdLst/>
              <a:ahLst/>
              <a:cxnLst/>
              <a:rect l="l" t="t" r="r" b="b"/>
              <a:pathLst>
                <a:path w="158" h="137" extrusionOk="0">
                  <a:moveTo>
                    <a:pt x="144" y="70"/>
                  </a:moveTo>
                  <a:cubicBezTo>
                    <a:pt x="143" y="66"/>
                    <a:pt x="141" y="63"/>
                    <a:pt x="137" y="62"/>
                  </a:cubicBezTo>
                  <a:cubicBezTo>
                    <a:pt x="137" y="61"/>
                    <a:pt x="137" y="61"/>
                    <a:pt x="137" y="60"/>
                  </a:cubicBezTo>
                  <a:cubicBezTo>
                    <a:pt x="136" y="55"/>
                    <a:pt x="125" y="11"/>
                    <a:pt x="125" y="11"/>
                  </a:cubicBezTo>
                  <a:cubicBezTo>
                    <a:pt x="123" y="4"/>
                    <a:pt x="118" y="0"/>
                    <a:pt x="112" y="0"/>
                  </a:cubicBezTo>
                  <a:cubicBezTo>
                    <a:pt x="112" y="0"/>
                    <a:pt x="112" y="0"/>
                    <a:pt x="112" y="0"/>
                  </a:cubicBezTo>
                  <a:cubicBezTo>
                    <a:pt x="112" y="0"/>
                    <a:pt x="109" y="0"/>
                    <a:pt x="107" y="0"/>
                  </a:cubicBezTo>
                  <a:cubicBezTo>
                    <a:pt x="105" y="1"/>
                    <a:pt x="103" y="2"/>
                    <a:pt x="103" y="2"/>
                  </a:cubicBezTo>
                  <a:cubicBezTo>
                    <a:pt x="99" y="4"/>
                    <a:pt x="94" y="9"/>
                    <a:pt x="94" y="14"/>
                  </a:cubicBezTo>
                  <a:cubicBezTo>
                    <a:pt x="94" y="15"/>
                    <a:pt x="93" y="15"/>
                    <a:pt x="93" y="15"/>
                  </a:cubicBezTo>
                  <a:cubicBezTo>
                    <a:pt x="92" y="24"/>
                    <a:pt x="91" y="30"/>
                    <a:pt x="88" y="32"/>
                  </a:cubicBezTo>
                  <a:cubicBezTo>
                    <a:pt x="85" y="35"/>
                    <a:pt x="79" y="36"/>
                    <a:pt x="68" y="36"/>
                  </a:cubicBezTo>
                  <a:cubicBezTo>
                    <a:pt x="65" y="36"/>
                    <a:pt x="63" y="37"/>
                    <a:pt x="62" y="39"/>
                  </a:cubicBezTo>
                  <a:cubicBezTo>
                    <a:pt x="55" y="38"/>
                    <a:pt x="51" y="36"/>
                    <a:pt x="49" y="34"/>
                  </a:cubicBezTo>
                  <a:cubicBezTo>
                    <a:pt x="46" y="31"/>
                    <a:pt x="45" y="25"/>
                    <a:pt x="44" y="15"/>
                  </a:cubicBezTo>
                  <a:cubicBezTo>
                    <a:pt x="44" y="15"/>
                    <a:pt x="44" y="15"/>
                    <a:pt x="43" y="14"/>
                  </a:cubicBezTo>
                  <a:cubicBezTo>
                    <a:pt x="43" y="9"/>
                    <a:pt x="38" y="4"/>
                    <a:pt x="34" y="2"/>
                  </a:cubicBezTo>
                  <a:cubicBezTo>
                    <a:pt x="34" y="2"/>
                    <a:pt x="32" y="1"/>
                    <a:pt x="30" y="0"/>
                  </a:cubicBezTo>
                  <a:cubicBezTo>
                    <a:pt x="28" y="0"/>
                    <a:pt x="26" y="0"/>
                    <a:pt x="26" y="0"/>
                  </a:cubicBezTo>
                  <a:cubicBezTo>
                    <a:pt x="25" y="0"/>
                    <a:pt x="25" y="0"/>
                    <a:pt x="25" y="0"/>
                  </a:cubicBezTo>
                  <a:cubicBezTo>
                    <a:pt x="19" y="0"/>
                    <a:pt x="11" y="4"/>
                    <a:pt x="10" y="11"/>
                  </a:cubicBezTo>
                  <a:cubicBezTo>
                    <a:pt x="1" y="51"/>
                    <a:pt x="1" y="51"/>
                    <a:pt x="1" y="51"/>
                  </a:cubicBezTo>
                  <a:cubicBezTo>
                    <a:pt x="0" y="57"/>
                    <a:pt x="2" y="61"/>
                    <a:pt x="6" y="65"/>
                  </a:cubicBezTo>
                  <a:cubicBezTo>
                    <a:pt x="6" y="127"/>
                    <a:pt x="6" y="127"/>
                    <a:pt x="6" y="127"/>
                  </a:cubicBezTo>
                  <a:cubicBezTo>
                    <a:pt x="6" y="132"/>
                    <a:pt x="11" y="137"/>
                    <a:pt x="16" y="137"/>
                  </a:cubicBezTo>
                  <a:cubicBezTo>
                    <a:pt x="22" y="137"/>
                    <a:pt x="26" y="132"/>
                    <a:pt x="26" y="127"/>
                  </a:cubicBezTo>
                  <a:cubicBezTo>
                    <a:pt x="26" y="68"/>
                    <a:pt x="26" y="68"/>
                    <a:pt x="26" y="68"/>
                  </a:cubicBezTo>
                  <a:cubicBezTo>
                    <a:pt x="30" y="66"/>
                    <a:pt x="34" y="63"/>
                    <a:pt x="35" y="58"/>
                  </a:cubicBezTo>
                  <a:cubicBezTo>
                    <a:pt x="38" y="43"/>
                    <a:pt x="38" y="43"/>
                    <a:pt x="38" y="43"/>
                  </a:cubicBezTo>
                  <a:cubicBezTo>
                    <a:pt x="43" y="49"/>
                    <a:pt x="52" y="53"/>
                    <a:pt x="67" y="55"/>
                  </a:cubicBezTo>
                  <a:cubicBezTo>
                    <a:pt x="67" y="55"/>
                    <a:pt x="68" y="55"/>
                    <a:pt x="68" y="55"/>
                  </a:cubicBezTo>
                  <a:cubicBezTo>
                    <a:pt x="71" y="55"/>
                    <a:pt x="74" y="53"/>
                    <a:pt x="75" y="50"/>
                  </a:cubicBezTo>
                  <a:cubicBezTo>
                    <a:pt x="87" y="49"/>
                    <a:pt x="94" y="47"/>
                    <a:pt x="99" y="42"/>
                  </a:cubicBezTo>
                  <a:cubicBezTo>
                    <a:pt x="102" y="58"/>
                    <a:pt x="102" y="58"/>
                    <a:pt x="102" y="58"/>
                  </a:cubicBezTo>
                  <a:cubicBezTo>
                    <a:pt x="103" y="63"/>
                    <a:pt x="106" y="66"/>
                    <a:pt x="109" y="67"/>
                  </a:cubicBezTo>
                  <a:cubicBezTo>
                    <a:pt x="114" y="67"/>
                    <a:pt x="114" y="67"/>
                    <a:pt x="114" y="67"/>
                  </a:cubicBezTo>
                  <a:cubicBezTo>
                    <a:pt x="115" y="65"/>
                    <a:pt x="117" y="62"/>
                    <a:pt x="120" y="61"/>
                  </a:cubicBezTo>
                  <a:cubicBezTo>
                    <a:pt x="117" y="49"/>
                    <a:pt x="114" y="38"/>
                    <a:pt x="111" y="31"/>
                  </a:cubicBezTo>
                  <a:cubicBezTo>
                    <a:pt x="109" y="27"/>
                    <a:pt x="112" y="26"/>
                    <a:pt x="113" y="30"/>
                  </a:cubicBezTo>
                  <a:cubicBezTo>
                    <a:pt x="115" y="33"/>
                    <a:pt x="120" y="51"/>
                    <a:pt x="123" y="62"/>
                  </a:cubicBezTo>
                  <a:cubicBezTo>
                    <a:pt x="119" y="63"/>
                    <a:pt x="117" y="66"/>
                    <a:pt x="116" y="70"/>
                  </a:cubicBezTo>
                  <a:cubicBezTo>
                    <a:pt x="102" y="70"/>
                    <a:pt x="102" y="70"/>
                    <a:pt x="102" y="70"/>
                  </a:cubicBezTo>
                  <a:cubicBezTo>
                    <a:pt x="102" y="111"/>
                    <a:pt x="102" y="111"/>
                    <a:pt x="102" y="111"/>
                  </a:cubicBezTo>
                  <a:cubicBezTo>
                    <a:pt x="158" y="111"/>
                    <a:pt x="158" y="111"/>
                    <a:pt x="158" y="111"/>
                  </a:cubicBezTo>
                  <a:cubicBezTo>
                    <a:pt x="158" y="70"/>
                    <a:pt x="158" y="70"/>
                    <a:pt x="158" y="70"/>
                  </a:cubicBezTo>
                  <a:lnTo>
                    <a:pt x="144" y="70"/>
                  </a:lnTo>
                  <a:close/>
                  <a:moveTo>
                    <a:pt x="121" y="70"/>
                  </a:moveTo>
                  <a:cubicBezTo>
                    <a:pt x="122" y="68"/>
                    <a:pt x="123" y="67"/>
                    <a:pt x="125" y="66"/>
                  </a:cubicBezTo>
                  <a:cubicBezTo>
                    <a:pt x="126" y="68"/>
                    <a:pt x="128" y="69"/>
                    <a:pt x="130" y="69"/>
                  </a:cubicBezTo>
                  <a:cubicBezTo>
                    <a:pt x="130" y="69"/>
                    <a:pt x="131" y="69"/>
                    <a:pt x="131" y="69"/>
                  </a:cubicBezTo>
                  <a:cubicBezTo>
                    <a:pt x="133" y="68"/>
                    <a:pt x="134" y="68"/>
                    <a:pt x="135" y="66"/>
                  </a:cubicBezTo>
                  <a:cubicBezTo>
                    <a:pt x="137" y="67"/>
                    <a:pt x="138" y="68"/>
                    <a:pt x="139" y="70"/>
                  </a:cubicBezTo>
                  <a:lnTo>
                    <a:pt x="121" y="70"/>
                  </a:lnTo>
                  <a:close/>
                </a:path>
              </a:pathLst>
            </a:custGeom>
            <a:solidFill>
              <a:srgbClr val="445469"/>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Clr>
                  <a:schemeClr val="dk1"/>
                </a:buClr>
                <a:buSzPts val="3200"/>
                <a:buFont typeface="Open Sans"/>
                <a:buNone/>
              </a:pPr>
              <a:endParaRPr sz="3200" b="0" i="0" u="none" strike="noStrike" cap="none">
                <a:solidFill>
                  <a:srgbClr val="3F3F3F"/>
                </a:solidFill>
                <a:latin typeface="Open Sans"/>
                <a:ea typeface="Open Sans"/>
                <a:cs typeface="Open Sans"/>
                <a:sym typeface="Open Sans"/>
              </a:endParaRPr>
            </a:p>
          </p:txBody>
        </p:sp>
      </p:grpSp>
      <p:sp>
        <p:nvSpPr>
          <p:cNvPr id="782" name="Google Shape;782;p78"/>
          <p:cNvSpPr txBox="1"/>
          <p:nvPr/>
        </p:nvSpPr>
        <p:spPr>
          <a:xfrm>
            <a:off x="10573406" y="4756557"/>
            <a:ext cx="5265002" cy="144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a:solidFill>
                  <a:srgbClr val="3F3F3F"/>
                </a:solidFill>
                <a:latin typeface="Open Sans"/>
                <a:ea typeface="Open Sans"/>
                <a:cs typeface="Open Sans"/>
                <a:sym typeface="Open Sans"/>
              </a:rPr>
              <a:t>Reduce process</a:t>
            </a:r>
            <a:endParaRPr sz="1400" b="0" i="0" u="none" strike="noStrike" cap="none">
              <a:solidFill>
                <a:srgbClr val="3F3F3F"/>
              </a:solidFill>
              <a:latin typeface="Arial"/>
              <a:ea typeface="Arial"/>
              <a:cs typeface="Arial"/>
              <a:sym typeface="Arial"/>
            </a:endParaRPr>
          </a:p>
          <a:p>
            <a:pPr marL="0" marR="0" lvl="0" indent="0" algn="l" rtl="0">
              <a:lnSpc>
                <a:spcPct val="100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Is an aggregation or summarization step in which all associated records are processed together</a:t>
            </a:r>
            <a:endParaRPr sz="1400" b="0" i="0" u="none" strike="noStrike" cap="none">
              <a:solidFill>
                <a:srgbClr val="3F3F3F"/>
              </a:solidFill>
              <a:latin typeface="Arial"/>
              <a:ea typeface="Arial"/>
              <a:cs typeface="Arial"/>
              <a:sym typeface="Arial"/>
            </a:endParaRPr>
          </a:p>
        </p:txBody>
      </p:sp>
      <p:sp>
        <p:nvSpPr>
          <p:cNvPr id="783" name="Google Shape;783;p78"/>
          <p:cNvSpPr txBox="1"/>
          <p:nvPr/>
        </p:nvSpPr>
        <p:spPr>
          <a:xfrm>
            <a:off x="291087" y="4756557"/>
            <a:ext cx="5352738" cy="769441"/>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2200"/>
              <a:buFont typeface="Arial"/>
              <a:buNone/>
            </a:pPr>
            <a:r>
              <a:rPr lang="en-US" sz="2200" b="1" i="0" u="none" strike="noStrike" cap="none">
                <a:solidFill>
                  <a:srgbClr val="3F3F3F"/>
                </a:solidFill>
                <a:latin typeface="Open Sans"/>
                <a:ea typeface="Open Sans"/>
                <a:cs typeface="Open Sans"/>
                <a:sym typeface="Open Sans"/>
              </a:rPr>
              <a:t>ApplicationMaster</a:t>
            </a:r>
            <a:endParaRPr sz="1400" b="0" i="0" u="none" strike="noStrike" cap="none">
              <a:solidFill>
                <a:srgbClr val="3F3F3F"/>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Keeps track of a MapReduce job</a:t>
            </a:r>
            <a:endParaRPr sz="1400" b="0" i="0" u="none" strike="noStrike" cap="none">
              <a:solidFill>
                <a:srgbClr val="3F3F3F"/>
              </a:solidFill>
              <a:latin typeface="Arial"/>
              <a:ea typeface="Arial"/>
              <a:cs typeface="Arial"/>
              <a:sym typeface="Arial"/>
            </a:endParaRPr>
          </a:p>
        </p:txBody>
      </p:sp>
      <p:sp>
        <p:nvSpPr>
          <p:cNvPr id="784" name="Google Shape;784;p78"/>
          <p:cNvSpPr txBox="1"/>
          <p:nvPr/>
        </p:nvSpPr>
        <p:spPr>
          <a:xfrm>
            <a:off x="4722125" y="1648883"/>
            <a:ext cx="6946711" cy="110799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200"/>
              <a:buFont typeface="Open Sans"/>
              <a:buNone/>
            </a:pPr>
            <a:r>
              <a:rPr lang="en-US" sz="2200" b="1" i="0" u="none" strike="noStrike" cap="none">
                <a:solidFill>
                  <a:srgbClr val="3F3F3F"/>
                </a:solidFill>
                <a:latin typeface="Open Sans"/>
                <a:ea typeface="Open Sans"/>
                <a:cs typeface="Open Sans"/>
                <a:sym typeface="Open Sans"/>
              </a:rPr>
              <a:t>Map process</a:t>
            </a:r>
            <a:endParaRPr sz="1400" b="0" i="0" u="none" strike="noStrike" cap="none">
              <a:solidFill>
                <a:srgbClr val="3F3F3F"/>
              </a:solidFill>
              <a:latin typeface="Arial"/>
              <a:ea typeface="Arial"/>
              <a:cs typeface="Arial"/>
              <a:sym typeface="Arial"/>
            </a:endParaRPr>
          </a:p>
          <a:p>
            <a:pPr marL="0" marR="0" lvl="1" indent="0" algn="ctr" rtl="0">
              <a:lnSpc>
                <a:spcPct val="100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Is an initial ingestion and transformation step where initial input records are processed parallelly</a:t>
            </a:r>
            <a:endParaRPr sz="1400" b="0" i="0" u="none" strike="noStrike" cap="none">
              <a:solidFill>
                <a:srgbClr val="3F3F3F"/>
              </a:solidFill>
              <a:latin typeface="Arial"/>
              <a:ea typeface="Arial"/>
              <a:cs typeface="Arial"/>
              <a:sym typeface="Arial"/>
            </a:endParaRPr>
          </a:p>
        </p:txBody>
      </p:sp>
      <p:sp>
        <p:nvSpPr>
          <p:cNvPr id="785" name="Google Shape;785;p78"/>
          <p:cNvSpPr txBox="1"/>
          <p:nvPr/>
        </p:nvSpPr>
        <p:spPr>
          <a:xfrm>
            <a:off x="5064075" y="7271665"/>
            <a:ext cx="6125029" cy="110799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3F3F3F"/>
                </a:solidFill>
                <a:latin typeface="Open Sans"/>
                <a:ea typeface="Open Sans"/>
                <a:cs typeface="Open Sans"/>
                <a:sym typeface="Open Sans"/>
              </a:rPr>
              <a:t>NodeManager</a:t>
            </a:r>
            <a:endParaRPr sz="1400" b="0" i="0" u="none" strike="noStrike" cap="none">
              <a:solidFill>
                <a:srgbClr val="3F3F3F"/>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Keeps track of individual map tasks and can run in parallel to other NodeManager</a:t>
            </a:r>
            <a:endParaRPr sz="1400" b="0" i="0" u="none" strike="noStrike" cap="none">
              <a:solidFill>
                <a:srgbClr val="3F3F3F"/>
              </a:solidFill>
              <a:latin typeface="Arial"/>
              <a:ea typeface="Arial"/>
              <a:cs typeface="Arial"/>
              <a:sym typeface="Arial"/>
            </a:endParaRPr>
          </a:p>
        </p:txBody>
      </p:sp>
      <p:sp>
        <p:nvSpPr>
          <p:cNvPr id="786" name="Google Shape;786;p78"/>
          <p:cNvSpPr/>
          <p:nvPr/>
        </p:nvSpPr>
        <p:spPr>
          <a:xfrm>
            <a:off x="8024989" y="2862486"/>
            <a:ext cx="203200" cy="161286"/>
          </a:xfrm>
          <a:prstGeom prst="triangle">
            <a:avLst>
              <a:gd name="adj" fmla="val 50000"/>
            </a:avLst>
          </a:prstGeom>
          <a:solidFill>
            <a:srgbClr val="2DA99D"/>
          </a:solidFill>
          <a:ln w="25400" cap="flat" cmpd="sng">
            <a:solidFill>
              <a:srgbClr val="2DA99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3" name="Brandline_LVC">
            <a:extLst>
              <a:ext uri="{FF2B5EF4-FFF2-40B4-BE49-F238E27FC236}">
                <a16:creationId xmlns:a16="http://schemas.microsoft.com/office/drawing/2014/main" id="{923F3BC9-E25B-78A6-46D8-6B2487D1229D}"/>
              </a:ext>
            </a:extLst>
          </p:cNvPr>
          <p:cNvSpPr/>
          <p:nvPr/>
        </p:nvSpPr>
        <p:spPr>
          <a:xfrm>
            <a:off x="4432300" y="816324"/>
            <a:ext cx="7407751"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3" name="Google Shape;793;p7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None/>
            </a:pPr>
            <a:r>
              <a:rPr lang="en-US" sz="2800" b="1" dirty="0">
                <a:solidFill>
                  <a:srgbClr val="404040"/>
                </a:solidFill>
                <a:latin typeface="Open Sans"/>
                <a:ea typeface="Open Sans"/>
                <a:cs typeface="Open Sans"/>
                <a:sym typeface="Open Sans"/>
              </a:rPr>
              <a:t>Hadoop MapReduce Job Work Interaction</a:t>
            </a:r>
            <a:endParaRPr sz="2800" b="1" dirty="0">
              <a:latin typeface="Open Sans"/>
              <a:ea typeface="Open Sans"/>
              <a:cs typeface="Open Sans"/>
              <a:sym typeface="Open Sans"/>
            </a:endParaRPr>
          </a:p>
        </p:txBody>
      </p:sp>
      <p:grpSp>
        <p:nvGrpSpPr>
          <p:cNvPr id="828" name="Google Shape;828;p79"/>
          <p:cNvGrpSpPr/>
          <p:nvPr/>
        </p:nvGrpSpPr>
        <p:grpSpPr>
          <a:xfrm>
            <a:off x="919178" y="1163274"/>
            <a:ext cx="13764505" cy="6808925"/>
            <a:chOff x="836828" y="1485825"/>
            <a:chExt cx="13764505" cy="6808925"/>
          </a:xfrm>
        </p:grpSpPr>
        <p:grpSp>
          <p:nvGrpSpPr>
            <p:cNvPr id="829" name="Google Shape;829;p79"/>
            <p:cNvGrpSpPr/>
            <p:nvPr/>
          </p:nvGrpSpPr>
          <p:grpSpPr>
            <a:xfrm>
              <a:off x="3366448" y="4044522"/>
              <a:ext cx="11222528" cy="906499"/>
              <a:chOff x="6154653" y="3907688"/>
              <a:chExt cx="11222528" cy="906499"/>
            </a:xfrm>
          </p:grpSpPr>
          <p:sp>
            <p:nvSpPr>
              <p:cNvPr id="830" name="Google Shape;830;p79"/>
              <p:cNvSpPr/>
              <p:nvPr/>
            </p:nvSpPr>
            <p:spPr>
              <a:xfrm>
                <a:off x="6154653" y="3907688"/>
                <a:ext cx="11222528" cy="906499"/>
              </a:xfrm>
              <a:prstGeom prst="roundRect">
                <a:avLst>
                  <a:gd name="adj" fmla="val 5459"/>
                </a:avLst>
              </a:prstGeom>
              <a:solidFill>
                <a:srgbClr val="D6E9F2"/>
              </a:solidFill>
              <a:ln>
                <a:noFill/>
              </a:ln>
            </p:spPr>
            <p:txBody>
              <a:bodyPr spcFirstLastPara="1" wrap="square" lIns="27430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200" b="0" i="0" u="none" strike="noStrike" cap="none" dirty="0">
                    <a:solidFill>
                      <a:srgbClr val="3F3F3F"/>
                    </a:solidFill>
                    <a:latin typeface="Open Sans"/>
                    <a:ea typeface="Open Sans"/>
                    <a:cs typeface="Open Sans"/>
                    <a:sym typeface="Open Sans"/>
                  </a:rPr>
                  <a:t>	MapReduce </a:t>
                </a:r>
                <a:r>
                  <a:rPr lang="en-US" sz="2200" b="0" i="0" u="none" strike="noStrike" cap="none" dirty="0" err="1">
                    <a:solidFill>
                      <a:srgbClr val="3F3F3F"/>
                    </a:solidFill>
                    <a:latin typeface="Open Sans"/>
                    <a:ea typeface="Open Sans"/>
                    <a:cs typeface="Open Sans"/>
                    <a:sym typeface="Open Sans"/>
                  </a:rPr>
                  <a:t>ApplicationMaster</a:t>
                </a:r>
                <a:r>
                  <a:rPr lang="en-US" sz="2200" b="0" i="0" u="none" strike="noStrike" cap="none" dirty="0">
                    <a:solidFill>
                      <a:srgbClr val="3F3F3F"/>
                    </a:solidFill>
                    <a:latin typeface="Open Sans"/>
                    <a:ea typeface="Open Sans"/>
                    <a:cs typeface="Open Sans"/>
                    <a:sym typeface="Open Sans"/>
                  </a:rPr>
                  <a:t> distributes the input split to </a:t>
                </a:r>
                <a:br>
                  <a:rPr lang="en-US" sz="2200" b="0" i="0" u="none" strike="noStrike" cap="none" dirty="0">
                    <a:solidFill>
                      <a:srgbClr val="3F3F3F"/>
                    </a:solidFill>
                    <a:latin typeface="Open Sans"/>
                    <a:ea typeface="Open Sans"/>
                    <a:cs typeface="Open Sans"/>
                    <a:sym typeface="Open Sans"/>
                  </a:rPr>
                </a:br>
                <a:r>
                  <a:rPr lang="en-US" sz="2200" b="0" i="0" u="none" strike="noStrike" cap="none" dirty="0">
                    <a:solidFill>
                      <a:srgbClr val="3F3F3F"/>
                    </a:solidFill>
                    <a:latin typeface="Open Sans"/>
                    <a:ea typeface="Open Sans"/>
                    <a:cs typeface="Open Sans"/>
                    <a:sym typeface="Open Sans"/>
                  </a:rPr>
                  <a:t>	separate </a:t>
                </a:r>
                <a:r>
                  <a:rPr lang="en-US" sz="2200" b="0" i="0" u="none" strike="noStrike" cap="none" dirty="0" err="1">
                    <a:solidFill>
                      <a:srgbClr val="3F3F3F"/>
                    </a:solidFill>
                    <a:latin typeface="Open Sans"/>
                    <a:ea typeface="Open Sans"/>
                    <a:cs typeface="Open Sans"/>
                    <a:sym typeface="Open Sans"/>
                  </a:rPr>
                  <a:t>NodeManagers</a:t>
                </a:r>
                <a:r>
                  <a:rPr lang="en-US" sz="2200" b="0" i="0" u="none" strike="noStrike" cap="none" dirty="0">
                    <a:solidFill>
                      <a:srgbClr val="3F3F3F"/>
                    </a:solidFill>
                    <a:latin typeface="Open Sans"/>
                    <a:ea typeface="Open Sans"/>
                    <a:cs typeface="Open Sans"/>
                    <a:sym typeface="Open Sans"/>
                  </a:rPr>
                  <a:t>.</a:t>
                </a:r>
                <a:endParaRPr sz="2200" b="0" i="0" u="none" strike="noStrike" cap="none" dirty="0">
                  <a:solidFill>
                    <a:srgbClr val="3F3F3F"/>
                  </a:solidFill>
                  <a:latin typeface="Arial"/>
                  <a:ea typeface="Arial"/>
                  <a:cs typeface="Arial"/>
                  <a:sym typeface="Arial"/>
                </a:endParaRPr>
              </a:p>
            </p:txBody>
          </p:sp>
          <p:sp>
            <p:nvSpPr>
              <p:cNvPr id="831" name="Google Shape;831;p79"/>
              <p:cNvSpPr/>
              <p:nvPr/>
            </p:nvSpPr>
            <p:spPr>
              <a:xfrm rot="5400000">
                <a:off x="6706318" y="4265952"/>
                <a:ext cx="389262" cy="194047"/>
              </a:xfrm>
              <a:prstGeom prst="triangle">
                <a:avLst>
                  <a:gd name="adj" fmla="val 50000"/>
                </a:avLst>
              </a:prstGeom>
              <a:solidFill>
                <a:srgbClr val="61ADC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grpSp>
          <p:nvGrpSpPr>
            <p:cNvPr id="832" name="Google Shape;832;p79"/>
            <p:cNvGrpSpPr/>
            <p:nvPr/>
          </p:nvGrpSpPr>
          <p:grpSpPr>
            <a:xfrm>
              <a:off x="3358212" y="5148837"/>
              <a:ext cx="11230765" cy="902293"/>
              <a:chOff x="6718332" y="5033102"/>
              <a:chExt cx="11230765" cy="902293"/>
            </a:xfrm>
          </p:grpSpPr>
          <p:sp>
            <p:nvSpPr>
              <p:cNvPr id="833" name="Google Shape;833;p79"/>
              <p:cNvSpPr/>
              <p:nvPr/>
            </p:nvSpPr>
            <p:spPr>
              <a:xfrm>
                <a:off x="6718332" y="5033102"/>
                <a:ext cx="11230765" cy="902293"/>
              </a:xfrm>
              <a:prstGeom prst="roundRect">
                <a:avLst>
                  <a:gd name="adj" fmla="val 3798"/>
                </a:avLst>
              </a:prstGeom>
              <a:solidFill>
                <a:srgbClr val="FFE0C9"/>
              </a:solidFill>
              <a:ln>
                <a:noFill/>
              </a:ln>
            </p:spPr>
            <p:txBody>
              <a:bodyPr spcFirstLastPara="1" wrap="square" lIns="27430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200" b="0" i="0" u="none" strike="noStrike" cap="none" dirty="0">
                    <a:solidFill>
                      <a:srgbClr val="3F3F3F"/>
                    </a:solidFill>
                    <a:latin typeface="Open Sans"/>
                    <a:ea typeface="Open Sans"/>
                    <a:cs typeface="Open Sans"/>
                    <a:sym typeface="Open Sans"/>
                  </a:rPr>
                  <a:t>	</a:t>
                </a:r>
                <a:r>
                  <a:rPr lang="en-US" sz="2200" b="0" i="0" u="none" strike="noStrike" cap="none" dirty="0" err="1">
                    <a:solidFill>
                      <a:srgbClr val="3F3F3F"/>
                    </a:solidFill>
                    <a:latin typeface="Open Sans"/>
                    <a:ea typeface="Open Sans"/>
                    <a:cs typeface="Open Sans"/>
                    <a:sym typeface="Open Sans"/>
                  </a:rPr>
                  <a:t>ResourceManager</a:t>
                </a:r>
                <a:r>
                  <a:rPr lang="en-US" sz="2200" b="0" i="0" u="none" strike="noStrike" cap="none" dirty="0">
                    <a:solidFill>
                      <a:srgbClr val="3F3F3F"/>
                    </a:solidFill>
                    <a:latin typeface="Open Sans"/>
                    <a:ea typeface="Open Sans"/>
                    <a:cs typeface="Open Sans"/>
                    <a:sym typeface="Open Sans"/>
                  </a:rPr>
                  <a:t> gathers the final output and informs the client of the 	success or failure status.</a:t>
                </a:r>
                <a:endParaRPr sz="2200" b="0" i="0" u="none" strike="noStrike" cap="none" dirty="0">
                  <a:solidFill>
                    <a:srgbClr val="3F3F3F"/>
                  </a:solidFill>
                  <a:latin typeface="Arial"/>
                  <a:ea typeface="Arial"/>
                  <a:cs typeface="Arial"/>
                  <a:sym typeface="Arial"/>
                </a:endParaRPr>
              </a:p>
            </p:txBody>
          </p:sp>
          <p:sp>
            <p:nvSpPr>
              <p:cNvPr id="834" name="Google Shape;834;p79"/>
              <p:cNvSpPr/>
              <p:nvPr/>
            </p:nvSpPr>
            <p:spPr>
              <a:xfrm rot="5400000">
                <a:off x="7265881" y="5383038"/>
                <a:ext cx="389262" cy="194047"/>
              </a:xfrm>
              <a:prstGeom prst="triangle">
                <a:avLst>
                  <a:gd name="adj" fmla="val 50000"/>
                </a:avLst>
              </a:prstGeom>
              <a:solidFill>
                <a:srgbClr val="E36F7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grpSp>
          <p:nvGrpSpPr>
            <p:cNvPr id="835" name="Google Shape;835;p79"/>
            <p:cNvGrpSpPr/>
            <p:nvPr/>
          </p:nvGrpSpPr>
          <p:grpSpPr>
            <a:xfrm>
              <a:off x="3370567" y="6271576"/>
              <a:ext cx="11230766" cy="906499"/>
              <a:chOff x="6718331" y="6171360"/>
              <a:chExt cx="11230766" cy="906499"/>
            </a:xfrm>
          </p:grpSpPr>
          <p:sp>
            <p:nvSpPr>
              <p:cNvPr id="836" name="Google Shape;836;p79"/>
              <p:cNvSpPr/>
              <p:nvPr/>
            </p:nvSpPr>
            <p:spPr>
              <a:xfrm>
                <a:off x="6718331" y="6171360"/>
                <a:ext cx="11230766" cy="906499"/>
              </a:xfrm>
              <a:prstGeom prst="roundRect">
                <a:avLst>
                  <a:gd name="adj" fmla="val 8662"/>
                </a:avLst>
              </a:prstGeom>
              <a:solidFill>
                <a:srgbClr val="FEE7BE"/>
              </a:solidFill>
              <a:ln>
                <a:noFill/>
              </a:ln>
            </p:spPr>
            <p:txBody>
              <a:bodyPr spcFirstLastPara="1" wrap="square" lIns="27430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200" b="0" i="0" u="none" strike="noStrike" cap="none" dirty="0">
                    <a:solidFill>
                      <a:srgbClr val="3F3F3F"/>
                    </a:solidFill>
                    <a:latin typeface="Open Sans"/>
                    <a:ea typeface="Open Sans"/>
                    <a:cs typeface="Open Sans"/>
                    <a:sym typeface="Open Sans"/>
                  </a:rPr>
                  <a:t>	MapReduce </a:t>
                </a:r>
                <a:r>
                  <a:rPr lang="en-US" sz="2200" b="0" i="0" u="none" strike="noStrike" cap="none" dirty="0" err="1">
                    <a:solidFill>
                      <a:srgbClr val="3F3F3F"/>
                    </a:solidFill>
                    <a:latin typeface="Open Sans"/>
                    <a:ea typeface="Open Sans"/>
                    <a:cs typeface="Open Sans"/>
                    <a:sym typeface="Open Sans"/>
                  </a:rPr>
                  <a:t>ApplicationMaster</a:t>
                </a:r>
                <a:r>
                  <a:rPr lang="en-US" sz="2200" b="0" i="0" u="none" strike="noStrike" cap="none" dirty="0">
                    <a:solidFill>
                      <a:srgbClr val="3F3F3F"/>
                    </a:solidFill>
                    <a:latin typeface="Open Sans"/>
                    <a:ea typeface="Open Sans"/>
                    <a:cs typeface="Open Sans"/>
                    <a:sym typeface="Open Sans"/>
                  </a:rPr>
                  <a:t> resubmits the tasks to an alternate 	</a:t>
                </a:r>
                <a:r>
                  <a:rPr lang="en-US" sz="2200" b="0" i="0" u="none" strike="noStrike" cap="none" dirty="0" err="1">
                    <a:solidFill>
                      <a:srgbClr val="3F3F3F"/>
                    </a:solidFill>
                    <a:latin typeface="Open Sans"/>
                    <a:ea typeface="Open Sans"/>
                    <a:cs typeface="Open Sans"/>
                    <a:sym typeface="Open Sans"/>
                  </a:rPr>
                  <a:t>NodeManager</a:t>
                </a:r>
                <a:r>
                  <a:rPr lang="en-US" sz="2200" b="0" i="0" u="none" strike="noStrike" cap="none" dirty="0">
                    <a:solidFill>
                      <a:srgbClr val="3F3F3F"/>
                    </a:solidFill>
                    <a:latin typeface="Open Sans"/>
                    <a:ea typeface="Open Sans"/>
                    <a:cs typeface="Open Sans"/>
                    <a:sym typeface="Open Sans"/>
                  </a:rPr>
                  <a:t> if the DataNode fails.</a:t>
                </a:r>
                <a:endParaRPr sz="2200" b="0" i="0" u="none" strike="noStrike" cap="none" dirty="0">
                  <a:solidFill>
                    <a:srgbClr val="3F3F3F"/>
                  </a:solidFill>
                  <a:latin typeface="Arial"/>
                  <a:ea typeface="Arial"/>
                  <a:cs typeface="Arial"/>
                  <a:sym typeface="Arial"/>
                </a:endParaRPr>
              </a:p>
            </p:txBody>
          </p:sp>
          <p:sp>
            <p:nvSpPr>
              <p:cNvPr id="837" name="Google Shape;837;p79"/>
              <p:cNvSpPr/>
              <p:nvPr/>
            </p:nvSpPr>
            <p:spPr>
              <a:xfrm rot="5400000">
                <a:off x="7273861" y="6527586"/>
                <a:ext cx="389262" cy="194047"/>
              </a:xfrm>
              <a:prstGeom prst="triangle">
                <a:avLst>
                  <a:gd name="adj" fmla="val 50000"/>
                </a:avLst>
              </a:prstGeom>
              <a:solidFill>
                <a:srgbClr val="E78E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grpSp>
          <p:nvGrpSpPr>
            <p:cNvPr id="838" name="Google Shape;838;p79"/>
            <p:cNvGrpSpPr/>
            <p:nvPr/>
          </p:nvGrpSpPr>
          <p:grpSpPr>
            <a:xfrm>
              <a:off x="3370567" y="7388249"/>
              <a:ext cx="11230766" cy="906499"/>
              <a:chOff x="6718331" y="6171360"/>
              <a:chExt cx="11230766" cy="906499"/>
            </a:xfrm>
          </p:grpSpPr>
          <p:sp>
            <p:nvSpPr>
              <p:cNvPr id="839" name="Google Shape;839;p79"/>
              <p:cNvSpPr/>
              <p:nvPr/>
            </p:nvSpPr>
            <p:spPr>
              <a:xfrm>
                <a:off x="6718331" y="6171360"/>
                <a:ext cx="11230766" cy="906499"/>
              </a:xfrm>
              <a:prstGeom prst="roundRect">
                <a:avLst>
                  <a:gd name="adj" fmla="val 3858"/>
                </a:avLst>
              </a:prstGeom>
              <a:solidFill>
                <a:srgbClr val="E1EFD8"/>
              </a:solidFill>
              <a:ln>
                <a:noFill/>
              </a:ln>
            </p:spPr>
            <p:txBody>
              <a:bodyPr spcFirstLastPara="1" wrap="square" lIns="27430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200" b="0" i="0" u="none" strike="noStrike" cap="none" dirty="0">
                    <a:solidFill>
                      <a:srgbClr val="3F3F3F"/>
                    </a:solidFill>
                    <a:latin typeface="Open Sans"/>
                    <a:ea typeface="Open Sans"/>
                    <a:cs typeface="Open Sans"/>
                    <a:sym typeface="Open Sans"/>
                  </a:rPr>
                  <a:t>	MapReduce </a:t>
                </a:r>
                <a:r>
                  <a:rPr lang="en-US" sz="2200" b="0" i="0" u="none" strike="noStrike" cap="none" dirty="0" err="1">
                    <a:solidFill>
                      <a:srgbClr val="3F3F3F"/>
                    </a:solidFill>
                    <a:latin typeface="Open Sans"/>
                    <a:ea typeface="Open Sans"/>
                    <a:cs typeface="Open Sans"/>
                    <a:sym typeface="Open Sans"/>
                  </a:rPr>
                  <a:t>ApplicationMaster</a:t>
                </a:r>
                <a:r>
                  <a:rPr lang="en-US" sz="2200" b="0" i="0" u="none" strike="noStrike" cap="none" dirty="0">
                    <a:solidFill>
                      <a:srgbClr val="3F3F3F"/>
                    </a:solidFill>
                    <a:latin typeface="Open Sans"/>
                    <a:ea typeface="Open Sans"/>
                    <a:cs typeface="Open Sans"/>
                    <a:sym typeface="Open Sans"/>
                  </a:rPr>
                  <a:t> coordinates with the </a:t>
                </a:r>
                <a:r>
                  <a:rPr lang="en-US" sz="2200" b="0" i="0" u="none" strike="noStrike" cap="none" dirty="0" err="1">
                    <a:solidFill>
                      <a:srgbClr val="3F3F3F"/>
                    </a:solidFill>
                    <a:latin typeface="Open Sans"/>
                    <a:ea typeface="Open Sans"/>
                    <a:cs typeface="Open Sans"/>
                    <a:sym typeface="Open Sans"/>
                  </a:rPr>
                  <a:t>NodeManagers</a:t>
                </a:r>
                <a:r>
                  <a:rPr lang="en-US" sz="2200" b="0" i="0" u="none" strike="noStrike" cap="none" dirty="0">
                    <a:solidFill>
                      <a:srgbClr val="3F3F3F"/>
                    </a:solidFill>
                    <a:latin typeface="Open Sans"/>
                    <a:ea typeface="Open Sans"/>
                    <a:cs typeface="Open Sans"/>
                    <a:sym typeface="Open Sans"/>
                  </a:rPr>
                  <a:t>.</a:t>
                </a:r>
                <a:endParaRPr sz="2200" b="0" i="0" u="none" strike="noStrike" cap="none" dirty="0">
                  <a:solidFill>
                    <a:srgbClr val="3F3F3F"/>
                  </a:solidFill>
                  <a:latin typeface="Arial"/>
                  <a:ea typeface="Arial"/>
                  <a:cs typeface="Arial"/>
                  <a:sym typeface="Arial"/>
                </a:endParaRPr>
              </a:p>
            </p:txBody>
          </p:sp>
          <p:sp>
            <p:nvSpPr>
              <p:cNvPr id="840" name="Google Shape;840;p79"/>
              <p:cNvSpPr/>
              <p:nvPr/>
            </p:nvSpPr>
            <p:spPr>
              <a:xfrm rot="5400000">
                <a:off x="7273861" y="6527586"/>
                <a:ext cx="389262" cy="194047"/>
              </a:xfrm>
              <a:prstGeom prst="triangle">
                <a:avLst>
                  <a:gd name="adj" fmla="val 50000"/>
                </a:avLst>
              </a:prstGeom>
              <a:solidFill>
                <a:srgbClr val="32BC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grpSp>
          <p:nvGrpSpPr>
            <p:cNvPr id="841" name="Google Shape;841;p79"/>
            <p:cNvGrpSpPr/>
            <p:nvPr/>
          </p:nvGrpSpPr>
          <p:grpSpPr>
            <a:xfrm>
              <a:off x="3354090" y="2927851"/>
              <a:ext cx="11234886" cy="902553"/>
              <a:chOff x="6154653" y="3907689"/>
              <a:chExt cx="11234886" cy="902553"/>
            </a:xfrm>
          </p:grpSpPr>
          <p:sp>
            <p:nvSpPr>
              <p:cNvPr id="842" name="Google Shape;842;p79"/>
              <p:cNvSpPr/>
              <p:nvPr/>
            </p:nvSpPr>
            <p:spPr>
              <a:xfrm>
                <a:off x="6154653" y="3907689"/>
                <a:ext cx="11234886" cy="902553"/>
              </a:xfrm>
              <a:prstGeom prst="roundRect">
                <a:avLst>
                  <a:gd name="adj" fmla="val 10436"/>
                </a:avLst>
              </a:prstGeom>
              <a:solidFill>
                <a:schemeClr val="bg1">
                  <a:lumMod val="95000"/>
                </a:schemeClr>
              </a:solidFill>
              <a:ln>
                <a:noFill/>
              </a:ln>
            </p:spPr>
            <p:txBody>
              <a:bodyPr spcFirstLastPara="1" wrap="square" lIns="274300" tIns="0" rIns="0" bIns="0" anchor="ctr" anchorCtr="0">
                <a:noAutofit/>
              </a:bodyPr>
              <a:lstStyle/>
              <a:p>
                <a:pPr lvl="1">
                  <a:buSzPts val="2000"/>
                </a:pPr>
                <a:r>
                  <a:rPr lang="en-US" sz="2200" b="0" i="0" u="none" strike="noStrike" cap="none" dirty="0">
                    <a:solidFill>
                      <a:srgbClr val="3F3F3F"/>
                    </a:solidFill>
                    <a:latin typeface="Open Sans"/>
                    <a:ea typeface="Open Sans"/>
                    <a:cs typeface="Open Sans"/>
                    <a:sym typeface="Open Sans"/>
                  </a:rPr>
                  <a:t>	Hadoop MapReduce job is submitted by a client in the form of an input file 	or a number of input split of files containing data.</a:t>
                </a:r>
                <a:endParaRPr sz="2200" b="0" i="0" u="none" strike="noStrike" cap="none" dirty="0">
                  <a:solidFill>
                    <a:srgbClr val="3F3F3F"/>
                  </a:solidFill>
                  <a:latin typeface="Arial"/>
                  <a:ea typeface="Arial"/>
                  <a:cs typeface="Arial"/>
                  <a:sym typeface="Arial"/>
                </a:endParaRPr>
              </a:p>
            </p:txBody>
          </p:sp>
          <p:sp>
            <p:nvSpPr>
              <p:cNvPr id="843" name="Google Shape;843;p79"/>
              <p:cNvSpPr/>
              <p:nvPr/>
            </p:nvSpPr>
            <p:spPr>
              <a:xfrm rot="5400000">
                <a:off x="6706318" y="4265952"/>
                <a:ext cx="389262" cy="194047"/>
              </a:xfrm>
              <a:prstGeom prst="triangle">
                <a:avLst>
                  <a:gd name="adj" fmla="val 50000"/>
                </a:avLst>
              </a:prstGeom>
              <a:solidFill>
                <a:srgbClr val="B4B0B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grpSp>
          <p:nvGrpSpPr>
            <p:cNvPr id="844" name="Google Shape;844;p79"/>
            <p:cNvGrpSpPr/>
            <p:nvPr/>
          </p:nvGrpSpPr>
          <p:grpSpPr>
            <a:xfrm>
              <a:off x="1802587" y="2110665"/>
              <a:ext cx="2216999" cy="2834328"/>
              <a:chOff x="4590792" y="1991423"/>
              <a:chExt cx="2216999" cy="2834328"/>
            </a:xfrm>
          </p:grpSpPr>
          <p:sp>
            <p:nvSpPr>
              <p:cNvPr id="845" name="Google Shape;845;p79"/>
              <p:cNvSpPr/>
              <p:nvPr/>
            </p:nvSpPr>
            <p:spPr>
              <a:xfrm>
                <a:off x="4590793" y="3919252"/>
                <a:ext cx="2216998" cy="906499"/>
              </a:xfrm>
              <a:prstGeom prst="roundRect">
                <a:avLst>
                  <a:gd name="adj" fmla="val 0"/>
                </a:avLst>
              </a:prstGeom>
              <a:solidFill>
                <a:srgbClr val="61ADCF"/>
              </a:solidFill>
              <a:ln>
                <a:noFill/>
              </a:ln>
            </p:spPr>
            <p:txBody>
              <a:bodyPr spcFirstLastPara="1" wrap="square" lIns="91425" tIns="45700" rIns="180000" bIns="45700" anchor="ctr" anchorCtr="0">
                <a:noAutofit/>
              </a:bodyPr>
              <a:lstStyle/>
              <a:p>
                <a:pPr marL="114300" marR="0" lvl="0" indent="0" algn="r" rtl="0">
                  <a:lnSpc>
                    <a:spcPct val="100000"/>
                  </a:lnSpc>
                  <a:spcBef>
                    <a:spcPts val="0"/>
                  </a:spcBef>
                  <a:spcAft>
                    <a:spcPts val="0"/>
                  </a:spcAft>
                  <a:buNone/>
                </a:pPr>
                <a:r>
                  <a:rPr lang="en-US" sz="2200" b="0" i="0" u="none" strike="noStrike" cap="none">
                    <a:solidFill>
                      <a:schemeClr val="lt1"/>
                    </a:solidFill>
                    <a:latin typeface="Open Sans"/>
                    <a:ea typeface="Open Sans"/>
                    <a:cs typeface="Open Sans"/>
                    <a:sym typeface="Open Sans"/>
                  </a:rPr>
                  <a:t>Input split distribution</a:t>
                </a:r>
                <a:endParaRPr sz="1400" b="0" i="0" u="none" strike="noStrike" cap="none">
                  <a:solidFill>
                    <a:schemeClr val="lt1"/>
                  </a:solidFill>
                  <a:latin typeface="Open Sans"/>
                  <a:ea typeface="Open Sans"/>
                  <a:cs typeface="Open Sans"/>
                  <a:sym typeface="Open Sans"/>
                </a:endParaRPr>
              </a:p>
            </p:txBody>
          </p:sp>
          <p:sp>
            <p:nvSpPr>
              <p:cNvPr id="846" name="Google Shape;846;p79"/>
              <p:cNvSpPr/>
              <p:nvPr/>
            </p:nvSpPr>
            <p:spPr>
              <a:xfrm>
                <a:off x="4590792" y="1991423"/>
                <a:ext cx="91043" cy="2834328"/>
              </a:xfrm>
              <a:prstGeom prst="rect">
                <a:avLst/>
              </a:prstGeom>
              <a:solidFill>
                <a:srgbClr val="61ADC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grpSp>
          <p:nvGrpSpPr>
            <p:cNvPr id="847" name="Google Shape;847;p79"/>
            <p:cNvGrpSpPr/>
            <p:nvPr/>
          </p:nvGrpSpPr>
          <p:grpSpPr>
            <a:xfrm>
              <a:off x="1523203" y="2110665"/>
              <a:ext cx="2492517" cy="3945710"/>
              <a:chOff x="4311408" y="2029907"/>
              <a:chExt cx="2492517" cy="3945710"/>
            </a:xfrm>
          </p:grpSpPr>
          <p:sp>
            <p:nvSpPr>
              <p:cNvPr id="848" name="Google Shape;848;p79"/>
              <p:cNvSpPr/>
              <p:nvPr/>
            </p:nvSpPr>
            <p:spPr>
              <a:xfrm>
                <a:off x="4311408" y="2029907"/>
                <a:ext cx="84909" cy="3945710"/>
              </a:xfrm>
              <a:prstGeom prst="rect">
                <a:avLst/>
              </a:prstGeom>
              <a:solidFill>
                <a:srgbClr val="E36F7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849" name="Google Shape;849;p79"/>
              <p:cNvSpPr/>
              <p:nvPr/>
            </p:nvSpPr>
            <p:spPr>
              <a:xfrm>
                <a:off x="4311408" y="5069118"/>
                <a:ext cx="2492517" cy="906499"/>
              </a:xfrm>
              <a:prstGeom prst="roundRect">
                <a:avLst>
                  <a:gd name="adj" fmla="val 0"/>
                </a:avLst>
              </a:prstGeom>
              <a:solidFill>
                <a:srgbClr val="E36F72"/>
              </a:solidFill>
              <a:ln>
                <a:noFill/>
              </a:ln>
            </p:spPr>
            <p:txBody>
              <a:bodyPr spcFirstLastPara="1" wrap="square" lIns="91425" tIns="45700" rIns="180000" bIns="45700" anchor="ctr" anchorCtr="0">
                <a:noAutofit/>
              </a:bodyPr>
              <a:lstStyle/>
              <a:p>
                <a:pPr marL="114309" marR="0" lvl="0" indent="0" algn="r" rtl="0">
                  <a:lnSpc>
                    <a:spcPct val="100000"/>
                  </a:lnSpc>
                  <a:spcBef>
                    <a:spcPts val="0"/>
                  </a:spcBef>
                  <a:spcAft>
                    <a:spcPts val="0"/>
                  </a:spcAft>
                  <a:buNone/>
                </a:pPr>
                <a:endParaRPr sz="2200" b="0" i="0" u="none" strike="noStrike" cap="none">
                  <a:solidFill>
                    <a:schemeClr val="lt1"/>
                  </a:solidFill>
                  <a:latin typeface="Open Sans"/>
                  <a:ea typeface="Open Sans"/>
                  <a:cs typeface="Open Sans"/>
                  <a:sym typeface="Open Sans"/>
                </a:endParaRPr>
              </a:p>
              <a:p>
                <a:pPr marL="114309" marR="0" lvl="0" indent="0" algn="r" rtl="0">
                  <a:lnSpc>
                    <a:spcPct val="100000"/>
                  </a:lnSpc>
                  <a:spcBef>
                    <a:spcPts val="0"/>
                  </a:spcBef>
                  <a:spcAft>
                    <a:spcPts val="0"/>
                  </a:spcAft>
                  <a:buNone/>
                </a:pPr>
                <a:endParaRPr sz="2200" b="0" i="0" u="none" strike="noStrike" cap="none">
                  <a:solidFill>
                    <a:schemeClr val="lt1"/>
                  </a:solidFill>
                  <a:latin typeface="Open Sans"/>
                  <a:ea typeface="Open Sans"/>
                  <a:cs typeface="Open Sans"/>
                  <a:sym typeface="Open Sans"/>
                </a:endParaRPr>
              </a:p>
              <a:p>
                <a:pPr marL="114309" marR="0" lvl="0" indent="0" algn="ctr" rtl="0">
                  <a:lnSpc>
                    <a:spcPct val="100000"/>
                  </a:lnSpc>
                  <a:spcBef>
                    <a:spcPts val="0"/>
                  </a:spcBef>
                  <a:spcAft>
                    <a:spcPts val="0"/>
                  </a:spcAft>
                  <a:buNone/>
                </a:pPr>
                <a:r>
                  <a:rPr lang="en-US" sz="2200" b="0" i="0" u="none" strike="noStrike" cap="none">
                    <a:solidFill>
                      <a:schemeClr val="lt1"/>
                    </a:solidFill>
                    <a:latin typeface="Open Sans"/>
                    <a:ea typeface="Open Sans"/>
                    <a:cs typeface="Open Sans"/>
                    <a:sym typeface="Open Sans"/>
                  </a:rPr>
                  <a:t>Success or failure status</a:t>
                </a:r>
                <a:endParaRPr/>
              </a:p>
              <a:p>
                <a:pPr marL="114309" marR="0" lvl="0" indent="0" algn="r" rtl="0">
                  <a:lnSpc>
                    <a:spcPct val="100000"/>
                  </a:lnSpc>
                  <a:spcBef>
                    <a:spcPts val="0"/>
                  </a:spcBef>
                  <a:spcAft>
                    <a:spcPts val="0"/>
                  </a:spcAft>
                  <a:buNone/>
                </a:pPr>
                <a:endParaRPr sz="2200" b="0" i="0" u="none" strike="noStrike" cap="none">
                  <a:solidFill>
                    <a:schemeClr val="lt1"/>
                  </a:solidFill>
                  <a:latin typeface="Open Sans"/>
                  <a:ea typeface="Open Sans"/>
                  <a:cs typeface="Open Sans"/>
                  <a:sym typeface="Open Sans"/>
                </a:endParaRPr>
              </a:p>
              <a:p>
                <a:pPr marL="114309" marR="0" lvl="0" indent="0" algn="r" rtl="0">
                  <a:lnSpc>
                    <a:spcPct val="100000"/>
                  </a:lnSpc>
                  <a:spcBef>
                    <a:spcPts val="0"/>
                  </a:spcBef>
                  <a:spcAft>
                    <a:spcPts val="0"/>
                  </a:spcAft>
                  <a:buNone/>
                </a:pPr>
                <a:endParaRPr sz="2200" b="0" i="0" u="none" strike="noStrike" cap="none">
                  <a:solidFill>
                    <a:schemeClr val="lt1"/>
                  </a:solidFill>
                  <a:latin typeface="Open Sans"/>
                  <a:ea typeface="Open Sans"/>
                  <a:cs typeface="Open Sans"/>
                  <a:sym typeface="Open Sans"/>
                </a:endParaRPr>
              </a:p>
            </p:txBody>
          </p:sp>
        </p:grpSp>
        <p:grpSp>
          <p:nvGrpSpPr>
            <p:cNvPr id="850" name="Google Shape;850;p79"/>
            <p:cNvGrpSpPr/>
            <p:nvPr/>
          </p:nvGrpSpPr>
          <p:grpSpPr>
            <a:xfrm>
              <a:off x="1246888" y="2110665"/>
              <a:ext cx="2776819" cy="5073289"/>
              <a:chOff x="4035093" y="2004570"/>
              <a:chExt cx="2776819" cy="5073289"/>
            </a:xfrm>
          </p:grpSpPr>
          <p:sp>
            <p:nvSpPr>
              <p:cNvPr id="851" name="Google Shape;851;p79"/>
              <p:cNvSpPr/>
              <p:nvPr/>
            </p:nvSpPr>
            <p:spPr>
              <a:xfrm>
                <a:off x="4035094" y="2004570"/>
                <a:ext cx="89370" cy="5073289"/>
              </a:xfrm>
              <a:prstGeom prst="rect">
                <a:avLst/>
              </a:prstGeom>
              <a:solidFill>
                <a:srgbClr val="E78E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852" name="Google Shape;852;p79"/>
              <p:cNvSpPr/>
              <p:nvPr/>
            </p:nvSpPr>
            <p:spPr>
              <a:xfrm>
                <a:off x="4035093" y="6171360"/>
                <a:ext cx="2776819" cy="906499"/>
              </a:xfrm>
              <a:prstGeom prst="roundRect">
                <a:avLst>
                  <a:gd name="adj" fmla="val 0"/>
                </a:avLst>
              </a:prstGeom>
              <a:solidFill>
                <a:srgbClr val="E78E4B"/>
              </a:solidFill>
              <a:ln>
                <a:noFill/>
              </a:ln>
            </p:spPr>
            <p:txBody>
              <a:bodyPr spcFirstLastPara="1" wrap="square" lIns="91425" tIns="45700" rIns="180000" bIns="45700" anchor="ctr" anchorCtr="0">
                <a:noAutofit/>
              </a:bodyPr>
              <a:lstStyle/>
              <a:p>
                <a:pPr marL="114309" marR="0" lvl="0" indent="0" algn="ctr" rtl="0">
                  <a:lnSpc>
                    <a:spcPct val="100000"/>
                  </a:lnSpc>
                  <a:spcBef>
                    <a:spcPts val="0"/>
                  </a:spcBef>
                  <a:spcAft>
                    <a:spcPts val="0"/>
                  </a:spcAft>
                  <a:buNone/>
                </a:pPr>
                <a:r>
                  <a:rPr lang="en-US" sz="2200" b="0" i="0" u="none" strike="noStrike" cap="none">
                    <a:solidFill>
                      <a:schemeClr val="lt1"/>
                    </a:solidFill>
                    <a:latin typeface="Open Sans"/>
                    <a:ea typeface="Open Sans"/>
                    <a:cs typeface="Open Sans"/>
                    <a:sym typeface="Open Sans"/>
                  </a:rPr>
                  <a:t>Resubmission of tasks</a:t>
                </a:r>
                <a:endParaRPr/>
              </a:p>
            </p:txBody>
          </p:sp>
        </p:grpSp>
        <p:grpSp>
          <p:nvGrpSpPr>
            <p:cNvPr id="853" name="Google Shape;853;p79"/>
            <p:cNvGrpSpPr/>
            <p:nvPr/>
          </p:nvGrpSpPr>
          <p:grpSpPr>
            <a:xfrm>
              <a:off x="998626" y="2110666"/>
              <a:ext cx="3025078" cy="6184084"/>
              <a:chOff x="4035093" y="913216"/>
              <a:chExt cx="3025078" cy="6184084"/>
            </a:xfrm>
          </p:grpSpPr>
          <p:sp>
            <p:nvSpPr>
              <p:cNvPr id="854" name="Google Shape;854;p79"/>
              <p:cNvSpPr/>
              <p:nvPr/>
            </p:nvSpPr>
            <p:spPr>
              <a:xfrm>
                <a:off x="4036421" y="913216"/>
                <a:ext cx="99035" cy="6184084"/>
              </a:xfrm>
              <a:prstGeom prst="rect">
                <a:avLst/>
              </a:prstGeom>
              <a:solidFill>
                <a:srgbClr val="32BC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855" name="Google Shape;855;p79"/>
              <p:cNvSpPr/>
              <p:nvPr/>
            </p:nvSpPr>
            <p:spPr>
              <a:xfrm>
                <a:off x="4035093" y="6190800"/>
                <a:ext cx="3025078" cy="906499"/>
              </a:xfrm>
              <a:prstGeom prst="roundRect">
                <a:avLst>
                  <a:gd name="adj" fmla="val 0"/>
                </a:avLst>
              </a:prstGeom>
              <a:solidFill>
                <a:srgbClr val="32BCAF"/>
              </a:solidFill>
              <a:ln>
                <a:noFill/>
              </a:ln>
            </p:spPr>
            <p:txBody>
              <a:bodyPr spcFirstLastPara="1" wrap="square" lIns="91425" tIns="45700" rIns="180000" bIns="45700" anchor="ctr" anchorCtr="0">
                <a:noAutofit/>
              </a:bodyPr>
              <a:lstStyle/>
              <a:p>
                <a:pPr marL="114309" marR="0" lvl="0" indent="0" algn="ctr" rtl="0">
                  <a:lnSpc>
                    <a:spcPct val="100000"/>
                  </a:lnSpc>
                  <a:spcBef>
                    <a:spcPts val="0"/>
                  </a:spcBef>
                  <a:spcAft>
                    <a:spcPts val="0"/>
                  </a:spcAft>
                  <a:buNone/>
                </a:pPr>
                <a:r>
                  <a:rPr lang="en-US" sz="2200" b="0" i="0" u="none" strike="noStrike" cap="none">
                    <a:solidFill>
                      <a:schemeClr val="lt1"/>
                    </a:solidFill>
                    <a:latin typeface="Open Sans"/>
                    <a:ea typeface="Open Sans"/>
                    <a:cs typeface="Open Sans"/>
                    <a:sym typeface="Open Sans"/>
                  </a:rPr>
                  <a:t>Coordination with</a:t>
                </a:r>
                <a:endParaRPr/>
              </a:p>
              <a:p>
                <a:pPr marL="114309" marR="0" lvl="0" indent="0" algn="ctr" rtl="0">
                  <a:lnSpc>
                    <a:spcPct val="100000"/>
                  </a:lnSpc>
                  <a:spcBef>
                    <a:spcPts val="0"/>
                  </a:spcBef>
                  <a:spcAft>
                    <a:spcPts val="0"/>
                  </a:spcAft>
                  <a:buNone/>
                </a:pPr>
                <a:r>
                  <a:rPr lang="en-US" sz="2200" b="0" i="0" u="none" strike="noStrike" cap="none">
                    <a:solidFill>
                      <a:schemeClr val="lt1"/>
                    </a:solidFill>
                    <a:latin typeface="Open Sans"/>
                    <a:ea typeface="Open Sans"/>
                    <a:cs typeface="Open Sans"/>
                    <a:sym typeface="Open Sans"/>
                  </a:rPr>
                  <a:t>NodeManager</a:t>
                </a:r>
                <a:endParaRPr sz="2200" b="0" i="0" u="none" strike="noStrike" cap="none">
                  <a:solidFill>
                    <a:schemeClr val="lt1"/>
                  </a:solidFill>
                  <a:latin typeface="Open Sans"/>
                  <a:ea typeface="Open Sans"/>
                  <a:cs typeface="Open Sans"/>
                  <a:sym typeface="Open Sans"/>
                </a:endParaRPr>
              </a:p>
            </p:txBody>
          </p:sp>
        </p:grpSp>
        <p:grpSp>
          <p:nvGrpSpPr>
            <p:cNvPr id="856" name="Google Shape;856;p79"/>
            <p:cNvGrpSpPr/>
            <p:nvPr/>
          </p:nvGrpSpPr>
          <p:grpSpPr>
            <a:xfrm>
              <a:off x="2100305" y="2110665"/>
              <a:ext cx="1915415" cy="1721600"/>
              <a:chOff x="4590793" y="3104151"/>
              <a:chExt cx="1915415" cy="1721600"/>
            </a:xfrm>
          </p:grpSpPr>
          <p:sp>
            <p:nvSpPr>
              <p:cNvPr id="857" name="Google Shape;857;p79"/>
              <p:cNvSpPr/>
              <p:nvPr/>
            </p:nvSpPr>
            <p:spPr>
              <a:xfrm>
                <a:off x="4590793" y="3919252"/>
                <a:ext cx="1915415" cy="906499"/>
              </a:xfrm>
              <a:prstGeom prst="roundRect">
                <a:avLst>
                  <a:gd name="adj" fmla="val 0"/>
                </a:avLst>
              </a:prstGeom>
              <a:solidFill>
                <a:srgbClr val="B4B0B0"/>
              </a:solidFill>
              <a:ln>
                <a:noFill/>
              </a:ln>
            </p:spPr>
            <p:txBody>
              <a:bodyPr spcFirstLastPara="1" wrap="square" lIns="91425" tIns="45700" rIns="180000" bIns="45700" anchor="ctr" anchorCtr="0">
                <a:noAutofit/>
              </a:bodyPr>
              <a:lstStyle/>
              <a:p>
                <a:pPr marL="114309" marR="0" lvl="0" indent="0" algn="ctr" rtl="0">
                  <a:lnSpc>
                    <a:spcPct val="100000"/>
                  </a:lnSpc>
                  <a:spcBef>
                    <a:spcPts val="0"/>
                  </a:spcBef>
                  <a:spcAft>
                    <a:spcPts val="0"/>
                  </a:spcAft>
                  <a:buNone/>
                </a:pPr>
                <a:r>
                  <a:rPr lang="en-US" sz="2200" b="0" i="0" u="none" strike="noStrike" cap="none" dirty="0">
                    <a:solidFill>
                      <a:schemeClr val="lt1"/>
                    </a:solidFill>
                    <a:latin typeface="Open Sans"/>
                    <a:ea typeface="Open Sans"/>
                    <a:cs typeface="Open Sans"/>
                    <a:sym typeface="Open Sans"/>
                  </a:rPr>
                  <a:t>Job submission</a:t>
                </a:r>
                <a:endParaRPr dirty="0"/>
              </a:p>
            </p:txBody>
          </p:sp>
          <p:sp>
            <p:nvSpPr>
              <p:cNvPr id="858" name="Google Shape;858;p79"/>
              <p:cNvSpPr/>
              <p:nvPr/>
            </p:nvSpPr>
            <p:spPr>
              <a:xfrm>
                <a:off x="4590793" y="3104151"/>
                <a:ext cx="89953" cy="1721600"/>
              </a:xfrm>
              <a:prstGeom prst="rect">
                <a:avLst/>
              </a:prstGeom>
              <a:solidFill>
                <a:srgbClr val="B4B0B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grpSp>
          <p:nvGrpSpPr>
            <p:cNvPr id="859" name="Google Shape;859;p79"/>
            <p:cNvGrpSpPr/>
            <p:nvPr/>
          </p:nvGrpSpPr>
          <p:grpSpPr>
            <a:xfrm>
              <a:off x="836828" y="1485825"/>
              <a:ext cx="1485640" cy="1485640"/>
              <a:chOff x="780383" y="1485825"/>
              <a:chExt cx="1485640" cy="1485640"/>
            </a:xfrm>
          </p:grpSpPr>
          <p:sp>
            <p:nvSpPr>
              <p:cNvPr id="860" name="Google Shape;860;p79"/>
              <p:cNvSpPr/>
              <p:nvPr/>
            </p:nvSpPr>
            <p:spPr>
              <a:xfrm>
                <a:off x="780383" y="1485825"/>
                <a:ext cx="1485640" cy="148564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861" name="Google Shape;861;p79"/>
              <p:cNvSpPr/>
              <p:nvPr/>
            </p:nvSpPr>
            <p:spPr>
              <a:xfrm>
                <a:off x="885777" y="1591219"/>
                <a:ext cx="1274852" cy="1274854"/>
              </a:xfrm>
              <a:prstGeom prst="ellipse">
                <a:avLst/>
              </a:prstGeom>
              <a:noFill/>
              <a:ln w="19050" cap="flat" cmpd="sng">
                <a:solidFill>
                  <a:srgbClr val="D8D8D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grpSp>
      <p:sp>
        <p:nvSpPr>
          <p:cNvPr id="3" name="Brandline_LVC">
            <a:extLst>
              <a:ext uri="{FF2B5EF4-FFF2-40B4-BE49-F238E27FC236}">
                <a16:creationId xmlns:a16="http://schemas.microsoft.com/office/drawing/2014/main" id="{F439E01D-4D36-52EB-F1E0-6C82F8A5EC96}"/>
              </a:ext>
            </a:extLst>
          </p:cNvPr>
          <p:cNvSpPr/>
          <p:nvPr/>
        </p:nvSpPr>
        <p:spPr>
          <a:xfrm>
            <a:off x="3556000" y="816324"/>
            <a:ext cx="9146063"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p80"/>
          <p:cNvSpPr/>
          <p:nvPr/>
        </p:nvSpPr>
        <p:spPr>
          <a:xfrm>
            <a:off x="11222047" y="5307450"/>
            <a:ext cx="3276260" cy="430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Allows parallelism</a:t>
            </a:r>
            <a:endParaRPr sz="2200" b="0" i="0" u="none" strike="noStrike" cap="none">
              <a:solidFill>
                <a:srgbClr val="3F3F3F"/>
              </a:solidFill>
              <a:latin typeface="Open Sans"/>
              <a:ea typeface="Open Sans"/>
              <a:cs typeface="Open Sans"/>
              <a:sym typeface="Open Sans"/>
            </a:endParaRPr>
          </a:p>
        </p:txBody>
      </p:sp>
      <p:sp>
        <p:nvSpPr>
          <p:cNvPr id="867" name="Google Shape;867;p80"/>
          <p:cNvSpPr/>
          <p:nvPr/>
        </p:nvSpPr>
        <p:spPr>
          <a:xfrm>
            <a:off x="8879929" y="7755497"/>
            <a:ext cx="3464472" cy="76940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Performs operations by the same processor</a:t>
            </a:r>
            <a:endParaRPr sz="2200" b="0" i="0" u="none" strike="noStrike" cap="none">
              <a:solidFill>
                <a:srgbClr val="3F3F3F"/>
              </a:solidFill>
              <a:latin typeface="Open Sans"/>
              <a:ea typeface="Open Sans"/>
              <a:cs typeface="Open Sans"/>
              <a:sym typeface="Open Sans"/>
            </a:endParaRPr>
          </a:p>
        </p:txBody>
      </p:sp>
      <p:sp>
        <p:nvSpPr>
          <p:cNvPr id="868" name="Google Shape;868;p80"/>
          <p:cNvSpPr/>
          <p:nvPr/>
        </p:nvSpPr>
        <p:spPr>
          <a:xfrm>
            <a:off x="6273321" y="1435605"/>
            <a:ext cx="3738843" cy="43084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Handles large-scale data </a:t>
            </a:r>
            <a:endParaRPr sz="2200" b="0" i="0" u="none" strike="noStrike" cap="none">
              <a:solidFill>
                <a:srgbClr val="3F3F3F"/>
              </a:solidFill>
              <a:latin typeface="Open Sans"/>
              <a:ea typeface="Open Sans"/>
              <a:cs typeface="Open Sans"/>
              <a:sym typeface="Open Sans"/>
            </a:endParaRPr>
          </a:p>
        </p:txBody>
      </p:sp>
      <p:sp>
        <p:nvSpPr>
          <p:cNvPr id="869" name="Google Shape;869;p80"/>
          <p:cNvSpPr/>
          <p:nvPr/>
        </p:nvSpPr>
        <p:spPr>
          <a:xfrm>
            <a:off x="10704916" y="2788585"/>
            <a:ext cx="3689054" cy="76944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Works well on write once read many (WORM) data</a:t>
            </a:r>
            <a:endParaRPr sz="1400" b="0" i="0" u="none" strike="noStrike" cap="none">
              <a:solidFill>
                <a:srgbClr val="3F3F3F"/>
              </a:solidFill>
              <a:latin typeface="Arial"/>
              <a:ea typeface="Arial"/>
              <a:cs typeface="Arial"/>
              <a:sym typeface="Arial"/>
            </a:endParaRPr>
          </a:p>
        </p:txBody>
      </p:sp>
      <p:sp>
        <p:nvSpPr>
          <p:cNvPr id="870" name="Google Shape;870;p80"/>
          <p:cNvSpPr/>
          <p:nvPr/>
        </p:nvSpPr>
        <p:spPr>
          <a:xfrm>
            <a:off x="4263085" y="7755457"/>
            <a:ext cx="3251696" cy="76944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Provides operations near the data</a:t>
            </a:r>
            <a:endParaRPr sz="2200" b="0" i="0" u="none" strike="noStrike" cap="none">
              <a:solidFill>
                <a:srgbClr val="3F3F3F"/>
              </a:solidFill>
              <a:latin typeface="Open Sans"/>
              <a:ea typeface="Open Sans"/>
              <a:cs typeface="Open Sans"/>
              <a:sym typeface="Open Sans"/>
            </a:endParaRPr>
          </a:p>
        </p:txBody>
      </p:sp>
      <p:sp>
        <p:nvSpPr>
          <p:cNvPr id="871" name="Google Shape;871;p80"/>
          <p:cNvSpPr/>
          <p:nvPr/>
        </p:nvSpPr>
        <p:spPr>
          <a:xfrm>
            <a:off x="1535924" y="5233695"/>
            <a:ext cx="3438580" cy="769441"/>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Leverages commodity hardware and storage</a:t>
            </a:r>
            <a:endParaRPr sz="2200" b="0" i="0" u="none" strike="noStrike" cap="none">
              <a:solidFill>
                <a:srgbClr val="3F3F3F"/>
              </a:solidFill>
              <a:latin typeface="Open Sans"/>
              <a:ea typeface="Open Sans"/>
              <a:cs typeface="Open Sans"/>
              <a:sym typeface="Open Sans"/>
            </a:endParaRPr>
          </a:p>
        </p:txBody>
      </p:sp>
      <p:sp>
        <p:nvSpPr>
          <p:cNvPr id="872" name="Google Shape;872;p80"/>
          <p:cNvSpPr/>
          <p:nvPr/>
        </p:nvSpPr>
        <p:spPr>
          <a:xfrm>
            <a:off x="1710918" y="2789837"/>
            <a:ext cx="3836280" cy="769441"/>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2200"/>
              <a:buFont typeface="Arial"/>
              <a:buNone/>
            </a:pPr>
            <a:r>
              <a:rPr lang="en-US" sz="2200" b="0" i="0" u="none" strike="noStrike" cap="none" dirty="0">
                <a:solidFill>
                  <a:srgbClr val="3F3F3F"/>
                </a:solidFill>
                <a:latin typeface="Open Sans"/>
                <a:ea typeface="Open Sans"/>
                <a:cs typeface="Open Sans"/>
                <a:sym typeface="Open Sans"/>
              </a:rPr>
              <a:t>Attends to split and </a:t>
            </a:r>
            <a:br>
              <a:rPr lang="en-US" sz="2200" b="0" i="0" u="none" strike="noStrike" cap="none" dirty="0">
                <a:solidFill>
                  <a:srgbClr val="3F3F3F"/>
                </a:solidFill>
                <a:latin typeface="Open Sans"/>
                <a:ea typeface="Open Sans"/>
                <a:cs typeface="Open Sans"/>
                <a:sym typeface="Open Sans"/>
              </a:rPr>
            </a:br>
            <a:r>
              <a:rPr lang="en-US" sz="2200" b="0" i="0" u="none" strike="noStrike" cap="none" dirty="0">
                <a:solidFill>
                  <a:srgbClr val="3F3F3F"/>
                </a:solidFill>
                <a:latin typeface="Open Sans"/>
                <a:ea typeface="Open Sans"/>
                <a:cs typeface="Open Sans"/>
                <a:sym typeface="Open Sans"/>
              </a:rPr>
              <a:t>move data</a:t>
            </a:r>
            <a:endParaRPr sz="2200" b="0" i="0" u="none" strike="noStrike" cap="none" dirty="0">
              <a:solidFill>
                <a:srgbClr val="3F3F3F"/>
              </a:solidFill>
              <a:latin typeface="Open Sans"/>
              <a:ea typeface="Open Sans"/>
              <a:cs typeface="Open Sans"/>
              <a:sym typeface="Open Sans"/>
            </a:endParaRPr>
          </a:p>
        </p:txBody>
      </p:sp>
      <p:grpSp>
        <p:nvGrpSpPr>
          <p:cNvPr id="874" name="Google Shape;874;p80"/>
          <p:cNvGrpSpPr/>
          <p:nvPr/>
        </p:nvGrpSpPr>
        <p:grpSpPr>
          <a:xfrm>
            <a:off x="6658774" y="1427403"/>
            <a:ext cx="2686930" cy="2340856"/>
            <a:chOff x="6658774" y="2028979"/>
            <a:chExt cx="2686930" cy="2340856"/>
          </a:xfrm>
        </p:grpSpPr>
        <p:sp>
          <p:nvSpPr>
            <p:cNvPr id="875" name="Google Shape;875;p80"/>
            <p:cNvSpPr/>
            <p:nvPr/>
          </p:nvSpPr>
          <p:spPr>
            <a:xfrm rot="1500831">
              <a:off x="6877495" y="2432645"/>
              <a:ext cx="2249488" cy="1533525"/>
            </a:xfrm>
            <a:custGeom>
              <a:avLst/>
              <a:gdLst/>
              <a:ahLst/>
              <a:cxnLst/>
              <a:rect l="l" t="t" r="r" b="b"/>
              <a:pathLst>
                <a:path w="2834" h="1931" extrusionOk="0">
                  <a:moveTo>
                    <a:pt x="0" y="1365"/>
                  </a:moveTo>
                  <a:lnTo>
                    <a:pt x="66" y="1285"/>
                  </a:lnTo>
                  <a:lnTo>
                    <a:pt x="134" y="1209"/>
                  </a:lnTo>
                  <a:lnTo>
                    <a:pt x="203" y="1132"/>
                  </a:lnTo>
                  <a:lnTo>
                    <a:pt x="274" y="1059"/>
                  </a:lnTo>
                  <a:lnTo>
                    <a:pt x="347" y="988"/>
                  </a:lnTo>
                  <a:lnTo>
                    <a:pt x="422" y="918"/>
                  </a:lnTo>
                  <a:lnTo>
                    <a:pt x="499" y="853"/>
                  </a:lnTo>
                  <a:lnTo>
                    <a:pt x="579" y="789"/>
                  </a:lnTo>
                  <a:lnTo>
                    <a:pt x="659" y="726"/>
                  </a:lnTo>
                  <a:lnTo>
                    <a:pt x="741" y="666"/>
                  </a:lnTo>
                  <a:lnTo>
                    <a:pt x="823" y="609"/>
                  </a:lnTo>
                  <a:lnTo>
                    <a:pt x="908" y="555"/>
                  </a:lnTo>
                  <a:lnTo>
                    <a:pt x="995" y="502"/>
                  </a:lnTo>
                  <a:lnTo>
                    <a:pt x="1083" y="452"/>
                  </a:lnTo>
                  <a:lnTo>
                    <a:pt x="1172" y="404"/>
                  </a:lnTo>
                  <a:lnTo>
                    <a:pt x="1261" y="359"/>
                  </a:lnTo>
                  <a:lnTo>
                    <a:pt x="1353" y="317"/>
                  </a:lnTo>
                  <a:lnTo>
                    <a:pt x="1446" y="278"/>
                  </a:lnTo>
                  <a:lnTo>
                    <a:pt x="1540" y="240"/>
                  </a:lnTo>
                  <a:lnTo>
                    <a:pt x="1634" y="205"/>
                  </a:lnTo>
                  <a:lnTo>
                    <a:pt x="1730" y="173"/>
                  </a:lnTo>
                  <a:lnTo>
                    <a:pt x="1827" y="144"/>
                  </a:lnTo>
                  <a:lnTo>
                    <a:pt x="1925" y="116"/>
                  </a:lnTo>
                  <a:lnTo>
                    <a:pt x="2022" y="92"/>
                  </a:lnTo>
                  <a:lnTo>
                    <a:pt x="2122" y="71"/>
                  </a:lnTo>
                  <a:lnTo>
                    <a:pt x="2222" y="53"/>
                  </a:lnTo>
                  <a:lnTo>
                    <a:pt x="2323" y="37"/>
                  </a:lnTo>
                  <a:lnTo>
                    <a:pt x="2425" y="23"/>
                  </a:lnTo>
                  <a:lnTo>
                    <a:pt x="2526" y="14"/>
                  </a:lnTo>
                  <a:lnTo>
                    <a:pt x="2628" y="7"/>
                  </a:lnTo>
                  <a:lnTo>
                    <a:pt x="2731" y="2"/>
                  </a:lnTo>
                  <a:lnTo>
                    <a:pt x="2834" y="0"/>
                  </a:lnTo>
                  <a:lnTo>
                    <a:pt x="2834" y="908"/>
                  </a:lnTo>
                  <a:lnTo>
                    <a:pt x="2758" y="908"/>
                  </a:lnTo>
                  <a:lnTo>
                    <a:pt x="2679" y="911"/>
                  </a:lnTo>
                  <a:lnTo>
                    <a:pt x="2603" y="917"/>
                  </a:lnTo>
                  <a:lnTo>
                    <a:pt x="2526" y="924"/>
                  </a:lnTo>
                  <a:lnTo>
                    <a:pt x="2450" y="934"/>
                  </a:lnTo>
                  <a:lnTo>
                    <a:pt x="2375" y="945"/>
                  </a:lnTo>
                  <a:lnTo>
                    <a:pt x="2300" y="959"/>
                  </a:lnTo>
                  <a:lnTo>
                    <a:pt x="2225" y="975"/>
                  </a:lnTo>
                  <a:lnTo>
                    <a:pt x="2152" y="993"/>
                  </a:lnTo>
                  <a:lnTo>
                    <a:pt x="2079" y="1015"/>
                  </a:lnTo>
                  <a:lnTo>
                    <a:pt x="2006" y="1036"/>
                  </a:lnTo>
                  <a:lnTo>
                    <a:pt x="1933" y="1061"/>
                  </a:lnTo>
                  <a:lnTo>
                    <a:pt x="1862" y="1086"/>
                  </a:lnTo>
                  <a:lnTo>
                    <a:pt x="1793" y="1114"/>
                  </a:lnTo>
                  <a:lnTo>
                    <a:pt x="1723" y="1145"/>
                  </a:lnTo>
                  <a:lnTo>
                    <a:pt x="1654" y="1177"/>
                  </a:lnTo>
                  <a:lnTo>
                    <a:pt x="1586" y="1210"/>
                  </a:lnTo>
                  <a:lnTo>
                    <a:pt x="1520" y="1246"/>
                  </a:lnTo>
                  <a:lnTo>
                    <a:pt x="1455" y="1283"/>
                  </a:lnTo>
                  <a:lnTo>
                    <a:pt x="1391" y="1323"/>
                  </a:lnTo>
                  <a:lnTo>
                    <a:pt x="1326" y="1364"/>
                  </a:lnTo>
                  <a:lnTo>
                    <a:pt x="1264" y="1406"/>
                  </a:lnTo>
                  <a:lnTo>
                    <a:pt x="1202" y="1451"/>
                  </a:lnTo>
                  <a:lnTo>
                    <a:pt x="1141" y="1497"/>
                  </a:lnTo>
                  <a:lnTo>
                    <a:pt x="1083" y="1545"/>
                  </a:lnTo>
                  <a:lnTo>
                    <a:pt x="1026" y="1595"/>
                  </a:lnTo>
                  <a:lnTo>
                    <a:pt x="969" y="1647"/>
                  </a:lnTo>
                  <a:lnTo>
                    <a:pt x="913" y="1700"/>
                  </a:lnTo>
                  <a:lnTo>
                    <a:pt x="860" y="1755"/>
                  </a:lnTo>
                  <a:lnTo>
                    <a:pt x="808" y="1812"/>
                  </a:lnTo>
                  <a:lnTo>
                    <a:pt x="759" y="1871"/>
                  </a:lnTo>
                  <a:lnTo>
                    <a:pt x="709" y="1931"/>
                  </a:lnTo>
                  <a:lnTo>
                    <a:pt x="0" y="1365"/>
                  </a:lnTo>
                  <a:close/>
                </a:path>
              </a:pathLst>
            </a:custGeom>
            <a:solidFill>
              <a:srgbClr val="255E9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876" name="Google Shape;876;p80"/>
            <p:cNvSpPr/>
            <p:nvPr/>
          </p:nvSpPr>
          <p:spPr>
            <a:xfrm>
              <a:off x="7973664" y="2527150"/>
              <a:ext cx="236886" cy="188024"/>
            </a:xfrm>
            <a:prstGeom prst="triangle">
              <a:avLst>
                <a:gd name="adj" fmla="val 50000"/>
              </a:avLst>
            </a:prstGeom>
            <a:solidFill>
              <a:srgbClr val="255E91"/>
            </a:solidFill>
            <a:ln w="25400" cap="flat" cmpd="sng">
              <a:solidFill>
                <a:srgbClr val="255E9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grpSp>
      <p:grpSp>
        <p:nvGrpSpPr>
          <p:cNvPr id="877" name="Google Shape;877;p80"/>
          <p:cNvGrpSpPr/>
          <p:nvPr/>
        </p:nvGrpSpPr>
        <p:grpSpPr>
          <a:xfrm>
            <a:off x="8697272" y="2378571"/>
            <a:ext cx="2685491" cy="2340185"/>
            <a:chOff x="8697272" y="2980147"/>
            <a:chExt cx="2685491" cy="2340185"/>
          </a:xfrm>
        </p:grpSpPr>
        <p:sp>
          <p:nvSpPr>
            <p:cNvPr id="878" name="Google Shape;878;p80"/>
            <p:cNvSpPr/>
            <p:nvPr/>
          </p:nvSpPr>
          <p:spPr>
            <a:xfrm rot="1500831">
              <a:off x="8916068" y="3383477"/>
              <a:ext cx="2247900" cy="1533525"/>
            </a:xfrm>
            <a:custGeom>
              <a:avLst/>
              <a:gdLst/>
              <a:ahLst/>
              <a:cxnLst/>
              <a:rect l="l" t="t" r="r" b="b"/>
              <a:pathLst>
                <a:path w="2834" h="1931" extrusionOk="0">
                  <a:moveTo>
                    <a:pt x="0" y="0"/>
                  </a:moveTo>
                  <a:lnTo>
                    <a:pt x="103" y="2"/>
                  </a:lnTo>
                  <a:lnTo>
                    <a:pt x="207" y="7"/>
                  </a:lnTo>
                  <a:lnTo>
                    <a:pt x="308" y="14"/>
                  </a:lnTo>
                  <a:lnTo>
                    <a:pt x="410" y="23"/>
                  </a:lnTo>
                  <a:lnTo>
                    <a:pt x="511" y="37"/>
                  </a:lnTo>
                  <a:lnTo>
                    <a:pt x="612" y="53"/>
                  </a:lnTo>
                  <a:lnTo>
                    <a:pt x="712" y="71"/>
                  </a:lnTo>
                  <a:lnTo>
                    <a:pt x="812" y="92"/>
                  </a:lnTo>
                  <a:lnTo>
                    <a:pt x="910" y="116"/>
                  </a:lnTo>
                  <a:lnTo>
                    <a:pt x="1008" y="144"/>
                  </a:lnTo>
                  <a:lnTo>
                    <a:pt x="1104" y="173"/>
                  </a:lnTo>
                  <a:lnTo>
                    <a:pt x="1200" y="205"/>
                  </a:lnTo>
                  <a:lnTo>
                    <a:pt x="1294" y="240"/>
                  </a:lnTo>
                  <a:lnTo>
                    <a:pt x="1389" y="278"/>
                  </a:lnTo>
                  <a:lnTo>
                    <a:pt x="1481" y="317"/>
                  </a:lnTo>
                  <a:lnTo>
                    <a:pt x="1572" y="359"/>
                  </a:lnTo>
                  <a:lnTo>
                    <a:pt x="1663" y="404"/>
                  </a:lnTo>
                  <a:lnTo>
                    <a:pt x="1752" y="452"/>
                  </a:lnTo>
                  <a:lnTo>
                    <a:pt x="1839" y="502"/>
                  </a:lnTo>
                  <a:lnTo>
                    <a:pt x="1926" y="555"/>
                  </a:lnTo>
                  <a:lnTo>
                    <a:pt x="2010" y="609"/>
                  </a:lnTo>
                  <a:lnTo>
                    <a:pt x="2093" y="666"/>
                  </a:lnTo>
                  <a:lnTo>
                    <a:pt x="2175" y="726"/>
                  </a:lnTo>
                  <a:lnTo>
                    <a:pt x="2255" y="789"/>
                  </a:lnTo>
                  <a:lnTo>
                    <a:pt x="2334" y="853"/>
                  </a:lnTo>
                  <a:lnTo>
                    <a:pt x="2412" y="918"/>
                  </a:lnTo>
                  <a:lnTo>
                    <a:pt x="2487" y="988"/>
                  </a:lnTo>
                  <a:lnTo>
                    <a:pt x="2560" y="1059"/>
                  </a:lnTo>
                  <a:lnTo>
                    <a:pt x="2631" y="1132"/>
                  </a:lnTo>
                  <a:lnTo>
                    <a:pt x="2700" y="1209"/>
                  </a:lnTo>
                  <a:lnTo>
                    <a:pt x="2768" y="1285"/>
                  </a:lnTo>
                  <a:lnTo>
                    <a:pt x="2834" y="1365"/>
                  </a:lnTo>
                  <a:lnTo>
                    <a:pt x="2125" y="1931"/>
                  </a:lnTo>
                  <a:lnTo>
                    <a:pt x="2076" y="1871"/>
                  </a:lnTo>
                  <a:lnTo>
                    <a:pt x="2026" y="1812"/>
                  </a:lnTo>
                  <a:lnTo>
                    <a:pt x="1974" y="1755"/>
                  </a:lnTo>
                  <a:lnTo>
                    <a:pt x="1921" y="1700"/>
                  </a:lnTo>
                  <a:lnTo>
                    <a:pt x="1866" y="1647"/>
                  </a:lnTo>
                  <a:lnTo>
                    <a:pt x="1809" y="1595"/>
                  </a:lnTo>
                  <a:lnTo>
                    <a:pt x="1752" y="1545"/>
                  </a:lnTo>
                  <a:lnTo>
                    <a:pt x="1693" y="1497"/>
                  </a:lnTo>
                  <a:lnTo>
                    <a:pt x="1632" y="1451"/>
                  </a:lnTo>
                  <a:lnTo>
                    <a:pt x="1570" y="1406"/>
                  </a:lnTo>
                  <a:lnTo>
                    <a:pt x="1508" y="1364"/>
                  </a:lnTo>
                  <a:lnTo>
                    <a:pt x="1444" y="1323"/>
                  </a:lnTo>
                  <a:lnTo>
                    <a:pt x="1380" y="1283"/>
                  </a:lnTo>
                  <a:lnTo>
                    <a:pt x="1314" y="1246"/>
                  </a:lnTo>
                  <a:lnTo>
                    <a:pt x="1248" y="1210"/>
                  </a:lnTo>
                  <a:lnTo>
                    <a:pt x="1180" y="1177"/>
                  </a:lnTo>
                  <a:lnTo>
                    <a:pt x="1111" y="1145"/>
                  </a:lnTo>
                  <a:lnTo>
                    <a:pt x="1041" y="1114"/>
                  </a:lnTo>
                  <a:lnTo>
                    <a:pt x="972" y="1086"/>
                  </a:lnTo>
                  <a:lnTo>
                    <a:pt x="901" y="1061"/>
                  </a:lnTo>
                  <a:lnTo>
                    <a:pt x="828" y="1036"/>
                  </a:lnTo>
                  <a:lnTo>
                    <a:pt x="757" y="1015"/>
                  </a:lnTo>
                  <a:lnTo>
                    <a:pt x="682" y="993"/>
                  </a:lnTo>
                  <a:lnTo>
                    <a:pt x="609" y="975"/>
                  </a:lnTo>
                  <a:lnTo>
                    <a:pt x="534" y="959"/>
                  </a:lnTo>
                  <a:lnTo>
                    <a:pt x="459" y="945"/>
                  </a:lnTo>
                  <a:lnTo>
                    <a:pt x="385" y="934"/>
                  </a:lnTo>
                  <a:lnTo>
                    <a:pt x="308" y="924"/>
                  </a:lnTo>
                  <a:lnTo>
                    <a:pt x="232" y="917"/>
                  </a:lnTo>
                  <a:lnTo>
                    <a:pt x="155" y="911"/>
                  </a:lnTo>
                  <a:lnTo>
                    <a:pt x="78" y="908"/>
                  </a:lnTo>
                  <a:lnTo>
                    <a:pt x="0" y="908"/>
                  </a:lnTo>
                  <a:lnTo>
                    <a:pt x="0" y="0"/>
                  </a:lnTo>
                  <a:close/>
                </a:path>
              </a:pathLst>
            </a:custGeom>
            <a:solidFill>
              <a:srgbClr val="5B9BD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879" name="Google Shape;879;p80"/>
            <p:cNvSpPr/>
            <p:nvPr/>
          </p:nvSpPr>
          <p:spPr>
            <a:xfrm rot="3305796" flipH="1">
              <a:off x="10347457" y="3696365"/>
              <a:ext cx="236886" cy="188024"/>
            </a:xfrm>
            <a:prstGeom prst="triangle">
              <a:avLst>
                <a:gd name="adj" fmla="val 50000"/>
              </a:avLst>
            </a:prstGeom>
            <a:solidFill>
              <a:srgbClr val="5B9BD5"/>
            </a:solidFill>
            <a:ln w="25400" cap="flat" cmpd="sng">
              <a:solidFill>
                <a:srgbClr val="5B9BD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grpSp>
      <p:grpSp>
        <p:nvGrpSpPr>
          <p:cNvPr id="880" name="Google Shape;880;p80"/>
          <p:cNvGrpSpPr/>
          <p:nvPr/>
        </p:nvGrpSpPr>
        <p:grpSpPr>
          <a:xfrm>
            <a:off x="5249349" y="2144152"/>
            <a:ext cx="2108655" cy="2710255"/>
            <a:chOff x="5249349" y="2745728"/>
            <a:chExt cx="2108655" cy="2710255"/>
          </a:xfrm>
        </p:grpSpPr>
        <p:sp>
          <p:nvSpPr>
            <p:cNvPr id="881" name="Google Shape;881;p80"/>
            <p:cNvSpPr/>
            <p:nvPr/>
          </p:nvSpPr>
          <p:spPr>
            <a:xfrm rot="1500831">
              <a:off x="5708364" y="2883243"/>
              <a:ext cx="1190625" cy="2435225"/>
            </a:xfrm>
            <a:custGeom>
              <a:avLst/>
              <a:gdLst/>
              <a:ahLst/>
              <a:cxnLst/>
              <a:rect l="l" t="t" r="r" b="b"/>
              <a:pathLst>
                <a:path w="1499" h="3068" extrusionOk="0">
                  <a:moveTo>
                    <a:pt x="91" y="3068"/>
                  </a:moveTo>
                  <a:lnTo>
                    <a:pt x="69" y="2966"/>
                  </a:lnTo>
                  <a:lnTo>
                    <a:pt x="50" y="2865"/>
                  </a:lnTo>
                  <a:lnTo>
                    <a:pt x="34" y="2763"/>
                  </a:lnTo>
                  <a:lnTo>
                    <a:pt x="21" y="2662"/>
                  </a:lnTo>
                  <a:lnTo>
                    <a:pt x="12" y="2560"/>
                  </a:lnTo>
                  <a:lnTo>
                    <a:pt x="5" y="2459"/>
                  </a:lnTo>
                  <a:lnTo>
                    <a:pt x="0" y="2357"/>
                  </a:lnTo>
                  <a:lnTo>
                    <a:pt x="0" y="2256"/>
                  </a:lnTo>
                  <a:lnTo>
                    <a:pt x="2" y="2154"/>
                  </a:lnTo>
                  <a:lnTo>
                    <a:pt x="5" y="2053"/>
                  </a:lnTo>
                  <a:lnTo>
                    <a:pt x="12" y="1951"/>
                  </a:lnTo>
                  <a:lnTo>
                    <a:pt x="23" y="1852"/>
                  </a:lnTo>
                  <a:lnTo>
                    <a:pt x="36" y="1752"/>
                  </a:lnTo>
                  <a:lnTo>
                    <a:pt x="52" y="1652"/>
                  </a:lnTo>
                  <a:lnTo>
                    <a:pt x="69" y="1553"/>
                  </a:lnTo>
                  <a:lnTo>
                    <a:pt x="91" y="1453"/>
                  </a:lnTo>
                  <a:lnTo>
                    <a:pt x="114" y="1355"/>
                  </a:lnTo>
                  <a:lnTo>
                    <a:pt x="141" y="1259"/>
                  </a:lnTo>
                  <a:lnTo>
                    <a:pt x="169" y="1163"/>
                  </a:lnTo>
                  <a:lnTo>
                    <a:pt x="201" y="1067"/>
                  </a:lnTo>
                  <a:lnTo>
                    <a:pt x="237" y="971"/>
                  </a:lnTo>
                  <a:lnTo>
                    <a:pt x="274" y="878"/>
                  </a:lnTo>
                  <a:lnTo>
                    <a:pt x="313" y="784"/>
                  </a:lnTo>
                  <a:lnTo>
                    <a:pt x="356" y="693"/>
                  </a:lnTo>
                  <a:lnTo>
                    <a:pt x="402" y="602"/>
                  </a:lnTo>
                  <a:lnTo>
                    <a:pt x="449" y="511"/>
                  </a:lnTo>
                  <a:lnTo>
                    <a:pt x="500" y="422"/>
                  </a:lnTo>
                  <a:lnTo>
                    <a:pt x="554" y="335"/>
                  </a:lnTo>
                  <a:lnTo>
                    <a:pt x="609" y="250"/>
                  </a:lnTo>
                  <a:lnTo>
                    <a:pt x="666" y="166"/>
                  </a:lnTo>
                  <a:lnTo>
                    <a:pt x="726" y="82"/>
                  </a:lnTo>
                  <a:lnTo>
                    <a:pt x="790" y="0"/>
                  </a:lnTo>
                  <a:lnTo>
                    <a:pt x="1499" y="566"/>
                  </a:lnTo>
                  <a:lnTo>
                    <a:pt x="1451" y="627"/>
                  </a:lnTo>
                  <a:lnTo>
                    <a:pt x="1406" y="689"/>
                  </a:lnTo>
                  <a:lnTo>
                    <a:pt x="1362" y="753"/>
                  </a:lnTo>
                  <a:lnTo>
                    <a:pt x="1321" y="817"/>
                  </a:lnTo>
                  <a:lnTo>
                    <a:pt x="1282" y="883"/>
                  </a:lnTo>
                  <a:lnTo>
                    <a:pt x="1242" y="949"/>
                  </a:lnTo>
                  <a:lnTo>
                    <a:pt x="1207" y="1017"/>
                  </a:lnTo>
                  <a:lnTo>
                    <a:pt x="1173" y="1084"/>
                  </a:lnTo>
                  <a:lnTo>
                    <a:pt x="1141" y="1154"/>
                  </a:lnTo>
                  <a:lnTo>
                    <a:pt x="1111" y="1223"/>
                  </a:lnTo>
                  <a:lnTo>
                    <a:pt x="1084" y="1293"/>
                  </a:lnTo>
                  <a:lnTo>
                    <a:pt x="1057" y="1364"/>
                  </a:lnTo>
                  <a:lnTo>
                    <a:pt x="1034" y="1437"/>
                  </a:lnTo>
                  <a:lnTo>
                    <a:pt x="1011" y="1508"/>
                  </a:lnTo>
                  <a:lnTo>
                    <a:pt x="991" y="1581"/>
                  </a:lnTo>
                  <a:lnTo>
                    <a:pt x="974" y="1656"/>
                  </a:lnTo>
                  <a:lnTo>
                    <a:pt x="958" y="1729"/>
                  </a:lnTo>
                  <a:lnTo>
                    <a:pt x="945" y="1804"/>
                  </a:lnTo>
                  <a:lnTo>
                    <a:pt x="933" y="1878"/>
                  </a:lnTo>
                  <a:lnTo>
                    <a:pt x="924" y="1953"/>
                  </a:lnTo>
                  <a:lnTo>
                    <a:pt x="915" y="2030"/>
                  </a:lnTo>
                  <a:lnTo>
                    <a:pt x="910" y="2105"/>
                  </a:lnTo>
                  <a:lnTo>
                    <a:pt x="906" y="2181"/>
                  </a:lnTo>
                  <a:lnTo>
                    <a:pt x="906" y="2258"/>
                  </a:lnTo>
                  <a:lnTo>
                    <a:pt x="906" y="2332"/>
                  </a:lnTo>
                  <a:lnTo>
                    <a:pt x="910" y="2409"/>
                  </a:lnTo>
                  <a:lnTo>
                    <a:pt x="915" y="2485"/>
                  </a:lnTo>
                  <a:lnTo>
                    <a:pt x="922" y="2562"/>
                  </a:lnTo>
                  <a:lnTo>
                    <a:pt x="933" y="2639"/>
                  </a:lnTo>
                  <a:lnTo>
                    <a:pt x="943" y="2713"/>
                  </a:lnTo>
                  <a:lnTo>
                    <a:pt x="958" y="2790"/>
                  </a:lnTo>
                  <a:lnTo>
                    <a:pt x="974" y="2866"/>
                  </a:lnTo>
                  <a:lnTo>
                    <a:pt x="91" y="3068"/>
                  </a:lnTo>
                  <a:close/>
                </a:path>
              </a:pathLst>
            </a:custGeom>
            <a:solidFill>
              <a:srgbClr val="2DA99D"/>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0" i="0" u="none" strike="noStrike" cap="none">
                <a:solidFill>
                  <a:srgbClr val="3F3F3F"/>
                </a:solidFill>
                <a:latin typeface="Open Sans"/>
                <a:ea typeface="Open Sans"/>
                <a:cs typeface="Open Sans"/>
                <a:sym typeface="Open Sans"/>
              </a:endParaRPr>
            </a:p>
          </p:txBody>
        </p:sp>
        <p:sp>
          <p:nvSpPr>
            <p:cNvPr id="882" name="Google Shape;882;p80"/>
            <p:cNvSpPr/>
            <p:nvPr/>
          </p:nvSpPr>
          <p:spPr>
            <a:xfrm rot="-3048129" flipH="1">
              <a:off x="5646028" y="3696365"/>
              <a:ext cx="236886" cy="188024"/>
            </a:xfrm>
            <a:prstGeom prst="triangle">
              <a:avLst>
                <a:gd name="adj" fmla="val 50000"/>
              </a:avLst>
            </a:prstGeom>
            <a:solidFill>
              <a:srgbClr val="2DA99D"/>
            </a:solidFill>
            <a:ln w="25400" cap="flat" cmpd="sng">
              <a:solidFill>
                <a:srgbClr val="2DA99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grpSp>
      <p:grpSp>
        <p:nvGrpSpPr>
          <p:cNvPr id="883" name="Google Shape;883;p80"/>
          <p:cNvGrpSpPr/>
          <p:nvPr/>
        </p:nvGrpSpPr>
        <p:grpSpPr>
          <a:xfrm>
            <a:off x="5780995" y="6221436"/>
            <a:ext cx="2656179" cy="1901109"/>
            <a:chOff x="5780995" y="6823012"/>
            <a:chExt cx="2656179" cy="1901109"/>
          </a:xfrm>
        </p:grpSpPr>
        <p:sp>
          <p:nvSpPr>
            <p:cNvPr id="884" name="Google Shape;884;p80"/>
            <p:cNvSpPr/>
            <p:nvPr/>
          </p:nvSpPr>
          <p:spPr>
            <a:xfrm rot="1500831">
              <a:off x="5861309" y="7306842"/>
              <a:ext cx="2495550" cy="933450"/>
            </a:xfrm>
            <a:custGeom>
              <a:avLst/>
              <a:gdLst/>
              <a:ahLst/>
              <a:cxnLst/>
              <a:rect l="l" t="t" r="r" b="b"/>
              <a:pathLst>
                <a:path w="3146" h="1175" extrusionOk="0">
                  <a:moveTo>
                    <a:pt x="3146" y="815"/>
                  </a:moveTo>
                  <a:lnTo>
                    <a:pt x="3051" y="860"/>
                  </a:lnTo>
                  <a:lnTo>
                    <a:pt x="2957" y="901"/>
                  </a:lnTo>
                  <a:lnTo>
                    <a:pt x="2861" y="938"/>
                  </a:lnTo>
                  <a:lnTo>
                    <a:pt x="2765" y="972"/>
                  </a:lnTo>
                  <a:lnTo>
                    <a:pt x="2669" y="1006"/>
                  </a:lnTo>
                  <a:lnTo>
                    <a:pt x="2571" y="1034"/>
                  </a:lnTo>
                  <a:lnTo>
                    <a:pt x="2473" y="1061"/>
                  </a:lnTo>
                  <a:lnTo>
                    <a:pt x="2373" y="1084"/>
                  </a:lnTo>
                  <a:lnTo>
                    <a:pt x="2275" y="1105"/>
                  </a:lnTo>
                  <a:lnTo>
                    <a:pt x="2176" y="1123"/>
                  </a:lnTo>
                  <a:lnTo>
                    <a:pt x="2076" y="1139"/>
                  </a:lnTo>
                  <a:lnTo>
                    <a:pt x="1974" y="1152"/>
                  </a:lnTo>
                  <a:lnTo>
                    <a:pt x="1875" y="1162"/>
                  </a:lnTo>
                  <a:lnTo>
                    <a:pt x="1773" y="1169"/>
                  </a:lnTo>
                  <a:lnTo>
                    <a:pt x="1674" y="1173"/>
                  </a:lnTo>
                  <a:lnTo>
                    <a:pt x="1572" y="1175"/>
                  </a:lnTo>
                  <a:lnTo>
                    <a:pt x="1471" y="1173"/>
                  </a:lnTo>
                  <a:lnTo>
                    <a:pt x="1371" y="1169"/>
                  </a:lnTo>
                  <a:lnTo>
                    <a:pt x="1270" y="1162"/>
                  </a:lnTo>
                  <a:lnTo>
                    <a:pt x="1170" y="1152"/>
                  </a:lnTo>
                  <a:lnTo>
                    <a:pt x="1068" y="1139"/>
                  </a:lnTo>
                  <a:lnTo>
                    <a:pt x="969" y="1123"/>
                  </a:lnTo>
                  <a:lnTo>
                    <a:pt x="869" y="1105"/>
                  </a:lnTo>
                  <a:lnTo>
                    <a:pt x="771" y="1084"/>
                  </a:lnTo>
                  <a:lnTo>
                    <a:pt x="671" y="1061"/>
                  </a:lnTo>
                  <a:lnTo>
                    <a:pt x="574" y="1034"/>
                  </a:lnTo>
                  <a:lnTo>
                    <a:pt x="476" y="1006"/>
                  </a:lnTo>
                  <a:lnTo>
                    <a:pt x="379" y="972"/>
                  </a:lnTo>
                  <a:lnTo>
                    <a:pt x="283" y="938"/>
                  </a:lnTo>
                  <a:lnTo>
                    <a:pt x="187" y="901"/>
                  </a:lnTo>
                  <a:lnTo>
                    <a:pt x="93" y="860"/>
                  </a:lnTo>
                  <a:lnTo>
                    <a:pt x="0" y="815"/>
                  </a:lnTo>
                  <a:lnTo>
                    <a:pt x="392" y="0"/>
                  </a:lnTo>
                  <a:lnTo>
                    <a:pt x="463" y="32"/>
                  </a:lnTo>
                  <a:lnTo>
                    <a:pt x="534" y="62"/>
                  </a:lnTo>
                  <a:lnTo>
                    <a:pt x="606" y="91"/>
                  </a:lnTo>
                  <a:lnTo>
                    <a:pt x="677" y="117"/>
                  </a:lnTo>
                  <a:lnTo>
                    <a:pt x="750" y="140"/>
                  </a:lnTo>
                  <a:lnTo>
                    <a:pt x="823" y="164"/>
                  </a:lnTo>
                  <a:lnTo>
                    <a:pt x="897" y="183"/>
                  </a:lnTo>
                  <a:lnTo>
                    <a:pt x="970" y="201"/>
                  </a:lnTo>
                  <a:lnTo>
                    <a:pt x="1045" y="217"/>
                  </a:lnTo>
                  <a:lnTo>
                    <a:pt x="1120" y="231"/>
                  </a:lnTo>
                  <a:lnTo>
                    <a:pt x="1195" y="242"/>
                  </a:lnTo>
                  <a:lnTo>
                    <a:pt x="1270" y="251"/>
                  </a:lnTo>
                  <a:lnTo>
                    <a:pt x="1346" y="260"/>
                  </a:lnTo>
                  <a:lnTo>
                    <a:pt x="1421" y="263"/>
                  </a:lnTo>
                  <a:lnTo>
                    <a:pt x="1496" y="267"/>
                  </a:lnTo>
                  <a:lnTo>
                    <a:pt x="1572" y="269"/>
                  </a:lnTo>
                  <a:lnTo>
                    <a:pt x="1647" y="267"/>
                  </a:lnTo>
                  <a:lnTo>
                    <a:pt x="1723" y="263"/>
                  </a:lnTo>
                  <a:lnTo>
                    <a:pt x="1798" y="260"/>
                  </a:lnTo>
                  <a:lnTo>
                    <a:pt x="1875" y="251"/>
                  </a:lnTo>
                  <a:lnTo>
                    <a:pt x="1949" y="242"/>
                  </a:lnTo>
                  <a:lnTo>
                    <a:pt x="2024" y="231"/>
                  </a:lnTo>
                  <a:lnTo>
                    <a:pt x="2099" y="217"/>
                  </a:lnTo>
                  <a:lnTo>
                    <a:pt x="2174" y="201"/>
                  </a:lnTo>
                  <a:lnTo>
                    <a:pt x="2247" y="183"/>
                  </a:lnTo>
                  <a:lnTo>
                    <a:pt x="2322" y="164"/>
                  </a:lnTo>
                  <a:lnTo>
                    <a:pt x="2394" y="140"/>
                  </a:lnTo>
                  <a:lnTo>
                    <a:pt x="2467" y="117"/>
                  </a:lnTo>
                  <a:lnTo>
                    <a:pt x="2539" y="91"/>
                  </a:lnTo>
                  <a:lnTo>
                    <a:pt x="2610" y="62"/>
                  </a:lnTo>
                  <a:lnTo>
                    <a:pt x="2681" y="32"/>
                  </a:lnTo>
                  <a:lnTo>
                    <a:pt x="2752" y="0"/>
                  </a:lnTo>
                  <a:lnTo>
                    <a:pt x="3146" y="815"/>
                  </a:lnTo>
                  <a:close/>
                </a:path>
              </a:pathLst>
            </a:custGeom>
            <a:solidFill>
              <a:srgbClr val="FFC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885" name="Google Shape;885;p80"/>
            <p:cNvSpPr/>
            <p:nvPr/>
          </p:nvSpPr>
          <p:spPr>
            <a:xfrm rot="-9160452">
              <a:off x="6646883" y="8136862"/>
              <a:ext cx="236886" cy="188024"/>
            </a:xfrm>
            <a:prstGeom prst="triangle">
              <a:avLst>
                <a:gd name="adj"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grpSp>
      <p:grpSp>
        <p:nvGrpSpPr>
          <p:cNvPr id="886" name="Google Shape;886;p80"/>
          <p:cNvGrpSpPr/>
          <p:nvPr/>
        </p:nvGrpSpPr>
        <p:grpSpPr>
          <a:xfrm>
            <a:off x="7881336" y="5818691"/>
            <a:ext cx="2584563" cy="2702735"/>
            <a:chOff x="7881336" y="6420267"/>
            <a:chExt cx="2584563" cy="2702735"/>
          </a:xfrm>
        </p:grpSpPr>
        <p:sp>
          <p:nvSpPr>
            <p:cNvPr id="887" name="Google Shape;887;p80"/>
            <p:cNvSpPr/>
            <p:nvPr/>
          </p:nvSpPr>
          <p:spPr>
            <a:xfrm rot="1500831">
              <a:off x="8240168" y="6715947"/>
              <a:ext cx="1866900" cy="2111375"/>
            </a:xfrm>
            <a:custGeom>
              <a:avLst/>
              <a:gdLst/>
              <a:ahLst/>
              <a:cxnLst/>
              <a:rect l="l" t="t" r="r" b="b"/>
              <a:pathLst>
                <a:path w="2353" h="2660" extrusionOk="0">
                  <a:moveTo>
                    <a:pt x="2353" y="202"/>
                  </a:moveTo>
                  <a:lnTo>
                    <a:pt x="2330" y="301"/>
                  </a:lnTo>
                  <a:lnTo>
                    <a:pt x="2302" y="401"/>
                  </a:lnTo>
                  <a:lnTo>
                    <a:pt x="2272" y="499"/>
                  </a:lnTo>
                  <a:lnTo>
                    <a:pt x="2240" y="597"/>
                  </a:lnTo>
                  <a:lnTo>
                    <a:pt x="2204" y="691"/>
                  </a:lnTo>
                  <a:lnTo>
                    <a:pt x="2167" y="786"/>
                  </a:lnTo>
                  <a:lnTo>
                    <a:pt x="2127" y="880"/>
                  </a:lnTo>
                  <a:lnTo>
                    <a:pt x="2083" y="972"/>
                  </a:lnTo>
                  <a:lnTo>
                    <a:pt x="2038" y="1063"/>
                  </a:lnTo>
                  <a:lnTo>
                    <a:pt x="1990" y="1152"/>
                  </a:lnTo>
                  <a:lnTo>
                    <a:pt x="1940" y="1239"/>
                  </a:lnTo>
                  <a:lnTo>
                    <a:pt x="1887" y="1325"/>
                  </a:lnTo>
                  <a:lnTo>
                    <a:pt x="1832" y="1410"/>
                  </a:lnTo>
                  <a:lnTo>
                    <a:pt x="1775" y="1494"/>
                  </a:lnTo>
                  <a:lnTo>
                    <a:pt x="1716" y="1574"/>
                  </a:lnTo>
                  <a:lnTo>
                    <a:pt x="1654" y="1654"/>
                  </a:lnTo>
                  <a:lnTo>
                    <a:pt x="1590" y="1733"/>
                  </a:lnTo>
                  <a:lnTo>
                    <a:pt x="1524" y="1809"/>
                  </a:lnTo>
                  <a:lnTo>
                    <a:pt x="1456" y="1884"/>
                  </a:lnTo>
                  <a:lnTo>
                    <a:pt x="1385" y="1955"/>
                  </a:lnTo>
                  <a:lnTo>
                    <a:pt x="1312" y="2026"/>
                  </a:lnTo>
                  <a:lnTo>
                    <a:pt x="1239" y="2094"/>
                  </a:lnTo>
                  <a:lnTo>
                    <a:pt x="1163" y="2162"/>
                  </a:lnTo>
                  <a:lnTo>
                    <a:pt x="1084" y="2226"/>
                  </a:lnTo>
                  <a:lnTo>
                    <a:pt x="1004" y="2288"/>
                  </a:lnTo>
                  <a:lnTo>
                    <a:pt x="922" y="2349"/>
                  </a:lnTo>
                  <a:lnTo>
                    <a:pt x="839" y="2406"/>
                  </a:lnTo>
                  <a:lnTo>
                    <a:pt x="751" y="2461"/>
                  </a:lnTo>
                  <a:lnTo>
                    <a:pt x="664" y="2514"/>
                  </a:lnTo>
                  <a:lnTo>
                    <a:pt x="575" y="2566"/>
                  </a:lnTo>
                  <a:lnTo>
                    <a:pt x="484" y="2614"/>
                  </a:lnTo>
                  <a:lnTo>
                    <a:pt x="394" y="2660"/>
                  </a:lnTo>
                  <a:lnTo>
                    <a:pt x="0" y="1845"/>
                  </a:lnTo>
                  <a:lnTo>
                    <a:pt x="68" y="1809"/>
                  </a:lnTo>
                  <a:lnTo>
                    <a:pt x="137" y="1774"/>
                  </a:lnTo>
                  <a:lnTo>
                    <a:pt x="203" y="1734"/>
                  </a:lnTo>
                  <a:lnTo>
                    <a:pt x="269" y="1695"/>
                  </a:lnTo>
                  <a:lnTo>
                    <a:pt x="333" y="1652"/>
                  </a:lnTo>
                  <a:lnTo>
                    <a:pt x="395" y="1610"/>
                  </a:lnTo>
                  <a:lnTo>
                    <a:pt x="458" y="1563"/>
                  </a:lnTo>
                  <a:lnTo>
                    <a:pt x="518" y="1517"/>
                  </a:lnTo>
                  <a:lnTo>
                    <a:pt x="577" y="1469"/>
                  </a:lnTo>
                  <a:lnTo>
                    <a:pt x="634" y="1419"/>
                  </a:lnTo>
                  <a:lnTo>
                    <a:pt x="689" y="1368"/>
                  </a:lnTo>
                  <a:lnTo>
                    <a:pt x="744" y="1316"/>
                  </a:lnTo>
                  <a:lnTo>
                    <a:pt x="796" y="1261"/>
                  </a:lnTo>
                  <a:lnTo>
                    <a:pt x="848" y="1206"/>
                  </a:lnTo>
                  <a:lnTo>
                    <a:pt x="897" y="1149"/>
                  </a:lnTo>
                  <a:lnTo>
                    <a:pt x="945" y="1090"/>
                  </a:lnTo>
                  <a:lnTo>
                    <a:pt x="992" y="1029"/>
                  </a:lnTo>
                  <a:lnTo>
                    <a:pt x="1036" y="969"/>
                  </a:lnTo>
                  <a:lnTo>
                    <a:pt x="1079" y="907"/>
                  </a:lnTo>
                  <a:lnTo>
                    <a:pt x="1120" y="842"/>
                  </a:lnTo>
                  <a:lnTo>
                    <a:pt x="1161" y="778"/>
                  </a:lnTo>
                  <a:lnTo>
                    <a:pt x="1198" y="713"/>
                  </a:lnTo>
                  <a:lnTo>
                    <a:pt x="1234" y="645"/>
                  </a:lnTo>
                  <a:lnTo>
                    <a:pt x="1268" y="577"/>
                  </a:lnTo>
                  <a:lnTo>
                    <a:pt x="1300" y="508"/>
                  </a:lnTo>
                  <a:lnTo>
                    <a:pt x="1330" y="438"/>
                  </a:lnTo>
                  <a:lnTo>
                    <a:pt x="1358" y="367"/>
                  </a:lnTo>
                  <a:lnTo>
                    <a:pt x="1385" y="296"/>
                  </a:lnTo>
                  <a:lnTo>
                    <a:pt x="1410" y="223"/>
                  </a:lnTo>
                  <a:lnTo>
                    <a:pt x="1431" y="150"/>
                  </a:lnTo>
                  <a:lnTo>
                    <a:pt x="1453" y="75"/>
                  </a:lnTo>
                  <a:lnTo>
                    <a:pt x="1471" y="0"/>
                  </a:lnTo>
                  <a:lnTo>
                    <a:pt x="2353" y="202"/>
                  </a:lnTo>
                  <a:close/>
                </a:path>
              </a:pathLst>
            </a:custGeom>
            <a:solidFill>
              <a:srgbClr val="A5A5A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888" name="Google Shape;888;p80"/>
            <p:cNvSpPr/>
            <p:nvPr/>
          </p:nvSpPr>
          <p:spPr>
            <a:xfrm rot="9199991">
              <a:off x="9372918" y="8131376"/>
              <a:ext cx="236886" cy="188024"/>
            </a:xfrm>
            <a:prstGeom prst="triangle">
              <a:avLst>
                <a:gd name="adj" fmla="val 50000"/>
              </a:avLst>
            </a:prstGeom>
            <a:solidFill>
              <a:srgbClr val="A5A5A5"/>
            </a:solidFill>
            <a:ln w="2540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grpSp>
      <p:grpSp>
        <p:nvGrpSpPr>
          <p:cNvPr id="889" name="Google Shape;889;p80"/>
          <p:cNvGrpSpPr/>
          <p:nvPr/>
        </p:nvGrpSpPr>
        <p:grpSpPr>
          <a:xfrm>
            <a:off x="9385327" y="4074008"/>
            <a:ext cx="2108655" cy="2710255"/>
            <a:chOff x="9385327" y="4675584"/>
            <a:chExt cx="2108655" cy="2710255"/>
          </a:xfrm>
        </p:grpSpPr>
        <p:sp>
          <p:nvSpPr>
            <p:cNvPr id="890" name="Google Shape;890;p80"/>
            <p:cNvSpPr/>
            <p:nvPr/>
          </p:nvSpPr>
          <p:spPr>
            <a:xfrm rot="1500831">
              <a:off x="9844342" y="4813099"/>
              <a:ext cx="1190625" cy="2435225"/>
            </a:xfrm>
            <a:custGeom>
              <a:avLst/>
              <a:gdLst/>
              <a:ahLst/>
              <a:cxnLst/>
              <a:rect l="l" t="t" r="r" b="b"/>
              <a:pathLst>
                <a:path w="1499" h="3068" extrusionOk="0">
                  <a:moveTo>
                    <a:pt x="709" y="0"/>
                  </a:moveTo>
                  <a:lnTo>
                    <a:pt x="773" y="82"/>
                  </a:lnTo>
                  <a:lnTo>
                    <a:pt x="834" y="166"/>
                  </a:lnTo>
                  <a:lnTo>
                    <a:pt x="890" y="250"/>
                  </a:lnTo>
                  <a:lnTo>
                    <a:pt x="946" y="335"/>
                  </a:lnTo>
                  <a:lnTo>
                    <a:pt x="999" y="422"/>
                  </a:lnTo>
                  <a:lnTo>
                    <a:pt x="1051" y="511"/>
                  </a:lnTo>
                  <a:lnTo>
                    <a:pt x="1097" y="602"/>
                  </a:lnTo>
                  <a:lnTo>
                    <a:pt x="1143" y="693"/>
                  </a:lnTo>
                  <a:lnTo>
                    <a:pt x="1186" y="784"/>
                  </a:lnTo>
                  <a:lnTo>
                    <a:pt x="1225" y="878"/>
                  </a:lnTo>
                  <a:lnTo>
                    <a:pt x="1262" y="971"/>
                  </a:lnTo>
                  <a:lnTo>
                    <a:pt x="1298" y="1067"/>
                  </a:lnTo>
                  <a:lnTo>
                    <a:pt x="1328" y="1163"/>
                  </a:lnTo>
                  <a:lnTo>
                    <a:pt x="1359" y="1259"/>
                  </a:lnTo>
                  <a:lnTo>
                    <a:pt x="1385" y="1355"/>
                  </a:lnTo>
                  <a:lnTo>
                    <a:pt x="1408" y="1453"/>
                  </a:lnTo>
                  <a:lnTo>
                    <a:pt x="1430" y="1553"/>
                  </a:lnTo>
                  <a:lnTo>
                    <a:pt x="1448" y="1652"/>
                  </a:lnTo>
                  <a:lnTo>
                    <a:pt x="1464" y="1752"/>
                  </a:lnTo>
                  <a:lnTo>
                    <a:pt x="1476" y="1852"/>
                  </a:lnTo>
                  <a:lnTo>
                    <a:pt x="1487" y="1951"/>
                  </a:lnTo>
                  <a:lnTo>
                    <a:pt x="1494" y="2053"/>
                  </a:lnTo>
                  <a:lnTo>
                    <a:pt x="1497" y="2154"/>
                  </a:lnTo>
                  <a:lnTo>
                    <a:pt x="1499" y="2256"/>
                  </a:lnTo>
                  <a:lnTo>
                    <a:pt x="1499" y="2357"/>
                  </a:lnTo>
                  <a:lnTo>
                    <a:pt x="1494" y="2459"/>
                  </a:lnTo>
                  <a:lnTo>
                    <a:pt x="1487" y="2560"/>
                  </a:lnTo>
                  <a:lnTo>
                    <a:pt x="1478" y="2662"/>
                  </a:lnTo>
                  <a:lnTo>
                    <a:pt x="1465" y="2763"/>
                  </a:lnTo>
                  <a:lnTo>
                    <a:pt x="1449" y="2865"/>
                  </a:lnTo>
                  <a:lnTo>
                    <a:pt x="1430" y="2966"/>
                  </a:lnTo>
                  <a:lnTo>
                    <a:pt x="1408" y="3068"/>
                  </a:lnTo>
                  <a:lnTo>
                    <a:pt x="526" y="2866"/>
                  </a:lnTo>
                  <a:lnTo>
                    <a:pt x="542" y="2790"/>
                  </a:lnTo>
                  <a:lnTo>
                    <a:pt x="556" y="2713"/>
                  </a:lnTo>
                  <a:lnTo>
                    <a:pt x="567" y="2639"/>
                  </a:lnTo>
                  <a:lnTo>
                    <a:pt x="577" y="2562"/>
                  </a:lnTo>
                  <a:lnTo>
                    <a:pt x="584" y="2485"/>
                  </a:lnTo>
                  <a:lnTo>
                    <a:pt x="590" y="2409"/>
                  </a:lnTo>
                  <a:lnTo>
                    <a:pt x="593" y="2332"/>
                  </a:lnTo>
                  <a:lnTo>
                    <a:pt x="593" y="2258"/>
                  </a:lnTo>
                  <a:lnTo>
                    <a:pt x="591" y="2181"/>
                  </a:lnTo>
                  <a:lnTo>
                    <a:pt x="590" y="2105"/>
                  </a:lnTo>
                  <a:lnTo>
                    <a:pt x="584" y="2030"/>
                  </a:lnTo>
                  <a:lnTo>
                    <a:pt x="575" y="1953"/>
                  </a:lnTo>
                  <a:lnTo>
                    <a:pt x="567" y="1878"/>
                  </a:lnTo>
                  <a:lnTo>
                    <a:pt x="554" y="1804"/>
                  </a:lnTo>
                  <a:lnTo>
                    <a:pt x="542" y="1729"/>
                  </a:lnTo>
                  <a:lnTo>
                    <a:pt x="526" y="1656"/>
                  </a:lnTo>
                  <a:lnTo>
                    <a:pt x="508" y="1581"/>
                  </a:lnTo>
                  <a:lnTo>
                    <a:pt x="488" y="1508"/>
                  </a:lnTo>
                  <a:lnTo>
                    <a:pt x="465" y="1437"/>
                  </a:lnTo>
                  <a:lnTo>
                    <a:pt x="442" y="1364"/>
                  </a:lnTo>
                  <a:lnTo>
                    <a:pt x="415" y="1293"/>
                  </a:lnTo>
                  <a:lnTo>
                    <a:pt x="389" y="1223"/>
                  </a:lnTo>
                  <a:lnTo>
                    <a:pt x="358" y="1154"/>
                  </a:lnTo>
                  <a:lnTo>
                    <a:pt x="326" y="1084"/>
                  </a:lnTo>
                  <a:lnTo>
                    <a:pt x="292" y="1017"/>
                  </a:lnTo>
                  <a:lnTo>
                    <a:pt x="257" y="949"/>
                  </a:lnTo>
                  <a:lnTo>
                    <a:pt x="218" y="883"/>
                  </a:lnTo>
                  <a:lnTo>
                    <a:pt x="178" y="817"/>
                  </a:lnTo>
                  <a:lnTo>
                    <a:pt x="138" y="753"/>
                  </a:lnTo>
                  <a:lnTo>
                    <a:pt x="93" y="689"/>
                  </a:lnTo>
                  <a:lnTo>
                    <a:pt x="49" y="627"/>
                  </a:lnTo>
                  <a:lnTo>
                    <a:pt x="0" y="566"/>
                  </a:lnTo>
                  <a:lnTo>
                    <a:pt x="709" y="0"/>
                  </a:lnTo>
                  <a:close/>
                </a:path>
              </a:pathLst>
            </a:custGeom>
            <a:solidFill>
              <a:srgbClr val="ED7D3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891" name="Google Shape;891;p80"/>
            <p:cNvSpPr/>
            <p:nvPr/>
          </p:nvSpPr>
          <p:spPr>
            <a:xfrm rot="5998320">
              <a:off x="10937724" y="6010692"/>
              <a:ext cx="236886" cy="188024"/>
            </a:xfrm>
            <a:prstGeom prst="triangle">
              <a:avLst>
                <a:gd name="adj" fmla="val 50000"/>
              </a:avLst>
            </a:prstGeom>
            <a:solidFill>
              <a:srgbClr val="ED7D31"/>
            </a:solidFill>
            <a:ln w="25400" cap="flat" cmpd="sng">
              <a:solidFill>
                <a:srgbClr val="ED7D3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grpSp>
      <p:grpSp>
        <p:nvGrpSpPr>
          <p:cNvPr id="892" name="Google Shape;892;p80"/>
          <p:cNvGrpSpPr/>
          <p:nvPr/>
        </p:nvGrpSpPr>
        <p:grpSpPr>
          <a:xfrm>
            <a:off x="4490553" y="4236545"/>
            <a:ext cx="2584563" cy="2702735"/>
            <a:chOff x="4490553" y="4838121"/>
            <a:chExt cx="2584563" cy="2702735"/>
          </a:xfrm>
        </p:grpSpPr>
        <p:sp>
          <p:nvSpPr>
            <p:cNvPr id="893" name="Google Shape;893;p80"/>
            <p:cNvSpPr/>
            <p:nvPr/>
          </p:nvSpPr>
          <p:spPr>
            <a:xfrm rot="1500831">
              <a:off x="4849385" y="5133801"/>
              <a:ext cx="1866900" cy="2111375"/>
            </a:xfrm>
            <a:custGeom>
              <a:avLst/>
              <a:gdLst/>
              <a:ahLst/>
              <a:cxnLst/>
              <a:rect l="l" t="t" r="r" b="b"/>
              <a:pathLst>
                <a:path w="2353" h="2660" extrusionOk="0">
                  <a:moveTo>
                    <a:pt x="1961" y="2660"/>
                  </a:moveTo>
                  <a:lnTo>
                    <a:pt x="1869" y="2614"/>
                  </a:lnTo>
                  <a:lnTo>
                    <a:pt x="1778" y="2566"/>
                  </a:lnTo>
                  <a:lnTo>
                    <a:pt x="1689" y="2514"/>
                  </a:lnTo>
                  <a:lnTo>
                    <a:pt x="1602" y="2461"/>
                  </a:lnTo>
                  <a:lnTo>
                    <a:pt x="1515" y="2406"/>
                  </a:lnTo>
                  <a:lnTo>
                    <a:pt x="1431" y="2349"/>
                  </a:lnTo>
                  <a:lnTo>
                    <a:pt x="1349" y="2288"/>
                  </a:lnTo>
                  <a:lnTo>
                    <a:pt x="1269" y="2226"/>
                  </a:lnTo>
                  <a:lnTo>
                    <a:pt x="1191" y="2162"/>
                  </a:lnTo>
                  <a:lnTo>
                    <a:pt x="1114" y="2094"/>
                  </a:lnTo>
                  <a:lnTo>
                    <a:pt x="1041" y="2026"/>
                  </a:lnTo>
                  <a:lnTo>
                    <a:pt x="968" y="1955"/>
                  </a:lnTo>
                  <a:lnTo>
                    <a:pt x="897" y="1884"/>
                  </a:lnTo>
                  <a:lnTo>
                    <a:pt x="829" y="1809"/>
                  </a:lnTo>
                  <a:lnTo>
                    <a:pt x="763" y="1733"/>
                  </a:lnTo>
                  <a:lnTo>
                    <a:pt x="699" y="1654"/>
                  </a:lnTo>
                  <a:lnTo>
                    <a:pt x="637" y="1574"/>
                  </a:lnTo>
                  <a:lnTo>
                    <a:pt x="578" y="1494"/>
                  </a:lnTo>
                  <a:lnTo>
                    <a:pt x="521" y="1410"/>
                  </a:lnTo>
                  <a:lnTo>
                    <a:pt x="466" y="1325"/>
                  </a:lnTo>
                  <a:lnTo>
                    <a:pt x="413" y="1239"/>
                  </a:lnTo>
                  <a:lnTo>
                    <a:pt x="363" y="1152"/>
                  </a:lnTo>
                  <a:lnTo>
                    <a:pt x="315" y="1063"/>
                  </a:lnTo>
                  <a:lnTo>
                    <a:pt x="270" y="972"/>
                  </a:lnTo>
                  <a:lnTo>
                    <a:pt x="228" y="880"/>
                  </a:lnTo>
                  <a:lnTo>
                    <a:pt x="187" y="786"/>
                  </a:lnTo>
                  <a:lnTo>
                    <a:pt x="149" y="691"/>
                  </a:lnTo>
                  <a:lnTo>
                    <a:pt x="114" y="597"/>
                  </a:lnTo>
                  <a:lnTo>
                    <a:pt x="82" y="499"/>
                  </a:lnTo>
                  <a:lnTo>
                    <a:pt x="51" y="401"/>
                  </a:lnTo>
                  <a:lnTo>
                    <a:pt x="23" y="301"/>
                  </a:lnTo>
                  <a:lnTo>
                    <a:pt x="0" y="202"/>
                  </a:lnTo>
                  <a:lnTo>
                    <a:pt x="883" y="0"/>
                  </a:lnTo>
                  <a:lnTo>
                    <a:pt x="900" y="75"/>
                  </a:lnTo>
                  <a:lnTo>
                    <a:pt x="922" y="150"/>
                  </a:lnTo>
                  <a:lnTo>
                    <a:pt x="943" y="223"/>
                  </a:lnTo>
                  <a:lnTo>
                    <a:pt x="968" y="296"/>
                  </a:lnTo>
                  <a:lnTo>
                    <a:pt x="995" y="367"/>
                  </a:lnTo>
                  <a:lnTo>
                    <a:pt x="1023" y="438"/>
                  </a:lnTo>
                  <a:lnTo>
                    <a:pt x="1054" y="508"/>
                  </a:lnTo>
                  <a:lnTo>
                    <a:pt x="1086" y="577"/>
                  </a:lnTo>
                  <a:lnTo>
                    <a:pt x="1119" y="645"/>
                  </a:lnTo>
                  <a:lnTo>
                    <a:pt x="1155" y="713"/>
                  </a:lnTo>
                  <a:lnTo>
                    <a:pt x="1192" y="778"/>
                  </a:lnTo>
                  <a:lnTo>
                    <a:pt x="1233" y="842"/>
                  </a:lnTo>
                  <a:lnTo>
                    <a:pt x="1274" y="907"/>
                  </a:lnTo>
                  <a:lnTo>
                    <a:pt x="1317" y="969"/>
                  </a:lnTo>
                  <a:lnTo>
                    <a:pt x="1361" y="1029"/>
                  </a:lnTo>
                  <a:lnTo>
                    <a:pt x="1408" y="1090"/>
                  </a:lnTo>
                  <a:lnTo>
                    <a:pt x="1456" y="1149"/>
                  </a:lnTo>
                  <a:lnTo>
                    <a:pt x="1506" y="1206"/>
                  </a:lnTo>
                  <a:lnTo>
                    <a:pt x="1556" y="1261"/>
                  </a:lnTo>
                  <a:lnTo>
                    <a:pt x="1609" y="1316"/>
                  </a:lnTo>
                  <a:lnTo>
                    <a:pt x="1664" y="1368"/>
                  </a:lnTo>
                  <a:lnTo>
                    <a:pt x="1719" y="1419"/>
                  </a:lnTo>
                  <a:lnTo>
                    <a:pt x="1776" y="1469"/>
                  </a:lnTo>
                  <a:lnTo>
                    <a:pt x="1835" y="1517"/>
                  </a:lnTo>
                  <a:lnTo>
                    <a:pt x="1895" y="1563"/>
                  </a:lnTo>
                  <a:lnTo>
                    <a:pt x="1956" y="1610"/>
                  </a:lnTo>
                  <a:lnTo>
                    <a:pt x="2020" y="1652"/>
                  </a:lnTo>
                  <a:lnTo>
                    <a:pt x="2084" y="1695"/>
                  </a:lnTo>
                  <a:lnTo>
                    <a:pt x="2150" y="1734"/>
                  </a:lnTo>
                  <a:lnTo>
                    <a:pt x="2216" y="1774"/>
                  </a:lnTo>
                  <a:lnTo>
                    <a:pt x="2284" y="1809"/>
                  </a:lnTo>
                  <a:lnTo>
                    <a:pt x="2353" y="1845"/>
                  </a:lnTo>
                  <a:lnTo>
                    <a:pt x="1961" y="2660"/>
                  </a:lnTo>
                  <a:close/>
                </a:path>
              </a:pathLst>
            </a:custGeom>
            <a:solidFill>
              <a:srgbClr val="4472C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894" name="Google Shape;894;p80"/>
            <p:cNvSpPr/>
            <p:nvPr/>
          </p:nvSpPr>
          <p:spPr>
            <a:xfrm rot="-5998320" flipH="1">
              <a:off x="5099154" y="6095202"/>
              <a:ext cx="236886" cy="188024"/>
            </a:xfrm>
            <a:prstGeom prst="triangle">
              <a:avLst>
                <a:gd name="adj" fmla="val 50000"/>
              </a:avLst>
            </a:prstGeom>
            <a:solidFill>
              <a:srgbClr val="4472C4"/>
            </a:solidFill>
            <a:ln w="25400" cap="flat" cmpd="sng">
              <a:solidFill>
                <a:srgbClr val="4472C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grpSp>
      <p:sp>
        <p:nvSpPr>
          <p:cNvPr id="895" name="Google Shape;895;p80"/>
          <p:cNvSpPr/>
          <p:nvPr/>
        </p:nvSpPr>
        <p:spPr>
          <a:xfrm>
            <a:off x="6571823" y="4497446"/>
            <a:ext cx="3089953" cy="89255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600"/>
              <a:buFont typeface="Arial"/>
              <a:buNone/>
            </a:pPr>
            <a:r>
              <a:rPr lang="en-US" sz="2600" b="1" i="0" u="none" strike="noStrike" cap="none">
                <a:solidFill>
                  <a:srgbClr val="3F3F3F"/>
                </a:solidFill>
                <a:latin typeface="Open Sans"/>
                <a:ea typeface="Open Sans"/>
                <a:cs typeface="Open Sans"/>
                <a:sym typeface="Open Sans"/>
              </a:rPr>
              <a:t>MapReduce characteristics</a:t>
            </a:r>
            <a:endParaRPr sz="2600" b="1" i="0" u="none" strike="noStrike" cap="none">
              <a:solidFill>
                <a:srgbClr val="3F3F3F"/>
              </a:solidFill>
              <a:latin typeface="Open Sans"/>
              <a:ea typeface="Open Sans"/>
              <a:cs typeface="Open Sans"/>
              <a:sym typeface="Open Sans"/>
            </a:endParaRPr>
          </a:p>
        </p:txBody>
      </p:sp>
      <p:sp>
        <p:nvSpPr>
          <p:cNvPr id="8" name="Title 7">
            <a:extLst>
              <a:ext uri="{FF2B5EF4-FFF2-40B4-BE49-F238E27FC236}">
                <a16:creationId xmlns:a16="http://schemas.microsoft.com/office/drawing/2014/main" id="{F9149344-E90B-7983-E5CF-F4F2E18F9440}"/>
              </a:ext>
            </a:extLst>
          </p:cNvPr>
          <p:cNvSpPr>
            <a:spLocks noGrp="1"/>
          </p:cNvSpPr>
          <p:nvPr>
            <p:ph type="title"/>
          </p:nvPr>
        </p:nvSpPr>
        <p:spPr/>
        <p:txBody>
          <a:bodyPr>
            <a:normAutofit/>
          </a:bodyPr>
          <a:lstStyle/>
          <a:p>
            <a:r>
              <a:rPr lang="en-IN" dirty="0"/>
              <a:t>Characteristics of MapReduce</a:t>
            </a:r>
          </a:p>
        </p:txBody>
      </p:sp>
      <p:sp>
        <p:nvSpPr>
          <p:cNvPr id="12" name="Brandline_LVC">
            <a:extLst>
              <a:ext uri="{FF2B5EF4-FFF2-40B4-BE49-F238E27FC236}">
                <a16:creationId xmlns:a16="http://schemas.microsoft.com/office/drawing/2014/main" id="{5E830987-D73B-2243-E908-64BBB0CAC61E}"/>
              </a:ext>
            </a:extLst>
          </p:cNvPr>
          <p:cNvSpPr/>
          <p:nvPr/>
        </p:nvSpPr>
        <p:spPr>
          <a:xfrm>
            <a:off x="4838700" y="816324"/>
            <a:ext cx="6596142"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p81"/>
          <p:cNvSpPr txBox="1"/>
          <p:nvPr/>
        </p:nvSpPr>
        <p:spPr>
          <a:xfrm>
            <a:off x="4819338" y="276365"/>
            <a:ext cx="6617325"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2800" b="1" i="0" u="none" strike="noStrike" cap="none" dirty="0">
                <a:solidFill>
                  <a:srgbClr val="3F3F3F"/>
                </a:solidFill>
                <a:latin typeface="Open Sans"/>
                <a:ea typeface="Open Sans"/>
                <a:cs typeface="Open Sans"/>
                <a:sym typeface="Open Sans"/>
              </a:rPr>
              <a:t>Real-Time Uses of MapReduce</a:t>
            </a:r>
            <a:endParaRPr sz="2800" b="1" i="0" u="none" strike="noStrike" cap="none" dirty="0">
              <a:solidFill>
                <a:srgbClr val="3F3F3F"/>
              </a:solidFill>
              <a:latin typeface="Open Sans"/>
              <a:ea typeface="Open Sans"/>
              <a:cs typeface="Open Sans"/>
              <a:sym typeface="Open Sans"/>
            </a:endParaRPr>
          </a:p>
        </p:txBody>
      </p:sp>
      <p:grpSp>
        <p:nvGrpSpPr>
          <p:cNvPr id="903" name="Google Shape;903;p81"/>
          <p:cNvGrpSpPr/>
          <p:nvPr/>
        </p:nvGrpSpPr>
        <p:grpSpPr>
          <a:xfrm>
            <a:off x="10451152" y="5231224"/>
            <a:ext cx="1865341" cy="1866977"/>
            <a:chOff x="11065990" y="5655919"/>
            <a:chExt cx="1865341" cy="1866977"/>
          </a:xfrm>
        </p:grpSpPr>
        <p:pic>
          <p:nvPicPr>
            <p:cNvPr id="904" name="Google Shape;904;p81" descr="http://i2.wp.com/webuilddesign.com/wp-content/uploads/2015/04/semantic-web.png?resize=465%2C200"/>
            <p:cNvPicPr preferRelativeResize="0"/>
            <p:nvPr/>
          </p:nvPicPr>
          <p:blipFill rotWithShape="1">
            <a:blip r:embed="rId3">
              <a:alphaModFix/>
            </a:blip>
            <a:srcRect l="6209" r="6394"/>
            <a:stretch/>
          </p:blipFill>
          <p:spPr>
            <a:xfrm>
              <a:off x="11249188" y="6243192"/>
              <a:ext cx="1497570" cy="737033"/>
            </a:xfrm>
            <a:prstGeom prst="rect">
              <a:avLst/>
            </a:prstGeom>
            <a:solidFill>
              <a:schemeClr val="lt1"/>
            </a:solidFill>
            <a:ln w="25400" cap="flat" cmpd="sng">
              <a:noFill/>
              <a:prstDash val="solid"/>
              <a:round/>
              <a:headEnd type="none" w="sm" len="sm"/>
              <a:tailEnd type="none" w="sm" len="sm"/>
            </a:ln>
          </p:spPr>
        </p:pic>
        <p:grpSp>
          <p:nvGrpSpPr>
            <p:cNvPr id="905" name="Google Shape;905;p81"/>
            <p:cNvGrpSpPr/>
            <p:nvPr/>
          </p:nvGrpSpPr>
          <p:grpSpPr>
            <a:xfrm>
              <a:off x="11065990" y="5655919"/>
              <a:ext cx="1865341" cy="1866977"/>
              <a:chOff x="2760729" y="1384341"/>
              <a:chExt cx="1554480" cy="1555842"/>
            </a:xfrm>
          </p:grpSpPr>
          <p:grpSp>
            <p:nvGrpSpPr>
              <p:cNvPr id="906" name="Google Shape;906;p81"/>
              <p:cNvGrpSpPr/>
              <p:nvPr/>
            </p:nvGrpSpPr>
            <p:grpSpPr>
              <a:xfrm>
                <a:off x="2914544" y="1538156"/>
                <a:ext cx="1246851" cy="1248213"/>
                <a:chOff x="1201738" y="1663700"/>
                <a:chExt cx="1454150" cy="1455738"/>
              </a:xfrm>
            </p:grpSpPr>
            <p:sp>
              <p:nvSpPr>
                <p:cNvPr id="907" name="Google Shape;907;p81"/>
                <p:cNvSpPr/>
                <p:nvPr/>
              </p:nvSpPr>
              <p:spPr>
                <a:xfrm>
                  <a:off x="2079625" y="1663700"/>
                  <a:ext cx="576263" cy="577850"/>
                </a:xfrm>
                <a:custGeom>
                  <a:avLst/>
                  <a:gdLst/>
                  <a:ahLst/>
                  <a:cxnLst/>
                  <a:rect l="l" t="t" r="r" b="b"/>
                  <a:pathLst>
                    <a:path w="270" h="270" extrusionOk="0">
                      <a:moveTo>
                        <a:pt x="258" y="270"/>
                      </a:moveTo>
                      <a:cubicBezTo>
                        <a:pt x="270" y="270"/>
                        <a:pt x="270" y="270"/>
                        <a:pt x="270" y="270"/>
                      </a:cubicBezTo>
                      <a:cubicBezTo>
                        <a:pt x="242" y="134"/>
                        <a:pt x="136" y="28"/>
                        <a:pt x="0" y="0"/>
                      </a:cubicBezTo>
                      <a:cubicBezTo>
                        <a:pt x="0" y="12"/>
                        <a:pt x="0" y="12"/>
                        <a:pt x="0" y="12"/>
                      </a:cubicBezTo>
                      <a:cubicBezTo>
                        <a:pt x="129" y="40"/>
                        <a:pt x="230" y="141"/>
                        <a:pt x="258" y="270"/>
                      </a:cubicBezTo>
                      <a:close/>
                    </a:path>
                  </a:pathLst>
                </a:cu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908" name="Google Shape;908;p81"/>
                <p:cNvSpPr/>
                <p:nvPr/>
              </p:nvSpPr>
              <p:spPr>
                <a:xfrm>
                  <a:off x="1201738" y="1663700"/>
                  <a:ext cx="576263" cy="577850"/>
                </a:xfrm>
                <a:custGeom>
                  <a:avLst/>
                  <a:gdLst/>
                  <a:ahLst/>
                  <a:cxnLst/>
                  <a:rect l="l" t="t" r="r" b="b"/>
                  <a:pathLst>
                    <a:path w="270" h="270" extrusionOk="0">
                      <a:moveTo>
                        <a:pt x="270" y="12"/>
                      </a:moveTo>
                      <a:cubicBezTo>
                        <a:pt x="270" y="0"/>
                        <a:pt x="270" y="0"/>
                        <a:pt x="270" y="0"/>
                      </a:cubicBezTo>
                      <a:cubicBezTo>
                        <a:pt x="134" y="28"/>
                        <a:pt x="28" y="134"/>
                        <a:pt x="0" y="270"/>
                      </a:cubicBezTo>
                      <a:cubicBezTo>
                        <a:pt x="12" y="270"/>
                        <a:pt x="12" y="270"/>
                        <a:pt x="12" y="270"/>
                      </a:cubicBezTo>
                      <a:cubicBezTo>
                        <a:pt x="40" y="141"/>
                        <a:pt x="141" y="40"/>
                        <a:pt x="270" y="12"/>
                      </a:cubicBezTo>
                      <a:close/>
                    </a:path>
                  </a:pathLst>
                </a:cu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909" name="Google Shape;909;p81"/>
                <p:cNvSpPr/>
                <p:nvPr/>
              </p:nvSpPr>
              <p:spPr>
                <a:xfrm>
                  <a:off x="1201738" y="2543175"/>
                  <a:ext cx="576263" cy="576263"/>
                </a:xfrm>
                <a:custGeom>
                  <a:avLst/>
                  <a:gdLst/>
                  <a:ahLst/>
                  <a:cxnLst/>
                  <a:rect l="l" t="t" r="r" b="b"/>
                  <a:pathLst>
                    <a:path w="270" h="270" extrusionOk="0">
                      <a:moveTo>
                        <a:pt x="12" y="0"/>
                      </a:moveTo>
                      <a:cubicBezTo>
                        <a:pt x="0" y="0"/>
                        <a:pt x="0" y="0"/>
                        <a:pt x="0" y="0"/>
                      </a:cubicBezTo>
                      <a:cubicBezTo>
                        <a:pt x="28" y="136"/>
                        <a:pt x="134" y="242"/>
                        <a:pt x="270" y="270"/>
                      </a:cubicBezTo>
                      <a:cubicBezTo>
                        <a:pt x="270" y="258"/>
                        <a:pt x="270" y="258"/>
                        <a:pt x="270" y="258"/>
                      </a:cubicBezTo>
                      <a:cubicBezTo>
                        <a:pt x="141" y="230"/>
                        <a:pt x="40" y="129"/>
                        <a:pt x="12" y="0"/>
                      </a:cubicBezTo>
                      <a:close/>
                    </a:path>
                  </a:pathLst>
                </a:cu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910" name="Google Shape;910;p81"/>
                <p:cNvSpPr/>
                <p:nvPr/>
              </p:nvSpPr>
              <p:spPr>
                <a:xfrm>
                  <a:off x="2079625" y="2543175"/>
                  <a:ext cx="576263" cy="576263"/>
                </a:xfrm>
                <a:custGeom>
                  <a:avLst/>
                  <a:gdLst/>
                  <a:ahLst/>
                  <a:cxnLst/>
                  <a:rect l="l" t="t" r="r" b="b"/>
                  <a:pathLst>
                    <a:path w="270" h="270" extrusionOk="0">
                      <a:moveTo>
                        <a:pt x="0" y="258"/>
                      </a:moveTo>
                      <a:cubicBezTo>
                        <a:pt x="0" y="270"/>
                        <a:pt x="0" y="270"/>
                        <a:pt x="0" y="270"/>
                      </a:cubicBezTo>
                      <a:cubicBezTo>
                        <a:pt x="136" y="242"/>
                        <a:pt x="242" y="136"/>
                        <a:pt x="270" y="0"/>
                      </a:cubicBezTo>
                      <a:cubicBezTo>
                        <a:pt x="258" y="0"/>
                        <a:pt x="258" y="0"/>
                        <a:pt x="258" y="0"/>
                      </a:cubicBezTo>
                      <a:cubicBezTo>
                        <a:pt x="230" y="129"/>
                        <a:pt x="129" y="230"/>
                        <a:pt x="0" y="258"/>
                      </a:cubicBezTo>
                      <a:close/>
                    </a:path>
                  </a:pathLst>
                </a:cu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grpSp>
          <p:grpSp>
            <p:nvGrpSpPr>
              <p:cNvPr id="911" name="Google Shape;911;p81"/>
              <p:cNvGrpSpPr/>
              <p:nvPr/>
            </p:nvGrpSpPr>
            <p:grpSpPr>
              <a:xfrm>
                <a:off x="2760729" y="1384341"/>
                <a:ext cx="1554480" cy="1555842"/>
                <a:chOff x="1022350" y="1484312"/>
                <a:chExt cx="1812925" cy="1814513"/>
              </a:xfrm>
            </p:grpSpPr>
            <p:sp>
              <p:nvSpPr>
                <p:cNvPr id="912" name="Google Shape;912;p81"/>
                <p:cNvSpPr/>
                <p:nvPr/>
              </p:nvSpPr>
              <p:spPr>
                <a:xfrm>
                  <a:off x="1458913" y="1484312"/>
                  <a:ext cx="941388" cy="209550"/>
                </a:xfrm>
                <a:custGeom>
                  <a:avLst/>
                  <a:gdLst/>
                  <a:ahLst/>
                  <a:cxnLst/>
                  <a:rect l="l" t="t" r="r" b="b"/>
                  <a:pathLst>
                    <a:path w="441" h="98" extrusionOk="0">
                      <a:moveTo>
                        <a:pt x="0" y="88"/>
                      </a:moveTo>
                      <a:cubicBezTo>
                        <a:pt x="10" y="98"/>
                        <a:pt x="10" y="98"/>
                        <a:pt x="10" y="98"/>
                      </a:cubicBezTo>
                      <a:cubicBezTo>
                        <a:pt x="138" y="16"/>
                        <a:pt x="303" y="16"/>
                        <a:pt x="431" y="98"/>
                      </a:cubicBezTo>
                      <a:cubicBezTo>
                        <a:pt x="441" y="88"/>
                        <a:pt x="441" y="88"/>
                        <a:pt x="441" y="88"/>
                      </a:cubicBezTo>
                      <a:cubicBezTo>
                        <a:pt x="308" y="0"/>
                        <a:pt x="133" y="0"/>
                        <a:pt x="0" y="88"/>
                      </a:cubicBezTo>
                      <a:close/>
                    </a:path>
                  </a:pathLst>
                </a:cu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913" name="Google Shape;913;p81"/>
                <p:cNvSpPr/>
                <p:nvPr/>
              </p:nvSpPr>
              <p:spPr>
                <a:xfrm>
                  <a:off x="1022350" y="1920875"/>
                  <a:ext cx="209550" cy="941388"/>
                </a:xfrm>
                <a:custGeom>
                  <a:avLst/>
                  <a:gdLst/>
                  <a:ahLst/>
                  <a:cxnLst/>
                  <a:rect l="l" t="t" r="r" b="b"/>
                  <a:pathLst>
                    <a:path w="98" h="441" extrusionOk="0">
                      <a:moveTo>
                        <a:pt x="88" y="0"/>
                      </a:moveTo>
                      <a:cubicBezTo>
                        <a:pt x="0" y="133"/>
                        <a:pt x="0" y="308"/>
                        <a:pt x="88" y="441"/>
                      </a:cubicBezTo>
                      <a:cubicBezTo>
                        <a:pt x="98" y="431"/>
                        <a:pt x="98" y="431"/>
                        <a:pt x="98" y="431"/>
                      </a:cubicBezTo>
                      <a:cubicBezTo>
                        <a:pt x="16" y="303"/>
                        <a:pt x="16" y="138"/>
                        <a:pt x="98" y="10"/>
                      </a:cubicBezTo>
                      <a:lnTo>
                        <a:pt x="88" y="0"/>
                      </a:lnTo>
                      <a:close/>
                    </a:path>
                  </a:pathLst>
                </a:cu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914" name="Google Shape;914;p81"/>
                <p:cNvSpPr/>
                <p:nvPr/>
              </p:nvSpPr>
              <p:spPr>
                <a:xfrm>
                  <a:off x="1458913" y="3089275"/>
                  <a:ext cx="941388" cy="209550"/>
                </a:xfrm>
                <a:custGeom>
                  <a:avLst/>
                  <a:gdLst/>
                  <a:ahLst/>
                  <a:cxnLst/>
                  <a:rect l="l" t="t" r="r" b="b"/>
                  <a:pathLst>
                    <a:path w="441" h="98" extrusionOk="0">
                      <a:moveTo>
                        <a:pt x="10" y="0"/>
                      </a:moveTo>
                      <a:cubicBezTo>
                        <a:pt x="0" y="10"/>
                        <a:pt x="0" y="10"/>
                        <a:pt x="0" y="10"/>
                      </a:cubicBezTo>
                      <a:cubicBezTo>
                        <a:pt x="133" y="98"/>
                        <a:pt x="308" y="98"/>
                        <a:pt x="441" y="10"/>
                      </a:cubicBezTo>
                      <a:cubicBezTo>
                        <a:pt x="431" y="0"/>
                        <a:pt x="431" y="0"/>
                        <a:pt x="431" y="0"/>
                      </a:cubicBezTo>
                      <a:cubicBezTo>
                        <a:pt x="303" y="82"/>
                        <a:pt x="138" y="82"/>
                        <a:pt x="10" y="0"/>
                      </a:cubicBezTo>
                      <a:close/>
                    </a:path>
                  </a:pathLst>
                </a:cu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915" name="Google Shape;915;p81"/>
                <p:cNvSpPr/>
                <p:nvPr/>
              </p:nvSpPr>
              <p:spPr>
                <a:xfrm>
                  <a:off x="2625725" y="1920875"/>
                  <a:ext cx="209550" cy="941388"/>
                </a:xfrm>
                <a:custGeom>
                  <a:avLst/>
                  <a:gdLst/>
                  <a:ahLst/>
                  <a:cxnLst/>
                  <a:rect l="l" t="t" r="r" b="b"/>
                  <a:pathLst>
                    <a:path w="98" h="441" extrusionOk="0">
                      <a:moveTo>
                        <a:pt x="10" y="0"/>
                      </a:moveTo>
                      <a:cubicBezTo>
                        <a:pt x="0" y="10"/>
                        <a:pt x="0" y="10"/>
                        <a:pt x="0" y="10"/>
                      </a:cubicBezTo>
                      <a:cubicBezTo>
                        <a:pt x="82" y="138"/>
                        <a:pt x="82" y="303"/>
                        <a:pt x="0" y="431"/>
                      </a:cubicBezTo>
                      <a:cubicBezTo>
                        <a:pt x="10" y="441"/>
                        <a:pt x="10" y="441"/>
                        <a:pt x="10" y="441"/>
                      </a:cubicBezTo>
                      <a:cubicBezTo>
                        <a:pt x="98" y="308"/>
                        <a:pt x="98" y="133"/>
                        <a:pt x="10" y="0"/>
                      </a:cubicBezTo>
                      <a:close/>
                    </a:path>
                  </a:pathLst>
                </a:cu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grpSp>
        </p:grpSp>
      </p:grpSp>
      <p:sp>
        <p:nvSpPr>
          <p:cNvPr id="916" name="Google Shape;916;p81"/>
          <p:cNvSpPr/>
          <p:nvPr/>
        </p:nvSpPr>
        <p:spPr>
          <a:xfrm>
            <a:off x="10296767" y="7377522"/>
            <a:ext cx="2279791" cy="769401"/>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200" b="0" i="0" u="none" strike="noStrike" cap="none" dirty="0">
                <a:solidFill>
                  <a:srgbClr val="3F3F3F"/>
                </a:solidFill>
                <a:latin typeface="Open Sans"/>
                <a:ea typeface="Open Sans"/>
                <a:cs typeface="Open Sans"/>
                <a:sym typeface="Open Sans"/>
              </a:rPr>
              <a:t>Semantic web 3.0</a:t>
            </a:r>
            <a:endParaRPr sz="2200" b="0" i="0" u="none" strike="noStrike" cap="none" dirty="0">
              <a:solidFill>
                <a:srgbClr val="3F3F3F"/>
              </a:solidFill>
              <a:latin typeface="Arial"/>
              <a:ea typeface="Arial"/>
              <a:cs typeface="Arial"/>
              <a:sym typeface="Arial"/>
            </a:endParaRPr>
          </a:p>
        </p:txBody>
      </p:sp>
      <p:sp>
        <p:nvSpPr>
          <p:cNvPr id="917" name="Google Shape;917;p81"/>
          <p:cNvSpPr txBox="1"/>
          <p:nvPr/>
        </p:nvSpPr>
        <p:spPr>
          <a:xfrm>
            <a:off x="2116331" y="3671513"/>
            <a:ext cx="1710165" cy="430847"/>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200" b="0" i="0" u="none" strike="noStrike" cap="none">
                <a:solidFill>
                  <a:srgbClr val="3F3F3F"/>
                </a:solidFill>
                <a:latin typeface="Open Sans"/>
                <a:ea typeface="Open Sans"/>
                <a:cs typeface="Open Sans"/>
                <a:sym typeface="Open Sans"/>
              </a:rPr>
              <a:t>Algorithms</a:t>
            </a:r>
            <a:endParaRPr sz="2200" b="0" i="0" u="none" strike="noStrike" cap="none">
              <a:solidFill>
                <a:srgbClr val="3F3F3F"/>
              </a:solidFill>
              <a:latin typeface="Arial"/>
              <a:ea typeface="Arial"/>
              <a:cs typeface="Arial"/>
              <a:sym typeface="Arial"/>
            </a:endParaRPr>
          </a:p>
        </p:txBody>
      </p:sp>
      <p:grpSp>
        <p:nvGrpSpPr>
          <p:cNvPr id="918" name="Google Shape;918;p81"/>
          <p:cNvGrpSpPr/>
          <p:nvPr/>
        </p:nvGrpSpPr>
        <p:grpSpPr>
          <a:xfrm>
            <a:off x="2116331" y="1644556"/>
            <a:ext cx="1865341" cy="1866977"/>
            <a:chOff x="1949464" y="2722659"/>
            <a:chExt cx="1865341" cy="1866977"/>
          </a:xfrm>
        </p:grpSpPr>
        <p:grpSp>
          <p:nvGrpSpPr>
            <p:cNvPr id="919" name="Google Shape;919;p81"/>
            <p:cNvGrpSpPr/>
            <p:nvPr/>
          </p:nvGrpSpPr>
          <p:grpSpPr>
            <a:xfrm>
              <a:off x="1949464" y="2722659"/>
              <a:ext cx="1865341" cy="1866977"/>
              <a:chOff x="2760729" y="1384341"/>
              <a:chExt cx="1554480" cy="1555842"/>
            </a:xfrm>
          </p:grpSpPr>
          <p:grpSp>
            <p:nvGrpSpPr>
              <p:cNvPr id="920" name="Google Shape;920;p81"/>
              <p:cNvGrpSpPr/>
              <p:nvPr/>
            </p:nvGrpSpPr>
            <p:grpSpPr>
              <a:xfrm>
                <a:off x="2914544" y="1538156"/>
                <a:ext cx="1246851" cy="1248213"/>
                <a:chOff x="1201738" y="1663700"/>
                <a:chExt cx="1454150" cy="1455738"/>
              </a:xfrm>
            </p:grpSpPr>
            <p:sp>
              <p:nvSpPr>
                <p:cNvPr id="921" name="Google Shape;921;p81"/>
                <p:cNvSpPr/>
                <p:nvPr/>
              </p:nvSpPr>
              <p:spPr>
                <a:xfrm>
                  <a:off x="2079625" y="1663700"/>
                  <a:ext cx="576263" cy="577850"/>
                </a:xfrm>
                <a:custGeom>
                  <a:avLst/>
                  <a:gdLst/>
                  <a:ahLst/>
                  <a:cxnLst/>
                  <a:rect l="l" t="t" r="r" b="b"/>
                  <a:pathLst>
                    <a:path w="270" h="270" extrusionOk="0">
                      <a:moveTo>
                        <a:pt x="258" y="270"/>
                      </a:moveTo>
                      <a:cubicBezTo>
                        <a:pt x="270" y="270"/>
                        <a:pt x="270" y="270"/>
                        <a:pt x="270" y="270"/>
                      </a:cubicBezTo>
                      <a:cubicBezTo>
                        <a:pt x="242" y="134"/>
                        <a:pt x="136" y="28"/>
                        <a:pt x="0" y="0"/>
                      </a:cubicBezTo>
                      <a:cubicBezTo>
                        <a:pt x="0" y="12"/>
                        <a:pt x="0" y="12"/>
                        <a:pt x="0" y="12"/>
                      </a:cubicBezTo>
                      <a:cubicBezTo>
                        <a:pt x="129" y="40"/>
                        <a:pt x="230" y="141"/>
                        <a:pt x="258" y="270"/>
                      </a:cubicBezTo>
                      <a:close/>
                    </a:path>
                  </a:pathLst>
                </a:cu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922" name="Google Shape;922;p81"/>
                <p:cNvSpPr/>
                <p:nvPr/>
              </p:nvSpPr>
              <p:spPr>
                <a:xfrm>
                  <a:off x="1201738" y="1663700"/>
                  <a:ext cx="576263" cy="577850"/>
                </a:xfrm>
                <a:custGeom>
                  <a:avLst/>
                  <a:gdLst/>
                  <a:ahLst/>
                  <a:cxnLst/>
                  <a:rect l="l" t="t" r="r" b="b"/>
                  <a:pathLst>
                    <a:path w="270" h="270" extrusionOk="0">
                      <a:moveTo>
                        <a:pt x="270" y="12"/>
                      </a:moveTo>
                      <a:cubicBezTo>
                        <a:pt x="270" y="0"/>
                        <a:pt x="270" y="0"/>
                        <a:pt x="270" y="0"/>
                      </a:cubicBezTo>
                      <a:cubicBezTo>
                        <a:pt x="134" y="28"/>
                        <a:pt x="28" y="134"/>
                        <a:pt x="0" y="270"/>
                      </a:cubicBezTo>
                      <a:cubicBezTo>
                        <a:pt x="12" y="270"/>
                        <a:pt x="12" y="270"/>
                        <a:pt x="12" y="270"/>
                      </a:cubicBezTo>
                      <a:cubicBezTo>
                        <a:pt x="40" y="141"/>
                        <a:pt x="141" y="40"/>
                        <a:pt x="270" y="12"/>
                      </a:cubicBezTo>
                      <a:close/>
                    </a:path>
                  </a:pathLst>
                </a:cu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923" name="Google Shape;923;p81"/>
                <p:cNvSpPr/>
                <p:nvPr/>
              </p:nvSpPr>
              <p:spPr>
                <a:xfrm>
                  <a:off x="1201738" y="2543175"/>
                  <a:ext cx="576263" cy="576263"/>
                </a:xfrm>
                <a:custGeom>
                  <a:avLst/>
                  <a:gdLst/>
                  <a:ahLst/>
                  <a:cxnLst/>
                  <a:rect l="l" t="t" r="r" b="b"/>
                  <a:pathLst>
                    <a:path w="270" h="270" extrusionOk="0">
                      <a:moveTo>
                        <a:pt x="12" y="0"/>
                      </a:moveTo>
                      <a:cubicBezTo>
                        <a:pt x="0" y="0"/>
                        <a:pt x="0" y="0"/>
                        <a:pt x="0" y="0"/>
                      </a:cubicBezTo>
                      <a:cubicBezTo>
                        <a:pt x="28" y="136"/>
                        <a:pt x="134" y="242"/>
                        <a:pt x="270" y="270"/>
                      </a:cubicBezTo>
                      <a:cubicBezTo>
                        <a:pt x="270" y="258"/>
                        <a:pt x="270" y="258"/>
                        <a:pt x="270" y="258"/>
                      </a:cubicBezTo>
                      <a:cubicBezTo>
                        <a:pt x="141" y="230"/>
                        <a:pt x="40" y="129"/>
                        <a:pt x="12" y="0"/>
                      </a:cubicBezTo>
                      <a:close/>
                    </a:path>
                  </a:pathLst>
                </a:cu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924" name="Google Shape;924;p81"/>
                <p:cNvSpPr/>
                <p:nvPr/>
              </p:nvSpPr>
              <p:spPr>
                <a:xfrm>
                  <a:off x="2079625" y="2543175"/>
                  <a:ext cx="576263" cy="576263"/>
                </a:xfrm>
                <a:custGeom>
                  <a:avLst/>
                  <a:gdLst/>
                  <a:ahLst/>
                  <a:cxnLst/>
                  <a:rect l="l" t="t" r="r" b="b"/>
                  <a:pathLst>
                    <a:path w="270" h="270" extrusionOk="0">
                      <a:moveTo>
                        <a:pt x="0" y="258"/>
                      </a:moveTo>
                      <a:cubicBezTo>
                        <a:pt x="0" y="270"/>
                        <a:pt x="0" y="270"/>
                        <a:pt x="0" y="270"/>
                      </a:cubicBezTo>
                      <a:cubicBezTo>
                        <a:pt x="136" y="242"/>
                        <a:pt x="242" y="136"/>
                        <a:pt x="270" y="0"/>
                      </a:cubicBezTo>
                      <a:cubicBezTo>
                        <a:pt x="258" y="0"/>
                        <a:pt x="258" y="0"/>
                        <a:pt x="258" y="0"/>
                      </a:cubicBezTo>
                      <a:cubicBezTo>
                        <a:pt x="230" y="129"/>
                        <a:pt x="129" y="230"/>
                        <a:pt x="0" y="258"/>
                      </a:cubicBezTo>
                      <a:close/>
                    </a:path>
                  </a:pathLst>
                </a:cu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grpSp>
          <p:grpSp>
            <p:nvGrpSpPr>
              <p:cNvPr id="925" name="Google Shape;925;p81"/>
              <p:cNvGrpSpPr/>
              <p:nvPr/>
            </p:nvGrpSpPr>
            <p:grpSpPr>
              <a:xfrm>
                <a:off x="2760729" y="1384341"/>
                <a:ext cx="1554480" cy="1555842"/>
                <a:chOff x="1022350" y="1484312"/>
                <a:chExt cx="1812925" cy="1814513"/>
              </a:xfrm>
            </p:grpSpPr>
            <p:sp>
              <p:nvSpPr>
                <p:cNvPr id="926" name="Google Shape;926;p81"/>
                <p:cNvSpPr/>
                <p:nvPr/>
              </p:nvSpPr>
              <p:spPr>
                <a:xfrm>
                  <a:off x="1458913" y="1484312"/>
                  <a:ext cx="941388" cy="209550"/>
                </a:xfrm>
                <a:custGeom>
                  <a:avLst/>
                  <a:gdLst/>
                  <a:ahLst/>
                  <a:cxnLst/>
                  <a:rect l="l" t="t" r="r" b="b"/>
                  <a:pathLst>
                    <a:path w="441" h="98" extrusionOk="0">
                      <a:moveTo>
                        <a:pt x="0" y="88"/>
                      </a:moveTo>
                      <a:cubicBezTo>
                        <a:pt x="10" y="98"/>
                        <a:pt x="10" y="98"/>
                        <a:pt x="10" y="98"/>
                      </a:cubicBezTo>
                      <a:cubicBezTo>
                        <a:pt x="138" y="16"/>
                        <a:pt x="303" y="16"/>
                        <a:pt x="431" y="98"/>
                      </a:cubicBezTo>
                      <a:cubicBezTo>
                        <a:pt x="441" y="88"/>
                        <a:pt x="441" y="88"/>
                        <a:pt x="441" y="88"/>
                      </a:cubicBezTo>
                      <a:cubicBezTo>
                        <a:pt x="308" y="0"/>
                        <a:pt x="133" y="0"/>
                        <a:pt x="0" y="88"/>
                      </a:cubicBezTo>
                      <a:close/>
                    </a:path>
                  </a:pathLst>
                </a:cu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927" name="Google Shape;927;p81"/>
                <p:cNvSpPr/>
                <p:nvPr/>
              </p:nvSpPr>
              <p:spPr>
                <a:xfrm>
                  <a:off x="1022350" y="1920875"/>
                  <a:ext cx="209550" cy="941388"/>
                </a:xfrm>
                <a:custGeom>
                  <a:avLst/>
                  <a:gdLst/>
                  <a:ahLst/>
                  <a:cxnLst/>
                  <a:rect l="l" t="t" r="r" b="b"/>
                  <a:pathLst>
                    <a:path w="98" h="441" extrusionOk="0">
                      <a:moveTo>
                        <a:pt x="88" y="0"/>
                      </a:moveTo>
                      <a:cubicBezTo>
                        <a:pt x="0" y="133"/>
                        <a:pt x="0" y="308"/>
                        <a:pt x="88" y="441"/>
                      </a:cubicBezTo>
                      <a:cubicBezTo>
                        <a:pt x="98" y="431"/>
                        <a:pt x="98" y="431"/>
                        <a:pt x="98" y="431"/>
                      </a:cubicBezTo>
                      <a:cubicBezTo>
                        <a:pt x="16" y="303"/>
                        <a:pt x="16" y="138"/>
                        <a:pt x="98" y="10"/>
                      </a:cubicBezTo>
                      <a:lnTo>
                        <a:pt x="88" y="0"/>
                      </a:lnTo>
                      <a:close/>
                    </a:path>
                  </a:pathLst>
                </a:cu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928" name="Google Shape;928;p81"/>
                <p:cNvSpPr/>
                <p:nvPr/>
              </p:nvSpPr>
              <p:spPr>
                <a:xfrm>
                  <a:off x="1458913" y="3089275"/>
                  <a:ext cx="941388" cy="209550"/>
                </a:xfrm>
                <a:custGeom>
                  <a:avLst/>
                  <a:gdLst/>
                  <a:ahLst/>
                  <a:cxnLst/>
                  <a:rect l="l" t="t" r="r" b="b"/>
                  <a:pathLst>
                    <a:path w="441" h="98" extrusionOk="0">
                      <a:moveTo>
                        <a:pt x="10" y="0"/>
                      </a:moveTo>
                      <a:cubicBezTo>
                        <a:pt x="0" y="10"/>
                        <a:pt x="0" y="10"/>
                        <a:pt x="0" y="10"/>
                      </a:cubicBezTo>
                      <a:cubicBezTo>
                        <a:pt x="133" y="98"/>
                        <a:pt x="308" y="98"/>
                        <a:pt x="441" y="10"/>
                      </a:cubicBezTo>
                      <a:cubicBezTo>
                        <a:pt x="431" y="0"/>
                        <a:pt x="431" y="0"/>
                        <a:pt x="431" y="0"/>
                      </a:cubicBezTo>
                      <a:cubicBezTo>
                        <a:pt x="303" y="82"/>
                        <a:pt x="138" y="82"/>
                        <a:pt x="10" y="0"/>
                      </a:cubicBezTo>
                      <a:close/>
                    </a:path>
                  </a:pathLst>
                </a:cu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929" name="Google Shape;929;p81"/>
                <p:cNvSpPr/>
                <p:nvPr/>
              </p:nvSpPr>
              <p:spPr>
                <a:xfrm>
                  <a:off x="2625725" y="1920875"/>
                  <a:ext cx="209550" cy="941388"/>
                </a:xfrm>
                <a:custGeom>
                  <a:avLst/>
                  <a:gdLst/>
                  <a:ahLst/>
                  <a:cxnLst/>
                  <a:rect l="l" t="t" r="r" b="b"/>
                  <a:pathLst>
                    <a:path w="98" h="441" extrusionOk="0">
                      <a:moveTo>
                        <a:pt x="10" y="0"/>
                      </a:moveTo>
                      <a:cubicBezTo>
                        <a:pt x="0" y="10"/>
                        <a:pt x="0" y="10"/>
                        <a:pt x="0" y="10"/>
                      </a:cubicBezTo>
                      <a:cubicBezTo>
                        <a:pt x="82" y="138"/>
                        <a:pt x="82" y="303"/>
                        <a:pt x="0" y="431"/>
                      </a:cubicBezTo>
                      <a:cubicBezTo>
                        <a:pt x="10" y="441"/>
                        <a:pt x="10" y="441"/>
                        <a:pt x="10" y="441"/>
                      </a:cubicBezTo>
                      <a:cubicBezTo>
                        <a:pt x="98" y="308"/>
                        <a:pt x="98" y="133"/>
                        <a:pt x="10" y="0"/>
                      </a:cubicBezTo>
                      <a:close/>
                    </a:path>
                  </a:pathLst>
                </a:cu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grpSp>
        </p:grpSp>
        <p:grpSp>
          <p:nvGrpSpPr>
            <p:cNvPr id="930" name="Google Shape;930;p81"/>
            <p:cNvGrpSpPr/>
            <p:nvPr/>
          </p:nvGrpSpPr>
          <p:grpSpPr>
            <a:xfrm>
              <a:off x="2456464" y="3164728"/>
              <a:ext cx="832387" cy="792337"/>
              <a:chOff x="2456464" y="3164728"/>
              <a:chExt cx="832387" cy="792337"/>
            </a:xfrm>
          </p:grpSpPr>
          <p:sp>
            <p:nvSpPr>
              <p:cNvPr id="931" name="Google Shape;931;p81"/>
              <p:cNvSpPr/>
              <p:nvPr/>
            </p:nvSpPr>
            <p:spPr>
              <a:xfrm>
                <a:off x="2765689" y="3164728"/>
                <a:ext cx="232891" cy="138808"/>
              </a:xfrm>
              <a:prstGeom prst="ellipse">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50"/>
                  <a:buFont typeface="Arial"/>
                  <a:buNone/>
                </a:pPr>
                <a:endParaRPr sz="1250" b="0" i="0" u="none" strike="noStrike" cap="none">
                  <a:solidFill>
                    <a:srgbClr val="3F3F3F"/>
                  </a:solidFill>
                  <a:latin typeface="Calibri"/>
                  <a:ea typeface="Calibri"/>
                  <a:cs typeface="Calibri"/>
                  <a:sym typeface="Calibri"/>
                </a:endParaRPr>
              </a:p>
            </p:txBody>
          </p:sp>
          <p:sp>
            <p:nvSpPr>
              <p:cNvPr id="932" name="Google Shape;932;p81"/>
              <p:cNvSpPr/>
              <p:nvPr/>
            </p:nvSpPr>
            <p:spPr>
              <a:xfrm>
                <a:off x="2456464" y="3818257"/>
                <a:ext cx="232891" cy="138808"/>
              </a:xfrm>
              <a:prstGeom prst="ellipse">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50"/>
                  <a:buFont typeface="Arial"/>
                  <a:buNone/>
                </a:pPr>
                <a:endParaRPr sz="1250" b="0" i="0" u="none" strike="noStrike" cap="none">
                  <a:solidFill>
                    <a:srgbClr val="3F3F3F"/>
                  </a:solidFill>
                  <a:latin typeface="Calibri"/>
                  <a:ea typeface="Calibri"/>
                  <a:cs typeface="Calibri"/>
                  <a:sym typeface="Calibri"/>
                </a:endParaRPr>
              </a:p>
            </p:txBody>
          </p:sp>
          <p:sp>
            <p:nvSpPr>
              <p:cNvPr id="933" name="Google Shape;933;p81"/>
              <p:cNvSpPr/>
              <p:nvPr/>
            </p:nvSpPr>
            <p:spPr>
              <a:xfrm>
                <a:off x="3055960" y="3818257"/>
                <a:ext cx="232891" cy="138808"/>
              </a:xfrm>
              <a:prstGeom prst="ellipse">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50"/>
                  <a:buFont typeface="Arial"/>
                  <a:buNone/>
                </a:pPr>
                <a:endParaRPr sz="1250" b="0" i="0" u="none" strike="noStrike" cap="none">
                  <a:solidFill>
                    <a:srgbClr val="3F3F3F"/>
                  </a:solidFill>
                  <a:latin typeface="Calibri"/>
                  <a:ea typeface="Calibri"/>
                  <a:cs typeface="Calibri"/>
                  <a:sym typeface="Calibri"/>
                </a:endParaRPr>
              </a:p>
            </p:txBody>
          </p:sp>
          <p:sp>
            <p:nvSpPr>
              <p:cNvPr id="934" name="Google Shape;934;p81"/>
              <p:cNvSpPr/>
              <p:nvPr/>
            </p:nvSpPr>
            <p:spPr>
              <a:xfrm>
                <a:off x="2755843" y="3520451"/>
                <a:ext cx="241040" cy="199207"/>
              </a:xfrm>
              <a:prstGeom prst="diamond">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50"/>
                  <a:buFont typeface="Arial"/>
                  <a:buNone/>
                </a:pPr>
                <a:endParaRPr sz="1250" b="0" i="0" u="none" strike="noStrike" cap="none">
                  <a:solidFill>
                    <a:srgbClr val="3F3F3F"/>
                  </a:solidFill>
                  <a:latin typeface="Calibri"/>
                  <a:ea typeface="Calibri"/>
                  <a:cs typeface="Calibri"/>
                  <a:sym typeface="Calibri"/>
                </a:endParaRPr>
              </a:p>
            </p:txBody>
          </p:sp>
          <p:grpSp>
            <p:nvGrpSpPr>
              <p:cNvPr id="935" name="Google Shape;935;p81"/>
              <p:cNvGrpSpPr/>
              <p:nvPr/>
            </p:nvGrpSpPr>
            <p:grpSpPr>
              <a:xfrm>
                <a:off x="2568991" y="3625214"/>
                <a:ext cx="146198" cy="168043"/>
                <a:chOff x="1046328" y="7854043"/>
                <a:chExt cx="210535" cy="241993"/>
              </a:xfrm>
            </p:grpSpPr>
            <p:cxnSp>
              <p:nvCxnSpPr>
                <p:cNvPr id="936" name="Google Shape;936;p81"/>
                <p:cNvCxnSpPr/>
                <p:nvPr/>
              </p:nvCxnSpPr>
              <p:spPr>
                <a:xfrm>
                  <a:off x="1053186" y="7854043"/>
                  <a:ext cx="0" cy="241993"/>
                </a:xfrm>
                <a:prstGeom prst="straightConnector1">
                  <a:avLst/>
                </a:prstGeom>
                <a:solidFill>
                  <a:schemeClr val="lt1"/>
                </a:solidFill>
                <a:ln w="25400" cap="flat" cmpd="sng">
                  <a:solidFill>
                    <a:schemeClr val="accent1"/>
                  </a:solidFill>
                  <a:prstDash val="solid"/>
                  <a:round/>
                  <a:headEnd type="none" w="sm" len="sm"/>
                  <a:tailEnd type="stealth" w="med" len="med"/>
                </a:ln>
              </p:spPr>
            </p:cxnSp>
            <p:cxnSp>
              <p:nvCxnSpPr>
                <p:cNvPr id="937" name="Google Shape;937;p81"/>
                <p:cNvCxnSpPr/>
                <p:nvPr/>
              </p:nvCxnSpPr>
              <p:spPr>
                <a:xfrm rot="10800000">
                  <a:off x="1046328" y="7864090"/>
                  <a:ext cx="210535" cy="0"/>
                </a:xfrm>
                <a:prstGeom prst="straightConnector1">
                  <a:avLst/>
                </a:prstGeom>
                <a:solidFill>
                  <a:schemeClr val="lt1"/>
                </a:solidFill>
                <a:ln w="25400" cap="flat" cmpd="sng">
                  <a:solidFill>
                    <a:schemeClr val="accent1"/>
                  </a:solidFill>
                  <a:prstDash val="solid"/>
                  <a:round/>
                  <a:headEnd type="none" w="sm" len="sm"/>
                  <a:tailEnd type="none" w="sm" len="sm"/>
                </a:ln>
              </p:spPr>
            </p:cxnSp>
          </p:grpSp>
          <p:cxnSp>
            <p:nvCxnSpPr>
              <p:cNvPr id="938" name="Google Shape;938;p81"/>
              <p:cNvCxnSpPr/>
              <p:nvPr/>
            </p:nvCxnSpPr>
            <p:spPr>
              <a:xfrm>
                <a:off x="2883983" y="3339332"/>
                <a:ext cx="0" cy="168043"/>
              </a:xfrm>
              <a:prstGeom prst="straightConnector1">
                <a:avLst/>
              </a:prstGeom>
              <a:solidFill>
                <a:schemeClr val="lt1"/>
              </a:solidFill>
              <a:ln w="25400" cap="flat" cmpd="sng">
                <a:solidFill>
                  <a:schemeClr val="accent1"/>
                </a:solidFill>
                <a:prstDash val="solid"/>
                <a:round/>
                <a:headEnd type="none" w="sm" len="sm"/>
                <a:tailEnd type="stealth" w="med" len="med"/>
              </a:ln>
            </p:spPr>
          </p:cxnSp>
          <p:grpSp>
            <p:nvGrpSpPr>
              <p:cNvPr id="939" name="Google Shape;939;p81"/>
              <p:cNvGrpSpPr/>
              <p:nvPr/>
            </p:nvGrpSpPr>
            <p:grpSpPr>
              <a:xfrm flipH="1">
                <a:off x="3036148" y="3622728"/>
                <a:ext cx="146198" cy="168043"/>
                <a:chOff x="1046328" y="7854043"/>
                <a:chExt cx="210535" cy="241993"/>
              </a:xfrm>
            </p:grpSpPr>
            <p:cxnSp>
              <p:nvCxnSpPr>
                <p:cNvPr id="940" name="Google Shape;940;p81"/>
                <p:cNvCxnSpPr/>
                <p:nvPr/>
              </p:nvCxnSpPr>
              <p:spPr>
                <a:xfrm>
                  <a:off x="1053186" y="7854043"/>
                  <a:ext cx="0" cy="241993"/>
                </a:xfrm>
                <a:prstGeom prst="straightConnector1">
                  <a:avLst/>
                </a:prstGeom>
                <a:solidFill>
                  <a:schemeClr val="lt1"/>
                </a:solidFill>
                <a:ln w="25400" cap="flat" cmpd="sng">
                  <a:solidFill>
                    <a:schemeClr val="accent1"/>
                  </a:solidFill>
                  <a:prstDash val="solid"/>
                  <a:round/>
                  <a:headEnd type="none" w="sm" len="sm"/>
                  <a:tailEnd type="stealth" w="med" len="med"/>
                </a:ln>
              </p:spPr>
            </p:cxnSp>
            <p:cxnSp>
              <p:nvCxnSpPr>
                <p:cNvPr id="941" name="Google Shape;941;p81"/>
                <p:cNvCxnSpPr/>
                <p:nvPr/>
              </p:nvCxnSpPr>
              <p:spPr>
                <a:xfrm rot="10800000">
                  <a:off x="1046328" y="7864090"/>
                  <a:ext cx="210535" cy="0"/>
                </a:xfrm>
                <a:prstGeom prst="straightConnector1">
                  <a:avLst/>
                </a:prstGeom>
                <a:solidFill>
                  <a:schemeClr val="lt1"/>
                </a:solidFill>
                <a:ln w="25400" cap="flat" cmpd="sng">
                  <a:solidFill>
                    <a:schemeClr val="accent1"/>
                  </a:solidFill>
                  <a:prstDash val="solid"/>
                  <a:round/>
                  <a:headEnd type="none" w="sm" len="sm"/>
                  <a:tailEnd type="none" w="sm" len="sm"/>
                </a:ln>
              </p:spPr>
            </p:cxnSp>
          </p:grpSp>
        </p:grpSp>
      </p:grpSp>
      <p:sp>
        <p:nvSpPr>
          <p:cNvPr id="942" name="Google Shape;942;p81"/>
          <p:cNvSpPr txBox="1"/>
          <p:nvPr/>
        </p:nvSpPr>
        <p:spPr>
          <a:xfrm>
            <a:off x="8718803" y="3671513"/>
            <a:ext cx="1731528" cy="769401"/>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200" b="0" i="0" u="none" strike="noStrike" cap="none">
                <a:solidFill>
                  <a:srgbClr val="3F3F3F"/>
                </a:solidFill>
                <a:latin typeface="Open Sans"/>
                <a:ea typeface="Open Sans"/>
                <a:cs typeface="Open Sans"/>
                <a:sym typeface="Open Sans"/>
              </a:rPr>
              <a:t>Data mining </a:t>
            </a:r>
            <a:endParaRPr sz="2200" b="0" i="0" u="none" strike="noStrike" cap="none">
              <a:solidFill>
                <a:srgbClr val="3F3F3F"/>
              </a:solidFill>
              <a:latin typeface="Arial"/>
              <a:ea typeface="Arial"/>
              <a:cs typeface="Arial"/>
              <a:sym typeface="Arial"/>
            </a:endParaRPr>
          </a:p>
        </p:txBody>
      </p:sp>
      <p:grpSp>
        <p:nvGrpSpPr>
          <p:cNvPr id="943" name="Google Shape;943;p81"/>
          <p:cNvGrpSpPr/>
          <p:nvPr/>
        </p:nvGrpSpPr>
        <p:grpSpPr>
          <a:xfrm>
            <a:off x="8630049" y="1614114"/>
            <a:ext cx="1865341" cy="1866977"/>
            <a:chOff x="8930781" y="2722659"/>
            <a:chExt cx="1865341" cy="1866977"/>
          </a:xfrm>
        </p:grpSpPr>
        <p:grpSp>
          <p:nvGrpSpPr>
            <p:cNvPr id="944" name="Google Shape;944;p81"/>
            <p:cNvGrpSpPr/>
            <p:nvPr/>
          </p:nvGrpSpPr>
          <p:grpSpPr>
            <a:xfrm>
              <a:off x="8930781" y="2722659"/>
              <a:ext cx="1865341" cy="1866977"/>
              <a:chOff x="2760729" y="1384341"/>
              <a:chExt cx="1554480" cy="1555842"/>
            </a:xfrm>
          </p:grpSpPr>
          <p:grpSp>
            <p:nvGrpSpPr>
              <p:cNvPr id="945" name="Google Shape;945;p81"/>
              <p:cNvGrpSpPr/>
              <p:nvPr/>
            </p:nvGrpSpPr>
            <p:grpSpPr>
              <a:xfrm>
                <a:off x="2914544" y="1538156"/>
                <a:ext cx="1246851" cy="1248213"/>
                <a:chOff x="1201738" y="1663700"/>
                <a:chExt cx="1454150" cy="1455738"/>
              </a:xfrm>
            </p:grpSpPr>
            <p:sp>
              <p:nvSpPr>
                <p:cNvPr id="946" name="Google Shape;946;p81"/>
                <p:cNvSpPr/>
                <p:nvPr/>
              </p:nvSpPr>
              <p:spPr>
                <a:xfrm>
                  <a:off x="2079625" y="1663700"/>
                  <a:ext cx="576263" cy="577850"/>
                </a:xfrm>
                <a:custGeom>
                  <a:avLst/>
                  <a:gdLst/>
                  <a:ahLst/>
                  <a:cxnLst/>
                  <a:rect l="l" t="t" r="r" b="b"/>
                  <a:pathLst>
                    <a:path w="270" h="270" extrusionOk="0">
                      <a:moveTo>
                        <a:pt x="258" y="270"/>
                      </a:moveTo>
                      <a:cubicBezTo>
                        <a:pt x="270" y="270"/>
                        <a:pt x="270" y="270"/>
                        <a:pt x="270" y="270"/>
                      </a:cubicBezTo>
                      <a:cubicBezTo>
                        <a:pt x="242" y="134"/>
                        <a:pt x="136" y="28"/>
                        <a:pt x="0" y="0"/>
                      </a:cubicBezTo>
                      <a:cubicBezTo>
                        <a:pt x="0" y="12"/>
                        <a:pt x="0" y="12"/>
                        <a:pt x="0" y="12"/>
                      </a:cubicBezTo>
                      <a:cubicBezTo>
                        <a:pt x="129" y="40"/>
                        <a:pt x="230" y="141"/>
                        <a:pt x="258" y="270"/>
                      </a:cubicBezTo>
                      <a:close/>
                    </a:path>
                  </a:pathLst>
                </a:custGeom>
                <a:solidFill>
                  <a:schemeClr val="lt1"/>
                </a:solidFill>
                <a:ln w="25400"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947" name="Google Shape;947;p81"/>
                <p:cNvSpPr/>
                <p:nvPr/>
              </p:nvSpPr>
              <p:spPr>
                <a:xfrm>
                  <a:off x="1201738" y="1663700"/>
                  <a:ext cx="576263" cy="577850"/>
                </a:xfrm>
                <a:custGeom>
                  <a:avLst/>
                  <a:gdLst/>
                  <a:ahLst/>
                  <a:cxnLst/>
                  <a:rect l="l" t="t" r="r" b="b"/>
                  <a:pathLst>
                    <a:path w="270" h="270" extrusionOk="0">
                      <a:moveTo>
                        <a:pt x="270" y="12"/>
                      </a:moveTo>
                      <a:cubicBezTo>
                        <a:pt x="270" y="0"/>
                        <a:pt x="270" y="0"/>
                        <a:pt x="270" y="0"/>
                      </a:cubicBezTo>
                      <a:cubicBezTo>
                        <a:pt x="134" y="28"/>
                        <a:pt x="28" y="134"/>
                        <a:pt x="0" y="270"/>
                      </a:cubicBezTo>
                      <a:cubicBezTo>
                        <a:pt x="12" y="270"/>
                        <a:pt x="12" y="270"/>
                        <a:pt x="12" y="270"/>
                      </a:cubicBezTo>
                      <a:cubicBezTo>
                        <a:pt x="40" y="141"/>
                        <a:pt x="141" y="40"/>
                        <a:pt x="270" y="12"/>
                      </a:cubicBezTo>
                      <a:close/>
                    </a:path>
                  </a:pathLst>
                </a:custGeom>
                <a:solidFill>
                  <a:schemeClr val="lt1"/>
                </a:solidFill>
                <a:ln w="25400"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948" name="Google Shape;948;p81"/>
                <p:cNvSpPr/>
                <p:nvPr/>
              </p:nvSpPr>
              <p:spPr>
                <a:xfrm>
                  <a:off x="1201738" y="2543175"/>
                  <a:ext cx="576263" cy="576263"/>
                </a:xfrm>
                <a:custGeom>
                  <a:avLst/>
                  <a:gdLst/>
                  <a:ahLst/>
                  <a:cxnLst/>
                  <a:rect l="l" t="t" r="r" b="b"/>
                  <a:pathLst>
                    <a:path w="270" h="270" extrusionOk="0">
                      <a:moveTo>
                        <a:pt x="12" y="0"/>
                      </a:moveTo>
                      <a:cubicBezTo>
                        <a:pt x="0" y="0"/>
                        <a:pt x="0" y="0"/>
                        <a:pt x="0" y="0"/>
                      </a:cubicBezTo>
                      <a:cubicBezTo>
                        <a:pt x="28" y="136"/>
                        <a:pt x="134" y="242"/>
                        <a:pt x="270" y="270"/>
                      </a:cubicBezTo>
                      <a:cubicBezTo>
                        <a:pt x="270" y="258"/>
                        <a:pt x="270" y="258"/>
                        <a:pt x="270" y="258"/>
                      </a:cubicBezTo>
                      <a:cubicBezTo>
                        <a:pt x="141" y="230"/>
                        <a:pt x="40" y="129"/>
                        <a:pt x="12" y="0"/>
                      </a:cubicBezTo>
                      <a:close/>
                    </a:path>
                  </a:pathLst>
                </a:custGeom>
                <a:solidFill>
                  <a:schemeClr val="lt1"/>
                </a:solidFill>
                <a:ln w="25400"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949" name="Google Shape;949;p81"/>
                <p:cNvSpPr/>
                <p:nvPr/>
              </p:nvSpPr>
              <p:spPr>
                <a:xfrm>
                  <a:off x="2079625" y="2543175"/>
                  <a:ext cx="576263" cy="576263"/>
                </a:xfrm>
                <a:custGeom>
                  <a:avLst/>
                  <a:gdLst/>
                  <a:ahLst/>
                  <a:cxnLst/>
                  <a:rect l="l" t="t" r="r" b="b"/>
                  <a:pathLst>
                    <a:path w="270" h="270" extrusionOk="0">
                      <a:moveTo>
                        <a:pt x="0" y="258"/>
                      </a:moveTo>
                      <a:cubicBezTo>
                        <a:pt x="0" y="270"/>
                        <a:pt x="0" y="270"/>
                        <a:pt x="0" y="270"/>
                      </a:cubicBezTo>
                      <a:cubicBezTo>
                        <a:pt x="136" y="242"/>
                        <a:pt x="242" y="136"/>
                        <a:pt x="270" y="0"/>
                      </a:cubicBezTo>
                      <a:cubicBezTo>
                        <a:pt x="258" y="0"/>
                        <a:pt x="258" y="0"/>
                        <a:pt x="258" y="0"/>
                      </a:cubicBezTo>
                      <a:cubicBezTo>
                        <a:pt x="230" y="129"/>
                        <a:pt x="129" y="230"/>
                        <a:pt x="0" y="258"/>
                      </a:cubicBezTo>
                      <a:close/>
                    </a:path>
                  </a:pathLst>
                </a:custGeom>
                <a:solidFill>
                  <a:schemeClr val="lt1"/>
                </a:solidFill>
                <a:ln w="25400"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grpSp>
          <p:grpSp>
            <p:nvGrpSpPr>
              <p:cNvPr id="950" name="Google Shape;950;p81"/>
              <p:cNvGrpSpPr/>
              <p:nvPr/>
            </p:nvGrpSpPr>
            <p:grpSpPr>
              <a:xfrm>
                <a:off x="2760729" y="1384341"/>
                <a:ext cx="1554480" cy="1555842"/>
                <a:chOff x="1022350" y="1484312"/>
                <a:chExt cx="1812925" cy="1814513"/>
              </a:xfrm>
            </p:grpSpPr>
            <p:sp>
              <p:nvSpPr>
                <p:cNvPr id="951" name="Google Shape;951;p81"/>
                <p:cNvSpPr/>
                <p:nvPr/>
              </p:nvSpPr>
              <p:spPr>
                <a:xfrm>
                  <a:off x="1458913" y="1484312"/>
                  <a:ext cx="941388" cy="209550"/>
                </a:xfrm>
                <a:custGeom>
                  <a:avLst/>
                  <a:gdLst/>
                  <a:ahLst/>
                  <a:cxnLst/>
                  <a:rect l="l" t="t" r="r" b="b"/>
                  <a:pathLst>
                    <a:path w="441" h="98" extrusionOk="0">
                      <a:moveTo>
                        <a:pt x="0" y="88"/>
                      </a:moveTo>
                      <a:cubicBezTo>
                        <a:pt x="10" y="98"/>
                        <a:pt x="10" y="98"/>
                        <a:pt x="10" y="98"/>
                      </a:cubicBezTo>
                      <a:cubicBezTo>
                        <a:pt x="138" y="16"/>
                        <a:pt x="303" y="16"/>
                        <a:pt x="431" y="98"/>
                      </a:cubicBezTo>
                      <a:cubicBezTo>
                        <a:pt x="441" y="88"/>
                        <a:pt x="441" y="88"/>
                        <a:pt x="441" y="88"/>
                      </a:cubicBezTo>
                      <a:cubicBezTo>
                        <a:pt x="308" y="0"/>
                        <a:pt x="133" y="0"/>
                        <a:pt x="0" y="88"/>
                      </a:cubicBezTo>
                      <a:close/>
                    </a:path>
                  </a:pathLst>
                </a:custGeom>
                <a:solidFill>
                  <a:schemeClr val="lt1"/>
                </a:solidFill>
                <a:ln w="25400"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952" name="Google Shape;952;p81"/>
                <p:cNvSpPr/>
                <p:nvPr/>
              </p:nvSpPr>
              <p:spPr>
                <a:xfrm>
                  <a:off x="1022350" y="1920875"/>
                  <a:ext cx="209550" cy="941388"/>
                </a:xfrm>
                <a:custGeom>
                  <a:avLst/>
                  <a:gdLst/>
                  <a:ahLst/>
                  <a:cxnLst/>
                  <a:rect l="l" t="t" r="r" b="b"/>
                  <a:pathLst>
                    <a:path w="98" h="441" extrusionOk="0">
                      <a:moveTo>
                        <a:pt x="88" y="0"/>
                      </a:moveTo>
                      <a:cubicBezTo>
                        <a:pt x="0" y="133"/>
                        <a:pt x="0" y="308"/>
                        <a:pt x="88" y="441"/>
                      </a:cubicBezTo>
                      <a:cubicBezTo>
                        <a:pt x="98" y="431"/>
                        <a:pt x="98" y="431"/>
                        <a:pt x="98" y="431"/>
                      </a:cubicBezTo>
                      <a:cubicBezTo>
                        <a:pt x="16" y="303"/>
                        <a:pt x="16" y="138"/>
                        <a:pt x="98" y="10"/>
                      </a:cubicBezTo>
                      <a:lnTo>
                        <a:pt x="88" y="0"/>
                      </a:lnTo>
                      <a:close/>
                    </a:path>
                  </a:pathLst>
                </a:custGeom>
                <a:solidFill>
                  <a:schemeClr val="lt1"/>
                </a:solidFill>
                <a:ln w="25400"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953" name="Google Shape;953;p81"/>
                <p:cNvSpPr/>
                <p:nvPr/>
              </p:nvSpPr>
              <p:spPr>
                <a:xfrm>
                  <a:off x="1458913" y="3089275"/>
                  <a:ext cx="941388" cy="209550"/>
                </a:xfrm>
                <a:custGeom>
                  <a:avLst/>
                  <a:gdLst/>
                  <a:ahLst/>
                  <a:cxnLst/>
                  <a:rect l="l" t="t" r="r" b="b"/>
                  <a:pathLst>
                    <a:path w="441" h="98" extrusionOk="0">
                      <a:moveTo>
                        <a:pt x="10" y="0"/>
                      </a:moveTo>
                      <a:cubicBezTo>
                        <a:pt x="0" y="10"/>
                        <a:pt x="0" y="10"/>
                        <a:pt x="0" y="10"/>
                      </a:cubicBezTo>
                      <a:cubicBezTo>
                        <a:pt x="133" y="98"/>
                        <a:pt x="308" y="98"/>
                        <a:pt x="441" y="10"/>
                      </a:cubicBezTo>
                      <a:cubicBezTo>
                        <a:pt x="431" y="0"/>
                        <a:pt x="431" y="0"/>
                        <a:pt x="431" y="0"/>
                      </a:cubicBezTo>
                      <a:cubicBezTo>
                        <a:pt x="303" y="82"/>
                        <a:pt x="138" y="82"/>
                        <a:pt x="10" y="0"/>
                      </a:cubicBezTo>
                      <a:close/>
                    </a:path>
                  </a:pathLst>
                </a:custGeom>
                <a:solidFill>
                  <a:schemeClr val="lt1"/>
                </a:solidFill>
                <a:ln w="25400"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954" name="Google Shape;954;p81"/>
                <p:cNvSpPr/>
                <p:nvPr/>
              </p:nvSpPr>
              <p:spPr>
                <a:xfrm>
                  <a:off x="2625725" y="1920875"/>
                  <a:ext cx="209550" cy="941388"/>
                </a:xfrm>
                <a:custGeom>
                  <a:avLst/>
                  <a:gdLst/>
                  <a:ahLst/>
                  <a:cxnLst/>
                  <a:rect l="l" t="t" r="r" b="b"/>
                  <a:pathLst>
                    <a:path w="98" h="441" extrusionOk="0">
                      <a:moveTo>
                        <a:pt x="10" y="0"/>
                      </a:moveTo>
                      <a:cubicBezTo>
                        <a:pt x="0" y="10"/>
                        <a:pt x="0" y="10"/>
                        <a:pt x="0" y="10"/>
                      </a:cubicBezTo>
                      <a:cubicBezTo>
                        <a:pt x="82" y="138"/>
                        <a:pt x="82" y="303"/>
                        <a:pt x="0" y="431"/>
                      </a:cubicBezTo>
                      <a:cubicBezTo>
                        <a:pt x="10" y="441"/>
                        <a:pt x="10" y="441"/>
                        <a:pt x="10" y="441"/>
                      </a:cubicBezTo>
                      <a:cubicBezTo>
                        <a:pt x="98" y="308"/>
                        <a:pt x="98" y="133"/>
                        <a:pt x="10" y="0"/>
                      </a:cubicBezTo>
                      <a:close/>
                    </a:path>
                  </a:pathLst>
                </a:custGeom>
                <a:solidFill>
                  <a:schemeClr val="lt1"/>
                </a:solidFill>
                <a:ln w="25400"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grpSp>
        </p:grpSp>
        <p:grpSp>
          <p:nvGrpSpPr>
            <p:cNvPr id="955" name="Google Shape;955;p81"/>
            <p:cNvGrpSpPr/>
            <p:nvPr/>
          </p:nvGrpSpPr>
          <p:grpSpPr>
            <a:xfrm>
              <a:off x="9274869" y="3375854"/>
              <a:ext cx="1027923" cy="654174"/>
              <a:chOff x="9274869" y="3375854"/>
              <a:chExt cx="1027923" cy="654174"/>
            </a:xfrm>
          </p:grpSpPr>
          <p:pic>
            <p:nvPicPr>
              <p:cNvPr id="956" name="Google Shape;956;p81"/>
              <p:cNvPicPr preferRelativeResize="0"/>
              <p:nvPr/>
            </p:nvPicPr>
            <p:blipFill rotWithShape="1">
              <a:blip r:embed="rId4">
                <a:alphaModFix/>
              </a:blip>
              <a:srcRect/>
              <a:stretch/>
            </p:blipFill>
            <p:spPr>
              <a:xfrm>
                <a:off x="9274869" y="3375854"/>
                <a:ext cx="654174" cy="654174"/>
              </a:xfrm>
              <a:prstGeom prst="rect">
                <a:avLst/>
              </a:prstGeom>
              <a:solidFill>
                <a:schemeClr val="lt1"/>
              </a:solidFill>
              <a:ln w="25400" cap="flat" cmpd="sng">
                <a:noFill/>
                <a:prstDash val="solid"/>
                <a:round/>
                <a:headEnd type="none" w="sm" len="sm"/>
                <a:tailEnd type="none" w="sm" len="sm"/>
              </a:ln>
            </p:spPr>
          </p:pic>
          <p:grpSp>
            <p:nvGrpSpPr>
              <p:cNvPr id="957" name="Google Shape;957;p81"/>
              <p:cNvGrpSpPr/>
              <p:nvPr/>
            </p:nvGrpSpPr>
            <p:grpSpPr>
              <a:xfrm>
                <a:off x="9961411" y="3409683"/>
                <a:ext cx="341381" cy="531278"/>
                <a:chOff x="9973706" y="3443493"/>
                <a:chExt cx="341381" cy="531278"/>
              </a:xfrm>
            </p:grpSpPr>
            <p:sp>
              <p:nvSpPr>
                <p:cNvPr id="958" name="Google Shape;958;p81"/>
                <p:cNvSpPr/>
                <p:nvPr/>
              </p:nvSpPr>
              <p:spPr>
                <a:xfrm>
                  <a:off x="9973706" y="3742163"/>
                  <a:ext cx="341381" cy="232608"/>
                </a:xfrm>
                <a:prstGeom prst="flowChartMagneticDisk">
                  <a:avLst/>
                </a:prstGeom>
                <a:solidFill>
                  <a:schemeClr val="lt1"/>
                </a:solidFill>
                <a:ln w="254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959" name="Google Shape;959;p81"/>
                <p:cNvSpPr/>
                <p:nvPr/>
              </p:nvSpPr>
              <p:spPr>
                <a:xfrm>
                  <a:off x="9973706" y="3592343"/>
                  <a:ext cx="341381" cy="232608"/>
                </a:xfrm>
                <a:prstGeom prst="flowChartMagneticDisk">
                  <a:avLst/>
                </a:prstGeom>
                <a:solidFill>
                  <a:schemeClr val="lt1"/>
                </a:solidFill>
                <a:ln w="254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960" name="Google Shape;960;p81"/>
                <p:cNvSpPr/>
                <p:nvPr/>
              </p:nvSpPr>
              <p:spPr>
                <a:xfrm>
                  <a:off x="9973706" y="3443493"/>
                  <a:ext cx="341381" cy="232608"/>
                </a:xfrm>
                <a:prstGeom prst="flowChartMagneticDisk">
                  <a:avLst/>
                </a:prstGeom>
                <a:solidFill>
                  <a:schemeClr val="lt1"/>
                </a:solidFill>
                <a:ln w="254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grpSp>
        </p:grpSp>
      </p:grpSp>
      <p:sp>
        <p:nvSpPr>
          <p:cNvPr id="961" name="Google Shape;961;p81"/>
          <p:cNvSpPr txBox="1"/>
          <p:nvPr/>
        </p:nvSpPr>
        <p:spPr>
          <a:xfrm>
            <a:off x="6717456" y="7377522"/>
            <a:ext cx="2437622" cy="769401"/>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200" b="0" i="0" u="none" strike="noStrike" cap="none">
                <a:solidFill>
                  <a:srgbClr val="3F3F3F"/>
                </a:solidFill>
                <a:latin typeface="Open Sans"/>
                <a:ea typeface="Open Sans"/>
                <a:cs typeface="Open Sans"/>
                <a:sym typeface="Open Sans"/>
              </a:rPr>
              <a:t>Gaussian analysis</a:t>
            </a:r>
            <a:endParaRPr sz="2200" b="0" i="0" u="none" strike="noStrike" cap="none">
              <a:solidFill>
                <a:srgbClr val="3F3F3F"/>
              </a:solidFill>
              <a:latin typeface="Arial"/>
              <a:ea typeface="Arial"/>
              <a:cs typeface="Arial"/>
              <a:sym typeface="Arial"/>
            </a:endParaRPr>
          </a:p>
        </p:txBody>
      </p:sp>
      <p:grpSp>
        <p:nvGrpSpPr>
          <p:cNvPr id="962" name="Google Shape;962;p81"/>
          <p:cNvGrpSpPr/>
          <p:nvPr/>
        </p:nvGrpSpPr>
        <p:grpSpPr>
          <a:xfrm>
            <a:off x="7002779" y="5231224"/>
            <a:ext cx="1865341" cy="1866977"/>
            <a:chOff x="7282883" y="5578975"/>
            <a:chExt cx="1865341" cy="1866977"/>
          </a:xfrm>
        </p:grpSpPr>
        <p:grpSp>
          <p:nvGrpSpPr>
            <p:cNvPr id="963" name="Google Shape;963;p81"/>
            <p:cNvGrpSpPr/>
            <p:nvPr/>
          </p:nvGrpSpPr>
          <p:grpSpPr>
            <a:xfrm>
              <a:off x="7282883" y="5578975"/>
              <a:ext cx="1865341" cy="1866977"/>
              <a:chOff x="2760729" y="1384341"/>
              <a:chExt cx="1554480" cy="1555842"/>
            </a:xfrm>
          </p:grpSpPr>
          <p:grpSp>
            <p:nvGrpSpPr>
              <p:cNvPr id="964" name="Google Shape;964;p81"/>
              <p:cNvGrpSpPr/>
              <p:nvPr/>
            </p:nvGrpSpPr>
            <p:grpSpPr>
              <a:xfrm>
                <a:off x="2914544" y="1538156"/>
                <a:ext cx="1246851" cy="1248213"/>
                <a:chOff x="1201738" y="1663700"/>
                <a:chExt cx="1454150" cy="1455738"/>
              </a:xfrm>
            </p:grpSpPr>
            <p:sp>
              <p:nvSpPr>
                <p:cNvPr id="965" name="Google Shape;965;p81"/>
                <p:cNvSpPr/>
                <p:nvPr/>
              </p:nvSpPr>
              <p:spPr>
                <a:xfrm>
                  <a:off x="2079625" y="1663700"/>
                  <a:ext cx="576263" cy="577850"/>
                </a:xfrm>
                <a:custGeom>
                  <a:avLst/>
                  <a:gdLst/>
                  <a:ahLst/>
                  <a:cxnLst/>
                  <a:rect l="l" t="t" r="r" b="b"/>
                  <a:pathLst>
                    <a:path w="270" h="270" extrusionOk="0">
                      <a:moveTo>
                        <a:pt x="258" y="270"/>
                      </a:moveTo>
                      <a:cubicBezTo>
                        <a:pt x="270" y="270"/>
                        <a:pt x="270" y="270"/>
                        <a:pt x="270" y="270"/>
                      </a:cubicBezTo>
                      <a:cubicBezTo>
                        <a:pt x="242" y="134"/>
                        <a:pt x="136" y="28"/>
                        <a:pt x="0" y="0"/>
                      </a:cubicBezTo>
                      <a:cubicBezTo>
                        <a:pt x="0" y="12"/>
                        <a:pt x="0" y="12"/>
                        <a:pt x="0" y="12"/>
                      </a:cubicBezTo>
                      <a:cubicBezTo>
                        <a:pt x="129" y="40"/>
                        <a:pt x="230" y="141"/>
                        <a:pt x="258" y="270"/>
                      </a:cubicBezTo>
                      <a:close/>
                    </a:path>
                  </a:pathLst>
                </a:cu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966" name="Google Shape;966;p81"/>
                <p:cNvSpPr/>
                <p:nvPr/>
              </p:nvSpPr>
              <p:spPr>
                <a:xfrm>
                  <a:off x="1201738" y="1663700"/>
                  <a:ext cx="576263" cy="577850"/>
                </a:xfrm>
                <a:custGeom>
                  <a:avLst/>
                  <a:gdLst/>
                  <a:ahLst/>
                  <a:cxnLst/>
                  <a:rect l="l" t="t" r="r" b="b"/>
                  <a:pathLst>
                    <a:path w="270" h="270" extrusionOk="0">
                      <a:moveTo>
                        <a:pt x="270" y="12"/>
                      </a:moveTo>
                      <a:cubicBezTo>
                        <a:pt x="270" y="0"/>
                        <a:pt x="270" y="0"/>
                        <a:pt x="270" y="0"/>
                      </a:cubicBezTo>
                      <a:cubicBezTo>
                        <a:pt x="134" y="28"/>
                        <a:pt x="28" y="134"/>
                        <a:pt x="0" y="270"/>
                      </a:cubicBezTo>
                      <a:cubicBezTo>
                        <a:pt x="12" y="270"/>
                        <a:pt x="12" y="270"/>
                        <a:pt x="12" y="270"/>
                      </a:cubicBezTo>
                      <a:cubicBezTo>
                        <a:pt x="40" y="141"/>
                        <a:pt x="141" y="40"/>
                        <a:pt x="270" y="12"/>
                      </a:cubicBezTo>
                      <a:close/>
                    </a:path>
                  </a:pathLst>
                </a:cu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967" name="Google Shape;967;p81"/>
                <p:cNvSpPr/>
                <p:nvPr/>
              </p:nvSpPr>
              <p:spPr>
                <a:xfrm>
                  <a:off x="1201738" y="2543175"/>
                  <a:ext cx="576263" cy="576263"/>
                </a:xfrm>
                <a:custGeom>
                  <a:avLst/>
                  <a:gdLst/>
                  <a:ahLst/>
                  <a:cxnLst/>
                  <a:rect l="l" t="t" r="r" b="b"/>
                  <a:pathLst>
                    <a:path w="270" h="270" extrusionOk="0">
                      <a:moveTo>
                        <a:pt x="12" y="0"/>
                      </a:moveTo>
                      <a:cubicBezTo>
                        <a:pt x="0" y="0"/>
                        <a:pt x="0" y="0"/>
                        <a:pt x="0" y="0"/>
                      </a:cubicBezTo>
                      <a:cubicBezTo>
                        <a:pt x="28" y="136"/>
                        <a:pt x="134" y="242"/>
                        <a:pt x="270" y="270"/>
                      </a:cubicBezTo>
                      <a:cubicBezTo>
                        <a:pt x="270" y="258"/>
                        <a:pt x="270" y="258"/>
                        <a:pt x="270" y="258"/>
                      </a:cubicBezTo>
                      <a:cubicBezTo>
                        <a:pt x="141" y="230"/>
                        <a:pt x="40" y="129"/>
                        <a:pt x="12" y="0"/>
                      </a:cubicBezTo>
                      <a:close/>
                    </a:path>
                  </a:pathLst>
                </a:cu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968" name="Google Shape;968;p81"/>
                <p:cNvSpPr/>
                <p:nvPr/>
              </p:nvSpPr>
              <p:spPr>
                <a:xfrm>
                  <a:off x="2079625" y="2543175"/>
                  <a:ext cx="576263" cy="576263"/>
                </a:xfrm>
                <a:custGeom>
                  <a:avLst/>
                  <a:gdLst/>
                  <a:ahLst/>
                  <a:cxnLst/>
                  <a:rect l="l" t="t" r="r" b="b"/>
                  <a:pathLst>
                    <a:path w="270" h="270" extrusionOk="0">
                      <a:moveTo>
                        <a:pt x="0" y="258"/>
                      </a:moveTo>
                      <a:cubicBezTo>
                        <a:pt x="0" y="270"/>
                        <a:pt x="0" y="270"/>
                        <a:pt x="0" y="270"/>
                      </a:cubicBezTo>
                      <a:cubicBezTo>
                        <a:pt x="136" y="242"/>
                        <a:pt x="242" y="136"/>
                        <a:pt x="270" y="0"/>
                      </a:cubicBezTo>
                      <a:cubicBezTo>
                        <a:pt x="258" y="0"/>
                        <a:pt x="258" y="0"/>
                        <a:pt x="258" y="0"/>
                      </a:cubicBezTo>
                      <a:cubicBezTo>
                        <a:pt x="230" y="129"/>
                        <a:pt x="129" y="230"/>
                        <a:pt x="0" y="258"/>
                      </a:cubicBezTo>
                      <a:close/>
                    </a:path>
                  </a:pathLst>
                </a:cu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grpSp>
          <p:grpSp>
            <p:nvGrpSpPr>
              <p:cNvPr id="969" name="Google Shape;969;p81"/>
              <p:cNvGrpSpPr/>
              <p:nvPr/>
            </p:nvGrpSpPr>
            <p:grpSpPr>
              <a:xfrm>
                <a:off x="2760729" y="1384341"/>
                <a:ext cx="1554480" cy="1555842"/>
                <a:chOff x="1022350" y="1484312"/>
                <a:chExt cx="1812925" cy="1814513"/>
              </a:xfrm>
            </p:grpSpPr>
            <p:sp>
              <p:nvSpPr>
                <p:cNvPr id="970" name="Google Shape;970;p81"/>
                <p:cNvSpPr/>
                <p:nvPr/>
              </p:nvSpPr>
              <p:spPr>
                <a:xfrm>
                  <a:off x="1458913" y="1484312"/>
                  <a:ext cx="941388" cy="209550"/>
                </a:xfrm>
                <a:custGeom>
                  <a:avLst/>
                  <a:gdLst/>
                  <a:ahLst/>
                  <a:cxnLst/>
                  <a:rect l="l" t="t" r="r" b="b"/>
                  <a:pathLst>
                    <a:path w="441" h="98" extrusionOk="0">
                      <a:moveTo>
                        <a:pt x="0" y="88"/>
                      </a:moveTo>
                      <a:cubicBezTo>
                        <a:pt x="10" y="98"/>
                        <a:pt x="10" y="98"/>
                        <a:pt x="10" y="98"/>
                      </a:cubicBezTo>
                      <a:cubicBezTo>
                        <a:pt x="138" y="16"/>
                        <a:pt x="303" y="16"/>
                        <a:pt x="431" y="98"/>
                      </a:cubicBezTo>
                      <a:cubicBezTo>
                        <a:pt x="441" y="88"/>
                        <a:pt x="441" y="88"/>
                        <a:pt x="441" y="88"/>
                      </a:cubicBezTo>
                      <a:cubicBezTo>
                        <a:pt x="308" y="0"/>
                        <a:pt x="133" y="0"/>
                        <a:pt x="0" y="88"/>
                      </a:cubicBezTo>
                      <a:close/>
                    </a:path>
                  </a:pathLst>
                </a:cu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971" name="Google Shape;971;p81"/>
                <p:cNvSpPr/>
                <p:nvPr/>
              </p:nvSpPr>
              <p:spPr>
                <a:xfrm>
                  <a:off x="1022350" y="1920875"/>
                  <a:ext cx="209550" cy="941388"/>
                </a:xfrm>
                <a:custGeom>
                  <a:avLst/>
                  <a:gdLst/>
                  <a:ahLst/>
                  <a:cxnLst/>
                  <a:rect l="l" t="t" r="r" b="b"/>
                  <a:pathLst>
                    <a:path w="98" h="441" extrusionOk="0">
                      <a:moveTo>
                        <a:pt x="88" y="0"/>
                      </a:moveTo>
                      <a:cubicBezTo>
                        <a:pt x="0" y="133"/>
                        <a:pt x="0" y="308"/>
                        <a:pt x="88" y="441"/>
                      </a:cubicBezTo>
                      <a:cubicBezTo>
                        <a:pt x="98" y="431"/>
                        <a:pt x="98" y="431"/>
                        <a:pt x="98" y="431"/>
                      </a:cubicBezTo>
                      <a:cubicBezTo>
                        <a:pt x="16" y="303"/>
                        <a:pt x="16" y="138"/>
                        <a:pt x="98" y="10"/>
                      </a:cubicBezTo>
                      <a:lnTo>
                        <a:pt x="88" y="0"/>
                      </a:lnTo>
                      <a:close/>
                    </a:path>
                  </a:pathLst>
                </a:cu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972" name="Google Shape;972;p81"/>
                <p:cNvSpPr/>
                <p:nvPr/>
              </p:nvSpPr>
              <p:spPr>
                <a:xfrm>
                  <a:off x="1458913" y="3089275"/>
                  <a:ext cx="941388" cy="209550"/>
                </a:xfrm>
                <a:custGeom>
                  <a:avLst/>
                  <a:gdLst/>
                  <a:ahLst/>
                  <a:cxnLst/>
                  <a:rect l="l" t="t" r="r" b="b"/>
                  <a:pathLst>
                    <a:path w="441" h="98" extrusionOk="0">
                      <a:moveTo>
                        <a:pt x="10" y="0"/>
                      </a:moveTo>
                      <a:cubicBezTo>
                        <a:pt x="0" y="10"/>
                        <a:pt x="0" y="10"/>
                        <a:pt x="0" y="10"/>
                      </a:cubicBezTo>
                      <a:cubicBezTo>
                        <a:pt x="133" y="98"/>
                        <a:pt x="308" y="98"/>
                        <a:pt x="441" y="10"/>
                      </a:cubicBezTo>
                      <a:cubicBezTo>
                        <a:pt x="431" y="0"/>
                        <a:pt x="431" y="0"/>
                        <a:pt x="431" y="0"/>
                      </a:cubicBezTo>
                      <a:cubicBezTo>
                        <a:pt x="303" y="82"/>
                        <a:pt x="138" y="82"/>
                        <a:pt x="10" y="0"/>
                      </a:cubicBezTo>
                      <a:close/>
                    </a:path>
                  </a:pathLst>
                </a:cu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973" name="Google Shape;973;p81"/>
                <p:cNvSpPr/>
                <p:nvPr/>
              </p:nvSpPr>
              <p:spPr>
                <a:xfrm>
                  <a:off x="2625725" y="1920875"/>
                  <a:ext cx="209550" cy="941388"/>
                </a:xfrm>
                <a:custGeom>
                  <a:avLst/>
                  <a:gdLst/>
                  <a:ahLst/>
                  <a:cxnLst/>
                  <a:rect l="l" t="t" r="r" b="b"/>
                  <a:pathLst>
                    <a:path w="98" h="441" extrusionOk="0">
                      <a:moveTo>
                        <a:pt x="10" y="0"/>
                      </a:moveTo>
                      <a:cubicBezTo>
                        <a:pt x="0" y="10"/>
                        <a:pt x="0" y="10"/>
                        <a:pt x="0" y="10"/>
                      </a:cubicBezTo>
                      <a:cubicBezTo>
                        <a:pt x="82" y="138"/>
                        <a:pt x="82" y="303"/>
                        <a:pt x="0" y="431"/>
                      </a:cubicBezTo>
                      <a:cubicBezTo>
                        <a:pt x="10" y="441"/>
                        <a:pt x="10" y="441"/>
                        <a:pt x="10" y="441"/>
                      </a:cubicBezTo>
                      <a:cubicBezTo>
                        <a:pt x="98" y="308"/>
                        <a:pt x="98" y="133"/>
                        <a:pt x="10" y="0"/>
                      </a:cubicBezTo>
                      <a:close/>
                    </a:path>
                  </a:pathLst>
                </a:cu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grpSp>
        </p:grpSp>
        <p:pic>
          <p:nvPicPr>
            <p:cNvPr id="974" name="Google Shape;974;p81"/>
            <p:cNvPicPr preferRelativeResize="0"/>
            <p:nvPr/>
          </p:nvPicPr>
          <p:blipFill rotWithShape="1">
            <a:blip r:embed="rId5">
              <a:alphaModFix/>
            </a:blip>
            <a:srcRect/>
            <a:stretch/>
          </p:blipFill>
          <p:spPr>
            <a:xfrm>
              <a:off x="7686878" y="5980225"/>
              <a:ext cx="1026970" cy="1014982"/>
            </a:xfrm>
            <a:prstGeom prst="rect">
              <a:avLst/>
            </a:prstGeom>
            <a:solidFill>
              <a:schemeClr val="lt1"/>
            </a:solidFill>
            <a:ln w="25400" cap="flat" cmpd="sng">
              <a:noFill/>
              <a:prstDash val="solid"/>
              <a:round/>
              <a:headEnd type="none" w="sm" len="sm"/>
              <a:tailEnd type="none" w="sm" len="sm"/>
            </a:ln>
          </p:spPr>
        </p:pic>
      </p:grpSp>
      <p:sp>
        <p:nvSpPr>
          <p:cNvPr id="975" name="Google Shape;975;p81"/>
          <p:cNvSpPr txBox="1"/>
          <p:nvPr/>
        </p:nvSpPr>
        <p:spPr>
          <a:xfrm>
            <a:off x="3421217" y="7377522"/>
            <a:ext cx="2516381" cy="769401"/>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200" b="0" i="0" u="none" strike="noStrike" cap="none">
                <a:solidFill>
                  <a:srgbClr val="3F3F3F"/>
                </a:solidFill>
                <a:latin typeface="Open Sans"/>
                <a:ea typeface="Open Sans"/>
                <a:cs typeface="Open Sans"/>
                <a:sym typeface="Open Sans"/>
              </a:rPr>
              <a:t>Enterprise analytics</a:t>
            </a:r>
            <a:endParaRPr sz="2200" b="0" i="0" u="none" strike="noStrike" cap="none">
              <a:solidFill>
                <a:srgbClr val="3F3F3F"/>
              </a:solidFill>
              <a:latin typeface="Arial"/>
              <a:ea typeface="Arial"/>
              <a:cs typeface="Arial"/>
              <a:sym typeface="Arial"/>
            </a:endParaRPr>
          </a:p>
        </p:txBody>
      </p:sp>
      <p:grpSp>
        <p:nvGrpSpPr>
          <p:cNvPr id="976" name="Google Shape;976;p81"/>
          <p:cNvGrpSpPr/>
          <p:nvPr/>
        </p:nvGrpSpPr>
        <p:grpSpPr>
          <a:xfrm>
            <a:off x="3745920" y="5231224"/>
            <a:ext cx="1865341" cy="1866977"/>
            <a:chOff x="3707000" y="5578975"/>
            <a:chExt cx="1865341" cy="1866977"/>
          </a:xfrm>
        </p:grpSpPr>
        <p:grpSp>
          <p:nvGrpSpPr>
            <p:cNvPr id="977" name="Google Shape;977;p81"/>
            <p:cNvGrpSpPr/>
            <p:nvPr/>
          </p:nvGrpSpPr>
          <p:grpSpPr>
            <a:xfrm>
              <a:off x="3707000" y="5578975"/>
              <a:ext cx="1865341" cy="1866977"/>
              <a:chOff x="2760729" y="1384341"/>
              <a:chExt cx="1554480" cy="1555842"/>
            </a:xfrm>
          </p:grpSpPr>
          <p:grpSp>
            <p:nvGrpSpPr>
              <p:cNvPr id="978" name="Google Shape;978;p81"/>
              <p:cNvGrpSpPr/>
              <p:nvPr/>
            </p:nvGrpSpPr>
            <p:grpSpPr>
              <a:xfrm>
                <a:off x="2914544" y="1538156"/>
                <a:ext cx="1246851" cy="1248213"/>
                <a:chOff x="1201738" y="1663700"/>
                <a:chExt cx="1454150" cy="1455738"/>
              </a:xfrm>
            </p:grpSpPr>
            <p:sp>
              <p:nvSpPr>
                <p:cNvPr id="979" name="Google Shape;979;p81"/>
                <p:cNvSpPr/>
                <p:nvPr/>
              </p:nvSpPr>
              <p:spPr>
                <a:xfrm>
                  <a:off x="2079625" y="1663700"/>
                  <a:ext cx="576263" cy="577850"/>
                </a:xfrm>
                <a:custGeom>
                  <a:avLst/>
                  <a:gdLst/>
                  <a:ahLst/>
                  <a:cxnLst/>
                  <a:rect l="l" t="t" r="r" b="b"/>
                  <a:pathLst>
                    <a:path w="270" h="270" extrusionOk="0">
                      <a:moveTo>
                        <a:pt x="258" y="270"/>
                      </a:moveTo>
                      <a:cubicBezTo>
                        <a:pt x="270" y="270"/>
                        <a:pt x="270" y="270"/>
                        <a:pt x="270" y="270"/>
                      </a:cubicBezTo>
                      <a:cubicBezTo>
                        <a:pt x="242" y="134"/>
                        <a:pt x="136" y="28"/>
                        <a:pt x="0" y="0"/>
                      </a:cubicBezTo>
                      <a:cubicBezTo>
                        <a:pt x="0" y="12"/>
                        <a:pt x="0" y="12"/>
                        <a:pt x="0" y="12"/>
                      </a:cubicBezTo>
                      <a:cubicBezTo>
                        <a:pt x="129" y="40"/>
                        <a:pt x="230" y="141"/>
                        <a:pt x="258" y="270"/>
                      </a:cubicBezTo>
                      <a:close/>
                    </a:path>
                  </a:pathLst>
                </a:cu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980" name="Google Shape;980;p81"/>
                <p:cNvSpPr/>
                <p:nvPr/>
              </p:nvSpPr>
              <p:spPr>
                <a:xfrm>
                  <a:off x="1201738" y="1663700"/>
                  <a:ext cx="576263" cy="577850"/>
                </a:xfrm>
                <a:custGeom>
                  <a:avLst/>
                  <a:gdLst/>
                  <a:ahLst/>
                  <a:cxnLst/>
                  <a:rect l="l" t="t" r="r" b="b"/>
                  <a:pathLst>
                    <a:path w="270" h="270" extrusionOk="0">
                      <a:moveTo>
                        <a:pt x="270" y="12"/>
                      </a:moveTo>
                      <a:cubicBezTo>
                        <a:pt x="270" y="0"/>
                        <a:pt x="270" y="0"/>
                        <a:pt x="270" y="0"/>
                      </a:cubicBezTo>
                      <a:cubicBezTo>
                        <a:pt x="134" y="28"/>
                        <a:pt x="28" y="134"/>
                        <a:pt x="0" y="270"/>
                      </a:cubicBezTo>
                      <a:cubicBezTo>
                        <a:pt x="12" y="270"/>
                        <a:pt x="12" y="270"/>
                        <a:pt x="12" y="270"/>
                      </a:cubicBezTo>
                      <a:cubicBezTo>
                        <a:pt x="40" y="141"/>
                        <a:pt x="141" y="40"/>
                        <a:pt x="270" y="12"/>
                      </a:cubicBezTo>
                      <a:close/>
                    </a:path>
                  </a:pathLst>
                </a:cu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981" name="Google Shape;981;p81"/>
                <p:cNvSpPr/>
                <p:nvPr/>
              </p:nvSpPr>
              <p:spPr>
                <a:xfrm>
                  <a:off x="1201738" y="2543175"/>
                  <a:ext cx="576263" cy="576263"/>
                </a:xfrm>
                <a:custGeom>
                  <a:avLst/>
                  <a:gdLst/>
                  <a:ahLst/>
                  <a:cxnLst/>
                  <a:rect l="l" t="t" r="r" b="b"/>
                  <a:pathLst>
                    <a:path w="270" h="270" extrusionOk="0">
                      <a:moveTo>
                        <a:pt x="12" y="0"/>
                      </a:moveTo>
                      <a:cubicBezTo>
                        <a:pt x="0" y="0"/>
                        <a:pt x="0" y="0"/>
                        <a:pt x="0" y="0"/>
                      </a:cubicBezTo>
                      <a:cubicBezTo>
                        <a:pt x="28" y="136"/>
                        <a:pt x="134" y="242"/>
                        <a:pt x="270" y="270"/>
                      </a:cubicBezTo>
                      <a:cubicBezTo>
                        <a:pt x="270" y="258"/>
                        <a:pt x="270" y="258"/>
                        <a:pt x="270" y="258"/>
                      </a:cubicBezTo>
                      <a:cubicBezTo>
                        <a:pt x="141" y="230"/>
                        <a:pt x="40" y="129"/>
                        <a:pt x="12" y="0"/>
                      </a:cubicBezTo>
                      <a:close/>
                    </a:path>
                  </a:pathLst>
                </a:cu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982" name="Google Shape;982;p81"/>
                <p:cNvSpPr/>
                <p:nvPr/>
              </p:nvSpPr>
              <p:spPr>
                <a:xfrm>
                  <a:off x="2079625" y="2543175"/>
                  <a:ext cx="576263" cy="576263"/>
                </a:xfrm>
                <a:custGeom>
                  <a:avLst/>
                  <a:gdLst/>
                  <a:ahLst/>
                  <a:cxnLst/>
                  <a:rect l="l" t="t" r="r" b="b"/>
                  <a:pathLst>
                    <a:path w="270" h="270" extrusionOk="0">
                      <a:moveTo>
                        <a:pt x="0" y="258"/>
                      </a:moveTo>
                      <a:cubicBezTo>
                        <a:pt x="0" y="270"/>
                        <a:pt x="0" y="270"/>
                        <a:pt x="0" y="270"/>
                      </a:cubicBezTo>
                      <a:cubicBezTo>
                        <a:pt x="136" y="242"/>
                        <a:pt x="242" y="136"/>
                        <a:pt x="270" y="0"/>
                      </a:cubicBezTo>
                      <a:cubicBezTo>
                        <a:pt x="258" y="0"/>
                        <a:pt x="258" y="0"/>
                        <a:pt x="258" y="0"/>
                      </a:cubicBezTo>
                      <a:cubicBezTo>
                        <a:pt x="230" y="129"/>
                        <a:pt x="129" y="230"/>
                        <a:pt x="0" y="258"/>
                      </a:cubicBezTo>
                      <a:close/>
                    </a:path>
                  </a:pathLst>
                </a:cu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grpSp>
          <p:grpSp>
            <p:nvGrpSpPr>
              <p:cNvPr id="983" name="Google Shape;983;p81"/>
              <p:cNvGrpSpPr/>
              <p:nvPr/>
            </p:nvGrpSpPr>
            <p:grpSpPr>
              <a:xfrm>
                <a:off x="2760729" y="1384341"/>
                <a:ext cx="1554480" cy="1555842"/>
                <a:chOff x="1022350" y="1484312"/>
                <a:chExt cx="1812925" cy="1814513"/>
              </a:xfrm>
            </p:grpSpPr>
            <p:sp>
              <p:nvSpPr>
                <p:cNvPr id="984" name="Google Shape;984;p81"/>
                <p:cNvSpPr/>
                <p:nvPr/>
              </p:nvSpPr>
              <p:spPr>
                <a:xfrm>
                  <a:off x="1458913" y="1484312"/>
                  <a:ext cx="941388" cy="209550"/>
                </a:xfrm>
                <a:custGeom>
                  <a:avLst/>
                  <a:gdLst/>
                  <a:ahLst/>
                  <a:cxnLst/>
                  <a:rect l="l" t="t" r="r" b="b"/>
                  <a:pathLst>
                    <a:path w="441" h="98" extrusionOk="0">
                      <a:moveTo>
                        <a:pt x="0" y="88"/>
                      </a:moveTo>
                      <a:cubicBezTo>
                        <a:pt x="10" y="98"/>
                        <a:pt x="10" y="98"/>
                        <a:pt x="10" y="98"/>
                      </a:cubicBezTo>
                      <a:cubicBezTo>
                        <a:pt x="138" y="16"/>
                        <a:pt x="303" y="16"/>
                        <a:pt x="431" y="98"/>
                      </a:cubicBezTo>
                      <a:cubicBezTo>
                        <a:pt x="441" y="88"/>
                        <a:pt x="441" y="88"/>
                        <a:pt x="441" y="88"/>
                      </a:cubicBezTo>
                      <a:cubicBezTo>
                        <a:pt x="308" y="0"/>
                        <a:pt x="133" y="0"/>
                        <a:pt x="0" y="88"/>
                      </a:cubicBezTo>
                      <a:close/>
                    </a:path>
                  </a:pathLst>
                </a:cu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985" name="Google Shape;985;p81"/>
                <p:cNvSpPr/>
                <p:nvPr/>
              </p:nvSpPr>
              <p:spPr>
                <a:xfrm>
                  <a:off x="1022350" y="1920875"/>
                  <a:ext cx="209550" cy="941388"/>
                </a:xfrm>
                <a:custGeom>
                  <a:avLst/>
                  <a:gdLst/>
                  <a:ahLst/>
                  <a:cxnLst/>
                  <a:rect l="l" t="t" r="r" b="b"/>
                  <a:pathLst>
                    <a:path w="98" h="441" extrusionOk="0">
                      <a:moveTo>
                        <a:pt x="88" y="0"/>
                      </a:moveTo>
                      <a:cubicBezTo>
                        <a:pt x="0" y="133"/>
                        <a:pt x="0" y="308"/>
                        <a:pt x="88" y="441"/>
                      </a:cubicBezTo>
                      <a:cubicBezTo>
                        <a:pt x="98" y="431"/>
                        <a:pt x="98" y="431"/>
                        <a:pt x="98" y="431"/>
                      </a:cubicBezTo>
                      <a:cubicBezTo>
                        <a:pt x="16" y="303"/>
                        <a:pt x="16" y="138"/>
                        <a:pt x="98" y="10"/>
                      </a:cubicBezTo>
                      <a:lnTo>
                        <a:pt x="88" y="0"/>
                      </a:lnTo>
                      <a:close/>
                    </a:path>
                  </a:pathLst>
                </a:cu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986" name="Google Shape;986;p81"/>
                <p:cNvSpPr/>
                <p:nvPr/>
              </p:nvSpPr>
              <p:spPr>
                <a:xfrm>
                  <a:off x="1458913" y="3089275"/>
                  <a:ext cx="941388" cy="209550"/>
                </a:xfrm>
                <a:custGeom>
                  <a:avLst/>
                  <a:gdLst/>
                  <a:ahLst/>
                  <a:cxnLst/>
                  <a:rect l="l" t="t" r="r" b="b"/>
                  <a:pathLst>
                    <a:path w="441" h="98" extrusionOk="0">
                      <a:moveTo>
                        <a:pt x="10" y="0"/>
                      </a:moveTo>
                      <a:cubicBezTo>
                        <a:pt x="0" y="10"/>
                        <a:pt x="0" y="10"/>
                        <a:pt x="0" y="10"/>
                      </a:cubicBezTo>
                      <a:cubicBezTo>
                        <a:pt x="133" y="98"/>
                        <a:pt x="308" y="98"/>
                        <a:pt x="441" y="10"/>
                      </a:cubicBezTo>
                      <a:cubicBezTo>
                        <a:pt x="431" y="0"/>
                        <a:pt x="431" y="0"/>
                        <a:pt x="431" y="0"/>
                      </a:cubicBezTo>
                      <a:cubicBezTo>
                        <a:pt x="303" y="82"/>
                        <a:pt x="138" y="82"/>
                        <a:pt x="10" y="0"/>
                      </a:cubicBezTo>
                      <a:close/>
                    </a:path>
                  </a:pathLst>
                </a:cu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987" name="Google Shape;987;p81"/>
                <p:cNvSpPr/>
                <p:nvPr/>
              </p:nvSpPr>
              <p:spPr>
                <a:xfrm>
                  <a:off x="2625725" y="1920875"/>
                  <a:ext cx="209550" cy="941388"/>
                </a:xfrm>
                <a:custGeom>
                  <a:avLst/>
                  <a:gdLst/>
                  <a:ahLst/>
                  <a:cxnLst/>
                  <a:rect l="l" t="t" r="r" b="b"/>
                  <a:pathLst>
                    <a:path w="98" h="441" extrusionOk="0">
                      <a:moveTo>
                        <a:pt x="10" y="0"/>
                      </a:moveTo>
                      <a:cubicBezTo>
                        <a:pt x="0" y="10"/>
                        <a:pt x="0" y="10"/>
                        <a:pt x="0" y="10"/>
                      </a:cubicBezTo>
                      <a:cubicBezTo>
                        <a:pt x="82" y="138"/>
                        <a:pt x="82" y="303"/>
                        <a:pt x="0" y="431"/>
                      </a:cubicBezTo>
                      <a:cubicBezTo>
                        <a:pt x="10" y="441"/>
                        <a:pt x="10" y="441"/>
                        <a:pt x="10" y="441"/>
                      </a:cubicBezTo>
                      <a:cubicBezTo>
                        <a:pt x="98" y="308"/>
                        <a:pt x="98" y="133"/>
                        <a:pt x="10" y="0"/>
                      </a:cubicBezTo>
                      <a:close/>
                    </a:path>
                  </a:pathLst>
                </a:cu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grpSp>
        </p:grpSp>
        <p:grpSp>
          <p:nvGrpSpPr>
            <p:cNvPr id="988" name="Google Shape;988;p81"/>
            <p:cNvGrpSpPr/>
            <p:nvPr/>
          </p:nvGrpSpPr>
          <p:grpSpPr>
            <a:xfrm>
              <a:off x="4070705" y="6019068"/>
              <a:ext cx="1361172" cy="939790"/>
              <a:chOff x="4070705" y="6019068"/>
              <a:chExt cx="1361172" cy="939790"/>
            </a:xfrm>
          </p:grpSpPr>
          <p:pic>
            <p:nvPicPr>
              <p:cNvPr id="989" name="Google Shape;989;p81"/>
              <p:cNvPicPr preferRelativeResize="0"/>
              <p:nvPr/>
            </p:nvPicPr>
            <p:blipFill rotWithShape="1">
              <a:blip r:embed="rId6">
                <a:alphaModFix/>
              </a:blip>
              <a:srcRect/>
              <a:stretch/>
            </p:blipFill>
            <p:spPr>
              <a:xfrm>
                <a:off x="4070705" y="6297857"/>
                <a:ext cx="376266" cy="376266"/>
              </a:xfrm>
              <a:prstGeom prst="rect">
                <a:avLst/>
              </a:prstGeom>
              <a:solidFill>
                <a:schemeClr val="lt1"/>
              </a:solidFill>
              <a:ln w="25400" cap="flat" cmpd="sng">
                <a:noFill/>
                <a:prstDash val="solid"/>
                <a:round/>
                <a:headEnd type="none" w="sm" len="sm"/>
                <a:tailEnd type="none" w="sm" len="sm"/>
              </a:ln>
            </p:spPr>
          </p:pic>
          <p:pic>
            <p:nvPicPr>
              <p:cNvPr id="990" name="Google Shape;990;p81"/>
              <p:cNvPicPr preferRelativeResize="0"/>
              <p:nvPr/>
            </p:nvPicPr>
            <p:blipFill rotWithShape="1">
              <a:blip r:embed="rId7">
                <a:alphaModFix/>
              </a:blip>
              <a:srcRect/>
              <a:stretch/>
            </p:blipFill>
            <p:spPr>
              <a:xfrm>
                <a:off x="4553664" y="6019068"/>
                <a:ext cx="376266" cy="376266"/>
              </a:xfrm>
              <a:prstGeom prst="rect">
                <a:avLst/>
              </a:prstGeom>
              <a:solidFill>
                <a:schemeClr val="lt1"/>
              </a:solidFill>
              <a:ln w="25400" cap="flat" cmpd="sng">
                <a:noFill/>
                <a:prstDash val="solid"/>
                <a:round/>
                <a:headEnd type="none" w="sm" len="sm"/>
                <a:tailEnd type="none" w="sm" len="sm"/>
              </a:ln>
            </p:spPr>
          </p:pic>
          <p:pic>
            <p:nvPicPr>
              <p:cNvPr id="991" name="Google Shape;991;p81"/>
              <p:cNvPicPr preferRelativeResize="0"/>
              <p:nvPr/>
            </p:nvPicPr>
            <p:blipFill rotWithShape="1">
              <a:blip r:embed="rId8">
                <a:alphaModFix/>
              </a:blip>
              <a:srcRect/>
              <a:stretch/>
            </p:blipFill>
            <p:spPr>
              <a:xfrm>
                <a:off x="4539783" y="6582592"/>
                <a:ext cx="376266" cy="376266"/>
              </a:xfrm>
              <a:prstGeom prst="rect">
                <a:avLst/>
              </a:prstGeom>
              <a:solidFill>
                <a:schemeClr val="lt1"/>
              </a:solidFill>
              <a:ln w="25400" cap="flat" cmpd="sng">
                <a:noFill/>
                <a:prstDash val="solid"/>
                <a:round/>
                <a:headEnd type="none" w="sm" len="sm"/>
                <a:tailEnd type="none" w="sm" len="sm"/>
              </a:ln>
            </p:spPr>
          </p:pic>
          <p:pic>
            <p:nvPicPr>
              <p:cNvPr id="992" name="Google Shape;992;p81" descr="E:\gargi's files\simplilearn\vectors\19701.png"/>
              <p:cNvPicPr preferRelativeResize="0"/>
              <p:nvPr/>
            </p:nvPicPr>
            <p:blipFill rotWithShape="1">
              <a:blip r:embed="rId9">
                <a:alphaModFix/>
              </a:blip>
              <a:srcRect l="70145" t="69179" r="8292" b="4965"/>
              <a:stretch/>
            </p:blipFill>
            <p:spPr>
              <a:xfrm>
                <a:off x="4896188" y="6358108"/>
                <a:ext cx="535689" cy="543931"/>
              </a:xfrm>
              <a:prstGeom prst="rect">
                <a:avLst/>
              </a:prstGeom>
              <a:solidFill>
                <a:schemeClr val="lt1"/>
              </a:solidFill>
              <a:ln w="25400" cap="flat" cmpd="sng">
                <a:noFill/>
                <a:prstDash val="solid"/>
                <a:round/>
                <a:headEnd type="none" w="sm" len="sm"/>
                <a:tailEnd type="none" w="sm" len="sm"/>
              </a:ln>
            </p:spPr>
          </p:pic>
        </p:grpSp>
      </p:grpSp>
      <p:sp>
        <p:nvSpPr>
          <p:cNvPr id="993" name="Google Shape;993;p81"/>
          <p:cNvSpPr txBox="1"/>
          <p:nvPr/>
        </p:nvSpPr>
        <p:spPr>
          <a:xfrm>
            <a:off x="5598340" y="3671513"/>
            <a:ext cx="1381579" cy="430847"/>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200" b="0" i="0" u="none" strike="noStrike" cap="none">
                <a:solidFill>
                  <a:srgbClr val="3F3F3F"/>
                </a:solidFill>
                <a:latin typeface="Open Sans"/>
                <a:ea typeface="Open Sans"/>
                <a:cs typeface="Open Sans"/>
                <a:sym typeface="Open Sans"/>
              </a:rPr>
              <a:t>Sorting</a:t>
            </a:r>
            <a:endParaRPr sz="2200" b="0" i="0" u="none" strike="noStrike" cap="none">
              <a:solidFill>
                <a:srgbClr val="3F3F3F"/>
              </a:solidFill>
              <a:latin typeface="Arial"/>
              <a:ea typeface="Arial"/>
              <a:cs typeface="Arial"/>
              <a:sym typeface="Arial"/>
            </a:endParaRPr>
          </a:p>
        </p:txBody>
      </p:sp>
      <p:grpSp>
        <p:nvGrpSpPr>
          <p:cNvPr id="994" name="Google Shape;994;p81"/>
          <p:cNvGrpSpPr/>
          <p:nvPr/>
        </p:nvGrpSpPr>
        <p:grpSpPr>
          <a:xfrm>
            <a:off x="5375509" y="1613289"/>
            <a:ext cx="1865341" cy="1866977"/>
            <a:chOff x="5446165" y="2722659"/>
            <a:chExt cx="1865341" cy="1866977"/>
          </a:xfrm>
        </p:grpSpPr>
        <p:grpSp>
          <p:nvGrpSpPr>
            <p:cNvPr id="995" name="Google Shape;995;p81"/>
            <p:cNvGrpSpPr/>
            <p:nvPr/>
          </p:nvGrpSpPr>
          <p:grpSpPr>
            <a:xfrm>
              <a:off x="5446165" y="2722659"/>
              <a:ext cx="1865341" cy="1866977"/>
              <a:chOff x="2760729" y="1384341"/>
              <a:chExt cx="1554480" cy="1555842"/>
            </a:xfrm>
          </p:grpSpPr>
          <p:grpSp>
            <p:nvGrpSpPr>
              <p:cNvPr id="996" name="Google Shape;996;p81"/>
              <p:cNvGrpSpPr/>
              <p:nvPr/>
            </p:nvGrpSpPr>
            <p:grpSpPr>
              <a:xfrm>
                <a:off x="2914544" y="1538156"/>
                <a:ext cx="1246851" cy="1248213"/>
                <a:chOff x="1201738" y="1663700"/>
                <a:chExt cx="1454150" cy="1455738"/>
              </a:xfrm>
            </p:grpSpPr>
            <p:sp>
              <p:nvSpPr>
                <p:cNvPr id="997" name="Google Shape;997;p81"/>
                <p:cNvSpPr/>
                <p:nvPr/>
              </p:nvSpPr>
              <p:spPr>
                <a:xfrm>
                  <a:off x="2079625" y="1663700"/>
                  <a:ext cx="576263" cy="577850"/>
                </a:xfrm>
                <a:custGeom>
                  <a:avLst/>
                  <a:gdLst/>
                  <a:ahLst/>
                  <a:cxnLst/>
                  <a:rect l="l" t="t" r="r" b="b"/>
                  <a:pathLst>
                    <a:path w="270" h="270" extrusionOk="0">
                      <a:moveTo>
                        <a:pt x="258" y="270"/>
                      </a:moveTo>
                      <a:cubicBezTo>
                        <a:pt x="270" y="270"/>
                        <a:pt x="270" y="270"/>
                        <a:pt x="270" y="270"/>
                      </a:cubicBezTo>
                      <a:cubicBezTo>
                        <a:pt x="242" y="134"/>
                        <a:pt x="136" y="28"/>
                        <a:pt x="0" y="0"/>
                      </a:cubicBezTo>
                      <a:cubicBezTo>
                        <a:pt x="0" y="12"/>
                        <a:pt x="0" y="12"/>
                        <a:pt x="0" y="12"/>
                      </a:cubicBezTo>
                      <a:cubicBezTo>
                        <a:pt x="129" y="40"/>
                        <a:pt x="230" y="141"/>
                        <a:pt x="258" y="270"/>
                      </a:cubicBezTo>
                      <a:close/>
                    </a:path>
                  </a:pathLst>
                </a:custGeom>
                <a:solidFill>
                  <a:srgbClr val="7030A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998" name="Google Shape;998;p81"/>
                <p:cNvSpPr/>
                <p:nvPr/>
              </p:nvSpPr>
              <p:spPr>
                <a:xfrm>
                  <a:off x="1201738" y="1663700"/>
                  <a:ext cx="576263" cy="577850"/>
                </a:xfrm>
                <a:custGeom>
                  <a:avLst/>
                  <a:gdLst/>
                  <a:ahLst/>
                  <a:cxnLst/>
                  <a:rect l="l" t="t" r="r" b="b"/>
                  <a:pathLst>
                    <a:path w="270" h="270" extrusionOk="0">
                      <a:moveTo>
                        <a:pt x="270" y="12"/>
                      </a:moveTo>
                      <a:cubicBezTo>
                        <a:pt x="270" y="0"/>
                        <a:pt x="270" y="0"/>
                        <a:pt x="270" y="0"/>
                      </a:cubicBezTo>
                      <a:cubicBezTo>
                        <a:pt x="134" y="28"/>
                        <a:pt x="28" y="134"/>
                        <a:pt x="0" y="270"/>
                      </a:cubicBezTo>
                      <a:cubicBezTo>
                        <a:pt x="12" y="270"/>
                        <a:pt x="12" y="270"/>
                        <a:pt x="12" y="270"/>
                      </a:cubicBezTo>
                      <a:cubicBezTo>
                        <a:pt x="40" y="141"/>
                        <a:pt x="141" y="40"/>
                        <a:pt x="270" y="12"/>
                      </a:cubicBezTo>
                      <a:close/>
                    </a:path>
                  </a:pathLst>
                </a:custGeom>
                <a:solidFill>
                  <a:srgbClr val="7030A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999" name="Google Shape;999;p81"/>
                <p:cNvSpPr/>
                <p:nvPr/>
              </p:nvSpPr>
              <p:spPr>
                <a:xfrm>
                  <a:off x="1201738" y="2543175"/>
                  <a:ext cx="576263" cy="576263"/>
                </a:xfrm>
                <a:custGeom>
                  <a:avLst/>
                  <a:gdLst/>
                  <a:ahLst/>
                  <a:cxnLst/>
                  <a:rect l="l" t="t" r="r" b="b"/>
                  <a:pathLst>
                    <a:path w="270" h="270" extrusionOk="0">
                      <a:moveTo>
                        <a:pt x="12" y="0"/>
                      </a:moveTo>
                      <a:cubicBezTo>
                        <a:pt x="0" y="0"/>
                        <a:pt x="0" y="0"/>
                        <a:pt x="0" y="0"/>
                      </a:cubicBezTo>
                      <a:cubicBezTo>
                        <a:pt x="28" y="136"/>
                        <a:pt x="134" y="242"/>
                        <a:pt x="270" y="270"/>
                      </a:cubicBezTo>
                      <a:cubicBezTo>
                        <a:pt x="270" y="258"/>
                        <a:pt x="270" y="258"/>
                        <a:pt x="270" y="258"/>
                      </a:cubicBezTo>
                      <a:cubicBezTo>
                        <a:pt x="141" y="230"/>
                        <a:pt x="40" y="129"/>
                        <a:pt x="12" y="0"/>
                      </a:cubicBezTo>
                      <a:close/>
                    </a:path>
                  </a:pathLst>
                </a:custGeom>
                <a:solidFill>
                  <a:srgbClr val="7030A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1000" name="Google Shape;1000;p81"/>
                <p:cNvSpPr/>
                <p:nvPr/>
              </p:nvSpPr>
              <p:spPr>
                <a:xfrm>
                  <a:off x="2079625" y="2543175"/>
                  <a:ext cx="576263" cy="576263"/>
                </a:xfrm>
                <a:custGeom>
                  <a:avLst/>
                  <a:gdLst/>
                  <a:ahLst/>
                  <a:cxnLst/>
                  <a:rect l="l" t="t" r="r" b="b"/>
                  <a:pathLst>
                    <a:path w="270" h="270" extrusionOk="0">
                      <a:moveTo>
                        <a:pt x="0" y="258"/>
                      </a:moveTo>
                      <a:cubicBezTo>
                        <a:pt x="0" y="270"/>
                        <a:pt x="0" y="270"/>
                        <a:pt x="0" y="270"/>
                      </a:cubicBezTo>
                      <a:cubicBezTo>
                        <a:pt x="136" y="242"/>
                        <a:pt x="242" y="136"/>
                        <a:pt x="270" y="0"/>
                      </a:cubicBezTo>
                      <a:cubicBezTo>
                        <a:pt x="258" y="0"/>
                        <a:pt x="258" y="0"/>
                        <a:pt x="258" y="0"/>
                      </a:cubicBezTo>
                      <a:cubicBezTo>
                        <a:pt x="230" y="129"/>
                        <a:pt x="129" y="230"/>
                        <a:pt x="0" y="258"/>
                      </a:cubicBezTo>
                      <a:close/>
                    </a:path>
                  </a:pathLst>
                </a:custGeom>
                <a:solidFill>
                  <a:srgbClr val="7030A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grpSp>
          <p:grpSp>
            <p:nvGrpSpPr>
              <p:cNvPr id="1001" name="Google Shape;1001;p81"/>
              <p:cNvGrpSpPr/>
              <p:nvPr/>
            </p:nvGrpSpPr>
            <p:grpSpPr>
              <a:xfrm>
                <a:off x="2760729" y="1384341"/>
                <a:ext cx="1554480" cy="1555842"/>
                <a:chOff x="1022350" y="1484312"/>
                <a:chExt cx="1812925" cy="1814513"/>
              </a:xfrm>
            </p:grpSpPr>
            <p:sp>
              <p:nvSpPr>
                <p:cNvPr id="1002" name="Google Shape;1002;p81"/>
                <p:cNvSpPr/>
                <p:nvPr/>
              </p:nvSpPr>
              <p:spPr>
                <a:xfrm>
                  <a:off x="1458913" y="1484312"/>
                  <a:ext cx="941388" cy="209550"/>
                </a:xfrm>
                <a:custGeom>
                  <a:avLst/>
                  <a:gdLst/>
                  <a:ahLst/>
                  <a:cxnLst/>
                  <a:rect l="l" t="t" r="r" b="b"/>
                  <a:pathLst>
                    <a:path w="441" h="98" extrusionOk="0">
                      <a:moveTo>
                        <a:pt x="0" y="88"/>
                      </a:moveTo>
                      <a:cubicBezTo>
                        <a:pt x="10" y="98"/>
                        <a:pt x="10" y="98"/>
                        <a:pt x="10" y="98"/>
                      </a:cubicBezTo>
                      <a:cubicBezTo>
                        <a:pt x="138" y="16"/>
                        <a:pt x="303" y="16"/>
                        <a:pt x="431" y="98"/>
                      </a:cubicBezTo>
                      <a:cubicBezTo>
                        <a:pt x="441" y="88"/>
                        <a:pt x="441" y="88"/>
                        <a:pt x="441" y="88"/>
                      </a:cubicBezTo>
                      <a:cubicBezTo>
                        <a:pt x="308" y="0"/>
                        <a:pt x="133" y="0"/>
                        <a:pt x="0" y="88"/>
                      </a:cubicBezTo>
                      <a:close/>
                    </a:path>
                  </a:pathLst>
                </a:custGeom>
                <a:solidFill>
                  <a:srgbClr val="7030A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1003" name="Google Shape;1003;p81"/>
                <p:cNvSpPr/>
                <p:nvPr/>
              </p:nvSpPr>
              <p:spPr>
                <a:xfrm>
                  <a:off x="1022350" y="1920875"/>
                  <a:ext cx="209550" cy="941388"/>
                </a:xfrm>
                <a:custGeom>
                  <a:avLst/>
                  <a:gdLst/>
                  <a:ahLst/>
                  <a:cxnLst/>
                  <a:rect l="l" t="t" r="r" b="b"/>
                  <a:pathLst>
                    <a:path w="98" h="441" extrusionOk="0">
                      <a:moveTo>
                        <a:pt x="88" y="0"/>
                      </a:moveTo>
                      <a:cubicBezTo>
                        <a:pt x="0" y="133"/>
                        <a:pt x="0" y="308"/>
                        <a:pt x="88" y="441"/>
                      </a:cubicBezTo>
                      <a:cubicBezTo>
                        <a:pt x="98" y="431"/>
                        <a:pt x="98" y="431"/>
                        <a:pt x="98" y="431"/>
                      </a:cubicBezTo>
                      <a:cubicBezTo>
                        <a:pt x="16" y="303"/>
                        <a:pt x="16" y="138"/>
                        <a:pt x="98" y="10"/>
                      </a:cubicBezTo>
                      <a:lnTo>
                        <a:pt x="88" y="0"/>
                      </a:lnTo>
                      <a:close/>
                    </a:path>
                  </a:pathLst>
                </a:custGeom>
                <a:solidFill>
                  <a:srgbClr val="7030A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1004" name="Google Shape;1004;p81"/>
                <p:cNvSpPr/>
                <p:nvPr/>
              </p:nvSpPr>
              <p:spPr>
                <a:xfrm>
                  <a:off x="1458913" y="3089275"/>
                  <a:ext cx="941388" cy="209550"/>
                </a:xfrm>
                <a:custGeom>
                  <a:avLst/>
                  <a:gdLst/>
                  <a:ahLst/>
                  <a:cxnLst/>
                  <a:rect l="l" t="t" r="r" b="b"/>
                  <a:pathLst>
                    <a:path w="441" h="98" extrusionOk="0">
                      <a:moveTo>
                        <a:pt x="10" y="0"/>
                      </a:moveTo>
                      <a:cubicBezTo>
                        <a:pt x="0" y="10"/>
                        <a:pt x="0" y="10"/>
                        <a:pt x="0" y="10"/>
                      </a:cubicBezTo>
                      <a:cubicBezTo>
                        <a:pt x="133" y="98"/>
                        <a:pt x="308" y="98"/>
                        <a:pt x="441" y="10"/>
                      </a:cubicBezTo>
                      <a:cubicBezTo>
                        <a:pt x="431" y="0"/>
                        <a:pt x="431" y="0"/>
                        <a:pt x="431" y="0"/>
                      </a:cubicBezTo>
                      <a:cubicBezTo>
                        <a:pt x="303" y="82"/>
                        <a:pt x="138" y="82"/>
                        <a:pt x="10" y="0"/>
                      </a:cubicBezTo>
                      <a:close/>
                    </a:path>
                  </a:pathLst>
                </a:custGeom>
                <a:solidFill>
                  <a:srgbClr val="7030A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1005" name="Google Shape;1005;p81"/>
                <p:cNvSpPr/>
                <p:nvPr/>
              </p:nvSpPr>
              <p:spPr>
                <a:xfrm>
                  <a:off x="2625725" y="1920875"/>
                  <a:ext cx="209550" cy="941388"/>
                </a:xfrm>
                <a:custGeom>
                  <a:avLst/>
                  <a:gdLst/>
                  <a:ahLst/>
                  <a:cxnLst/>
                  <a:rect l="l" t="t" r="r" b="b"/>
                  <a:pathLst>
                    <a:path w="98" h="441" extrusionOk="0">
                      <a:moveTo>
                        <a:pt x="10" y="0"/>
                      </a:moveTo>
                      <a:cubicBezTo>
                        <a:pt x="0" y="10"/>
                        <a:pt x="0" y="10"/>
                        <a:pt x="0" y="10"/>
                      </a:cubicBezTo>
                      <a:cubicBezTo>
                        <a:pt x="82" y="138"/>
                        <a:pt x="82" y="303"/>
                        <a:pt x="0" y="431"/>
                      </a:cubicBezTo>
                      <a:cubicBezTo>
                        <a:pt x="10" y="441"/>
                        <a:pt x="10" y="441"/>
                        <a:pt x="10" y="441"/>
                      </a:cubicBezTo>
                      <a:cubicBezTo>
                        <a:pt x="98" y="308"/>
                        <a:pt x="98" y="133"/>
                        <a:pt x="10" y="0"/>
                      </a:cubicBezTo>
                      <a:close/>
                    </a:path>
                  </a:pathLst>
                </a:custGeom>
                <a:solidFill>
                  <a:srgbClr val="7030A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grpSp>
        </p:grpSp>
        <p:grpSp>
          <p:nvGrpSpPr>
            <p:cNvPr id="1006" name="Google Shape;1006;p81"/>
            <p:cNvGrpSpPr/>
            <p:nvPr/>
          </p:nvGrpSpPr>
          <p:grpSpPr>
            <a:xfrm>
              <a:off x="6017132" y="3305546"/>
              <a:ext cx="697455" cy="690648"/>
              <a:chOff x="6017132" y="3305546"/>
              <a:chExt cx="697455" cy="690648"/>
            </a:xfrm>
          </p:grpSpPr>
          <p:sp>
            <p:nvSpPr>
              <p:cNvPr id="1007" name="Google Shape;1007;p81"/>
              <p:cNvSpPr/>
              <p:nvPr/>
            </p:nvSpPr>
            <p:spPr>
              <a:xfrm>
                <a:off x="6017132" y="3305546"/>
                <a:ext cx="342097" cy="690648"/>
              </a:xfrm>
              <a:prstGeom prst="downArrow">
                <a:avLst>
                  <a:gd name="adj1" fmla="val 50000"/>
                  <a:gd name="adj2" fmla="val 50000"/>
                </a:avLst>
              </a:prstGeom>
              <a:solidFill>
                <a:srgbClr val="59595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50"/>
                  <a:buFont typeface="Arial"/>
                  <a:buNone/>
                </a:pPr>
                <a:endParaRPr sz="1250" b="0" i="0" u="none" strike="noStrike" cap="none">
                  <a:solidFill>
                    <a:srgbClr val="3F3F3F"/>
                  </a:solidFill>
                  <a:latin typeface="Calibri"/>
                  <a:ea typeface="Calibri"/>
                  <a:cs typeface="Calibri"/>
                  <a:sym typeface="Calibri"/>
                </a:endParaRPr>
              </a:p>
            </p:txBody>
          </p:sp>
          <p:sp>
            <p:nvSpPr>
              <p:cNvPr id="1008" name="Google Shape;1008;p81"/>
              <p:cNvSpPr/>
              <p:nvPr/>
            </p:nvSpPr>
            <p:spPr>
              <a:xfrm>
                <a:off x="6390083" y="3307794"/>
                <a:ext cx="77004" cy="77004"/>
              </a:xfrm>
              <a:prstGeom prst="roundRect">
                <a:avLst>
                  <a:gd name="adj" fmla="val 16667"/>
                </a:avLst>
              </a:prstGeom>
              <a:solidFill>
                <a:srgbClr val="595959"/>
              </a:solidFill>
              <a:ln w="25400" cap="flat" cmpd="sng">
                <a:solidFill>
                  <a:srgbClr val="59595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1009" name="Google Shape;1009;p81"/>
              <p:cNvSpPr/>
              <p:nvPr/>
            </p:nvSpPr>
            <p:spPr>
              <a:xfrm>
                <a:off x="6390083" y="3449123"/>
                <a:ext cx="142707" cy="78167"/>
              </a:xfrm>
              <a:prstGeom prst="roundRect">
                <a:avLst>
                  <a:gd name="adj" fmla="val 16667"/>
                </a:avLst>
              </a:prstGeom>
              <a:solidFill>
                <a:srgbClr val="595959"/>
              </a:solidFill>
              <a:ln w="25400" cap="flat" cmpd="sng">
                <a:solidFill>
                  <a:srgbClr val="59595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1010" name="Google Shape;1010;p81"/>
              <p:cNvSpPr/>
              <p:nvPr/>
            </p:nvSpPr>
            <p:spPr>
              <a:xfrm>
                <a:off x="6390083" y="3591615"/>
                <a:ext cx="218222" cy="79641"/>
              </a:xfrm>
              <a:prstGeom prst="roundRect">
                <a:avLst>
                  <a:gd name="adj" fmla="val 16667"/>
                </a:avLst>
              </a:prstGeom>
              <a:solidFill>
                <a:srgbClr val="595959"/>
              </a:solidFill>
              <a:ln w="25400" cap="flat" cmpd="sng">
                <a:solidFill>
                  <a:srgbClr val="59595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1011" name="Google Shape;1011;p81"/>
              <p:cNvSpPr/>
              <p:nvPr/>
            </p:nvSpPr>
            <p:spPr>
              <a:xfrm>
                <a:off x="6390083" y="3894448"/>
                <a:ext cx="324504" cy="89956"/>
              </a:xfrm>
              <a:prstGeom prst="roundRect">
                <a:avLst>
                  <a:gd name="adj" fmla="val 16667"/>
                </a:avLst>
              </a:prstGeom>
              <a:solidFill>
                <a:srgbClr val="595959"/>
              </a:solidFill>
              <a:ln w="25400" cap="flat" cmpd="sng">
                <a:solidFill>
                  <a:srgbClr val="59595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1012" name="Google Shape;1012;p81"/>
              <p:cNvSpPr/>
              <p:nvPr/>
            </p:nvSpPr>
            <p:spPr>
              <a:xfrm>
                <a:off x="6390083" y="3735581"/>
                <a:ext cx="259051" cy="94542"/>
              </a:xfrm>
              <a:prstGeom prst="roundRect">
                <a:avLst>
                  <a:gd name="adj" fmla="val 16667"/>
                </a:avLst>
              </a:prstGeom>
              <a:solidFill>
                <a:srgbClr val="595959"/>
              </a:solidFill>
              <a:ln w="25400" cap="flat" cmpd="sng">
                <a:solidFill>
                  <a:srgbClr val="59595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grpSp>
      </p:grpSp>
      <p:sp>
        <p:nvSpPr>
          <p:cNvPr id="1013" name="Google Shape;1013;p81"/>
          <p:cNvSpPr/>
          <p:nvPr/>
        </p:nvSpPr>
        <p:spPr>
          <a:xfrm>
            <a:off x="11752532" y="3671513"/>
            <a:ext cx="2594443" cy="769401"/>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200" b="0" i="0" u="none" strike="noStrike" cap="none">
                <a:solidFill>
                  <a:srgbClr val="3F3F3F"/>
                </a:solidFill>
                <a:latin typeface="Open Sans"/>
                <a:ea typeface="Open Sans"/>
                <a:cs typeface="Open Sans"/>
                <a:sym typeface="Open Sans"/>
              </a:rPr>
              <a:t>Search engine operations </a:t>
            </a:r>
            <a:endParaRPr sz="2200" b="0" i="0" u="none" strike="noStrike" cap="none">
              <a:solidFill>
                <a:srgbClr val="3F3F3F"/>
              </a:solidFill>
              <a:latin typeface="Arial"/>
              <a:ea typeface="Arial"/>
              <a:cs typeface="Arial"/>
              <a:sym typeface="Arial"/>
            </a:endParaRPr>
          </a:p>
        </p:txBody>
      </p:sp>
      <p:grpSp>
        <p:nvGrpSpPr>
          <p:cNvPr id="1014" name="Google Shape;1014;p81"/>
          <p:cNvGrpSpPr/>
          <p:nvPr/>
        </p:nvGrpSpPr>
        <p:grpSpPr>
          <a:xfrm>
            <a:off x="12272255" y="1611060"/>
            <a:ext cx="1865341" cy="1866977"/>
            <a:chOff x="12441196" y="2722659"/>
            <a:chExt cx="1865341" cy="1866977"/>
          </a:xfrm>
        </p:grpSpPr>
        <p:grpSp>
          <p:nvGrpSpPr>
            <p:cNvPr id="1015" name="Google Shape;1015;p81"/>
            <p:cNvGrpSpPr/>
            <p:nvPr/>
          </p:nvGrpSpPr>
          <p:grpSpPr>
            <a:xfrm>
              <a:off x="12441196" y="2722659"/>
              <a:ext cx="1865341" cy="1866977"/>
              <a:chOff x="2760729" y="1384341"/>
              <a:chExt cx="1554480" cy="1555842"/>
            </a:xfrm>
          </p:grpSpPr>
          <p:grpSp>
            <p:nvGrpSpPr>
              <p:cNvPr id="1016" name="Google Shape;1016;p81"/>
              <p:cNvGrpSpPr/>
              <p:nvPr/>
            </p:nvGrpSpPr>
            <p:grpSpPr>
              <a:xfrm>
                <a:off x="2914544" y="1538156"/>
                <a:ext cx="1246851" cy="1248213"/>
                <a:chOff x="1201738" y="1663700"/>
                <a:chExt cx="1454150" cy="1455738"/>
              </a:xfrm>
            </p:grpSpPr>
            <p:sp>
              <p:nvSpPr>
                <p:cNvPr id="1017" name="Google Shape;1017;p81"/>
                <p:cNvSpPr/>
                <p:nvPr/>
              </p:nvSpPr>
              <p:spPr>
                <a:xfrm>
                  <a:off x="2079625" y="1663700"/>
                  <a:ext cx="576263" cy="577850"/>
                </a:xfrm>
                <a:custGeom>
                  <a:avLst/>
                  <a:gdLst/>
                  <a:ahLst/>
                  <a:cxnLst/>
                  <a:rect l="l" t="t" r="r" b="b"/>
                  <a:pathLst>
                    <a:path w="270" h="270" extrusionOk="0">
                      <a:moveTo>
                        <a:pt x="258" y="270"/>
                      </a:moveTo>
                      <a:cubicBezTo>
                        <a:pt x="270" y="270"/>
                        <a:pt x="270" y="270"/>
                        <a:pt x="270" y="270"/>
                      </a:cubicBezTo>
                      <a:cubicBezTo>
                        <a:pt x="242" y="134"/>
                        <a:pt x="136" y="28"/>
                        <a:pt x="0" y="0"/>
                      </a:cubicBezTo>
                      <a:cubicBezTo>
                        <a:pt x="0" y="12"/>
                        <a:pt x="0" y="12"/>
                        <a:pt x="0" y="12"/>
                      </a:cubicBezTo>
                      <a:cubicBezTo>
                        <a:pt x="129" y="40"/>
                        <a:pt x="230" y="141"/>
                        <a:pt x="258" y="270"/>
                      </a:cubicBezTo>
                      <a:close/>
                    </a:path>
                  </a:pathLst>
                </a:cu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1018" name="Google Shape;1018;p81"/>
                <p:cNvSpPr/>
                <p:nvPr/>
              </p:nvSpPr>
              <p:spPr>
                <a:xfrm>
                  <a:off x="1201738" y="1663700"/>
                  <a:ext cx="576263" cy="577850"/>
                </a:xfrm>
                <a:custGeom>
                  <a:avLst/>
                  <a:gdLst/>
                  <a:ahLst/>
                  <a:cxnLst/>
                  <a:rect l="l" t="t" r="r" b="b"/>
                  <a:pathLst>
                    <a:path w="270" h="270" extrusionOk="0">
                      <a:moveTo>
                        <a:pt x="270" y="12"/>
                      </a:moveTo>
                      <a:cubicBezTo>
                        <a:pt x="270" y="0"/>
                        <a:pt x="270" y="0"/>
                        <a:pt x="270" y="0"/>
                      </a:cubicBezTo>
                      <a:cubicBezTo>
                        <a:pt x="134" y="28"/>
                        <a:pt x="28" y="134"/>
                        <a:pt x="0" y="270"/>
                      </a:cubicBezTo>
                      <a:cubicBezTo>
                        <a:pt x="12" y="270"/>
                        <a:pt x="12" y="270"/>
                        <a:pt x="12" y="270"/>
                      </a:cubicBezTo>
                      <a:cubicBezTo>
                        <a:pt x="40" y="141"/>
                        <a:pt x="141" y="40"/>
                        <a:pt x="270" y="12"/>
                      </a:cubicBezTo>
                      <a:close/>
                    </a:path>
                  </a:pathLst>
                </a:cu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1019" name="Google Shape;1019;p81"/>
                <p:cNvSpPr/>
                <p:nvPr/>
              </p:nvSpPr>
              <p:spPr>
                <a:xfrm>
                  <a:off x="1201738" y="2543175"/>
                  <a:ext cx="576263" cy="576263"/>
                </a:xfrm>
                <a:custGeom>
                  <a:avLst/>
                  <a:gdLst/>
                  <a:ahLst/>
                  <a:cxnLst/>
                  <a:rect l="l" t="t" r="r" b="b"/>
                  <a:pathLst>
                    <a:path w="270" h="270" extrusionOk="0">
                      <a:moveTo>
                        <a:pt x="12" y="0"/>
                      </a:moveTo>
                      <a:cubicBezTo>
                        <a:pt x="0" y="0"/>
                        <a:pt x="0" y="0"/>
                        <a:pt x="0" y="0"/>
                      </a:cubicBezTo>
                      <a:cubicBezTo>
                        <a:pt x="28" y="136"/>
                        <a:pt x="134" y="242"/>
                        <a:pt x="270" y="270"/>
                      </a:cubicBezTo>
                      <a:cubicBezTo>
                        <a:pt x="270" y="258"/>
                        <a:pt x="270" y="258"/>
                        <a:pt x="270" y="258"/>
                      </a:cubicBezTo>
                      <a:cubicBezTo>
                        <a:pt x="141" y="230"/>
                        <a:pt x="40" y="129"/>
                        <a:pt x="12" y="0"/>
                      </a:cubicBezTo>
                      <a:close/>
                    </a:path>
                  </a:pathLst>
                </a:cu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1020" name="Google Shape;1020;p81"/>
                <p:cNvSpPr/>
                <p:nvPr/>
              </p:nvSpPr>
              <p:spPr>
                <a:xfrm>
                  <a:off x="2079625" y="2543175"/>
                  <a:ext cx="576263" cy="576263"/>
                </a:xfrm>
                <a:custGeom>
                  <a:avLst/>
                  <a:gdLst/>
                  <a:ahLst/>
                  <a:cxnLst/>
                  <a:rect l="l" t="t" r="r" b="b"/>
                  <a:pathLst>
                    <a:path w="270" h="270" extrusionOk="0">
                      <a:moveTo>
                        <a:pt x="0" y="258"/>
                      </a:moveTo>
                      <a:cubicBezTo>
                        <a:pt x="0" y="270"/>
                        <a:pt x="0" y="270"/>
                        <a:pt x="0" y="270"/>
                      </a:cubicBezTo>
                      <a:cubicBezTo>
                        <a:pt x="136" y="242"/>
                        <a:pt x="242" y="136"/>
                        <a:pt x="270" y="0"/>
                      </a:cubicBezTo>
                      <a:cubicBezTo>
                        <a:pt x="258" y="0"/>
                        <a:pt x="258" y="0"/>
                        <a:pt x="258" y="0"/>
                      </a:cubicBezTo>
                      <a:cubicBezTo>
                        <a:pt x="230" y="129"/>
                        <a:pt x="129" y="230"/>
                        <a:pt x="0" y="258"/>
                      </a:cubicBezTo>
                      <a:close/>
                    </a:path>
                  </a:pathLst>
                </a:cu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grpSp>
          <p:grpSp>
            <p:nvGrpSpPr>
              <p:cNvPr id="1021" name="Google Shape;1021;p81"/>
              <p:cNvGrpSpPr/>
              <p:nvPr/>
            </p:nvGrpSpPr>
            <p:grpSpPr>
              <a:xfrm>
                <a:off x="2760729" y="1384341"/>
                <a:ext cx="1554480" cy="1555842"/>
                <a:chOff x="1022350" y="1484312"/>
                <a:chExt cx="1812925" cy="1814513"/>
              </a:xfrm>
            </p:grpSpPr>
            <p:sp>
              <p:nvSpPr>
                <p:cNvPr id="1022" name="Google Shape;1022;p81"/>
                <p:cNvSpPr/>
                <p:nvPr/>
              </p:nvSpPr>
              <p:spPr>
                <a:xfrm>
                  <a:off x="1458913" y="1484312"/>
                  <a:ext cx="941388" cy="209550"/>
                </a:xfrm>
                <a:custGeom>
                  <a:avLst/>
                  <a:gdLst/>
                  <a:ahLst/>
                  <a:cxnLst/>
                  <a:rect l="l" t="t" r="r" b="b"/>
                  <a:pathLst>
                    <a:path w="441" h="98" extrusionOk="0">
                      <a:moveTo>
                        <a:pt x="0" y="88"/>
                      </a:moveTo>
                      <a:cubicBezTo>
                        <a:pt x="10" y="98"/>
                        <a:pt x="10" y="98"/>
                        <a:pt x="10" y="98"/>
                      </a:cubicBezTo>
                      <a:cubicBezTo>
                        <a:pt x="138" y="16"/>
                        <a:pt x="303" y="16"/>
                        <a:pt x="431" y="98"/>
                      </a:cubicBezTo>
                      <a:cubicBezTo>
                        <a:pt x="441" y="88"/>
                        <a:pt x="441" y="88"/>
                        <a:pt x="441" y="88"/>
                      </a:cubicBezTo>
                      <a:cubicBezTo>
                        <a:pt x="308" y="0"/>
                        <a:pt x="133" y="0"/>
                        <a:pt x="0" y="88"/>
                      </a:cubicBezTo>
                      <a:close/>
                    </a:path>
                  </a:pathLst>
                </a:cu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1023" name="Google Shape;1023;p81"/>
                <p:cNvSpPr/>
                <p:nvPr/>
              </p:nvSpPr>
              <p:spPr>
                <a:xfrm>
                  <a:off x="1022350" y="1920875"/>
                  <a:ext cx="209550" cy="941388"/>
                </a:xfrm>
                <a:custGeom>
                  <a:avLst/>
                  <a:gdLst/>
                  <a:ahLst/>
                  <a:cxnLst/>
                  <a:rect l="l" t="t" r="r" b="b"/>
                  <a:pathLst>
                    <a:path w="98" h="441" extrusionOk="0">
                      <a:moveTo>
                        <a:pt x="88" y="0"/>
                      </a:moveTo>
                      <a:cubicBezTo>
                        <a:pt x="0" y="133"/>
                        <a:pt x="0" y="308"/>
                        <a:pt x="88" y="441"/>
                      </a:cubicBezTo>
                      <a:cubicBezTo>
                        <a:pt x="98" y="431"/>
                        <a:pt x="98" y="431"/>
                        <a:pt x="98" y="431"/>
                      </a:cubicBezTo>
                      <a:cubicBezTo>
                        <a:pt x="16" y="303"/>
                        <a:pt x="16" y="138"/>
                        <a:pt x="98" y="10"/>
                      </a:cubicBezTo>
                      <a:lnTo>
                        <a:pt x="88" y="0"/>
                      </a:lnTo>
                      <a:close/>
                    </a:path>
                  </a:pathLst>
                </a:cu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1024" name="Google Shape;1024;p81"/>
                <p:cNvSpPr/>
                <p:nvPr/>
              </p:nvSpPr>
              <p:spPr>
                <a:xfrm>
                  <a:off x="1458913" y="3089275"/>
                  <a:ext cx="941388" cy="209550"/>
                </a:xfrm>
                <a:custGeom>
                  <a:avLst/>
                  <a:gdLst/>
                  <a:ahLst/>
                  <a:cxnLst/>
                  <a:rect l="l" t="t" r="r" b="b"/>
                  <a:pathLst>
                    <a:path w="441" h="98" extrusionOk="0">
                      <a:moveTo>
                        <a:pt x="10" y="0"/>
                      </a:moveTo>
                      <a:cubicBezTo>
                        <a:pt x="0" y="10"/>
                        <a:pt x="0" y="10"/>
                        <a:pt x="0" y="10"/>
                      </a:cubicBezTo>
                      <a:cubicBezTo>
                        <a:pt x="133" y="98"/>
                        <a:pt x="308" y="98"/>
                        <a:pt x="441" y="10"/>
                      </a:cubicBezTo>
                      <a:cubicBezTo>
                        <a:pt x="431" y="0"/>
                        <a:pt x="431" y="0"/>
                        <a:pt x="431" y="0"/>
                      </a:cubicBezTo>
                      <a:cubicBezTo>
                        <a:pt x="303" y="82"/>
                        <a:pt x="138" y="82"/>
                        <a:pt x="10" y="0"/>
                      </a:cubicBezTo>
                      <a:close/>
                    </a:path>
                  </a:pathLst>
                </a:cu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1025" name="Google Shape;1025;p81"/>
                <p:cNvSpPr/>
                <p:nvPr/>
              </p:nvSpPr>
              <p:spPr>
                <a:xfrm>
                  <a:off x="2625725" y="1920875"/>
                  <a:ext cx="209550" cy="941388"/>
                </a:xfrm>
                <a:custGeom>
                  <a:avLst/>
                  <a:gdLst/>
                  <a:ahLst/>
                  <a:cxnLst/>
                  <a:rect l="l" t="t" r="r" b="b"/>
                  <a:pathLst>
                    <a:path w="98" h="441" extrusionOk="0">
                      <a:moveTo>
                        <a:pt x="10" y="0"/>
                      </a:moveTo>
                      <a:cubicBezTo>
                        <a:pt x="0" y="10"/>
                        <a:pt x="0" y="10"/>
                        <a:pt x="0" y="10"/>
                      </a:cubicBezTo>
                      <a:cubicBezTo>
                        <a:pt x="82" y="138"/>
                        <a:pt x="82" y="303"/>
                        <a:pt x="0" y="431"/>
                      </a:cubicBezTo>
                      <a:cubicBezTo>
                        <a:pt x="10" y="441"/>
                        <a:pt x="10" y="441"/>
                        <a:pt x="10" y="441"/>
                      </a:cubicBezTo>
                      <a:cubicBezTo>
                        <a:pt x="98" y="308"/>
                        <a:pt x="98" y="133"/>
                        <a:pt x="10" y="0"/>
                      </a:cubicBezTo>
                      <a:close/>
                    </a:path>
                  </a:pathLst>
                </a:cu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grpSp>
        </p:grpSp>
        <p:pic>
          <p:nvPicPr>
            <p:cNvPr id="1026" name="Google Shape;1026;p81"/>
            <p:cNvPicPr preferRelativeResize="0"/>
            <p:nvPr/>
          </p:nvPicPr>
          <p:blipFill rotWithShape="1">
            <a:blip r:embed="rId10">
              <a:alphaModFix/>
            </a:blip>
            <a:srcRect/>
            <a:stretch/>
          </p:blipFill>
          <p:spPr>
            <a:xfrm>
              <a:off x="12933445" y="3363575"/>
              <a:ext cx="822043" cy="633802"/>
            </a:xfrm>
            <a:prstGeom prst="rect">
              <a:avLst/>
            </a:prstGeom>
            <a:solidFill>
              <a:schemeClr val="lt1"/>
            </a:solidFill>
            <a:ln w="25400" cap="flat" cmpd="sng">
              <a:solidFill>
                <a:schemeClr val="accent3"/>
              </a:solidFill>
              <a:prstDash val="solid"/>
              <a:round/>
              <a:headEnd type="none" w="sm" len="sm"/>
              <a:tailEnd type="none" w="sm" len="sm"/>
            </a:ln>
          </p:spPr>
        </p:pic>
      </p:grpSp>
      <p:sp>
        <p:nvSpPr>
          <p:cNvPr id="3" name="Brandline_LVC">
            <a:extLst>
              <a:ext uri="{FF2B5EF4-FFF2-40B4-BE49-F238E27FC236}">
                <a16:creationId xmlns:a16="http://schemas.microsoft.com/office/drawing/2014/main" id="{630B30ED-E0B3-FBEA-E452-14EAAB17C3FF}"/>
              </a:ext>
            </a:extLst>
          </p:cNvPr>
          <p:cNvSpPr/>
          <p:nvPr/>
        </p:nvSpPr>
        <p:spPr>
          <a:xfrm>
            <a:off x="4826000" y="799585"/>
            <a:ext cx="6612017"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31"/>
        <p:cNvGrpSpPr/>
        <p:nvPr/>
      </p:nvGrpSpPr>
      <p:grpSpPr>
        <a:xfrm>
          <a:off x="0" y="0"/>
          <a:ext cx="0" cy="0"/>
          <a:chOff x="0" y="0"/>
          <a:chExt cx="0" cy="0"/>
        </a:xfrm>
      </p:grpSpPr>
      <p:sp>
        <p:nvSpPr>
          <p:cNvPr id="1032" name="Google Shape;1032;p82"/>
          <p:cNvSpPr txBox="1">
            <a:spLocks noGrp="1"/>
          </p:cNvSpPr>
          <p:nvPr>
            <p:ph type="body" idx="10"/>
          </p:nvPr>
        </p:nvSpPr>
        <p:spPr>
          <a:xfrm>
            <a:off x="0" y="4114800"/>
            <a:ext cx="16256001" cy="914400"/>
          </a:xfrm>
          <a:noFill/>
          <a:ln>
            <a:noFill/>
          </a:ln>
        </p:spPr>
        <p:txBody>
          <a:bodyPr spcFirstLastPara="1" wrap="square" lIns="91425" tIns="45700" rIns="91425" bIns="45700" anchor="ctr" anchorCtr="0">
            <a:noAutofit/>
          </a:bodyPr>
          <a:lstStyle/>
          <a:p>
            <a:pPr lvl="0"/>
            <a:r>
              <a:rPr lang="en-US">
                <a:sym typeface="Open Sans"/>
              </a:rPr>
              <a:t>Building a MapReduce Program</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36"/>
        <p:cNvGrpSpPr/>
        <p:nvPr/>
      </p:nvGrpSpPr>
      <p:grpSpPr>
        <a:xfrm>
          <a:off x="0" y="0"/>
          <a:ext cx="0" cy="0"/>
          <a:chOff x="0" y="0"/>
          <a:chExt cx="0" cy="0"/>
        </a:xfrm>
      </p:grpSpPr>
      <p:sp>
        <p:nvSpPr>
          <p:cNvPr id="1037" name="Google Shape;1037;p83"/>
          <p:cNvSpPr txBox="1">
            <a:spLocks noGrp="1"/>
          </p:cNvSpPr>
          <p:nvPr>
            <p:ph type="body" idx="1"/>
          </p:nvPr>
        </p:nvSpPr>
        <p:spPr>
          <a:xfrm>
            <a:off x="1291858" y="1383920"/>
            <a:ext cx="13696998" cy="599842"/>
          </a:xfrm>
          <a:prstGeom prst="rect">
            <a:avLst/>
          </a:prstGeom>
          <a:noFill/>
          <a:ln>
            <a:noFill/>
          </a:ln>
        </p:spPr>
        <p:txBody>
          <a:bodyPr spcFirstLastPara="1" wrap="square" lIns="91425" tIns="45700" rIns="91425" bIns="45700" anchor="t" anchorCtr="0">
            <a:normAutofit/>
          </a:bodyPr>
          <a:lstStyle/>
          <a:p>
            <a:pPr marL="0" lvl="0" indent="0" algn="ctr" rtl="0">
              <a:lnSpc>
                <a:spcPct val="80000"/>
              </a:lnSpc>
              <a:spcBef>
                <a:spcPts val="1000"/>
              </a:spcBef>
              <a:spcAft>
                <a:spcPts val="0"/>
              </a:spcAft>
              <a:buSzPts val="2800"/>
              <a:buNone/>
            </a:pPr>
            <a:r>
              <a:rPr lang="en-US" sz="2200" dirty="0">
                <a:solidFill>
                  <a:srgbClr val="3F3F3F"/>
                </a:solidFill>
                <a:latin typeface="Open Sans"/>
                <a:ea typeface="Open Sans"/>
                <a:cs typeface="Open Sans"/>
                <a:sym typeface="Open Sans"/>
              </a:rPr>
              <a:t>The steps to build a MapReduce program are:</a:t>
            </a:r>
            <a:endParaRPr sz="2200" dirty="0">
              <a:solidFill>
                <a:srgbClr val="3F3F3F"/>
              </a:solidFill>
            </a:endParaRPr>
          </a:p>
        </p:txBody>
      </p:sp>
      <p:sp>
        <p:nvSpPr>
          <p:cNvPr id="1038" name="Google Shape;1038;p83"/>
          <p:cNvSpPr txBox="1"/>
          <p:nvPr/>
        </p:nvSpPr>
        <p:spPr>
          <a:xfrm>
            <a:off x="4710103" y="276365"/>
            <a:ext cx="6835794"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2800" b="1" i="0" u="none" strike="noStrike" cap="none" dirty="0">
                <a:solidFill>
                  <a:srgbClr val="3F3F3F"/>
                </a:solidFill>
                <a:latin typeface="Open Sans"/>
                <a:ea typeface="Open Sans"/>
                <a:cs typeface="Open Sans"/>
                <a:sym typeface="Open Sans"/>
              </a:rPr>
              <a:t>Building a MapReduce Program</a:t>
            </a:r>
            <a:endParaRPr sz="2800" b="1" i="0" u="none" strike="noStrike" cap="none" dirty="0">
              <a:solidFill>
                <a:srgbClr val="3F3F3F"/>
              </a:solidFill>
              <a:latin typeface="Open Sans"/>
              <a:ea typeface="Open Sans"/>
              <a:cs typeface="Open Sans"/>
              <a:sym typeface="Open Sans"/>
            </a:endParaRPr>
          </a:p>
        </p:txBody>
      </p:sp>
      <p:grpSp>
        <p:nvGrpSpPr>
          <p:cNvPr id="15" name="Group 14">
            <a:extLst>
              <a:ext uri="{FF2B5EF4-FFF2-40B4-BE49-F238E27FC236}">
                <a16:creationId xmlns:a16="http://schemas.microsoft.com/office/drawing/2014/main" id="{DB4C1254-6C23-A4E4-291F-9BCC2F3FA314}"/>
              </a:ext>
            </a:extLst>
          </p:cNvPr>
          <p:cNvGrpSpPr/>
          <p:nvPr/>
        </p:nvGrpSpPr>
        <p:grpSpPr>
          <a:xfrm>
            <a:off x="4326654" y="1946288"/>
            <a:ext cx="6602826" cy="854882"/>
            <a:chOff x="4326654" y="1946288"/>
            <a:chExt cx="6602826" cy="854882"/>
          </a:xfrm>
        </p:grpSpPr>
        <p:sp>
          <p:nvSpPr>
            <p:cNvPr id="1039" name="Google Shape;1039;p83"/>
            <p:cNvSpPr txBox="1"/>
            <p:nvPr/>
          </p:nvSpPr>
          <p:spPr>
            <a:xfrm>
              <a:off x="4968947" y="2135388"/>
              <a:ext cx="5960533" cy="476682"/>
            </a:xfrm>
            <a:prstGeom prst="roundRect">
              <a:avLst/>
            </a:prstGeom>
            <a:solidFill>
              <a:srgbClr val="BBD6EE"/>
            </a:solidFill>
            <a:ln>
              <a:noFill/>
            </a:ln>
            <a:effectLst>
              <a:outerShdw sy="23000" kx="1200000" algn="br" rotWithShape="0">
                <a:srgbClr val="000000">
                  <a:alpha val="20000"/>
                </a:srgbClr>
              </a:outerShdw>
            </a:effectLst>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2000"/>
                <a:buFont typeface="Open Sans"/>
                <a:buNone/>
              </a:pPr>
              <a:r>
                <a:rPr lang="en-US" sz="2200" b="0" i="0" u="none" strike="noStrike" cap="none" dirty="0">
                  <a:solidFill>
                    <a:srgbClr val="3F3F3F"/>
                  </a:solidFill>
                  <a:latin typeface="Open Sans"/>
                  <a:ea typeface="Open Sans"/>
                  <a:cs typeface="Open Sans"/>
                  <a:sym typeface="Open Sans"/>
                </a:rPr>
                <a:t>Determine the data</a:t>
              </a:r>
              <a:endParaRPr sz="2200" b="0" i="0" u="none" strike="noStrike" cap="none" dirty="0">
                <a:solidFill>
                  <a:srgbClr val="3F3F3F"/>
                </a:solidFill>
                <a:latin typeface="Arial"/>
                <a:ea typeface="Arial"/>
                <a:cs typeface="Arial"/>
                <a:sym typeface="Arial"/>
              </a:endParaRPr>
            </a:p>
          </p:txBody>
        </p:sp>
        <p:sp>
          <p:nvSpPr>
            <p:cNvPr id="1047" name="Google Shape;1047;p83"/>
            <p:cNvSpPr/>
            <p:nvPr/>
          </p:nvSpPr>
          <p:spPr>
            <a:xfrm>
              <a:off x="4326654" y="1946288"/>
              <a:ext cx="857820" cy="854882"/>
            </a:xfrm>
            <a:prstGeom prst="ellipse">
              <a:avLst/>
            </a:prstGeom>
            <a:solidFill>
              <a:srgbClr val="BBD6EE"/>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Clr>
                  <a:schemeClr val="dk1"/>
                </a:buClr>
                <a:buSzPts val="3200"/>
                <a:buFont typeface="Open Sans"/>
                <a:buNone/>
              </a:pPr>
              <a:endParaRPr sz="3200" b="0" i="0" u="none" strike="noStrike" cap="none" dirty="0">
                <a:solidFill>
                  <a:srgbClr val="3F3F3F"/>
                </a:solidFill>
                <a:latin typeface="Open Sans"/>
                <a:ea typeface="Open Sans"/>
                <a:cs typeface="Open Sans"/>
                <a:sym typeface="Open Sans"/>
              </a:endParaRPr>
            </a:p>
          </p:txBody>
        </p:sp>
        <p:sp>
          <p:nvSpPr>
            <p:cNvPr id="1048" name="Google Shape;1048;p83"/>
            <p:cNvSpPr txBox="1"/>
            <p:nvPr/>
          </p:nvSpPr>
          <p:spPr>
            <a:xfrm>
              <a:off x="4585485" y="2158306"/>
              <a:ext cx="340158" cy="430847"/>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44494E"/>
                </a:buClr>
                <a:buSzPts val="2400"/>
                <a:buFont typeface="Open Sans"/>
                <a:buNone/>
              </a:pPr>
              <a:r>
                <a:rPr lang="en-US" sz="2200" b="0" i="0" u="none" strike="noStrike" cap="none" dirty="0">
                  <a:solidFill>
                    <a:srgbClr val="3F3F3F"/>
                  </a:solidFill>
                  <a:latin typeface="Open Sans"/>
                  <a:ea typeface="Open Sans"/>
                  <a:cs typeface="Open Sans"/>
                  <a:sym typeface="Open Sans"/>
                </a:rPr>
                <a:t>1</a:t>
              </a:r>
              <a:endParaRPr sz="2200" b="0" i="0" u="none" strike="noStrike" cap="none" dirty="0">
                <a:solidFill>
                  <a:srgbClr val="3F3F3F"/>
                </a:solidFill>
                <a:latin typeface="Arial"/>
                <a:ea typeface="Arial"/>
                <a:cs typeface="Arial"/>
                <a:sym typeface="Arial"/>
              </a:endParaRPr>
            </a:p>
          </p:txBody>
        </p:sp>
      </p:grpSp>
      <p:grpSp>
        <p:nvGrpSpPr>
          <p:cNvPr id="14" name="Group 13">
            <a:extLst>
              <a:ext uri="{FF2B5EF4-FFF2-40B4-BE49-F238E27FC236}">
                <a16:creationId xmlns:a16="http://schemas.microsoft.com/office/drawing/2014/main" id="{FD6532E1-D71C-FF0E-FAEF-9888B799FE37}"/>
              </a:ext>
            </a:extLst>
          </p:cNvPr>
          <p:cNvGrpSpPr/>
          <p:nvPr/>
        </p:nvGrpSpPr>
        <p:grpSpPr>
          <a:xfrm>
            <a:off x="4968947" y="2767783"/>
            <a:ext cx="6593618" cy="859536"/>
            <a:chOff x="4968947" y="2699022"/>
            <a:chExt cx="6593618" cy="859536"/>
          </a:xfrm>
        </p:grpSpPr>
        <p:sp>
          <p:nvSpPr>
            <p:cNvPr id="1049" name="Google Shape;1049;p83"/>
            <p:cNvSpPr/>
            <p:nvPr/>
          </p:nvSpPr>
          <p:spPr>
            <a:xfrm>
              <a:off x="10703029" y="2699022"/>
              <a:ext cx="859536" cy="859536"/>
            </a:xfrm>
            <a:prstGeom prst="ellipse">
              <a:avLst/>
            </a:pr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Clr>
                  <a:schemeClr val="dk1"/>
                </a:buClr>
                <a:buSzPts val="3200"/>
                <a:buFont typeface="Open Sans"/>
                <a:buNone/>
              </a:pPr>
              <a:endParaRPr sz="3200" b="0" i="0" u="none" strike="noStrike" cap="none">
                <a:solidFill>
                  <a:srgbClr val="3F3F3F"/>
                </a:solidFill>
                <a:latin typeface="Open Sans"/>
                <a:ea typeface="Open Sans"/>
                <a:cs typeface="Open Sans"/>
                <a:sym typeface="Open Sans"/>
              </a:endParaRPr>
            </a:p>
          </p:txBody>
        </p:sp>
        <p:sp>
          <p:nvSpPr>
            <p:cNvPr id="1040" name="Google Shape;1040;p83"/>
            <p:cNvSpPr txBox="1"/>
            <p:nvPr/>
          </p:nvSpPr>
          <p:spPr>
            <a:xfrm>
              <a:off x="4968947" y="2890449"/>
              <a:ext cx="5960533" cy="476682"/>
            </a:xfrm>
            <a:prstGeom prst="roundRect">
              <a:avLst/>
            </a:prstGeom>
            <a:solidFill>
              <a:srgbClr val="F7CAAC"/>
            </a:solidFill>
            <a:ln>
              <a:noFill/>
            </a:ln>
            <a:effectLst/>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2000"/>
                <a:buFont typeface="Open Sans"/>
                <a:buNone/>
              </a:pPr>
              <a:r>
                <a:rPr lang="en-US" sz="2200" b="0" i="0" u="none" strike="noStrike" cap="none">
                  <a:solidFill>
                    <a:srgbClr val="3F3F3F"/>
                  </a:solidFill>
                  <a:latin typeface="Open Sans"/>
                  <a:ea typeface="Open Sans"/>
                  <a:cs typeface="Open Sans"/>
                  <a:sym typeface="Open Sans"/>
                </a:rPr>
                <a:t>Design and implement a solution</a:t>
              </a:r>
              <a:endParaRPr sz="2200" b="0" i="0" u="none" strike="noStrike" cap="none">
                <a:solidFill>
                  <a:srgbClr val="3F3F3F"/>
                </a:solidFill>
                <a:latin typeface="Arial"/>
                <a:ea typeface="Arial"/>
                <a:cs typeface="Arial"/>
                <a:sym typeface="Arial"/>
              </a:endParaRPr>
            </a:p>
          </p:txBody>
        </p:sp>
        <p:sp>
          <p:nvSpPr>
            <p:cNvPr id="1050" name="Google Shape;1050;p83"/>
            <p:cNvSpPr txBox="1"/>
            <p:nvPr/>
          </p:nvSpPr>
          <p:spPr>
            <a:xfrm>
              <a:off x="10962718" y="2913367"/>
              <a:ext cx="340158" cy="430847"/>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200" b="0" i="0" u="none" strike="noStrike" cap="none" dirty="0">
                  <a:solidFill>
                    <a:srgbClr val="3F3F3F"/>
                  </a:solidFill>
                  <a:latin typeface="Open Sans"/>
                  <a:ea typeface="Open Sans"/>
                  <a:cs typeface="Open Sans"/>
                  <a:sym typeface="Open Sans"/>
                </a:rPr>
                <a:t>2</a:t>
              </a:r>
              <a:endParaRPr sz="2200" b="0" i="0" u="none" strike="noStrike" cap="none" dirty="0">
                <a:solidFill>
                  <a:srgbClr val="3F3F3F"/>
                </a:solidFill>
                <a:latin typeface="Arial"/>
                <a:ea typeface="Arial"/>
                <a:cs typeface="Arial"/>
                <a:sym typeface="Arial"/>
              </a:endParaRPr>
            </a:p>
          </p:txBody>
        </p:sp>
      </p:grpSp>
      <p:grpSp>
        <p:nvGrpSpPr>
          <p:cNvPr id="13" name="Group 12">
            <a:extLst>
              <a:ext uri="{FF2B5EF4-FFF2-40B4-BE49-F238E27FC236}">
                <a16:creationId xmlns:a16="http://schemas.microsoft.com/office/drawing/2014/main" id="{8F83E8D7-F14F-B48D-3006-4714382C5B09}"/>
              </a:ext>
            </a:extLst>
          </p:cNvPr>
          <p:cNvGrpSpPr/>
          <p:nvPr/>
        </p:nvGrpSpPr>
        <p:grpSpPr>
          <a:xfrm>
            <a:off x="4324938" y="3593932"/>
            <a:ext cx="6604542" cy="859536"/>
            <a:chOff x="4324938" y="3582776"/>
            <a:chExt cx="6604542" cy="859536"/>
          </a:xfrm>
        </p:grpSpPr>
        <p:sp>
          <p:nvSpPr>
            <p:cNvPr id="1041" name="Google Shape;1041;p83"/>
            <p:cNvSpPr txBox="1"/>
            <p:nvPr/>
          </p:nvSpPr>
          <p:spPr>
            <a:xfrm>
              <a:off x="4968947" y="3774203"/>
              <a:ext cx="5960533" cy="476682"/>
            </a:xfrm>
            <a:prstGeom prst="roundRect">
              <a:avLst/>
            </a:prstGeom>
            <a:solidFill>
              <a:srgbClr val="DBDBDB"/>
            </a:solidFill>
            <a:ln>
              <a:noFill/>
            </a:ln>
            <a:effectLst>
              <a:outerShdw sy="23000" kx="1200000" algn="br" rotWithShape="0">
                <a:srgbClr val="000000">
                  <a:alpha val="20000"/>
                </a:srgbClr>
              </a:outerShdw>
            </a:effectLst>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2000"/>
                <a:buFont typeface="Open Sans"/>
                <a:buNone/>
              </a:pPr>
              <a:r>
                <a:rPr lang="en-US" sz="2200" b="0" i="0" u="none" strike="noStrike" cap="none">
                  <a:solidFill>
                    <a:srgbClr val="3F3F3F"/>
                  </a:solidFill>
                  <a:latin typeface="Open Sans"/>
                  <a:ea typeface="Open Sans"/>
                  <a:cs typeface="Open Sans"/>
                  <a:sym typeface="Open Sans"/>
                </a:rPr>
                <a:t>Compile the source code</a:t>
              </a:r>
              <a:endParaRPr sz="2200" b="0" i="0" u="none" strike="noStrike" cap="none">
                <a:solidFill>
                  <a:srgbClr val="3F3F3F"/>
                </a:solidFill>
                <a:latin typeface="Open Sans"/>
                <a:ea typeface="Open Sans"/>
                <a:cs typeface="Open Sans"/>
                <a:sym typeface="Open Sans"/>
              </a:endParaRPr>
            </a:p>
          </p:txBody>
        </p:sp>
        <p:sp>
          <p:nvSpPr>
            <p:cNvPr id="1051" name="Google Shape;1051;p83"/>
            <p:cNvSpPr/>
            <p:nvPr/>
          </p:nvSpPr>
          <p:spPr>
            <a:xfrm>
              <a:off x="4324938" y="3582776"/>
              <a:ext cx="859536" cy="859536"/>
            </a:xfrm>
            <a:prstGeom prst="ellipse">
              <a:avLst/>
            </a:prstGeom>
            <a:solidFill>
              <a:srgbClr val="DBDBDB"/>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Clr>
                  <a:schemeClr val="dk1"/>
                </a:buClr>
                <a:buSzPts val="3200"/>
                <a:buFont typeface="Open Sans"/>
                <a:buNone/>
              </a:pPr>
              <a:endParaRPr sz="3200" b="0" i="0" u="none" strike="noStrike" cap="none">
                <a:solidFill>
                  <a:srgbClr val="3F3F3F"/>
                </a:solidFill>
                <a:latin typeface="Open Sans"/>
                <a:ea typeface="Open Sans"/>
                <a:cs typeface="Open Sans"/>
                <a:sym typeface="Open Sans"/>
              </a:endParaRPr>
            </a:p>
          </p:txBody>
        </p:sp>
        <p:sp>
          <p:nvSpPr>
            <p:cNvPr id="1052" name="Google Shape;1052;p83"/>
            <p:cNvSpPr txBox="1"/>
            <p:nvPr/>
          </p:nvSpPr>
          <p:spPr>
            <a:xfrm>
              <a:off x="4584627" y="3797121"/>
              <a:ext cx="340158" cy="430847"/>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200" b="0" i="0" u="none" strike="noStrike" cap="none" dirty="0">
                  <a:solidFill>
                    <a:srgbClr val="3F3F3F"/>
                  </a:solidFill>
                  <a:latin typeface="Open Sans"/>
                  <a:ea typeface="Open Sans"/>
                  <a:cs typeface="Open Sans"/>
                  <a:sym typeface="Open Sans"/>
                </a:rPr>
                <a:t>3</a:t>
              </a:r>
              <a:endParaRPr sz="2200" b="0" i="0" u="none" strike="noStrike" cap="none" dirty="0">
                <a:solidFill>
                  <a:srgbClr val="3F3F3F"/>
                </a:solidFill>
                <a:latin typeface="Arial"/>
                <a:ea typeface="Arial"/>
                <a:cs typeface="Arial"/>
                <a:sym typeface="Arial"/>
              </a:endParaRPr>
            </a:p>
          </p:txBody>
        </p:sp>
      </p:grpSp>
      <p:grpSp>
        <p:nvGrpSpPr>
          <p:cNvPr id="12" name="Group 11">
            <a:extLst>
              <a:ext uri="{FF2B5EF4-FFF2-40B4-BE49-F238E27FC236}">
                <a16:creationId xmlns:a16="http://schemas.microsoft.com/office/drawing/2014/main" id="{5E9181D3-A4BF-DF75-550F-1750AA4B8286}"/>
              </a:ext>
            </a:extLst>
          </p:cNvPr>
          <p:cNvGrpSpPr/>
          <p:nvPr/>
        </p:nvGrpSpPr>
        <p:grpSpPr>
          <a:xfrm>
            <a:off x="4968947" y="4420081"/>
            <a:ext cx="6593618" cy="859536"/>
            <a:chOff x="4968947" y="4439142"/>
            <a:chExt cx="6593618" cy="859536"/>
          </a:xfrm>
        </p:grpSpPr>
        <p:sp>
          <p:nvSpPr>
            <p:cNvPr id="1042" name="Google Shape;1042;p83"/>
            <p:cNvSpPr txBox="1"/>
            <p:nvPr/>
          </p:nvSpPr>
          <p:spPr>
            <a:xfrm>
              <a:off x="4968947" y="4630569"/>
              <a:ext cx="5960533" cy="476682"/>
            </a:xfrm>
            <a:prstGeom prst="roundRect">
              <a:avLst/>
            </a:prstGeom>
            <a:solidFill>
              <a:srgbClr val="BBD6EE"/>
            </a:solidFill>
            <a:ln>
              <a:noFill/>
            </a:ln>
            <a:effectLst/>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2000"/>
                <a:buFont typeface="Open Sans"/>
                <a:buNone/>
              </a:pPr>
              <a:r>
                <a:rPr lang="en-US" sz="2200" b="0" i="0" u="none" strike="noStrike" cap="none">
                  <a:solidFill>
                    <a:srgbClr val="3F3F3F"/>
                  </a:solidFill>
                  <a:latin typeface="Open Sans"/>
                  <a:ea typeface="Open Sans"/>
                  <a:cs typeface="Open Sans"/>
                  <a:sym typeface="Open Sans"/>
                </a:rPr>
                <a:t>Package the code</a:t>
              </a:r>
              <a:endParaRPr sz="2200" b="0" i="0" u="none" strike="noStrike" cap="none">
                <a:solidFill>
                  <a:srgbClr val="3F3F3F"/>
                </a:solidFill>
                <a:latin typeface="Open Sans"/>
                <a:ea typeface="Open Sans"/>
                <a:cs typeface="Open Sans"/>
                <a:sym typeface="Open Sans"/>
              </a:endParaRPr>
            </a:p>
          </p:txBody>
        </p:sp>
        <p:sp>
          <p:nvSpPr>
            <p:cNvPr id="1053" name="Google Shape;1053;p83"/>
            <p:cNvSpPr/>
            <p:nvPr/>
          </p:nvSpPr>
          <p:spPr>
            <a:xfrm>
              <a:off x="10703029" y="4439142"/>
              <a:ext cx="859536" cy="859536"/>
            </a:xfrm>
            <a:prstGeom prst="ellipse">
              <a:avLst/>
            </a:prstGeom>
            <a:solidFill>
              <a:srgbClr val="BBD6EE"/>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Clr>
                  <a:schemeClr val="dk1"/>
                </a:buClr>
                <a:buSzPts val="3200"/>
                <a:buFont typeface="Open Sans"/>
                <a:buNone/>
              </a:pPr>
              <a:endParaRPr sz="3200" b="0" i="0" u="none" strike="noStrike" cap="none">
                <a:solidFill>
                  <a:srgbClr val="3F3F3F"/>
                </a:solidFill>
                <a:latin typeface="Open Sans"/>
                <a:ea typeface="Open Sans"/>
                <a:cs typeface="Open Sans"/>
                <a:sym typeface="Open Sans"/>
              </a:endParaRPr>
            </a:p>
          </p:txBody>
        </p:sp>
        <p:sp>
          <p:nvSpPr>
            <p:cNvPr id="1054" name="Google Shape;1054;p83"/>
            <p:cNvSpPr txBox="1"/>
            <p:nvPr/>
          </p:nvSpPr>
          <p:spPr>
            <a:xfrm>
              <a:off x="10962718" y="4653487"/>
              <a:ext cx="340158" cy="430847"/>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200" b="0" i="0" u="none" strike="noStrike" cap="none" dirty="0">
                  <a:solidFill>
                    <a:srgbClr val="3F3F3F"/>
                  </a:solidFill>
                  <a:latin typeface="Open Sans"/>
                  <a:ea typeface="Open Sans"/>
                  <a:cs typeface="Open Sans"/>
                  <a:sym typeface="Open Sans"/>
                </a:rPr>
                <a:t>4</a:t>
              </a:r>
              <a:endParaRPr sz="2200" b="0" i="0" u="none" strike="noStrike" cap="none" dirty="0">
                <a:solidFill>
                  <a:srgbClr val="3F3F3F"/>
                </a:solidFill>
                <a:latin typeface="Arial"/>
                <a:ea typeface="Arial"/>
                <a:cs typeface="Arial"/>
                <a:sym typeface="Arial"/>
              </a:endParaRPr>
            </a:p>
          </p:txBody>
        </p:sp>
      </p:grpSp>
      <p:grpSp>
        <p:nvGrpSpPr>
          <p:cNvPr id="11" name="Group 10">
            <a:extLst>
              <a:ext uri="{FF2B5EF4-FFF2-40B4-BE49-F238E27FC236}">
                <a16:creationId xmlns:a16="http://schemas.microsoft.com/office/drawing/2014/main" id="{225781C8-31E8-82BC-613E-1A3E5381D2C0}"/>
              </a:ext>
            </a:extLst>
          </p:cNvPr>
          <p:cNvGrpSpPr/>
          <p:nvPr/>
        </p:nvGrpSpPr>
        <p:grpSpPr>
          <a:xfrm>
            <a:off x="4324938" y="5246230"/>
            <a:ext cx="6604542" cy="859536"/>
            <a:chOff x="4324938" y="5269992"/>
            <a:chExt cx="6604542" cy="859536"/>
          </a:xfrm>
        </p:grpSpPr>
        <p:sp>
          <p:nvSpPr>
            <p:cNvPr id="1043" name="Google Shape;1043;p83"/>
            <p:cNvSpPr txBox="1"/>
            <p:nvPr/>
          </p:nvSpPr>
          <p:spPr>
            <a:xfrm>
              <a:off x="4968947" y="5461419"/>
              <a:ext cx="5960533" cy="476682"/>
            </a:xfrm>
            <a:prstGeom prst="roundRect">
              <a:avLst/>
            </a:prstGeom>
            <a:solidFill>
              <a:srgbClr val="F7CAAC"/>
            </a:solidFill>
            <a:ln>
              <a:noFill/>
            </a:ln>
            <a:effectLst>
              <a:outerShdw sy="23000" kx="1200000" algn="br" rotWithShape="0">
                <a:srgbClr val="000000">
                  <a:alpha val="20000"/>
                </a:srgbClr>
              </a:outerShdw>
            </a:effectLst>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2000"/>
                <a:buFont typeface="Open Sans"/>
                <a:buNone/>
              </a:pPr>
              <a:r>
                <a:rPr lang="en-US" sz="2200" b="0" i="0" u="none" strike="noStrike" cap="none">
                  <a:solidFill>
                    <a:srgbClr val="3F3F3F"/>
                  </a:solidFill>
                  <a:latin typeface="Open Sans"/>
                  <a:ea typeface="Open Sans"/>
                  <a:cs typeface="Open Sans"/>
                  <a:sym typeface="Open Sans"/>
                </a:rPr>
                <a:t>Configure the application</a:t>
              </a:r>
              <a:endParaRPr sz="2200" b="0" i="0" u="none" strike="noStrike" cap="none">
                <a:solidFill>
                  <a:srgbClr val="3F3F3F"/>
                </a:solidFill>
                <a:latin typeface="Open Sans"/>
                <a:ea typeface="Open Sans"/>
                <a:cs typeface="Open Sans"/>
                <a:sym typeface="Open Sans"/>
              </a:endParaRPr>
            </a:p>
          </p:txBody>
        </p:sp>
        <p:sp>
          <p:nvSpPr>
            <p:cNvPr id="1055" name="Google Shape;1055;p83"/>
            <p:cNvSpPr/>
            <p:nvPr/>
          </p:nvSpPr>
          <p:spPr>
            <a:xfrm>
              <a:off x="4324938" y="5269992"/>
              <a:ext cx="859536" cy="859536"/>
            </a:xfrm>
            <a:prstGeom prst="ellipse">
              <a:avLst/>
            </a:pr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Clr>
                  <a:schemeClr val="dk1"/>
                </a:buClr>
                <a:buSzPts val="3200"/>
                <a:buFont typeface="Open Sans"/>
                <a:buNone/>
              </a:pPr>
              <a:endParaRPr sz="3200" b="0" i="0" u="none" strike="noStrike" cap="none">
                <a:solidFill>
                  <a:srgbClr val="3F3F3F"/>
                </a:solidFill>
                <a:latin typeface="Open Sans"/>
                <a:ea typeface="Open Sans"/>
                <a:cs typeface="Open Sans"/>
                <a:sym typeface="Open Sans"/>
              </a:endParaRPr>
            </a:p>
          </p:txBody>
        </p:sp>
        <p:sp>
          <p:nvSpPr>
            <p:cNvPr id="1056" name="Google Shape;1056;p83"/>
            <p:cNvSpPr txBox="1"/>
            <p:nvPr/>
          </p:nvSpPr>
          <p:spPr>
            <a:xfrm>
              <a:off x="4584627" y="5484337"/>
              <a:ext cx="340158" cy="430847"/>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200" b="0" i="0" u="none" strike="noStrike" cap="none" dirty="0">
                  <a:solidFill>
                    <a:srgbClr val="3F3F3F"/>
                  </a:solidFill>
                  <a:latin typeface="Open Sans"/>
                  <a:ea typeface="Open Sans"/>
                  <a:cs typeface="Open Sans"/>
                  <a:sym typeface="Open Sans"/>
                </a:rPr>
                <a:t>5</a:t>
              </a:r>
              <a:endParaRPr sz="2200" b="0" i="0" u="none" strike="noStrike" cap="none" dirty="0">
                <a:solidFill>
                  <a:srgbClr val="3F3F3F"/>
                </a:solidFill>
                <a:latin typeface="Arial"/>
                <a:ea typeface="Arial"/>
                <a:cs typeface="Arial"/>
                <a:sym typeface="Arial"/>
              </a:endParaRPr>
            </a:p>
          </p:txBody>
        </p:sp>
      </p:grpSp>
      <p:grpSp>
        <p:nvGrpSpPr>
          <p:cNvPr id="10" name="Group 9">
            <a:extLst>
              <a:ext uri="{FF2B5EF4-FFF2-40B4-BE49-F238E27FC236}">
                <a16:creationId xmlns:a16="http://schemas.microsoft.com/office/drawing/2014/main" id="{70909F4F-7161-339E-7BA1-BFB3F3E9840E}"/>
              </a:ext>
            </a:extLst>
          </p:cNvPr>
          <p:cNvGrpSpPr/>
          <p:nvPr/>
        </p:nvGrpSpPr>
        <p:grpSpPr>
          <a:xfrm>
            <a:off x="4968947" y="6072379"/>
            <a:ext cx="6593618" cy="859536"/>
            <a:chOff x="4968947" y="6125123"/>
            <a:chExt cx="6593618" cy="859536"/>
          </a:xfrm>
        </p:grpSpPr>
        <p:sp>
          <p:nvSpPr>
            <p:cNvPr id="1044" name="Google Shape;1044;p83"/>
            <p:cNvSpPr txBox="1"/>
            <p:nvPr/>
          </p:nvSpPr>
          <p:spPr>
            <a:xfrm>
              <a:off x="4968947" y="6316550"/>
              <a:ext cx="5960533" cy="476682"/>
            </a:xfrm>
            <a:prstGeom prst="roundRect">
              <a:avLst/>
            </a:prstGeom>
            <a:solidFill>
              <a:srgbClr val="DBDBDB"/>
            </a:solidFill>
            <a:ln>
              <a:noFill/>
            </a:ln>
            <a:effectLst/>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2000"/>
                <a:buFont typeface="Open Sans"/>
                <a:buNone/>
              </a:pPr>
              <a:r>
                <a:rPr lang="en-US" sz="2200" b="0" i="0" u="none" strike="noStrike" cap="none">
                  <a:solidFill>
                    <a:srgbClr val="3F3F3F"/>
                  </a:solidFill>
                  <a:latin typeface="Open Sans"/>
                  <a:ea typeface="Open Sans"/>
                  <a:cs typeface="Open Sans"/>
                  <a:sym typeface="Open Sans"/>
                </a:rPr>
                <a:t>Load the data</a:t>
              </a:r>
              <a:endParaRPr sz="2200" b="0" i="0" u="none" strike="noStrike" cap="none">
                <a:solidFill>
                  <a:srgbClr val="3F3F3F"/>
                </a:solidFill>
                <a:latin typeface="Open Sans"/>
                <a:ea typeface="Open Sans"/>
                <a:cs typeface="Open Sans"/>
                <a:sym typeface="Open Sans"/>
              </a:endParaRPr>
            </a:p>
          </p:txBody>
        </p:sp>
        <p:sp>
          <p:nvSpPr>
            <p:cNvPr id="1057" name="Google Shape;1057;p83"/>
            <p:cNvSpPr/>
            <p:nvPr/>
          </p:nvSpPr>
          <p:spPr>
            <a:xfrm>
              <a:off x="10703029" y="6125123"/>
              <a:ext cx="859536" cy="859536"/>
            </a:xfrm>
            <a:prstGeom prst="ellipse">
              <a:avLst/>
            </a:prstGeom>
            <a:solidFill>
              <a:srgbClr val="DBDBDB"/>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Clr>
                  <a:schemeClr val="dk1"/>
                </a:buClr>
                <a:buSzPts val="3200"/>
                <a:buFont typeface="Open Sans"/>
                <a:buNone/>
              </a:pPr>
              <a:endParaRPr sz="3200" b="0" i="0" u="none" strike="noStrike" cap="none">
                <a:solidFill>
                  <a:srgbClr val="3F3F3F"/>
                </a:solidFill>
                <a:latin typeface="Open Sans"/>
                <a:ea typeface="Open Sans"/>
                <a:cs typeface="Open Sans"/>
                <a:sym typeface="Open Sans"/>
              </a:endParaRPr>
            </a:p>
          </p:txBody>
        </p:sp>
        <p:sp>
          <p:nvSpPr>
            <p:cNvPr id="1058" name="Google Shape;1058;p83"/>
            <p:cNvSpPr txBox="1"/>
            <p:nvPr/>
          </p:nvSpPr>
          <p:spPr>
            <a:xfrm>
              <a:off x="10962718" y="6339468"/>
              <a:ext cx="340158" cy="430847"/>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200" b="0" i="0" u="none" strike="noStrike" cap="none" dirty="0">
                  <a:solidFill>
                    <a:srgbClr val="3F3F3F"/>
                  </a:solidFill>
                  <a:latin typeface="Open Sans"/>
                  <a:ea typeface="Open Sans"/>
                  <a:cs typeface="Open Sans"/>
                  <a:sym typeface="Open Sans"/>
                </a:rPr>
                <a:t>6</a:t>
              </a:r>
              <a:endParaRPr sz="2200" b="0" i="0" u="none" strike="noStrike" cap="none" dirty="0">
                <a:solidFill>
                  <a:srgbClr val="3F3F3F"/>
                </a:solidFill>
                <a:latin typeface="Arial"/>
                <a:ea typeface="Arial"/>
                <a:cs typeface="Arial"/>
                <a:sym typeface="Arial"/>
              </a:endParaRPr>
            </a:p>
          </p:txBody>
        </p:sp>
      </p:grpSp>
      <p:grpSp>
        <p:nvGrpSpPr>
          <p:cNvPr id="9" name="Group 8">
            <a:extLst>
              <a:ext uri="{FF2B5EF4-FFF2-40B4-BE49-F238E27FC236}">
                <a16:creationId xmlns:a16="http://schemas.microsoft.com/office/drawing/2014/main" id="{641362E8-BE56-BCC8-6CAF-EF936E0E9EF3}"/>
              </a:ext>
            </a:extLst>
          </p:cNvPr>
          <p:cNvGrpSpPr/>
          <p:nvPr/>
        </p:nvGrpSpPr>
        <p:grpSpPr>
          <a:xfrm>
            <a:off x="4324938" y="6898528"/>
            <a:ext cx="6604542" cy="859536"/>
            <a:chOff x="4324938" y="6918925"/>
            <a:chExt cx="6604542" cy="859536"/>
          </a:xfrm>
        </p:grpSpPr>
        <p:sp>
          <p:nvSpPr>
            <p:cNvPr id="1045" name="Google Shape;1045;p83"/>
            <p:cNvSpPr txBox="1"/>
            <p:nvPr/>
          </p:nvSpPr>
          <p:spPr>
            <a:xfrm>
              <a:off x="4968947" y="7110352"/>
              <a:ext cx="5960533" cy="476682"/>
            </a:xfrm>
            <a:prstGeom prst="roundRect">
              <a:avLst/>
            </a:prstGeom>
            <a:solidFill>
              <a:srgbClr val="BBD6EE"/>
            </a:solidFill>
            <a:ln>
              <a:noFill/>
            </a:ln>
            <a:effectLst>
              <a:outerShdw sy="23000" kx="1200000" algn="br" rotWithShape="0">
                <a:srgbClr val="000000">
                  <a:alpha val="20000"/>
                </a:srgbClr>
              </a:outerShdw>
            </a:effectLst>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2000"/>
                <a:buFont typeface="Open Sans"/>
                <a:buNone/>
              </a:pPr>
              <a:r>
                <a:rPr lang="en-US" sz="2200" b="0" i="0" u="none" strike="noStrike" cap="none">
                  <a:solidFill>
                    <a:srgbClr val="3F3F3F"/>
                  </a:solidFill>
                  <a:latin typeface="Open Sans"/>
                  <a:ea typeface="Open Sans"/>
                  <a:cs typeface="Open Sans"/>
                  <a:sym typeface="Open Sans"/>
                </a:rPr>
                <a:t>Launch the job and monitor</a:t>
              </a:r>
              <a:endParaRPr sz="2200" b="0" i="0" u="none" strike="noStrike" cap="none">
                <a:solidFill>
                  <a:srgbClr val="3F3F3F"/>
                </a:solidFill>
                <a:latin typeface="Open Sans"/>
                <a:ea typeface="Open Sans"/>
                <a:cs typeface="Open Sans"/>
                <a:sym typeface="Open Sans"/>
              </a:endParaRPr>
            </a:p>
          </p:txBody>
        </p:sp>
        <p:sp>
          <p:nvSpPr>
            <p:cNvPr id="1059" name="Google Shape;1059;p83"/>
            <p:cNvSpPr/>
            <p:nvPr/>
          </p:nvSpPr>
          <p:spPr>
            <a:xfrm>
              <a:off x="4324938" y="6918925"/>
              <a:ext cx="859536" cy="859536"/>
            </a:xfrm>
            <a:prstGeom prst="ellipse">
              <a:avLst/>
            </a:prstGeom>
            <a:solidFill>
              <a:srgbClr val="BBD6EE"/>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Clr>
                  <a:schemeClr val="dk1"/>
                </a:buClr>
                <a:buSzPts val="3200"/>
                <a:buFont typeface="Open Sans"/>
                <a:buNone/>
              </a:pPr>
              <a:endParaRPr sz="3200" b="0" i="0" u="none" strike="noStrike" cap="none">
                <a:solidFill>
                  <a:srgbClr val="3F3F3F"/>
                </a:solidFill>
                <a:latin typeface="Open Sans"/>
                <a:ea typeface="Open Sans"/>
                <a:cs typeface="Open Sans"/>
                <a:sym typeface="Open Sans"/>
              </a:endParaRPr>
            </a:p>
          </p:txBody>
        </p:sp>
        <p:sp>
          <p:nvSpPr>
            <p:cNvPr id="1060" name="Google Shape;1060;p83"/>
            <p:cNvSpPr txBox="1"/>
            <p:nvPr/>
          </p:nvSpPr>
          <p:spPr>
            <a:xfrm>
              <a:off x="4584627" y="7133270"/>
              <a:ext cx="340158" cy="430847"/>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200" b="0" i="0" u="none" strike="noStrike" cap="none" dirty="0">
                  <a:solidFill>
                    <a:srgbClr val="3F3F3F"/>
                  </a:solidFill>
                  <a:latin typeface="Open Sans"/>
                  <a:ea typeface="Open Sans"/>
                  <a:cs typeface="Open Sans"/>
                  <a:sym typeface="Open Sans"/>
                </a:rPr>
                <a:t>7</a:t>
              </a:r>
              <a:endParaRPr sz="2200" b="0" i="0" u="none" strike="noStrike" cap="none" dirty="0">
                <a:solidFill>
                  <a:srgbClr val="3F3F3F"/>
                </a:solidFill>
                <a:latin typeface="Arial"/>
                <a:ea typeface="Arial"/>
                <a:cs typeface="Arial"/>
                <a:sym typeface="Arial"/>
              </a:endParaRPr>
            </a:p>
          </p:txBody>
        </p:sp>
      </p:grpSp>
      <p:grpSp>
        <p:nvGrpSpPr>
          <p:cNvPr id="8" name="Group 7">
            <a:extLst>
              <a:ext uri="{FF2B5EF4-FFF2-40B4-BE49-F238E27FC236}">
                <a16:creationId xmlns:a16="http://schemas.microsoft.com/office/drawing/2014/main" id="{49E564F9-F0A6-254A-A51D-6DCE6BDB5A67}"/>
              </a:ext>
            </a:extLst>
          </p:cNvPr>
          <p:cNvGrpSpPr/>
          <p:nvPr/>
        </p:nvGrpSpPr>
        <p:grpSpPr>
          <a:xfrm>
            <a:off x="4968947" y="7724675"/>
            <a:ext cx="6593618" cy="859536"/>
            <a:chOff x="4968947" y="7724675"/>
            <a:chExt cx="6593618" cy="859536"/>
          </a:xfrm>
        </p:grpSpPr>
        <p:sp>
          <p:nvSpPr>
            <p:cNvPr id="1046" name="Google Shape;1046;p83"/>
            <p:cNvSpPr txBox="1"/>
            <p:nvPr/>
          </p:nvSpPr>
          <p:spPr>
            <a:xfrm>
              <a:off x="4968947" y="7916102"/>
              <a:ext cx="5960533" cy="476682"/>
            </a:xfrm>
            <a:prstGeom prst="roundRect">
              <a:avLst/>
            </a:prstGeom>
            <a:solidFill>
              <a:srgbClr val="F7CAAC"/>
            </a:solidFill>
            <a:ln>
              <a:noFill/>
            </a:ln>
            <a:effectLst/>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2000"/>
                <a:buFont typeface="Open Sans"/>
                <a:buNone/>
              </a:pPr>
              <a:r>
                <a:rPr lang="en-US" sz="2200" b="0" i="0" u="none" strike="noStrike" cap="none">
                  <a:solidFill>
                    <a:srgbClr val="3F3F3F"/>
                  </a:solidFill>
                  <a:latin typeface="Open Sans"/>
                  <a:ea typeface="Open Sans"/>
                  <a:cs typeface="Open Sans"/>
                  <a:sym typeface="Open Sans"/>
                </a:rPr>
                <a:t>Study the result</a:t>
              </a:r>
              <a:endParaRPr sz="2200" b="0" i="0" u="none" strike="noStrike" cap="none">
                <a:solidFill>
                  <a:srgbClr val="3F3F3F"/>
                </a:solidFill>
                <a:latin typeface="Open Sans"/>
                <a:ea typeface="Open Sans"/>
                <a:cs typeface="Open Sans"/>
                <a:sym typeface="Open Sans"/>
              </a:endParaRPr>
            </a:p>
          </p:txBody>
        </p:sp>
        <p:sp>
          <p:nvSpPr>
            <p:cNvPr id="1061" name="Google Shape;1061;p83"/>
            <p:cNvSpPr/>
            <p:nvPr/>
          </p:nvSpPr>
          <p:spPr>
            <a:xfrm>
              <a:off x="10703029" y="7724675"/>
              <a:ext cx="859536" cy="859536"/>
            </a:xfrm>
            <a:prstGeom prst="ellipse">
              <a:avLst/>
            </a:pr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Clr>
                  <a:schemeClr val="dk1"/>
                </a:buClr>
                <a:buSzPts val="3200"/>
                <a:buFont typeface="Open Sans"/>
                <a:buNone/>
              </a:pPr>
              <a:endParaRPr sz="3200" b="0" i="0" u="none" strike="noStrike" cap="none">
                <a:solidFill>
                  <a:srgbClr val="3F3F3F"/>
                </a:solidFill>
                <a:latin typeface="Open Sans"/>
                <a:ea typeface="Open Sans"/>
                <a:cs typeface="Open Sans"/>
                <a:sym typeface="Open Sans"/>
              </a:endParaRPr>
            </a:p>
          </p:txBody>
        </p:sp>
        <p:sp>
          <p:nvSpPr>
            <p:cNvPr id="1062" name="Google Shape;1062;p83"/>
            <p:cNvSpPr txBox="1"/>
            <p:nvPr/>
          </p:nvSpPr>
          <p:spPr>
            <a:xfrm>
              <a:off x="10962718" y="7939020"/>
              <a:ext cx="340158" cy="430847"/>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200" b="0" i="0" u="none" strike="noStrike" cap="none" dirty="0">
                  <a:solidFill>
                    <a:srgbClr val="3F3F3F"/>
                  </a:solidFill>
                  <a:latin typeface="Open Sans"/>
                  <a:ea typeface="Open Sans"/>
                  <a:cs typeface="Open Sans"/>
                  <a:sym typeface="Open Sans"/>
                </a:rPr>
                <a:t>8</a:t>
              </a:r>
              <a:endParaRPr sz="2200" b="0" i="0" u="none" strike="noStrike" cap="none" dirty="0">
                <a:solidFill>
                  <a:srgbClr val="3F3F3F"/>
                </a:solidFill>
                <a:latin typeface="Arial"/>
                <a:ea typeface="Arial"/>
                <a:cs typeface="Arial"/>
                <a:sym typeface="Arial"/>
              </a:endParaRPr>
            </a:p>
          </p:txBody>
        </p:sp>
      </p:grpSp>
      <p:sp>
        <p:nvSpPr>
          <p:cNvPr id="3" name="Brandline_LVC">
            <a:extLst>
              <a:ext uri="{FF2B5EF4-FFF2-40B4-BE49-F238E27FC236}">
                <a16:creationId xmlns:a16="http://schemas.microsoft.com/office/drawing/2014/main" id="{651BBD5A-CF4C-D3B2-B63F-C0367B7639F4}"/>
              </a:ext>
            </a:extLst>
          </p:cNvPr>
          <p:cNvSpPr/>
          <p:nvPr/>
        </p:nvSpPr>
        <p:spPr>
          <a:xfrm>
            <a:off x="4660900" y="799585"/>
            <a:ext cx="6939438"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67"/>
        <p:cNvGrpSpPr/>
        <p:nvPr/>
      </p:nvGrpSpPr>
      <p:grpSpPr>
        <a:xfrm>
          <a:off x="0" y="0"/>
          <a:ext cx="0" cy="0"/>
          <a:chOff x="0" y="0"/>
          <a:chExt cx="0" cy="0"/>
        </a:xfrm>
      </p:grpSpPr>
      <p:sp>
        <p:nvSpPr>
          <p:cNvPr id="1068" name="Google Shape;1068;p84"/>
          <p:cNvSpPr/>
          <p:nvPr/>
        </p:nvSpPr>
        <p:spPr>
          <a:xfrm>
            <a:off x="2961546" y="3662424"/>
            <a:ext cx="3240000" cy="1080000"/>
          </a:xfrm>
          <a:prstGeom prst="roundRect">
            <a:avLst>
              <a:gd name="adj" fmla="val 7260"/>
            </a:avLst>
          </a:prstGeom>
          <a:solidFill>
            <a:srgbClr val="DDEAF6"/>
          </a:solidFill>
          <a:ln w="28575" cap="flat" cmpd="sng">
            <a:solidFill>
              <a:srgbClr val="BBD6EF"/>
            </a:solidFill>
            <a:prstDash val="solid"/>
            <a:round/>
            <a:headEnd type="none" w="sm" len="sm"/>
            <a:tailEnd type="none" w="sm" len="sm"/>
          </a:ln>
        </p:spPr>
        <p:txBody>
          <a:bodyPr spcFirstLastPara="1" wrap="square" lIns="108200" tIns="108200" rIns="108200" bIns="108200" anchor="ctr" anchorCtr="0">
            <a:noAutofit/>
          </a:bodyPr>
          <a:lstStyle/>
          <a:p>
            <a:pPr marL="0" marR="0" lvl="0" indent="0" algn="ctr" rtl="0">
              <a:lnSpc>
                <a:spcPct val="9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Locations of the job input</a:t>
            </a:r>
            <a:endParaRPr sz="2200" b="0" i="0" u="none" strike="noStrike" cap="none">
              <a:solidFill>
                <a:srgbClr val="3F3F3F"/>
              </a:solidFill>
              <a:latin typeface="Open Sans"/>
              <a:ea typeface="Open Sans"/>
              <a:cs typeface="Open Sans"/>
              <a:sym typeface="Open Sans"/>
            </a:endParaRPr>
          </a:p>
        </p:txBody>
      </p:sp>
      <p:sp>
        <p:nvSpPr>
          <p:cNvPr id="1069" name="Google Shape;1069;p84"/>
          <p:cNvSpPr/>
          <p:nvPr/>
        </p:nvSpPr>
        <p:spPr>
          <a:xfrm>
            <a:off x="6464820" y="3662424"/>
            <a:ext cx="3240000" cy="1080000"/>
          </a:xfrm>
          <a:prstGeom prst="roundRect">
            <a:avLst>
              <a:gd name="adj" fmla="val 4572"/>
            </a:avLst>
          </a:prstGeom>
          <a:solidFill>
            <a:srgbClr val="DBDBDB"/>
          </a:solidFill>
          <a:ln w="28575" cap="flat" cmpd="sng">
            <a:solidFill>
              <a:srgbClr val="AEABAB"/>
            </a:solidFill>
            <a:prstDash val="solid"/>
            <a:round/>
            <a:headEnd type="none" w="sm" len="sm"/>
            <a:tailEnd type="none" w="sm" len="sm"/>
          </a:ln>
        </p:spPr>
        <p:txBody>
          <a:bodyPr spcFirstLastPara="1" wrap="square" lIns="108200" tIns="108200" rIns="108200" bIns="108200" anchor="ctr" anchorCtr="0">
            <a:noAutofit/>
          </a:bodyPr>
          <a:lstStyle/>
          <a:p>
            <a:pPr marL="0" marR="0" lvl="0" indent="0" algn="ctr" rtl="0">
              <a:lnSpc>
                <a:spcPct val="9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Locations of the job output</a:t>
            </a:r>
            <a:endParaRPr sz="2200" b="0" i="0" u="none" strike="noStrike" cap="none">
              <a:solidFill>
                <a:srgbClr val="3F3F3F"/>
              </a:solidFill>
              <a:latin typeface="Open Sans"/>
              <a:ea typeface="Open Sans"/>
              <a:cs typeface="Open Sans"/>
              <a:sym typeface="Open Sans"/>
            </a:endParaRPr>
          </a:p>
        </p:txBody>
      </p:sp>
      <p:sp>
        <p:nvSpPr>
          <p:cNvPr id="1070" name="Google Shape;1070;p84"/>
          <p:cNvSpPr/>
          <p:nvPr/>
        </p:nvSpPr>
        <p:spPr>
          <a:xfrm>
            <a:off x="9949410" y="3642626"/>
            <a:ext cx="3240000" cy="1080000"/>
          </a:xfrm>
          <a:prstGeom prst="roundRect">
            <a:avLst>
              <a:gd name="adj" fmla="val 5916"/>
            </a:avLst>
          </a:prstGeom>
          <a:solidFill>
            <a:srgbClr val="FFF2CC"/>
          </a:solidFill>
          <a:ln w="28575" cap="flat" cmpd="sng">
            <a:solidFill>
              <a:srgbClr val="FEE599"/>
            </a:solidFill>
            <a:prstDash val="solid"/>
            <a:round/>
            <a:headEnd type="none" w="sm" len="sm"/>
            <a:tailEnd type="none" w="sm" len="sm"/>
          </a:ln>
        </p:spPr>
        <p:txBody>
          <a:bodyPr spcFirstLastPara="1" wrap="square" lIns="108200" tIns="108200" rIns="108200" bIns="108200" anchor="ctr" anchorCtr="0">
            <a:noAutofit/>
          </a:bodyPr>
          <a:lstStyle/>
          <a:p>
            <a:pPr marL="0" marR="0" lvl="0" indent="0" algn="ctr" rtl="0">
              <a:lnSpc>
                <a:spcPct val="9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Input format</a:t>
            </a:r>
            <a:endParaRPr sz="2200" b="0" i="0" u="none" strike="noStrike" cap="none">
              <a:solidFill>
                <a:srgbClr val="3F3F3F"/>
              </a:solidFill>
              <a:latin typeface="Open Sans"/>
              <a:ea typeface="Open Sans"/>
              <a:cs typeface="Open Sans"/>
              <a:sym typeface="Open Sans"/>
            </a:endParaRPr>
          </a:p>
        </p:txBody>
      </p:sp>
      <p:sp>
        <p:nvSpPr>
          <p:cNvPr id="1071" name="Google Shape;1071;p84"/>
          <p:cNvSpPr/>
          <p:nvPr/>
        </p:nvSpPr>
        <p:spPr>
          <a:xfrm>
            <a:off x="2961546" y="4914190"/>
            <a:ext cx="3240000" cy="1080000"/>
          </a:xfrm>
          <a:prstGeom prst="roundRect">
            <a:avLst>
              <a:gd name="adj" fmla="val 5916"/>
            </a:avLst>
          </a:prstGeom>
          <a:solidFill>
            <a:srgbClr val="FFF2CC"/>
          </a:solidFill>
          <a:ln w="28575" cap="flat" cmpd="sng">
            <a:solidFill>
              <a:srgbClr val="FEE599"/>
            </a:solidFill>
            <a:prstDash val="solid"/>
            <a:round/>
            <a:headEnd type="none" w="sm" len="sm"/>
            <a:tailEnd type="none" w="sm" len="sm"/>
          </a:ln>
        </p:spPr>
        <p:txBody>
          <a:bodyPr spcFirstLastPara="1" wrap="square" lIns="108200" tIns="108200" rIns="108200" bIns="108200" anchor="ctr" anchorCtr="0">
            <a:noAutofit/>
          </a:bodyPr>
          <a:lstStyle/>
          <a:p>
            <a:pPr marL="0" marR="0" lvl="0" indent="0" algn="ctr" rtl="0">
              <a:lnSpc>
                <a:spcPct val="9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Output format</a:t>
            </a:r>
            <a:endParaRPr sz="2200" b="0" i="0" u="none" strike="noStrike" cap="none">
              <a:solidFill>
                <a:srgbClr val="3F3F3F"/>
              </a:solidFill>
              <a:latin typeface="Open Sans"/>
              <a:ea typeface="Open Sans"/>
              <a:cs typeface="Open Sans"/>
              <a:sym typeface="Open Sans"/>
            </a:endParaRPr>
          </a:p>
        </p:txBody>
      </p:sp>
      <p:sp>
        <p:nvSpPr>
          <p:cNvPr id="1072" name="Google Shape;1072;p84"/>
          <p:cNvSpPr/>
          <p:nvPr/>
        </p:nvSpPr>
        <p:spPr>
          <a:xfrm>
            <a:off x="6464820" y="4914190"/>
            <a:ext cx="3240000" cy="1080000"/>
          </a:xfrm>
          <a:prstGeom prst="roundRect">
            <a:avLst>
              <a:gd name="adj" fmla="val 7260"/>
            </a:avLst>
          </a:prstGeom>
          <a:solidFill>
            <a:srgbClr val="FBE4D4"/>
          </a:solidFill>
          <a:ln w="28575" cap="flat" cmpd="sng">
            <a:solidFill>
              <a:srgbClr val="FBE2D1"/>
            </a:solidFill>
            <a:prstDash val="solid"/>
            <a:round/>
            <a:headEnd type="none" w="sm" len="sm"/>
            <a:tailEnd type="none" w="sm" len="sm"/>
          </a:ln>
        </p:spPr>
        <p:txBody>
          <a:bodyPr spcFirstLastPara="1" wrap="square" lIns="108200" tIns="108200" rIns="108200" bIns="108200" anchor="ctr" anchorCtr="0">
            <a:noAutofit/>
          </a:bodyPr>
          <a:lstStyle/>
          <a:p>
            <a:pPr marL="0" marR="0" lvl="0" indent="0" algn="ctr" rtl="0">
              <a:lnSpc>
                <a:spcPct val="9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Class containing the map function</a:t>
            </a:r>
            <a:endParaRPr sz="1400" b="0" i="0" u="none" strike="noStrike" cap="none">
              <a:solidFill>
                <a:srgbClr val="3F3F3F"/>
              </a:solidFill>
              <a:latin typeface="Arial"/>
              <a:ea typeface="Arial"/>
              <a:cs typeface="Arial"/>
              <a:sym typeface="Arial"/>
            </a:endParaRPr>
          </a:p>
        </p:txBody>
      </p:sp>
      <p:sp>
        <p:nvSpPr>
          <p:cNvPr id="1073" name="Google Shape;1073;p84"/>
          <p:cNvSpPr/>
          <p:nvPr/>
        </p:nvSpPr>
        <p:spPr>
          <a:xfrm>
            <a:off x="9949410" y="4914190"/>
            <a:ext cx="3240000" cy="1080000"/>
          </a:xfrm>
          <a:prstGeom prst="roundRect">
            <a:avLst>
              <a:gd name="adj" fmla="val 5916"/>
            </a:avLst>
          </a:prstGeom>
          <a:solidFill>
            <a:srgbClr val="DDEAF6"/>
          </a:solidFill>
          <a:ln w="28575" cap="flat" cmpd="sng">
            <a:solidFill>
              <a:srgbClr val="BBD6EE"/>
            </a:solidFill>
            <a:prstDash val="solid"/>
            <a:round/>
            <a:headEnd type="none" w="sm" len="sm"/>
            <a:tailEnd type="none" w="sm" len="sm"/>
          </a:ln>
        </p:spPr>
        <p:txBody>
          <a:bodyPr spcFirstLastPara="1" wrap="square" lIns="108200" tIns="108200" rIns="108200" bIns="108200" anchor="ctr" anchorCtr="0">
            <a:noAutofit/>
          </a:bodyPr>
          <a:lstStyle/>
          <a:p>
            <a:pPr marL="0" marR="0" lvl="0" indent="0" algn="ctr" rtl="0">
              <a:lnSpc>
                <a:spcPct val="9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Class containing the reduce function</a:t>
            </a:r>
            <a:endParaRPr sz="1400" b="0" i="0" u="none" strike="noStrike" cap="none">
              <a:solidFill>
                <a:srgbClr val="3F3F3F"/>
              </a:solidFill>
              <a:latin typeface="Arial"/>
              <a:ea typeface="Arial"/>
              <a:cs typeface="Arial"/>
              <a:sym typeface="Arial"/>
            </a:endParaRPr>
          </a:p>
        </p:txBody>
      </p:sp>
      <p:sp>
        <p:nvSpPr>
          <p:cNvPr id="1074" name="Google Shape;1074;p84"/>
          <p:cNvSpPr txBox="1"/>
          <p:nvPr/>
        </p:nvSpPr>
        <p:spPr>
          <a:xfrm>
            <a:off x="4390535" y="276365"/>
            <a:ext cx="7474931"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2800" b="1" i="0" u="none" strike="noStrike" cap="none" dirty="0">
                <a:solidFill>
                  <a:srgbClr val="3F3F3F"/>
                </a:solidFill>
                <a:latin typeface="Open Sans"/>
                <a:ea typeface="Open Sans"/>
                <a:cs typeface="Open Sans"/>
                <a:sym typeface="Open Sans"/>
              </a:rPr>
              <a:t>Hadoop MapReduce Requirements</a:t>
            </a:r>
            <a:endParaRPr sz="2800" b="1" i="0" u="none" strike="noStrike" cap="none" dirty="0">
              <a:solidFill>
                <a:srgbClr val="3F3F3F"/>
              </a:solidFill>
              <a:latin typeface="Open Sans"/>
              <a:ea typeface="Open Sans"/>
              <a:cs typeface="Open Sans"/>
              <a:sym typeface="Open Sans"/>
            </a:endParaRPr>
          </a:p>
        </p:txBody>
      </p:sp>
      <p:sp>
        <p:nvSpPr>
          <p:cNvPr id="1075" name="Google Shape;1075;p84"/>
          <p:cNvSpPr/>
          <p:nvPr/>
        </p:nvSpPr>
        <p:spPr>
          <a:xfrm>
            <a:off x="2192935" y="1740957"/>
            <a:ext cx="11870131" cy="746211"/>
          </a:xfrm>
          <a:prstGeom prst="roundRect">
            <a:avLst>
              <a:gd name="adj" fmla="val 16667"/>
            </a:avLst>
          </a:prstGeom>
          <a:solidFill>
            <a:schemeClr val="lt1"/>
          </a:solidFill>
          <a:ln w="25400" cap="flat" cmpd="sng">
            <a:noFill/>
            <a:prstDash val="solid"/>
            <a:round/>
            <a:headEnd type="none" w="sm" len="sm"/>
            <a:tailEnd type="none" w="sm" len="sm"/>
          </a:ln>
        </p:spPr>
        <p:txBody>
          <a:bodyPr spcFirstLastPara="1" wrap="square" lIns="91425" tIns="360000" rIns="91425" bIns="324000" anchor="b" anchorCtr="0">
            <a:noAutofit/>
          </a:bodyPr>
          <a:lstStyle/>
          <a:p>
            <a:pPr marL="0" marR="0" lvl="1" indent="0" algn="ctr" rtl="0">
              <a:lnSpc>
                <a:spcPct val="110000"/>
              </a:lnSpc>
              <a:spcBef>
                <a:spcPts val="0"/>
              </a:spcBef>
              <a:spcAft>
                <a:spcPts val="0"/>
              </a:spcAft>
              <a:buClr>
                <a:srgbClr val="3F3F3F"/>
              </a:buClr>
              <a:buSzPts val="2200"/>
              <a:buFont typeface="Open Sans"/>
              <a:buNone/>
            </a:pPr>
            <a:endParaRPr sz="2200" b="0" i="0" u="none" strike="noStrike" cap="none" dirty="0">
              <a:solidFill>
                <a:srgbClr val="3F3F3F"/>
              </a:solidFill>
              <a:latin typeface="Open Sans"/>
              <a:ea typeface="Open Sans"/>
              <a:cs typeface="Open Sans"/>
              <a:sym typeface="Open Sans"/>
            </a:endParaRPr>
          </a:p>
          <a:p>
            <a:pPr marL="0" marR="0" lvl="1" indent="0" algn="ctr" rtl="0">
              <a:lnSpc>
                <a:spcPct val="110000"/>
              </a:lnSpc>
              <a:spcBef>
                <a:spcPts val="0"/>
              </a:spcBef>
              <a:spcAft>
                <a:spcPts val="0"/>
              </a:spcAft>
              <a:buClr>
                <a:srgbClr val="3F3F3F"/>
              </a:buClr>
              <a:buSzPts val="2200"/>
              <a:buFont typeface="Open Sans"/>
              <a:buNone/>
            </a:pPr>
            <a:endParaRPr lang="en-US" sz="2200" b="0" i="0" u="none" strike="noStrike" cap="none" dirty="0">
              <a:solidFill>
                <a:srgbClr val="3F3F3F"/>
              </a:solidFill>
              <a:latin typeface="Open Sans"/>
              <a:ea typeface="Open Sans"/>
              <a:cs typeface="Open Sans"/>
              <a:sym typeface="Open Sans"/>
            </a:endParaRPr>
          </a:p>
          <a:p>
            <a:pPr marL="0" marR="0" lvl="1" indent="0" algn="ctr" rtl="0">
              <a:lnSpc>
                <a:spcPct val="110000"/>
              </a:lnSpc>
              <a:spcBef>
                <a:spcPts val="0"/>
              </a:spcBef>
              <a:spcAft>
                <a:spcPts val="0"/>
              </a:spcAft>
              <a:buClr>
                <a:srgbClr val="3F3F3F"/>
              </a:buClr>
              <a:buSzPts val="2200"/>
              <a:buFont typeface="Open Sans"/>
              <a:buNone/>
            </a:pPr>
            <a:endParaRPr lang="en-US" sz="2200" dirty="0">
              <a:solidFill>
                <a:srgbClr val="3F3F3F"/>
              </a:solidFill>
              <a:latin typeface="Open Sans"/>
              <a:ea typeface="Open Sans"/>
              <a:cs typeface="Open Sans"/>
              <a:sym typeface="Open Sans"/>
            </a:endParaRPr>
          </a:p>
          <a:p>
            <a:pPr marL="0" marR="0" lvl="1" indent="0" algn="ctr" rtl="0">
              <a:lnSpc>
                <a:spcPct val="110000"/>
              </a:lnSpc>
              <a:spcBef>
                <a:spcPts val="0"/>
              </a:spcBef>
              <a:spcAft>
                <a:spcPts val="0"/>
              </a:spcAft>
              <a:buClr>
                <a:srgbClr val="3F3F3F"/>
              </a:buClr>
              <a:buSzPts val="2200"/>
              <a:buFont typeface="Open Sans"/>
              <a:buNone/>
            </a:pPr>
            <a:r>
              <a:rPr lang="en-US" sz="2200" b="0" i="0" u="none" strike="noStrike" cap="none" dirty="0">
                <a:solidFill>
                  <a:srgbClr val="3F3F3F"/>
                </a:solidFill>
                <a:latin typeface="Open Sans"/>
                <a:ea typeface="Open Sans"/>
                <a:cs typeface="Open Sans"/>
                <a:sym typeface="Open Sans"/>
              </a:rPr>
              <a:t>The user or developer is required to set the framework with the following parameters:</a:t>
            </a:r>
            <a:endParaRPr sz="1400" b="0" i="0" u="none" strike="noStrike" cap="none" dirty="0">
              <a:solidFill>
                <a:srgbClr val="3F3F3F"/>
              </a:solidFill>
              <a:latin typeface="Arial"/>
              <a:ea typeface="Arial"/>
              <a:cs typeface="Arial"/>
              <a:sym typeface="Arial"/>
            </a:endParaRPr>
          </a:p>
        </p:txBody>
      </p:sp>
      <p:sp>
        <p:nvSpPr>
          <p:cNvPr id="3" name="Brandline_LVC">
            <a:extLst>
              <a:ext uri="{FF2B5EF4-FFF2-40B4-BE49-F238E27FC236}">
                <a16:creationId xmlns:a16="http://schemas.microsoft.com/office/drawing/2014/main" id="{28C8F2A8-A8E1-ED95-3F7D-CEC1354D4A04}"/>
              </a:ext>
            </a:extLst>
          </p:cNvPr>
          <p:cNvSpPr/>
          <p:nvPr/>
        </p:nvSpPr>
        <p:spPr>
          <a:xfrm>
            <a:off x="4292600" y="799585"/>
            <a:ext cx="7671673"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81"/>
        <p:cNvGrpSpPr/>
        <p:nvPr/>
      </p:nvGrpSpPr>
      <p:grpSpPr>
        <a:xfrm>
          <a:off x="0" y="0"/>
          <a:ext cx="0" cy="0"/>
          <a:chOff x="0" y="0"/>
          <a:chExt cx="0" cy="0"/>
        </a:xfrm>
      </p:grpSpPr>
      <p:sp>
        <p:nvSpPr>
          <p:cNvPr id="1083" name="Google Shape;1083;p85"/>
          <p:cNvSpPr>
            <a:spLocks noGrp="1"/>
          </p:cNvSpPr>
          <p:nvPr>
            <p:ph type="body" idx="1"/>
          </p:nvPr>
        </p:nvSpPr>
        <p:spPr>
          <a:xfrm>
            <a:off x="7575550" y="2298320"/>
            <a:ext cx="7469187" cy="5527418"/>
          </a:xfrm>
          <a:prstGeom prst="roundRect">
            <a:avLst>
              <a:gd name="adj" fmla="val 20665"/>
            </a:avLst>
          </a:prstGeom>
          <a:noFill/>
          <a:ln w="38100" cap="flat" cmpd="sng">
            <a:noFill/>
            <a:prstDash val="solid"/>
            <a:round/>
            <a:headEnd type="none" w="sm" len="sm"/>
            <a:tailEnd type="none" w="sm" len="sm"/>
          </a:ln>
        </p:spPr>
        <p:txBody>
          <a:bodyPr spcFirstLastPara="1" wrap="square" lIns="91425" tIns="45700" rIns="91425" bIns="45700" anchor="ctr" anchorCtr="0">
            <a:noAutofit/>
          </a:bodyPr>
          <a:lstStyle/>
          <a:p>
            <a:pPr marL="342900" lvl="1" indent="-342900" algn="l" rtl="0">
              <a:lnSpc>
                <a:spcPct val="100000"/>
              </a:lnSpc>
              <a:spcBef>
                <a:spcPts val="926"/>
              </a:spcBef>
              <a:spcAft>
                <a:spcPts val="0"/>
              </a:spcAft>
              <a:buSzPts val="2750"/>
              <a:buFont typeface="Arial"/>
              <a:buChar char="•"/>
            </a:pPr>
            <a:r>
              <a:rPr lang="en-US" sz="2200" dirty="0" err="1">
                <a:solidFill>
                  <a:srgbClr val="3F3F3F"/>
                </a:solidFill>
                <a:latin typeface="Open Sans"/>
                <a:ea typeface="Open Sans"/>
                <a:cs typeface="Open Sans"/>
                <a:sym typeface="Open Sans"/>
              </a:rPr>
              <a:t>ResourceManager</a:t>
            </a:r>
            <a:r>
              <a:rPr lang="en-US" sz="2200" dirty="0">
                <a:solidFill>
                  <a:srgbClr val="3F3F3F"/>
                </a:solidFill>
                <a:latin typeface="Open Sans"/>
                <a:ea typeface="Open Sans"/>
                <a:cs typeface="Open Sans"/>
                <a:sym typeface="Open Sans"/>
              </a:rPr>
              <a:t> accepts the input and hands over the job to </a:t>
            </a:r>
            <a:r>
              <a:rPr lang="en-US" sz="2200" dirty="0" err="1">
                <a:solidFill>
                  <a:srgbClr val="3F3F3F"/>
                </a:solidFill>
                <a:latin typeface="Open Sans"/>
                <a:ea typeface="Open Sans"/>
                <a:cs typeface="Open Sans"/>
                <a:sym typeface="Open Sans"/>
              </a:rPr>
              <a:t>ApplicationMaster</a:t>
            </a:r>
            <a:r>
              <a:rPr lang="en-US" sz="2200" dirty="0">
                <a:solidFill>
                  <a:srgbClr val="3F3F3F"/>
                </a:solidFill>
                <a:latin typeface="Open Sans"/>
                <a:ea typeface="Open Sans"/>
                <a:cs typeface="Open Sans"/>
                <a:sym typeface="Open Sans"/>
              </a:rPr>
              <a:t>, which divides the job into tasks.</a:t>
            </a:r>
            <a:endParaRPr dirty="0"/>
          </a:p>
          <a:p>
            <a:pPr marL="0" lvl="1" indent="0" algn="l" rtl="0">
              <a:lnSpc>
                <a:spcPct val="100000"/>
              </a:lnSpc>
              <a:spcBef>
                <a:spcPts val="926"/>
              </a:spcBef>
              <a:spcAft>
                <a:spcPts val="0"/>
              </a:spcAft>
              <a:buSzPts val="2750"/>
              <a:buNone/>
            </a:pPr>
            <a:endParaRPr sz="2200" dirty="0">
              <a:solidFill>
                <a:srgbClr val="3F3F3F"/>
              </a:solidFill>
              <a:latin typeface="Open Sans"/>
              <a:ea typeface="Open Sans"/>
              <a:cs typeface="Open Sans"/>
              <a:sym typeface="Open Sans"/>
            </a:endParaRPr>
          </a:p>
          <a:p>
            <a:pPr marL="342900" lvl="1" indent="-342900" algn="l" rtl="0">
              <a:lnSpc>
                <a:spcPct val="100000"/>
              </a:lnSpc>
              <a:spcBef>
                <a:spcPts val="926"/>
              </a:spcBef>
              <a:spcAft>
                <a:spcPts val="0"/>
              </a:spcAft>
              <a:buSzPts val="2750"/>
              <a:buFont typeface="Arial"/>
              <a:buChar char="•"/>
            </a:pPr>
            <a:r>
              <a:rPr lang="en-US" sz="2200" dirty="0" err="1">
                <a:solidFill>
                  <a:srgbClr val="3F3F3F"/>
                </a:solidFill>
                <a:latin typeface="Open Sans"/>
                <a:ea typeface="Open Sans"/>
                <a:cs typeface="Open Sans"/>
                <a:sym typeface="Open Sans"/>
              </a:rPr>
              <a:t>NodeManager</a:t>
            </a:r>
            <a:r>
              <a:rPr lang="en-US" sz="2200" dirty="0">
                <a:solidFill>
                  <a:srgbClr val="3F3F3F"/>
                </a:solidFill>
                <a:latin typeface="Open Sans"/>
                <a:ea typeface="Open Sans"/>
                <a:cs typeface="Open Sans"/>
                <a:sym typeface="Open Sans"/>
              </a:rPr>
              <a:t> completes the assignment by executing the map task as part of container execution.</a:t>
            </a:r>
            <a:endParaRPr dirty="0"/>
          </a:p>
          <a:p>
            <a:pPr marL="0" lvl="1" indent="0" algn="l" rtl="0">
              <a:lnSpc>
                <a:spcPct val="100000"/>
              </a:lnSpc>
              <a:spcBef>
                <a:spcPts val="926"/>
              </a:spcBef>
              <a:spcAft>
                <a:spcPts val="0"/>
              </a:spcAft>
              <a:buSzPts val="2750"/>
              <a:buNone/>
            </a:pPr>
            <a:endParaRPr sz="2200" dirty="0">
              <a:solidFill>
                <a:srgbClr val="3F3F3F"/>
              </a:solidFill>
              <a:latin typeface="Open Sans"/>
              <a:ea typeface="Open Sans"/>
              <a:cs typeface="Open Sans"/>
              <a:sym typeface="Open Sans"/>
            </a:endParaRPr>
          </a:p>
          <a:p>
            <a:pPr marL="342900" lvl="1" indent="-342900" algn="l" rtl="0">
              <a:lnSpc>
                <a:spcPct val="100000"/>
              </a:lnSpc>
              <a:spcBef>
                <a:spcPts val="926"/>
              </a:spcBef>
              <a:spcAft>
                <a:spcPts val="0"/>
              </a:spcAft>
              <a:buSzPts val="2750"/>
              <a:buFont typeface="Arial"/>
              <a:buChar char="•"/>
            </a:pPr>
            <a:r>
              <a:rPr lang="en-US" sz="2200" dirty="0">
                <a:solidFill>
                  <a:srgbClr val="3F3F3F"/>
                </a:solidFill>
                <a:latin typeface="Open Sans"/>
                <a:ea typeface="Open Sans"/>
                <a:cs typeface="Open Sans"/>
                <a:sym typeface="Open Sans"/>
              </a:rPr>
              <a:t>The reducer starts the merging process.</a:t>
            </a:r>
            <a:endParaRPr dirty="0"/>
          </a:p>
          <a:p>
            <a:pPr marL="0" lvl="1" indent="0" algn="l" rtl="0">
              <a:lnSpc>
                <a:spcPct val="100000"/>
              </a:lnSpc>
              <a:spcBef>
                <a:spcPts val="926"/>
              </a:spcBef>
              <a:spcAft>
                <a:spcPts val="0"/>
              </a:spcAft>
              <a:buSzPts val="2750"/>
              <a:buNone/>
            </a:pPr>
            <a:r>
              <a:rPr lang="en-US" sz="2200" dirty="0">
                <a:solidFill>
                  <a:srgbClr val="3F3F3F"/>
                </a:solidFill>
                <a:latin typeface="Open Sans"/>
                <a:ea typeface="Open Sans"/>
                <a:cs typeface="Open Sans"/>
                <a:sym typeface="Open Sans"/>
              </a:rPr>
              <a:t> </a:t>
            </a:r>
            <a:endParaRPr dirty="0"/>
          </a:p>
          <a:p>
            <a:pPr marL="342900" lvl="1" indent="-342900" algn="l" rtl="0">
              <a:lnSpc>
                <a:spcPct val="100000"/>
              </a:lnSpc>
              <a:spcBef>
                <a:spcPts val="926"/>
              </a:spcBef>
              <a:spcAft>
                <a:spcPts val="0"/>
              </a:spcAft>
              <a:buSzPts val="2750"/>
              <a:buFont typeface="Arial"/>
              <a:buChar char="•"/>
            </a:pPr>
            <a:r>
              <a:rPr lang="en-US" sz="2200" dirty="0">
                <a:solidFill>
                  <a:srgbClr val="3F3F3F"/>
                </a:solidFill>
                <a:latin typeface="Open Sans"/>
                <a:ea typeface="Open Sans"/>
                <a:cs typeface="Open Sans"/>
                <a:sym typeface="Open Sans"/>
              </a:rPr>
              <a:t>The output is collected. </a:t>
            </a:r>
            <a:endParaRPr dirty="0"/>
          </a:p>
          <a:p>
            <a:pPr marL="0" lvl="1" indent="0" algn="l" rtl="0">
              <a:lnSpc>
                <a:spcPct val="100000"/>
              </a:lnSpc>
              <a:spcBef>
                <a:spcPts val="926"/>
              </a:spcBef>
              <a:spcAft>
                <a:spcPts val="0"/>
              </a:spcAft>
              <a:buSzPts val="1920"/>
              <a:buNone/>
            </a:pPr>
            <a:endParaRPr sz="2200" dirty="0">
              <a:solidFill>
                <a:srgbClr val="3F3F3F"/>
              </a:solidFill>
              <a:latin typeface="Open Sans"/>
              <a:ea typeface="Open Sans"/>
              <a:cs typeface="Open Sans"/>
              <a:sym typeface="Open Sans"/>
            </a:endParaRPr>
          </a:p>
        </p:txBody>
      </p:sp>
      <p:sp>
        <p:nvSpPr>
          <p:cNvPr id="1082" name="Google Shape;1082;p85"/>
          <p:cNvSpPr/>
          <p:nvPr/>
        </p:nvSpPr>
        <p:spPr>
          <a:xfrm>
            <a:off x="7807199" y="2524809"/>
            <a:ext cx="7283449" cy="5134269"/>
          </a:xfrm>
          <a:prstGeom prst="roundRect">
            <a:avLst>
              <a:gd name="adj" fmla="val 5444"/>
            </a:avLst>
          </a:prstGeom>
          <a:noFill/>
          <a:ln w="25400" cap="flat" cmpd="sng">
            <a:solidFill>
              <a:srgbClr val="F7CAA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3F3F3F"/>
              </a:solidFill>
              <a:latin typeface="Arial"/>
              <a:ea typeface="Arial"/>
              <a:cs typeface="Arial"/>
              <a:sym typeface="Arial"/>
            </a:endParaRPr>
          </a:p>
        </p:txBody>
      </p:sp>
      <p:sp>
        <p:nvSpPr>
          <p:cNvPr id="1084" name="Google Shape;1084;p85"/>
          <p:cNvSpPr txBox="1"/>
          <p:nvPr/>
        </p:nvSpPr>
        <p:spPr>
          <a:xfrm>
            <a:off x="6370649" y="276365"/>
            <a:ext cx="3598545"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2800" b="1" i="0" u="none" strike="noStrike" cap="none" dirty="0">
                <a:solidFill>
                  <a:srgbClr val="3F3F3F"/>
                </a:solidFill>
                <a:latin typeface="Open Sans"/>
                <a:ea typeface="Open Sans"/>
                <a:cs typeface="Open Sans"/>
                <a:sym typeface="Open Sans"/>
              </a:rPr>
              <a:t>Set of Classes </a:t>
            </a:r>
            <a:endParaRPr sz="2800" b="1" i="0" u="none" strike="noStrike" cap="none" dirty="0">
              <a:solidFill>
                <a:srgbClr val="3F3F3F"/>
              </a:solidFill>
              <a:latin typeface="Open Sans"/>
              <a:ea typeface="Open Sans"/>
              <a:cs typeface="Open Sans"/>
              <a:sym typeface="Open Sans"/>
            </a:endParaRPr>
          </a:p>
        </p:txBody>
      </p:sp>
      <p:sp>
        <p:nvSpPr>
          <p:cNvPr id="1085" name="Google Shape;1085;p85"/>
          <p:cNvSpPr txBox="1"/>
          <p:nvPr/>
        </p:nvSpPr>
        <p:spPr>
          <a:xfrm>
            <a:off x="1466758" y="7935823"/>
            <a:ext cx="16002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3F3F3F"/>
                </a:solidFill>
                <a:latin typeface="Open Sans"/>
                <a:ea typeface="Open Sans"/>
                <a:cs typeface="Open Sans"/>
                <a:sym typeface="Open Sans"/>
              </a:rPr>
              <a:t>User supply</a:t>
            </a:r>
            <a:endParaRPr sz="1400" b="0" i="0" u="none" strike="noStrike" cap="none">
              <a:solidFill>
                <a:srgbClr val="3F3F3F"/>
              </a:solidFill>
              <a:latin typeface="Arial"/>
              <a:ea typeface="Arial"/>
              <a:cs typeface="Arial"/>
              <a:sym typeface="Arial"/>
            </a:endParaRPr>
          </a:p>
        </p:txBody>
      </p:sp>
      <p:sp>
        <p:nvSpPr>
          <p:cNvPr id="1086" name="Google Shape;1086;p85"/>
          <p:cNvSpPr/>
          <p:nvPr/>
        </p:nvSpPr>
        <p:spPr>
          <a:xfrm>
            <a:off x="1068467" y="2293161"/>
            <a:ext cx="2547591" cy="5431838"/>
          </a:xfrm>
          <a:prstGeom prst="roundRect">
            <a:avLst>
              <a:gd name="adj" fmla="val 5389"/>
            </a:avLst>
          </a:prstGeom>
          <a:solidFill>
            <a:srgbClr val="FBE4D4"/>
          </a:solidFill>
          <a:ln w="28575" cap="flat" cmpd="sng">
            <a:solidFill>
              <a:srgbClr val="F6C3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1087" name="Google Shape;1087;p85"/>
          <p:cNvSpPr/>
          <p:nvPr/>
        </p:nvSpPr>
        <p:spPr>
          <a:xfrm>
            <a:off x="1211263" y="2433420"/>
            <a:ext cx="2262001" cy="307506"/>
          </a:xfrm>
          <a:prstGeom prst="roundRect">
            <a:avLst>
              <a:gd name="adj" fmla="val 5389"/>
            </a:avLst>
          </a:prstGeom>
          <a:solidFill>
            <a:srgbClr val="FBE4D4"/>
          </a:solidFill>
          <a:ln w="19050" cap="flat" cmpd="sng">
            <a:solidFill>
              <a:srgbClr val="F6C3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3F3F3F"/>
                </a:solidFill>
                <a:latin typeface="Open Sans"/>
                <a:ea typeface="Open Sans"/>
                <a:cs typeface="Open Sans"/>
                <a:sym typeface="Open Sans"/>
              </a:rPr>
              <a:t>Job configuration</a:t>
            </a:r>
            <a:endParaRPr sz="1400" b="0" i="0" u="none" strike="noStrike" cap="none">
              <a:solidFill>
                <a:srgbClr val="3F3F3F"/>
              </a:solidFill>
              <a:latin typeface="Arial"/>
              <a:ea typeface="Arial"/>
              <a:cs typeface="Arial"/>
              <a:sym typeface="Arial"/>
            </a:endParaRPr>
          </a:p>
        </p:txBody>
      </p:sp>
      <p:sp>
        <p:nvSpPr>
          <p:cNvPr id="1088" name="Google Shape;1088;p85"/>
          <p:cNvSpPr/>
          <p:nvPr/>
        </p:nvSpPr>
        <p:spPr>
          <a:xfrm>
            <a:off x="1211263" y="2943333"/>
            <a:ext cx="2262001" cy="307506"/>
          </a:xfrm>
          <a:prstGeom prst="roundRect">
            <a:avLst>
              <a:gd name="adj" fmla="val 5389"/>
            </a:avLst>
          </a:prstGeom>
          <a:solidFill>
            <a:srgbClr val="FBE4D4"/>
          </a:solidFill>
          <a:ln w="19050" cap="flat" cmpd="sng">
            <a:solidFill>
              <a:srgbClr val="F6C3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3F3F3F"/>
                </a:solidFill>
                <a:latin typeface="Open Sans"/>
                <a:ea typeface="Open Sans"/>
                <a:cs typeface="Open Sans"/>
                <a:sym typeface="Open Sans"/>
              </a:rPr>
              <a:t>Input format</a:t>
            </a:r>
            <a:endParaRPr sz="1400" b="0" i="0" u="none" strike="noStrike" cap="none">
              <a:solidFill>
                <a:srgbClr val="3F3F3F"/>
              </a:solidFill>
              <a:latin typeface="Arial"/>
              <a:ea typeface="Arial"/>
              <a:cs typeface="Arial"/>
              <a:sym typeface="Arial"/>
            </a:endParaRPr>
          </a:p>
        </p:txBody>
      </p:sp>
      <p:sp>
        <p:nvSpPr>
          <p:cNvPr id="1089" name="Google Shape;1089;p85"/>
          <p:cNvSpPr/>
          <p:nvPr/>
        </p:nvSpPr>
        <p:spPr>
          <a:xfrm>
            <a:off x="1211263" y="3452190"/>
            <a:ext cx="2262001" cy="307506"/>
          </a:xfrm>
          <a:prstGeom prst="roundRect">
            <a:avLst>
              <a:gd name="adj" fmla="val 5389"/>
            </a:avLst>
          </a:prstGeom>
          <a:solidFill>
            <a:srgbClr val="FBE4D4"/>
          </a:solidFill>
          <a:ln w="19050" cap="flat" cmpd="sng">
            <a:solidFill>
              <a:srgbClr val="F6C3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3F3F3F"/>
                </a:solidFill>
                <a:latin typeface="Open Sans"/>
                <a:ea typeface="Open Sans"/>
                <a:cs typeface="Open Sans"/>
                <a:sym typeface="Open Sans"/>
              </a:rPr>
              <a:t>Input location</a:t>
            </a:r>
            <a:endParaRPr sz="1400" b="0" i="0" u="none" strike="noStrike" cap="none">
              <a:solidFill>
                <a:srgbClr val="3F3F3F"/>
              </a:solidFill>
              <a:latin typeface="Arial"/>
              <a:ea typeface="Arial"/>
              <a:cs typeface="Arial"/>
              <a:sym typeface="Arial"/>
            </a:endParaRPr>
          </a:p>
        </p:txBody>
      </p:sp>
      <p:sp>
        <p:nvSpPr>
          <p:cNvPr id="1090" name="Google Shape;1090;p85"/>
          <p:cNvSpPr/>
          <p:nvPr/>
        </p:nvSpPr>
        <p:spPr>
          <a:xfrm>
            <a:off x="1211263" y="3961047"/>
            <a:ext cx="2262001" cy="307506"/>
          </a:xfrm>
          <a:prstGeom prst="roundRect">
            <a:avLst>
              <a:gd name="adj" fmla="val 5389"/>
            </a:avLst>
          </a:prstGeom>
          <a:solidFill>
            <a:srgbClr val="FBE4D4"/>
          </a:solidFill>
          <a:ln w="19050" cap="flat" cmpd="sng">
            <a:solidFill>
              <a:srgbClr val="F6C3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3F3F3F"/>
                </a:solidFill>
                <a:latin typeface="Open Sans"/>
                <a:ea typeface="Open Sans"/>
                <a:cs typeface="Open Sans"/>
                <a:sym typeface="Open Sans"/>
              </a:rPr>
              <a:t>Map function</a:t>
            </a:r>
            <a:endParaRPr sz="1400" b="0" i="0" u="none" strike="noStrike" cap="none">
              <a:solidFill>
                <a:srgbClr val="3F3F3F"/>
              </a:solidFill>
              <a:latin typeface="Arial"/>
              <a:ea typeface="Arial"/>
              <a:cs typeface="Arial"/>
              <a:sym typeface="Arial"/>
            </a:endParaRPr>
          </a:p>
        </p:txBody>
      </p:sp>
      <p:sp>
        <p:nvSpPr>
          <p:cNvPr id="1091" name="Google Shape;1091;p85"/>
          <p:cNvSpPr/>
          <p:nvPr/>
        </p:nvSpPr>
        <p:spPr>
          <a:xfrm>
            <a:off x="1211263" y="4469904"/>
            <a:ext cx="2262001" cy="537445"/>
          </a:xfrm>
          <a:prstGeom prst="roundRect">
            <a:avLst>
              <a:gd name="adj" fmla="val 5389"/>
            </a:avLst>
          </a:prstGeom>
          <a:solidFill>
            <a:srgbClr val="FBE4D4"/>
          </a:solidFill>
          <a:ln w="19050" cap="flat" cmpd="sng">
            <a:solidFill>
              <a:srgbClr val="F6C3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3F3F3F"/>
                </a:solidFill>
                <a:latin typeface="Open Sans"/>
                <a:ea typeface="Open Sans"/>
                <a:cs typeface="Open Sans"/>
                <a:sym typeface="Open Sans"/>
              </a:rPr>
              <a:t>Number of reduce</a:t>
            </a:r>
            <a:endParaRPr sz="1400" b="0" i="0" u="none" strike="noStrike" cap="none">
              <a:solidFill>
                <a:srgbClr val="3F3F3F"/>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3F3F3F"/>
                </a:solidFill>
                <a:latin typeface="Open Sans"/>
                <a:ea typeface="Open Sans"/>
                <a:cs typeface="Open Sans"/>
                <a:sym typeface="Open Sans"/>
              </a:rPr>
              <a:t>task</a:t>
            </a:r>
            <a:endParaRPr sz="1400" b="0" i="0" u="none" strike="noStrike" cap="none">
              <a:solidFill>
                <a:srgbClr val="3F3F3F"/>
              </a:solidFill>
              <a:latin typeface="Arial"/>
              <a:ea typeface="Arial"/>
              <a:cs typeface="Arial"/>
              <a:sym typeface="Arial"/>
            </a:endParaRPr>
          </a:p>
        </p:txBody>
      </p:sp>
      <p:sp>
        <p:nvSpPr>
          <p:cNvPr id="1092" name="Google Shape;1092;p85"/>
          <p:cNvSpPr/>
          <p:nvPr/>
        </p:nvSpPr>
        <p:spPr>
          <a:xfrm>
            <a:off x="1211263" y="5208700"/>
            <a:ext cx="2262001" cy="307506"/>
          </a:xfrm>
          <a:prstGeom prst="roundRect">
            <a:avLst>
              <a:gd name="adj" fmla="val 5389"/>
            </a:avLst>
          </a:prstGeom>
          <a:solidFill>
            <a:srgbClr val="FBE4D4"/>
          </a:solidFill>
          <a:ln w="19050" cap="flat" cmpd="sng">
            <a:solidFill>
              <a:srgbClr val="F6C3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3F3F3F"/>
                </a:solidFill>
                <a:latin typeface="Open Sans"/>
                <a:ea typeface="Open Sans"/>
                <a:cs typeface="Open Sans"/>
                <a:sym typeface="Open Sans"/>
              </a:rPr>
              <a:t>Reduce function</a:t>
            </a:r>
            <a:endParaRPr sz="1400" b="0" i="0" u="none" strike="noStrike" cap="none">
              <a:solidFill>
                <a:srgbClr val="3F3F3F"/>
              </a:solidFill>
              <a:latin typeface="Arial"/>
              <a:ea typeface="Arial"/>
              <a:cs typeface="Arial"/>
              <a:sym typeface="Arial"/>
            </a:endParaRPr>
          </a:p>
        </p:txBody>
      </p:sp>
      <p:sp>
        <p:nvSpPr>
          <p:cNvPr id="1093" name="Google Shape;1093;p85"/>
          <p:cNvSpPr/>
          <p:nvPr/>
        </p:nvSpPr>
        <p:spPr>
          <a:xfrm>
            <a:off x="1211263" y="5717557"/>
            <a:ext cx="2262001" cy="307506"/>
          </a:xfrm>
          <a:prstGeom prst="roundRect">
            <a:avLst>
              <a:gd name="adj" fmla="val 5389"/>
            </a:avLst>
          </a:prstGeom>
          <a:solidFill>
            <a:srgbClr val="FBE4D4"/>
          </a:solidFill>
          <a:ln w="19050" cap="flat" cmpd="sng">
            <a:solidFill>
              <a:srgbClr val="F6C3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3F3F3F"/>
                </a:solidFill>
                <a:latin typeface="Open Sans"/>
                <a:ea typeface="Open Sans"/>
                <a:cs typeface="Open Sans"/>
                <a:sym typeface="Open Sans"/>
              </a:rPr>
              <a:t>Output key type</a:t>
            </a:r>
            <a:endParaRPr sz="1400" b="0" i="0" u="none" strike="noStrike" cap="none">
              <a:solidFill>
                <a:srgbClr val="3F3F3F"/>
              </a:solidFill>
              <a:latin typeface="Arial"/>
              <a:ea typeface="Arial"/>
              <a:cs typeface="Arial"/>
              <a:sym typeface="Arial"/>
            </a:endParaRPr>
          </a:p>
        </p:txBody>
      </p:sp>
      <p:sp>
        <p:nvSpPr>
          <p:cNvPr id="1094" name="Google Shape;1094;p85"/>
          <p:cNvSpPr/>
          <p:nvPr/>
        </p:nvSpPr>
        <p:spPr>
          <a:xfrm>
            <a:off x="1211263" y="6226414"/>
            <a:ext cx="2262001" cy="307506"/>
          </a:xfrm>
          <a:prstGeom prst="roundRect">
            <a:avLst>
              <a:gd name="adj" fmla="val 5389"/>
            </a:avLst>
          </a:prstGeom>
          <a:solidFill>
            <a:srgbClr val="FBE4D4"/>
          </a:solidFill>
          <a:ln w="19050" cap="flat" cmpd="sng">
            <a:solidFill>
              <a:srgbClr val="F6C3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3F3F3F"/>
                </a:solidFill>
                <a:latin typeface="Open Sans"/>
                <a:ea typeface="Open Sans"/>
                <a:cs typeface="Open Sans"/>
                <a:sym typeface="Open Sans"/>
              </a:rPr>
              <a:t>Output value type</a:t>
            </a:r>
            <a:endParaRPr sz="1400" b="0" i="0" u="none" strike="noStrike" cap="none">
              <a:solidFill>
                <a:srgbClr val="3F3F3F"/>
              </a:solidFill>
              <a:latin typeface="Arial"/>
              <a:ea typeface="Arial"/>
              <a:cs typeface="Arial"/>
              <a:sym typeface="Arial"/>
            </a:endParaRPr>
          </a:p>
        </p:txBody>
      </p:sp>
      <p:sp>
        <p:nvSpPr>
          <p:cNvPr id="1095" name="Google Shape;1095;p85"/>
          <p:cNvSpPr/>
          <p:nvPr/>
        </p:nvSpPr>
        <p:spPr>
          <a:xfrm>
            <a:off x="1211263" y="6735271"/>
            <a:ext cx="2262001" cy="307506"/>
          </a:xfrm>
          <a:prstGeom prst="roundRect">
            <a:avLst>
              <a:gd name="adj" fmla="val 5389"/>
            </a:avLst>
          </a:prstGeom>
          <a:solidFill>
            <a:srgbClr val="FBE4D4"/>
          </a:solidFill>
          <a:ln w="19050" cap="flat" cmpd="sng">
            <a:solidFill>
              <a:srgbClr val="F6C3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3F3F3F"/>
                </a:solidFill>
                <a:latin typeface="Open Sans"/>
                <a:ea typeface="Open Sans"/>
                <a:cs typeface="Open Sans"/>
                <a:sym typeface="Open Sans"/>
              </a:rPr>
              <a:t>Output format</a:t>
            </a:r>
            <a:endParaRPr sz="1400" b="0" i="0" u="none" strike="noStrike" cap="none">
              <a:solidFill>
                <a:srgbClr val="3F3F3F"/>
              </a:solidFill>
              <a:latin typeface="Arial"/>
              <a:ea typeface="Arial"/>
              <a:cs typeface="Arial"/>
              <a:sym typeface="Arial"/>
            </a:endParaRPr>
          </a:p>
        </p:txBody>
      </p:sp>
      <p:sp>
        <p:nvSpPr>
          <p:cNvPr id="1096" name="Google Shape;1096;p85"/>
          <p:cNvSpPr/>
          <p:nvPr/>
        </p:nvSpPr>
        <p:spPr>
          <a:xfrm>
            <a:off x="1211263" y="7244131"/>
            <a:ext cx="2262001" cy="307506"/>
          </a:xfrm>
          <a:prstGeom prst="roundRect">
            <a:avLst>
              <a:gd name="adj" fmla="val 5389"/>
            </a:avLst>
          </a:prstGeom>
          <a:solidFill>
            <a:srgbClr val="FBE4D4"/>
          </a:solidFill>
          <a:ln w="19050" cap="flat" cmpd="sng">
            <a:solidFill>
              <a:srgbClr val="F6C3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3F3F3F"/>
                </a:solidFill>
                <a:latin typeface="Open Sans"/>
                <a:ea typeface="Open Sans"/>
                <a:cs typeface="Open Sans"/>
                <a:sym typeface="Open Sans"/>
              </a:rPr>
              <a:t>Output location</a:t>
            </a:r>
            <a:endParaRPr sz="1400" b="0" i="0" u="none" strike="noStrike" cap="none">
              <a:solidFill>
                <a:srgbClr val="3F3F3F"/>
              </a:solidFill>
              <a:latin typeface="Arial"/>
              <a:ea typeface="Arial"/>
              <a:cs typeface="Arial"/>
              <a:sym typeface="Arial"/>
            </a:endParaRPr>
          </a:p>
        </p:txBody>
      </p:sp>
      <p:sp>
        <p:nvSpPr>
          <p:cNvPr id="1097" name="Google Shape;1097;p85"/>
          <p:cNvSpPr txBox="1"/>
          <p:nvPr/>
        </p:nvSpPr>
        <p:spPr>
          <a:xfrm>
            <a:off x="4563198" y="7914132"/>
            <a:ext cx="2547592"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3F3F3F"/>
                </a:solidFill>
                <a:latin typeface="Open Sans"/>
                <a:ea typeface="Open Sans"/>
                <a:cs typeface="Open Sans"/>
                <a:sym typeface="Open Sans"/>
              </a:rPr>
              <a:t>Framework supply</a:t>
            </a:r>
            <a:endParaRPr sz="1400" b="0" i="0" u="none" strike="noStrike" cap="none">
              <a:solidFill>
                <a:srgbClr val="3F3F3F"/>
              </a:solidFill>
              <a:latin typeface="Arial"/>
              <a:ea typeface="Arial"/>
              <a:cs typeface="Arial"/>
              <a:sym typeface="Arial"/>
            </a:endParaRPr>
          </a:p>
        </p:txBody>
      </p:sp>
      <p:sp>
        <p:nvSpPr>
          <p:cNvPr id="1098" name="Google Shape;1098;p85"/>
          <p:cNvSpPr/>
          <p:nvPr/>
        </p:nvSpPr>
        <p:spPr>
          <a:xfrm>
            <a:off x="4403497" y="2293161"/>
            <a:ext cx="2547591" cy="5431838"/>
          </a:xfrm>
          <a:prstGeom prst="roundRect">
            <a:avLst>
              <a:gd name="adj" fmla="val 5389"/>
            </a:avLst>
          </a:prstGeom>
          <a:solidFill>
            <a:srgbClr val="FBE4D4"/>
          </a:solidFill>
          <a:ln w="28575" cap="flat" cmpd="sng">
            <a:solidFill>
              <a:srgbClr val="F6C3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1099" name="Google Shape;1099;p85"/>
          <p:cNvSpPr/>
          <p:nvPr/>
        </p:nvSpPr>
        <p:spPr>
          <a:xfrm>
            <a:off x="4563198" y="2434476"/>
            <a:ext cx="2258568" cy="616156"/>
          </a:xfrm>
          <a:prstGeom prst="roundRect">
            <a:avLst>
              <a:gd name="adj" fmla="val 5389"/>
            </a:avLst>
          </a:prstGeom>
          <a:solidFill>
            <a:srgbClr val="FBE4D4"/>
          </a:solidFill>
          <a:ln w="19050" cap="flat" cmpd="sng">
            <a:solidFill>
              <a:srgbClr val="F6C3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3F3F3F"/>
                </a:solidFill>
                <a:latin typeface="Open Sans"/>
                <a:ea typeface="Open Sans"/>
                <a:cs typeface="Open Sans"/>
                <a:sym typeface="Open Sans"/>
              </a:rPr>
              <a:t>Input settings and distribution</a:t>
            </a:r>
            <a:endParaRPr sz="1400" b="0" i="0" u="none" strike="noStrike" cap="none">
              <a:solidFill>
                <a:srgbClr val="3F3F3F"/>
              </a:solidFill>
              <a:latin typeface="Arial"/>
              <a:ea typeface="Arial"/>
              <a:cs typeface="Arial"/>
              <a:sym typeface="Arial"/>
            </a:endParaRPr>
          </a:p>
        </p:txBody>
      </p:sp>
      <p:sp>
        <p:nvSpPr>
          <p:cNvPr id="1100" name="Google Shape;1100;p85"/>
          <p:cNvSpPr/>
          <p:nvPr/>
        </p:nvSpPr>
        <p:spPr>
          <a:xfrm>
            <a:off x="4563199" y="3313634"/>
            <a:ext cx="2258568" cy="616481"/>
          </a:xfrm>
          <a:prstGeom prst="roundRect">
            <a:avLst>
              <a:gd name="adj" fmla="val 5389"/>
            </a:avLst>
          </a:prstGeom>
          <a:solidFill>
            <a:srgbClr val="FBE4D4"/>
          </a:solidFill>
          <a:ln w="19050" cap="flat" cmpd="sng">
            <a:solidFill>
              <a:srgbClr val="F6C3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3F3F3F"/>
                </a:solidFill>
                <a:latin typeface="Open Sans"/>
                <a:ea typeface="Open Sans"/>
                <a:cs typeface="Open Sans"/>
                <a:sym typeface="Open Sans"/>
              </a:rPr>
              <a:t>Start of individual map task</a:t>
            </a:r>
            <a:endParaRPr sz="1400" b="0" i="0" u="none" strike="noStrike" cap="none">
              <a:solidFill>
                <a:srgbClr val="3F3F3F"/>
              </a:solidFill>
              <a:latin typeface="Arial"/>
              <a:ea typeface="Arial"/>
              <a:cs typeface="Arial"/>
              <a:sym typeface="Arial"/>
            </a:endParaRPr>
          </a:p>
        </p:txBody>
      </p:sp>
      <p:sp>
        <p:nvSpPr>
          <p:cNvPr id="1101" name="Google Shape;1101;p85"/>
          <p:cNvSpPr/>
          <p:nvPr/>
        </p:nvSpPr>
        <p:spPr>
          <a:xfrm>
            <a:off x="4563199" y="4171951"/>
            <a:ext cx="2258568" cy="723792"/>
          </a:xfrm>
          <a:prstGeom prst="roundRect">
            <a:avLst>
              <a:gd name="adj" fmla="val 5389"/>
            </a:avLst>
          </a:prstGeom>
          <a:solidFill>
            <a:srgbClr val="FBE4D4"/>
          </a:solidFill>
          <a:ln w="19050" cap="flat" cmpd="sng">
            <a:solidFill>
              <a:srgbClr val="F6C3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3F3F3F"/>
                </a:solidFill>
                <a:latin typeface="Open Sans"/>
                <a:ea typeface="Open Sans"/>
                <a:cs typeface="Open Sans"/>
                <a:sym typeface="Open Sans"/>
              </a:rPr>
              <a:t>Shuffle, partition/sort, and map output</a:t>
            </a:r>
            <a:endParaRPr sz="1400" b="0" i="0" u="none" strike="noStrike" cap="none">
              <a:solidFill>
                <a:srgbClr val="3F3F3F"/>
              </a:solidFill>
              <a:latin typeface="Arial"/>
              <a:ea typeface="Arial"/>
              <a:cs typeface="Arial"/>
              <a:sym typeface="Arial"/>
            </a:endParaRPr>
          </a:p>
        </p:txBody>
      </p:sp>
      <p:sp>
        <p:nvSpPr>
          <p:cNvPr id="1102" name="Google Shape;1102;p85"/>
          <p:cNvSpPr/>
          <p:nvPr/>
        </p:nvSpPr>
        <p:spPr>
          <a:xfrm>
            <a:off x="4563199" y="5121650"/>
            <a:ext cx="2258568" cy="803430"/>
          </a:xfrm>
          <a:prstGeom prst="roundRect">
            <a:avLst>
              <a:gd name="adj" fmla="val 5389"/>
            </a:avLst>
          </a:prstGeom>
          <a:solidFill>
            <a:srgbClr val="FBE4D4"/>
          </a:solidFill>
          <a:ln w="19050" cap="flat" cmpd="sng">
            <a:solidFill>
              <a:srgbClr val="F6C3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3F3F3F"/>
                </a:solidFill>
                <a:latin typeface="Open Sans"/>
                <a:ea typeface="Open Sans"/>
                <a:cs typeface="Open Sans"/>
                <a:sym typeface="Open Sans"/>
              </a:rPr>
              <a:t>Merge sort for map output for each reduce task</a:t>
            </a:r>
            <a:endParaRPr sz="1400" b="0" i="0" u="none" strike="noStrike" cap="none">
              <a:solidFill>
                <a:srgbClr val="3F3F3F"/>
              </a:solidFill>
              <a:latin typeface="Arial"/>
              <a:ea typeface="Arial"/>
              <a:cs typeface="Arial"/>
              <a:sym typeface="Arial"/>
            </a:endParaRPr>
          </a:p>
        </p:txBody>
      </p:sp>
      <p:sp>
        <p:nvSpPr>
          <p:cNvPr id="1103" name="Google Shape;1103;p85"/>
          <p:cNvSpPr/>
          <p:nvPr/>
        </p:nvSpPr>
        <p:spPr>
          <a:xfrm>
            <a:off x="4563198" y="6169031"/>
            <a:ext cx="2258568" cy="592638"/>
          </a:xfrm>
          <a:prstGeom prst="roundRect">
            <a:avLst>
              <a:gd name="adj" fmla="val 5389"/>
            </a:avLst>
          </a:prstGeom>
          <a:solidFill>
            <a:srgbClr val="FBE4D4"/>
          </a:solidFill>
          <a:ln w="19050" cap="flat" cmpd="sng">
            <a:solidFill>
              <a:srgbClr val="F6C3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3F3F3F"/>
                </a:solidFill>
                <a:latin typeface="Open Sans"/>
                <a:ea typeface="Open Sans"/>
                <a:cs typeface="Open Sans"/>
                <a:sym typeface="Open Sans"/>
              </a:rPr>
              <a:t>Start of individual reduce task</a:t>
            </a:r>
            <a:endParaRPr sz="1400" b="0" i="0" u="none" strike="noStrike" cap="none">
              <a:solidFill>
                <a:srgbClr val="3F3F3F"/>
              </a:solidFill>
              <a:latin typeface="Arial"/>
              <a:ea typeface="Arial"/>
              <a:cs typeface="Arial"/>
              <a:sym typeface="Arial"/>
            </a:endParaRPr>
          </a:p>
        </p:txBody>
      </p:sp>
      <p:sp>
        <p:nvSpPr>
          <p:cNvPr id="1104" name="Google Shape;1104;p85"/>
          <p:cNvSpPr/>
          <p:nvPr/>
        </p:nvSpPr>
        <p:spPr>
          <a:xfrm>
            <a:off x="4563198" y="7024673"/>
            <a:ext cx="2258568" cy="622213"/>
          </a:xfrm>
          <a:prstGeom prst="roundRect">
            <a:avLst>
              <a:gd name="adj" fmla="val 5389"/>
            </a:avLst>
          </a:prstGeom>
          <a:solidFill>
            <a:srgbClr val="FBE4D4"/>
          </a:solidFill>
          <a:ln w="19050" cap="flat" cmpd="sng">
            <a:solidFill>
              <a:srgbClr val="F6C3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3F3F3F"/>
                </a:solidFill>
                <a:latin typeface="Open Sans"/>
                <a:ea typeface="Open Sans"/>
                <a:cs typeface="Open Sans"/>
                <a:sym typeface="Open Sans"/>
              </a:rPr>
              <a:t>Collection of final output</a:t>
            </a:r>
            <a:endParaRPr sz="1400" b="0" i="0" u="none" strike="noStrike" cap="none">
              <a:solidFill>
                <a:srgbClr val="3F3F3F"/>
              </a:solidFill>
              <a:latin typeface="Arial"/>
              <a:ea typeface="Arial"/>
              <a:cs typeface="Arial"/>
              <a:sym typeface="Arial"/>
            </a:endParaRPr>
          </a:p>
        </p:txBody>
      </p:sp>
      <p:sp>
        <p:nvSpPr>
          <p:cNvPr id="1105" name="Google Shape;1105;p85"/>
          <p:cNvSpPr/>
          <p:nvPr/>
        </p:nvSpPr>
        <p:spPr>
          <a:xfrm>
            <a:off x="5561805" y="3082781"/>
            <a:ext cx="195338" cy="209186"/>
          </a:xfrm>
          <a:prstGeom prst="downArrow">
            <a:avLst>
              <a:gd name="adj1" fmla="val 50000"/>
              <a:gd name="adj2" fmla="val 50000"/>
            </a:avLst>
          </a:prstGeom>
          <a:solidFill>
            <a:srgbClr val="FBE4D4"/>
          </a:solidFill>
          <a:ln w="25400" cap="flat" cmpd="sng">
            <a:solidFill>
              <a:srgbClr val="F6C3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1106" name="Google Shape;1106;p85"/>
          <p:cNvSpPr/>
          <p:nvPr/>
        </p:nvSpPr>
        <p:spPr>
          <a:xfrm>
            <a:off x="5554176" y="3951271"/>
            <a:ext cx="195338" cy="209186"/>
          </a:xfrm>
          <a:prstGeom prst="downArrow">
            <a:avLst>
              <a:gd name="adj1" fmla="val 50000"/>
              <a:gd name="adj2" fmla="val 50000"/>
            </a:avLst>
          </a:prstGeom>
          <a:solidFill>
            <a:srgbClr val="FBE4D4"/>
          </a:solidFill>
          <a:ln w="25400" cap="flat" cmpd="sng">
            <a:solidFill>
              <a:srgbClr val="F6C3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1107" name="Google Shape;1107;p85"/>
          <p:cNvSpPr/>
          <p:nvPr/>
        </p:nvSpPr>
        <p:spPr>
          <a:xfrm>
            <a:off x="5554167" y="4922649"/>
            <a:ext cx="195338" cy="209186"/>
          </a:xfrm>
          <a:prstGeom prst="downArrow">
            <a:avLst>
              <a:gd name="adj1" fmla="val 50000"/>
              <a:gd name="adj2" fmla="val 50000"/>
            </a:avLst>
          </a:prstGeom>
          <a:solidFill>
            <a:srgbClr val="FBE4D4"/>
          </a:solidFill>
          <a:ln w="25400" cap="flat" cmpd="sng">
            <a:solidFill>
              <a:srgbClr val="F6C3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1108" name="Google Shape;1108;p85"/>
          <p:cNvSpPr/>
          <p:nvPr/>
        </p:nvSpPr>
        <p:spPr>
          <a:xfrm>
            <a:off x="5554167" y="5953759"/>
            <a:ext cx="195338" cy="209186"/>
          </a:xfrm>
          <a:prstGeom prst="downArrow">
            <a:avLst>
              <a:gd name="adj1" fmla="val 50000"/>
              <a:gd name="adj2" fmla="val 50000"/>
            </a:avLst>
          </a:prstGeom>
          <a:solidFill>
            <a:srgbClr val="FBE4D4"/>
          </a:solidFill>
          <a:ln w="25400" cap="flat" cmpd="sng">
            <a:solidFill>
              <a:srgbClr val="F6C3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1109" name="Google Shape;1109;p85"/>
          <p:cNvSpPr/>
          <p:nvPr/>
        </p:nvSpPr>
        <p:spPr>
          <a:xfrm>
            <a:off x="5561805" y="6790351"/>
            <a:ext cx="195338" cy="209186"/>
          </a:xfrm>
          <a:prstGeom prst="downArrow">
            <a:avLst>
              <a:gd name="adj1" fmla="val 50000"/>
              <a:gd name="adj2" fmla="val 50000"/>
            </a:avLst>
          </a:prstGeom>
          <a:solidFill>
            <a:srgbClr val="FBE4D4"/>
          </a:solidFill>
          <a:ln w="25400" cap="flat" cmpd="sng">
            <a:solidFill>
              <a:srgbClr val="F6C3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1110" name="Google Shape;1110;p85"/>
          <p:cNvSpPr/>
          <p:nvPr/>
        </p:nvSpPr>
        <p:spPr>
          <a:xfrm>
            <a:off x="2118919" y="1358096"/>
            <a:ext cx="12300156" cy="531614"/>
          </a:xfrm>
          <a:prstGeom prst="roundRect">
            <a:avLst>
              <a:gd name="adj" fmla="val 16667"/>
            </a:avLst>
          </a:prstGeom>
          <a:solidFill>
            <a:schemeClr val="lt1"/>
          </a:solidFill>
          <a:ln w="25400" cap="flat" cmpd="sng">
            <a:solidFill>
              <a:schemeClr val="lt1"/>
            </a:solidFill>
            <a:prstDash val="solid"/>
            <a:round/>
            <a:headEnd type="none" w="sm" len="sm"/>
            <a:tailEnd type="none" w="sm" len="sm"/>
          </a:ln>
        </p:spPr>
        <p:txBody>
          <a:bodyPr spcFirstLastPara="1" wrap="square" lIns="91425" tIns="360000" rIns="91425" bIns="324000" anchor="ctr" anchorCtr="0">
            <a:noAutofit/>
          </a:bodyPr>
          <a:lstStyle/>
          <a:p>
            <a:pPr marL="0" marR="0" lvl="1" indent="0" algn="ctr" rtl="0">
              <a:lnSpc>
                <a:spcPct val="110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The image below shows the set of classes under user supply and the framework supply. </a:t>
            </a:r>
            <a:endParaRPr sz="1400" b="0" i="0" u="none" strike="noStrike" cap="none">
              <a:solidFill>
                <a:srgbClr val="3F3F3F"/>
              </a:solidFill>
              <a:latin typeface="Arial"/>
              <a:ea typeface="Arial"/>
              <a:cs typeface="Arial"/>
              <a:sym typeface="Arial"/>
            </a:endParaRPr>
          </a:p>
        </p:txBody>
      </p:sp>
      <p:cxnSp>
        <p:nvCxnSpPr>
          <p:cNvPr id="1112" name="Google Shape;1112;p85"/>
          <p:cNvCxnSpPr>
            <a:endCxn id="1099" idx="1"/>
          </p:cNvCxnSpPr>
          <p:nvPr/>
        </p:nvCxnSpPr>
        <p:spPr>
          <a:xfrm rot="10800000" flipH="1">
            <a:off x="3473298" y="2742554"/>
            <a:ext cx="1089900" cy="361800"/>
          </a:xfrm>
          <a:prstGeom prst="straightConnector1">
            <a:avLst/>
          </a:prstGeom>
          <a:noFill/>
          <a:ln w="28575" cap="flat" cmpd="sng">
            <a:solidFill>
              <a:schemeClr val="accent2"/>
            </a:solidFill>
            <a:prstDash val="solid"/>
            <a:round/>
            <a:headEnd type="none" w="sm" len="sm"/>
            <a:tailEnd type="stealth" w="med" len="med"/>
          </a:ln>
        </p:spPr>
      </p:cxnSp>
      <p:cxnSp>
        <p:nvCxnSpPr>
          <p:cNvPr id="1113" name="Google Shape;1113;p85"/>
          <p:cNvCxnSpPr/>
          <p:nvPr/>
        </p:nvCxnSpPr>
        <p:spPr>
          <a:xfrm rot="10800000" flipH="1">
            <a:off x="3479794" y="3050632"/>
            <a:ext cx="1083404" cy="573176"/>
          </a:xfrm>
          <a:prstGeom prst="straightConnector1">
            <a:avLst/>
          </a:prstGeom>
          <a:noFill/>
          <a:ln w="28575" cap="flat" cmpd="sng">
            <a:solidFill>
              <a:schemeClr val="accent2"/>
            </a:solidFill>
            <a:prstDash val="solid"/>
            <a:round/>
            <a:headEnd type="none" w="sm" len="sm"/>
            <a:tailEnd type="stealth" w="med" len="med"/>
          </a:ln>
        </p:spPr>
      </p:cxnSp>
      <p:cxnSp>
        <p:nvCxnSpPr>
          <p:cNvPr id="1114" name="Google Shape;1114;p85"/>
          <p:cNvCxnSpPr>
            <a:stCxn id="1092" idx="3"/>
            <a:endCxn id="1103" idx="1"/>
          </p:cNvCxnSpPr>
          <p:nvPr/>
        </p:nvCxnSpPr>
        <p:spPr>
          <a:xfrm>
            <a:off x="3473264" y="5362453"/>
            <a:ext cx="1089900" cy="1102800"/>
          </a:xfrm>
          <a:prstGeom prst="straightConnector1">
            <a:avLst/>
          </a:prstGeom>
          <a:noFill/>
          <a:ln w="28575" cap="flat" cmpd="sng">
            <a:solidFill>
              <a:schemeClr val="accent2"/>
            </a:solidFill>
            <a:prstDash val="solid"/>
            <a:round/>
            <a:headEnd type="none" w="sm" len="sm"/>
            <a:tailEnd type="stealth" w="med" len="med"/>
          </a:ln>
        </p:spPr>
      </p:cxnSp>
      <p:cxnSp>
        <p:nvCxnSpPr>
          <p:cNvPr id="1115" name="Google Shape;1115;p85"/>
          <p:cNvCxnSpPr>
            <a:endCxn id="1104" idx="1"/>
          </p:cNvCxnSpPr>
          <p:nvPr/>
        </p:nvCxnSpPr>
        <p:spPr>
          <a:xfrm>
            <a:off x="3473298" y="6974280"/>
            <a:ext cx="1089900" cy="361500"/>
          </a:xfrm>
          <a:prstGeom prst="straightConnector1">
            <a:avLst/>
          </a:prstGeom>
          <a:noFill/>
          <a:ln w="28575" cap="flat" cmpd="sng">
            <a:solidFill>
              <a:schemeClr val="accent2"/>
            </a:solidFill>
            <a:prstDash val="solid"/>
            <a:round/>
            <a:headEnd type="none" w="sm" len="sm"/>
            <a:tailEnd type="stealth" w="med" len="med"/>
          </a:ln>
        </p:spPr>
      </p:cxnSp>
      <p:cxnSp>
        <p:nvCxnSpPr>
          <p:cNvPr id="1116" name="Google Shape;1116;p85"/>
          <p:cNvCxnSpPr>
            <a:stCxn id="1096" idx="3"/>
          </p:cNvCxnSpPr>
          <p:nvPr/>
        </p:nvCxnSpPr>
        <p:spPr>
          <a:xfrm rot="10800000" flipH="1">
            <a:off x="3473264" y="7367884"/>
            <a:ext cx="1089900" cy="30000"/>
          </a:xfrm>
          <a:prstGeom prst="straightConnector1">
            <a:avLst/>
          </a:prstGeom>
          <a:noFill/>
          <a:ln w="28575" cap="flat" cmpd="sng">
            <a:solidFill>
              <a:schemeClr val="accent2"/>
            </a:solidFill>
            <a:prstDash val="solid"/>
            <a:round/>
            <a:headEnd type="none" w="sm" len="sm"/>
            <a:tailEnd type="stealth" w="med" len="med"/>
          </a:ln>
        </p:spPr>
      </p:cxnSp>
      <p:cxnSp>
        <p:nvCxnSpPr>
          <p:cNvPr id="1117" name="Google Shape;1117;p85"/>
          <p:cNvCxnSpPr>
            <a:endCxn id="1100" idx="1"/>
          </p:cNvCxnSpPr>
          <p:nvPr/>
        </p:nvCxnSpPr>
        <p:spPr>
          <a:xfrm rot="10800000" flipH="1">
            <a:off x="3469699" y="3621875"/>
            <a:ext cx="1093500" cy="509100"/>
          </a:xfrm>
          <a:prstGeom prst="straightConnector1">
            <a:avLst/>
          </a:prstGeom>
          <a:noFill/>
          <a:ln w="28575" cap="flat" cmpd="sng">
            <a:solidFill>
              <a:schemeClr val="accent2"/>
            </a:solidFill>
            <a:prstDash val="solid"/>
            <a:round/>
            <a:headEnd type="none" w="sm" len="sm"/>
            <a:tailEnd type="stealth" w="med" len="med"/>
          </a:ln>
        </p:spPr>
      </p:cxnSp>
      <p:sp>
        <p:nvSpPr>
          <p:cNvPr id="3" name="Brandline_LVC">
            <a:extLst>
              <a:ext uri="{FF2B5EF4-FFF2-40B4-BE49-F238E27FC236}">
                <a16:creationId xmlns:a16="http://schemas.microsoft.com/office/drawing/2014/main" id="{62A31B5B-4BE7-0197-A2C9-74996EC504BB}"/>
              </a:ext>
            </a:extLst>
          </p:cNvPr>
          <p:cNvSpPr/>
          <p:nvPr/>
        </p:nvSpPr>
        <p:spPr>
          <a:xfrm>
            <a:off x="6578600" y="799585"/>
            <a:ext cx="3101658"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22"/>
        <p:cNvGrpSpPr/>
        <p:nvPr/>
      </p:nvGrpSpPr>
      <p:grpSpPr>
        <a:xfrm>
          <a:off x="0" y="0"/>
          <a:ext cx="0" cy="0"/>
          <a:chOff x="0" y="0"/>
          <a:chExt cx="0" cy="0"/>
        </a:xfrm>
      </p:grpSpPr>
      <p:grpSp>
        <p:nvGrpSpPr>
          <p:cNvPr id="1123" name="Google Shape;1123;p86"/>
          <p:cNvGrpSpPr/>
          <p:nvPr/>
        </p:nvGrpSpPr>
        <p:grpSpPr>
          <a:xfrm>
            <a:off x="3404994" y="2908659"/>
            <a:ext cx="1769932" cy="1366395"/>
            <a:chOff x="4373308" y="4022863"/>
            <a:chExt cx="2202685" cy="1967701"/>
          </a:xfrm>
        </p:grpSpPr>
        <p:grpSp>
          <p:nvGrpSpPr>
            <p:cNvPr id="1124" name="Google Shape;1124;p86"/>
            <p:cNvGrpSpPr/>
            <p:nvPr/>
          </p:nvGrpSpPr>
          <p:grpSpPr>
            <a:xfrm>
              <a:off x="4373308" y="4022863"/>
              <a:ext cx="2202685" cy="1967701"/>
              <a:chOff x="870460" y="1113904"/>
              <a:chExt cx="1111881" cy="993263"/>
            </a:xfrm>
          </p:grpSpPr>
          <p:sp>
            <p:nvSpPr>
              <p:cNvPr id="1125" name="Google Shape;1125;p86"/>
              <p:cNvSpPr/>
              <p:nvPr/>
            </p:nvSpPr>
            <p:spPr>
              <a:xfrm>
                <a:off x="945381" y="1113904"/>
                <a:ext cx="1036960" cy="993263"/>
              </a:xfrm>
              <a:prstGeom prst="roundRect">
                <a:avLst>
                  <a:gd name="adj" fmla="val 16667"/>
                </a:avLst>
              </a:prstGeom>
              <a:noFill/>
              <a:ln w="28575" cap="flat" cmpd="sng">
                <a:solidFill>
                  <a:srgbClr val="D8D8D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2200" b="0" i="0" u="none" strike="noStrike" cap="none">
                  <a:solidFill>
                    <a:srgbClr val="3F3F3F"/>
                  </a:solidFill>
                  <a:latin typeface="Open Sans"/>
                  <a:ea typeface="Open Sans"/>
                  <a:cs typeface="Open Sans"/>
                  <a:sym typeface="Open Sans"/>
                </a:endParaRPr>
              </a:p>
            </p:txBody>
          </p:sp>
          <p:sp>
            <p:nvSpPr>
              <p:cNvPr id="1126" name="Google Shape;1126;p86"/>
              <p:cNvSpPr/>
              <p:nvPr/>
            </p:nvSpPr>
            <p:spPr>
              <a:xfrm>
                <a:off x="870460" y="1830444"/>
                <a:ext cx="1111881" cy="153002"/>
              </a:xfrm>
              <a:prstGeom prst="roundRect">
                <a:avLst>
                  <a:gd name="adj" fmla="val 16667"/>
                </a:avLst>
              </a:prstGeom>
              <a:no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2200" b="0" i="0" u="none" strike="noStrike" cap="none">
                    <a:solidFill>
                      <a:srgbClr val="3F3F3F"/>
                    </a:solidFill>
                    <a:latin typeface="Open Sans"/>
                    <a:ea typeface="Open Sans"/>
                    <a:cs typeface="Open Sans"/>
                    <a:sym typeface="Open Sans"/>
                  </a:rPr>
                  <a:t>Developer</a:t>
                </a:r>
                <a:endParaRPr sz="2200" b="0" i="0" u="none" strike="noStrike" cap="none">
                  <a:solidFill>
                    <a:srgbClr val="3F3F3F"/>
                  </a:solidFill>
                  <a:latin typeface="Arial"/>
                  <a:ea typeface="Arial"/>
                  <a:cs typeface="Arial"/>
                  <a:sym typeface="Arial"/>
                </a:endParaRPr>
              </a:p>
            </p:txBody>
          </p:sp>
        </p:grpSp>
        <p:pic>
          <p:nvPicPr>
            <p:cNvPr id="1127" name="Google Shape;1127;p86" descr="E:\gargi's files\simplilearn\vectors\5346.png"/>
            <p:cNvPicPr preferRelativeResize="0"/>
            <p:nvPr/>
          </p:nvPicPr>
          <p:blipFill rotWithShape="1">
            <a:blip r:embed="rId3">
              <a:alphaModFix/>
            </a:blip>
            <a:srcRect/>
            <a:stretch/>
          </p:blipFill>
          <p:spPr>
            <a:xfrm>
              <a:off x="4779153" y="4185854"/>
              <a:ext cx="1431865" cy="1180625"/>
            </a:xfrm>
            <a:prstGeom prst="rect">
              <a:avLst/>
            </a:prstGeom>
            <a:noFill/>
            <a:ln w="9525" cap="flat" cmpd="sng">
              <a:solidFill>
                <a:srgbClr val="D8D8D8"/>
              </a:solidFill>
              <a:prstDash val="solid"/>
              <a:round/>
              <a:headEnd type="none" w="sm" len="sm"/>
              <a:tailEnd type="none" w="sm" len="sm"/>
            </a:ln>
          </p:spPr>
        </p:pic>
      </p:grpSp>
      <p:grpSp>
        <p:nvGrpSpPr>
          <p:cNvPr id="1128" name="Google Shape;1128;p86"/>
          <p:cNvGrpSpPr/>
          <p:nvPr/>
        </p:nvGrpSpPr>
        <p:grpSpPr>
          <a:xfrm>
            <a:off x="10829108" y="2653407"/>
            <a:ext cx="2021898" cy="1575357"/>
            <a:chOff x="9951016" y="3962851"/>
            <a:chExt cx="2150481" cy="2002413"/>
          </a:xfrm>
        </p:grpSpPr>
        <p:grpSp>
          <p:nvGrpSpPr>
            <p:cNvPr id="1129" name="Google Shape;1129;p86"/>
            <p:cNvGrpSpPr/>
            <p:nvPr/>
          </p:nvGrpSpPr>
          <p:grpSpPr>
            <a:xfrm>
              <a:off x="9951016" y="3962851"/>
              <a:ext cx="2150481" cy="2002413"/>
              <a:chOff x="6010099" y="1140761"/>
              <a:chExt cx="1085529" cy="1010785"/>
            </a:xfrm>
          </p:grpSpPr>
          <p:sp>
            <p:nvSpPr>
              <p:cNvPr id="1130" name="Google Shape;1130;p86"/>
              <p:cNvSpPr/>
              <p:nvPr/>
            </p:nvSpPr>
            <p:spPr>
              <a:xfrm>
                <a:off x="6010099" y="1851132"/>
                <a:ext cx="1085529" cy="238129"/>
              </a:xfrm>
              <a:prstGeom prst="roundRect">
                <a:avLst>
                  <a:gd name="adj" fmla="val 16667"/>
                </a:avLst>
              </a:prstGeom>
              <a:solidFill>
                <a:schemeClr val="lt1"/>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2200" b="0" i="0" u="none" strike="noStrike" cap="none">
                    <a:solidFill>
                      <a:srgbClr val="3F3F3F"/>
                    </a:solidFill>
                    <a:latin typeface="Open Sans"/>
                    <a:ea typeface="Open Sans"/>
                    <a:cs typeface="Open Sans"/>
                    <a:sym typeface="Open Sans"/>
                  </a:rPr>
                  <a:t>Framework</a:t>
                </a:r>
                <a:endParaRPr sz="2200" b="0" i="0" u="none" strike="noStrike" cap="none">
                  <a:solidFill>
                    <a:srgbClr val="3F3F3F"/>
                  </a:solidFill>
                  <a:latin typeface="Arial"/>
                  <a:ea typeface="Arial"/>
                  <a:cs typeface="Arial"/>
                  <a:sym typeface="Arial"/>
                </a:endParaRPr>
              </a:p>
            </p:txBody>
          </p:sp>
          <p:sp>
            <p:nvSpPr>
              <p:cNvPr id="1131" name="Google Shape;1131;p86"/>
              <p:cNvSpPr/>
              <p:nvPr/>
            </p:nvSpPr>
            <p:spPr>
              <a:xfrm>
                <a:off x="6018921" y="1140761"/>
                <a:ext cx="1055253" cy="1010785"/>
              </a:xfrm>
              <a:prstGeom prst="roundRect">
                <a:avLst>
                  <a:gd name="adj" fmla="val 16667"/>
                </a:avLst>
              </a:prstGeom>
              <a:noFill/>
              <a:ln w="28575" cap="flat" cmpd="sng">
                <a:solidFill>
                  <a:srgbClr val="D8D8D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2200" b="0" i="0" u="none" strike="noStrike" cap="none">
                  <a:solidFill>
                    <a:srgbClr val="3F3F3F"/>
                  </a:solidFill>
                  <a:latin typeface="Open Sans"/>
                  <a:ea typeface="Open Sans"/>
                  <a:cs typeface="Open Sans"/>
                  <a:sym typeface="Open Sans"/>
                </a:endParaRPr>
              </a:p>
            </p:txBody>
          </p:sp>
        </p:grpSp>
        <p:pic>
          <p:nvPicPr>
            <p:cNvPr id="1132" name="Google Shape;1132;p86" descr="E:\gargi's files\simplilearn\vectors\31919.png"/>
            <p:cNvPicPr preferRelativeResize="0"/>
            <p:nvPr/>
          </p:nvPicPr>
          <p:blipFill rotWithShape="1">
            <a:blip r:embed="rId4">
              <a:alphaModFix/>
            </a:blip>
            <a:srcRect/>
            <a:stretch/>
          </p:blipFill>
          <p:spPr>
            <a:xfrm>
              <a:off x="10273573" y="4175766"/>
              <a:ext cx="1505368" cy="1236968"/>
            </a:xfrm>
            <a:prstGeom prst="rect">
              <a:avLst/>
            </a:prstGeom>
            <a:noFill/>
            <a:ln w="9525" cap="flat" cmpd="sng">
              <a:solidFill>
                <a:srgbClr val="D8D8D8"/>
              </a:solidFill>
              <a:prstDash val="solid"/>
              <a:round/>
              <a:headEnd type="none" w="sm" len="sm"/>
              <a:tailEnd type="none" w="sm" len="sm"/>
            </a:ln>
          </p:spPr>
        </p:pic>
      </p:grpSp>
      <p:sp>
        <p:nvSpPr>
          <p:cNvPr id="1133" name="Google Shape;1133;p86"/>
          <p:cNvSpPr txBox="1"/>
          <p:nvPr/>
        </p:nvSpPr>
        <p:spPr>
          <a:xfrm>
            <a:off x="4772718" y="276365"/>
            <a:ext cx="6595869"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2800" b="1" i="0" u="none" strike="noStrike" cap="none">
                <a:solidFill>
                  <a:srgbClr val="3F3F3F"/>
                </a:solidFill>
                <a:latin typeface="Open Sans"/>
                <a:ea typeface="Open Sans"/>
                <a:cs typeface="Open Sans"/>
                <a:sym typeface="Open Sans"/>
              </a:rPr>
              <a:t>MapReduce - Responsibilities</a:t>
            </a:r>
            <a:endParaRPr sz="2800" b="1" i="0" u="none" strike="noStrike" cap="none">
              <a:solidFill>
                <a:srgbClr val="3F3F3F"/>
              </a:solidFill>
              <a:latin typeface="Open Sans"/>
              <a:ea typeface="Open Sans"/>
              <a:cs typeface="Open Sans"/>
              <a:sym typeface="Open Sans"/>
            </a:endParaRPr>
          </a:p>
        </p:txBody>
      </p:sp>
      <p:sp>
        <p:nvSpPr>
          <p:cNvPr id="1134" name="Google Shape;1134;p86"/>
          <p:cNvSpPr/>
          <p:nvPr/>
        </p:nvSpPr>
        <p:spPr>
          <a:xfrm>
            <a:off x="6175485" y="1587353"/>
            <a:ext cx="3902265" cy="592638"/>
          </a:xfrm>
          <a:prstGeom prst="roundRect">
            <a:avLst>
              <a:gd name="adj" fmla="val 16667"/>
            </a:avLst>
          </a:prstGeom>
          <a:solidFill>
            <a:schemeClr val="lt1"/>
          </a:solidFill>
          <a:ln w="19050" cap="flat" cmpd="sng">
            <a:solidFill>
              <a:srgbClr val="D8D8D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en-US" sz="2200" b="1" i="0" u="none" strike="noStrike" cap="none">
                <a:solidFill>
                  <a:srgbClr val="3F3F3F"/>
                </a:solidFill>
                <a:latin typeface="Open Sans"/>
                <a:ea typeface="Open Sans"/>
                <a:cs typeface="Open Sans"/>
                <a:sym typeface="Open Sans"/>
              </a:rPr>
              <a:t>Responsibilities</a:t>
            </a:r>
            <a:endParaRPr sz="2200" b="0" i="0" u="none" strike="noStrike" cap="none">
              <a:solidFill>
                <a:srgbClr val="3F3F3F"/>
              </a:solidFill>
              <a:latin typeface="Arial"/>
              <a:ea typeface="Arial"/>
              <a:cs typeface="Arial"/>
              <a:sym typeface="Arial"/>
            </a:endParaRPr>
          </a:p>
        </p:txBody>
      </p:sp>
      <p:grpSp>
        <p:nvGrpSpPr>
          <p:cNvPr id="1135" name="Google Shape;1135;p86"/>
          <p:cNvGrpSpPr/>
          <p:nvPr/>
        </p:nvGrpSpPr>
        <p:grpSpPr>
          <a:xfrm>
            <a:off x="10444334" y="4376971"/>
            <a:ext cx="3721898" cy="4016453"/>
            <a:chOff x="10444334" y="4510321"/>
            <a:chExt cx="3721898" cy="4016453"/>
          </a:xfrm>
        </p:grpSpPr>
        <p:sp>
          <p:nvSpPr>
            <p:cNvPr id="1136" name="Google Shape;1136;p86"/>
            <p:cNvSpPr/>
            <p:nvPr/>
          </p:nvSpPr>
          <p:spPr>
            <a:xfrm>
              <a:off x="10444334" y="4510321"/>
              <a:ext cx="3721898" cy="592638"/>
            </a:xfrm>
            <a:prstGeom prst="roundRect">
              <a:avLst>
                <a:gd name="adj" fmla="val 16667"/>
              </a:avLst>
            </a:prstGeom>
            <a:solidFill>
              <a:srgbClr val="D0CECE"/>
            </a:solidFill>
            <a:ln w="9525" cap="flat" cmpd="sng">
              <a:solidFill>
                <a:srgbClr val="AEABA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2000" b="0" i="0" u="none" strike="noStrike" cap="none">
                  <a:solidFill>
                    <a:srgbClr val="3F3F3F"/>
                  </a:solidFill>
                  <a:latin typeface="Open Sans"/>
                  <a:ea typeface="Open Sans"/>
                  <a:cs typeface="Open Sans"/>
                  <a:sym typeface="Open Sans"/>
                </a:rPr>
                <a:t>Distributing the job</a:t>
              </a:r>
              <a:endParaRPr sz="2000" b="0" i="0" u="none" strike="noStrike" cap="none">
                <a:solidFill>
                  <a:srgbClr val="3F3F3F"/>
                </a:solidFill>
                <a:latin typeface="Arial"/>
                <a:ea typeface="Arial"/>
                <a:cs typeface="Arial"/>
                <a:sym typeface="Arial"/>
              </a:endParaRPr>
            </a:p>
          </p:txBody>
        </p:sp>
        <p:sp>
          <p:nvSpPr>
            <p:cNvPr id="1137" name="Google Shape;1137;p86"/>
            <p:cNvSpPr/>
            <p:nvPr/>
          </p:nvSpPr>
          <p:spPr>
            <a:xfrm>
              <a:off x="10444334" y="5181151"/>
              <a:ext cx="3721898" cy="592638"/>
            </a:xfrm>
            <a:prstGeom prst="roundRect">
              <a:avLst>
                <a:gd name="adj" fmla="val 16667"/>
              </a:avLst>
            </a:prstGeom>
            <a:solidFill>
              <a:srgbClr val="D0CECE"/>
            </a:solidFill>
            <a:ln w="9525" cap="flat" cmpd="sng">
              <a:solidFill>
                <a:srgbClr val="AEABA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2000" b="0" i="0" u="none" strike="noStrike" cap="none">
                  <a:solidFill>
                    <a:srgbClr val="3F3F3F"/>
                  </a:solidFill>
                  <a:latin typeface="Open Sans"/>
                  <a:ea typeface="Open Sans"/>
                  <a:cs typeface="Open Sans"/>
                  <a:sym typeface="Open Sans"/>
                </a:rPr>
                <a:t>Running the map operation</a:t>
              </a:r>
              <a:endParaRPr sz="2000" b="0" i="0" u="none" strike="noStrike" cap="none">
                <a:solidFill>
                  <a:srgbClr val="3F3F3F"/>
                </a:solidFill>
                <a:latin typeface="Arial"/>
                <a:ea typeface="Arial"/>
                <a:cs typeface="Arial"/>
                <a:sym typeface="Arial"/>
              </a:endParaRPr>
            </a:p>
          </p:txBody>
        </p:sp>
        <p:sp>
          <p:nvSpPr>
            <p:cNvPr id="1138" name="Google Shape;1138;p86"/>
            <p:cNvSpPr/>
            <p:nvPr/>
          </p:nvSpPr>
          <p:spPr>
            <a:xfrm>
              <a:off x="10444334" y="5864634"/>
              <a:ext cx="3721898" cy="683484"/>
            </a:xfrm>
            <a:prstGeom prst="roundRect">
              <a:avLst>
                <a:gd name="adj" fmla="val 16667"/>
              </a:avLst>
            </a:prstGeom>
            <a:solidFill>
              <a:srgbClr val="D0CECE"/>
            </a:solidFill>
            <a:ln w="9525" cap="flat" cmpd="sng">
              <a:solidFill>
                <a:srgbClr val="AEABA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2000" b="0" i="0" u="none" strike="noStrike" cap="none">
                  <a:solidFill>
                    <a:srgbClr val="3F3F3F"/>
                  </a:solidFill>
                  <a:latin typeface="Open Sans"/>
                  <a:ea typeface="Open Sans"/>
                  <a:cs typeface="Open Sans"/>
                  <a:sym typeface="Open Sans"/>
                </a:rPr>
                <a:t>Performing shuffling and sorting</a:t>
              </a:r>
              <a:endParaRPr sz="2000" b="0" i="0" u="none" strike="noStrike" cap="none">
                <a:solidFill>
                  <a:srgbClr val="3F3F3F"/>
                </a:solidFill>
                <a:latin typeface="Arial"/>
                <a:ea typeface="Arial"/>
                <a:cs typeface="Arial"/>
                <a:sym typeface="Arial"/>
              </a:endParaRPr>
            </a:p>
          </p:txBody>
        </p:sp>
        <p:sp>
          <p:nvSpPr>
            <p:cNvPr id="1139" name="Google Shape;1139;p86"/>
            <p:cNvSpPr/>
            <p:nvPr/>
          </p:nvSpPr>
          <p:spPr>
            <a:xfrm>
              <a:off x="10444334" y="6624318"/>
              <a:ext cx="3721898" cy="592638"/>
            </a:xfrm>
            <a:prstGeom prst="roundRect">
              <a:avLst>
                <a:gd name="adj" fmla="val 16667"/>
              </a:avLst>
            </a:prstGeom>
            <a:solidFill>
              <a:srgbClr val="D0CECE"/>
            </a:solidFill>
            <a:ln w="9525" cap="flat" cmpd="sng">
              <a:solidFill>
                <a:srgbClr val="AEABA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2000" b="0" i="0" u="none" strike="noStrike" cap="none">
                  <a:solidFill>
                    <a:srgbClr val="3F3F3F"/>
                  </a:solidFill>
                  <a:latin typeface="Open Sans"/>
                  <a:ea typeface="Open Sans"/>
                  <a:cs typeface="Open Sans"/>
                  <a:sym typeface="Open Sans"/>
                </a:rPr>
                <a:t>Reducing phases</a:t>
              </a:r>
              <a:endParaRPr sz="2000" b="0" i="0" u="none" strike="noStrike" cap="none">
                <a:solidFill>
                  <a:srgbClr val="3F3F3F"/>
                </a:solidFill>
                <a:latin typeface="Arial"/>
                <a:ea typeface="Arial"/>
                <a:cs typeface="Arial"/>
                <a:sym typeface="Arial"/>
              </a:endParaRPr>
            </a:p>
          </p:txBody>
        </p:sp>
        <p:sp>
          <p:nvSpPr>
            <p:cNvPr id="1140" name="Google Shape;1140;p86"/>
            <p:cNvSpPr/>
            <p:nvPr/>
          </p:nvSpPr>
          <p:spPr>
            <a:xfrm>
              <a:off x="10444334" y="7269701"/>
              <a:ext cx="3721898" cy="592638"/>
            </a:xfrm>
            <a:prstGeom prst="roundRect">
              <a:avLst>
                <a:gd name="adj" fmla="val 16667"/>
              </a:avLst>
            </a:prstGeom>
            <a:solidFill>
              <a:srgbClr val="D0CECE"/>
            </a:solidFill>
            <a:ln w="9525" cap="flat" cmpd="sng">
              <a:solidFill>
                <a:srgbClr val="AEABA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2000" b="0" i="0" u="none" strike="noStrike" cap="none">
                  <a:solidFill>
                    <a:srgbClr val="3F3F3F"/>
                  </a:solidFill>
                  <a:latin typeface="Open Sans"/>
                  <a:ea typeface="Open Sans"/>
                  <a:cs typeface="Open Sans"/>
                  <a:sym typeface="Open Sans"/>
                </a:rPr>
                <a:t>Placing the output</a:t>
              </a:r>
              <a:endParaRPr sz="2000" b="0" i="0" u="none" strike="noStrike" cap="none">
                <a:solidFill>
                  <a:srgbClr val="3F3F3F"/>
                </a:solidFill>
                <a:latin typeface="Arial"/>
                <a:ea typeface="Arial"/>
                <a:cs typeface="Arial"/>
                <a:sym typeface="Arial"/>
              </a:endParaRPr>
            </a:p>
          </p:txBody>
        </p:sp>
        <p:sp>
          <p:nvSpPr>
            <p:cNvPr id="1141" name="Google Shape;1141;p86"/>
            <p:cNvSpPr/>
            <p:nvPr/>
          </p:nvSpPr>
          <p:spPr>
            <a:xfrm>
              <a:off x="10444334" y="7934136"/>
              <a:ext cx="3721898" cy="592638"/>
            </a:xfrm>
            <a:prstGeom prst="roundRect">
              <a:avLst>
                <a:gd name="adj" fmla="val 16667"/>
              </a:avLst>
            </a:prstGeom>
            <a:solidFill>
              <a:srgbClr val="D0CECE"/>
            </a:solidFill>
            <a:ln w="9525" cap="flat" cmpd="sng">
              <a:solidFill>
                <a:srgbClr val="AEABA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0" i="0" u="none" strike="noStrike" cap="none">
                  <a:solidFill>
                    <a:srgbClr val="3F3F3F"/>
                  </a:solidFill>
                  <a:latin typeface="Open Sans"/>
                  <a:ea typeface="Open Sans"/>
                  <a:cs typeface="Open Sans"/>
                  <a:sym typeface="Open Sans"/>
                </a:rPr>
                <a:t>Informing the user of </a:t>
              </a:r>
              <a:r>
                <a:rPr lang="en-US" sz="2000" b="0" i="1" u="none" strike="noStrike" cap="none">
                  <a:solidFill>
                    <a:srgbClr val="3F3F3F"/>
                  </a:solidFill>
                  <a:latin typeface="Open Sans"/>
                  <a:ea typeface="Open Sans"/>
                  <a:cs typeface="Open Sans"/>
                  <a:sym typeface="Open Sans"/>
                </a:rPr>
                <a:t>job completion</a:t>
              </a:r>
              <a:r>
                <a:rPr lang="en-US" sz="2000" b="0" i="0" u="none" strike="noStrike" cap="none">
                  <a:solidFill>
                    <a:srgbClr val="3F3F3F"/>
                  </a:solidFill>
                  <a:latin typeface="Open Sans"/>
                  <a:ea typeface="Open Sans"/>
                  <a:cs typeface="Open Sans"/>
                  <a:sym typeface="Open Sans"/>
                </a:rPr>
                <a:t> status</a:t>
              </a:r>
              <a:endParaRPr sz="2000" b="0" i="0" u="none" strike="noStrike" cap="none">
                <a:solidFill>
                  <a:srgbClr val="3F3F3F"/>
                </a:solidFill>
                <a:latin typeface="Arial"/>
                <a:ea typeface="Arial"/>
                <a:cs typeface="Arial"/>
                <a:sym typeface="Arial"/>
              </a:endParaRPr>
            </a:p>
          </p:txBody>
        </p:sp>
      </p:grpSp>
      <p:grpSp>
        <p:nvGrpSpPr>
          <p:cNvPr id="1142" name="Google Shape;1142;p86"/>
          <p:cNvGrpSpPr/>
          <p:nvPr/>
        </p:nvGrpSpPr>
        <p:grpSpPr>
          <a:xfrm>
            <a:off x="2600725" y="4538226"/>
            <a:ext cx="3721898" cy="2205474"/>
            <a:chOff x="2600725" y="4671575"/>
            <a:chExt cx="3721898" cy="2205474"/>
          </a:xfrm>
        </p:grpSpPr>
        <p:sp>
          <p:nvSpPr>
            <p:cNvPr id="1143" name="Google Shape;1143;p86"/>
            <p:cNvSpPr/>
            <p:nvPr/>
          </p:nvSpPr>
          <p:spPr>
            <a:xfrm>
              <a:off x="2600725" y="4671575"/>
              <a:ext cx="3721898" cy="605269"/>
            </a:xfrm>
            <a:prstGeom prst="roundRect">
              <a:avLst>
                <a:gd name="adj" fmla="val 16667"/>
              </a:avLst>
            </a:prstGeom>
            <a:solidFill>
              <a:srgbClr val="EDEDED"/>
            </a:solidFill>
            <a:ln w="38100" cap="flat" cmpd="sng">
              <a:solidFill>
                <a:srgbClr val="D0CEC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2000" b="0" i="0" u="none" strike="noStrike" cap="none">
                  <a:solidFill>
                    <a:srgbClr val="3F3F3F"/>
                  </a:solidFill>
                  <a:latin typeface="Open Sans"/>
                  <a:ea typeface="Open Sans"/>
                  <a:cs typeface="Open Sans"/>
                  <a:sym typeface="Open Sans"/>
                </a:rPr>
                <a:t>Setting up the job</a:t>
              </a:r>
              <a:endParaRPr sz="2000" b="0" i="0" u="none" strike="noStrike" cap="none">
                <a:solidFill>
                  <a:srgbClr val="3F3F3F"/>
                </a:solidFill>
                <a:latin typeface="Arial"/>
                <a:ea typeface="Arial"/>
                <a:cs typeface="Arial"/>
                <a:sym typeface="Arial"/>
              </a:endParaRPr>
            </a:p>
          </p:txBody>
        </p:sp>
        <p:sp>
          <p:nvSpPr>
            <p:cNvPr id="1144" name="Google Shape;1144;p86"/>
            <p:cNvSpPr/>
            <p:nvPr/>
          </p:nvSpPr>
          <p:spPr>
            <a:xfrm>
              <a:off x="2600725" y="5355059"/>
              <a:ext cx="3721898" cy="592638"/>
            </a:xfrm>
            <a:prstGeom prst="roundRect">
              <a:avLst>
                <a:gd name="adj" fmla="val 16667"/>
              </a:avLst>
            </a:prstGeom>
            <a:solidFill>
              <a:srgbClr val="EDEDED"/>
            </a:solidFill>
            <a:ln w="38100" cap="flat" cmpd="sng">
              <a:solidFill>
                <a:srgbClr val="D0CEC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2000" b="0" i="0" u="none" strike="noStrike" cap="none">
                  <a:solidFill>
                    <a:srgbClr val="3F3F3F"/>
                  </a:solidFill>
                  <a:latin typeface="Open Sans"/>
                  <a:ea typeface="Open Sans"/>
                  <a:cs typeface="Open Sans"/>
                  <a:sym typeface="Open Sans"/>
                </a:rPr>
                <a:t>Specifying the input location</a:t>
              </a:r>
              <a:endParaRPr sz="2000" b="0" i="0" u="none" strike="noStrike" cap="none">
                <a:solidFill>
                  <a:srgbClr val="3F3F3F"/>
                </a:solidFill>
                <a:latin typeface="Arial"/>
                <a:ea typeface="Arial"/>
                <a:cs typeface="Arial"/>
                <a:sym typeface="Arial"/>
              </a:endParaRPr>
            </a:p>
          </p:txBody>
        </p:sp>
        <p:sp>
          <p:nvSpPr>
            <p:cNvPr id="1145" name="Google Shape;1145;p86"/>
            <p:cNvSpPr/>
            <p:nvPr/>
          </p:nvSpPr>
          <p:spPr>
            <a:xfrm>
              <a:off x="2600725" y="6044863"/>
              <a:ext cx="3721898" cy="832186"/>
            </a:xfrm>
            <a:prstGeom prst="roundRect">
              <a:avLst>
                <a:gd name="adj" fmla="val 16667"/>
              </a:avLst>
            </a:prstGeom>
            <a:solidFill>
              <a:srgbClr val="EDEDED"/>
            </a:solidFill>
            <a:ln w="38100" cap="flat" cmpd="sng">
              <a:solidFill>
                <a:srgbClr val="D0CEC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2000" b="0" i="0" u="none" strike="noStrike" cap="none">
                  <a:solidFill>
                    <a:srgbClr val="3F3F3F"/>
                  </a:solidFill>
                  <a:latin typeface="Open Sans"/>
                  <a:ea typeface="Open Sans"/>
                  <a:cs typeface="Open Sans"/>
                  <a:sym typeface="Open Sans"/>
                </a:rPr>
                <a:t>Ensuring correct format and location of input</a:t>
              </a:r>
              <a:endParaRPr sz="2000" b="0" i="0" u="none" strike="noStrike" cap="none">
                <a:solidFill>
                  <a:srgbClr val="3F3F3F"/>
                </a:solidFill>
                <a:latin typeface="Arial"/>
                <a:ea typeface="Arial"/>
                <a:cs typeface="Arial"/>
                <a:sym typeface="Arial"/>
              </a:endParaRPr>
            </a:p>
          </p:txBody>
        </p:sp>
      </p:grpSp>
      <p:grpSp>
        <p:nvGrpSpPr>
          <p:cNvPr id="1146" name="Google Shape;1146;p86"/>
          <p:cNvGrpSpPr/>
          <p:nvPr/>
        </p:nvGrpSpPr>
        <p:grpSpPr>
          <a:xfrm>
            <a:off x="4461674" y="2179991"/>
            <a:ext cx="3802204" cy="618524"/>
            <a:chOff x="6175485" y="2313341"/>
            <a:chExt cx="1951132" cy="618524"/>
          </a:xfrm>
        </p:grpSpPr>
        <p:cxnSp>
          <p:nvCxnSpPr>
            <p:cNvPr id="1147" name="Google Shape;1147;p86"/>
            <p:cNvCxnSpPr/>
            <p:nvPr/>
          </p:nvCxnSpPr>
          <p:spPr>
            <a:xfrm>
              <a:off x="8056181" y="2313341"/>
              <a:ext cx="0" cy="229800"/>
            </a:xfrm>
            <a:prstGeom prst="straightConnector1">
              <a:avLst/>
            </a:prstGeom>
            <a:noFill/>
            <a:ln w="12700" cap="flat" cmpd="sng">
              <a:solidFill>
                <a:srgbClr val="D8D8D8"/>
              </a:solidFill>
              <a:prstDash val="solid"/>
              <a:round/>
              <a:headEnd type="none" w="sm" len="sm"/>
              <a:tailEnd type="none" w="sm" len="sm"/>
            </a:ln>
          </p:spPr>
        </p:cxnSp>
        <p:cxnSp>
          <p:nvCxnSpPr>
            <p:cNvPr id="1148" name="Google Shape;1148;p86"/>
            <p:cNvCxnSpPr/>
            <p:nvPr/>
          </p:nvCxnSpPr>
          <p:spPr>
            <a:xfrm>
              <a:off x="6175485" y="2538413"/>
              <a:ext cx="1" cy="393452"/>
            </a:xfrm>
            <a:prstGeom prst="straightConnector1">
              <a:avLst/>
            </a:prstGeom>
            <a:noFill/>
            <a:ln w="12700" cap="flat" cmpd="sng">
              <a:solidFill>
                <a:srgbClr val="D8D8D8"/>
              </a:solidFill>
              <a:prstDash val="solid"/>
              <a:round/>
              <a:headEnd type="none" w="sm" len="sm"/>
              <a:tailEnd type="stealth" w="med" len="med"/>
            </a:ln>
          </p:spPr>
        </p:cxnSp>
        <p:cxnSp>
          <p:nvCxnSpPr>
            <p:cNvPr id="1149" name="Google Shape;1149;p86"/>
            <p:cNvCxnSpPr/>
            <p:nvPr/>
          </p:nvCxnSpPr>
          <p:spPr>
            <a:xfrm>
              <a:off x="6175485" y="2541188"/>
              <a:ext cx="1951132" cy="0"/>
            </a:xfrm>
            <a:prstGeom prst="straightConnector1">
              <a:avLst/>
            </a:prstGeom>
            <a:noFill/>
            <a:ln w="12700" cap="flat" cmpd="sng">
              <a:solidFill>
                <a:srgbClr val="D8D8D8"/>
              </a:solidFill>
              <a:prstDash val="solid"/>
              <a:round/>
              <a:headEnd type="none" w="sm" len="sm"/>
              <a:tailEnd type="none" w="sm" len="sm"/>
            </a:ln>
          </p:spPr>
        </p:cxnSp>
      </p:grpSp>
      <p:grpSp>
        <p:nvGrpSpPr>
          <p:cNvPr id="1150" name="Google Shape;1150;p86"/>
          <p:cNvGrpSpPr/>
          <p:nvPr/>
        </p:nvGrpSpPr>
        <p:grpSpPr>
          <a:xfrm>
            <a:off x="7381635" y="2405063"/>
            <a:ext cx="4765290" cy="382114"/>
            <a:chOff x="8126617" y="2539202"/>
            <a:chExt cx="1837225" cy="382114"/>
          </a:xfrm>
        </p:grpSpPr>
        <p:cxnSp>
          <p:nvCxnSpPr>
            <p:cNvPr id="1151" name="Google Shape;1151;p86"/>
            <p:cNvCxnSpPr/>
            <p:nvPr/>
          </p:nvCxnSpPr>
          <p:spPr>
            <a:xfrm>
              <a:off x="9960673" y="2539202"/>
              <a:ext cx="1" cy="382114"/>
            </a:xfrm>
            <a:prstGeom prst="straightConnector1">
              <a:avLst/>
            </a:prstGeom>
            <a:noFill/>
            <a:ln w="12700" cap="flat" cmpd="sng">
              <a:solidFill>
                <a:srgbClr val="D8D8D8"/>
              </a:solidFill>
              <a:prstDash val="solid"/>
              <a:round/>
              <a:headEnd type="none" w="sm" len="sm"/>
              <a:tailEnd type="stealth" w="med" len="med"/>
            </a:ln>
          </p:spPr>
        </p:cxnSp>
        <p:cxnSp>
          <p:nvCxnSpPr>
            <p:cNvPr id="1152" name="Google Shape;1152;p86"/>
            <p:cNvCxnSpPr/>
            <p:nvPr/>
          </p:nvCxnSpPr>
          <p:spPr>
            <a:xfrm>
              <a:off x="8126617" y="2541188"/>
              <a:ext cx="1837225" cy="0"/>
            </a:xfrm>
            <a:prstGeom prst="straightConnector1">
              <a:avLst/>
            </a:prstGeom>
            <a:noFill/>
            <a:ln w="12700" cap="flat" cmpd="sng">
              <a:solidFill>
                <a:srgbClr val="D8D8D8"/>
              </a:solidFill>
              <a:prstDash val="solid"/>
              <a:round/>
              <a:headEnd type="none" w="sm" len="sm"/>
              <a:tailEnd type="none" w="sm" len="sm"/>
            </a:ln>
          </p:spPr>
        </p:cxnSp>
      </p:grpSp>
      <p:sp>
        <p:nvSpPr>
          <p:cNvPr id="3" name="Brandline_LVC">
            <a:extLst>
              <a:ext uri="{FF2B5EF4-FFF2-40B4-BE49-F238E27FC236}">
                <a16:creationId xmlns:a16="http://schemas.microsoft.com/office/drawing/2014/main" id="{5CDF251C-F8B0-BBD7-4661-FD5FA40C84DE}"/>
              </a:ext>
            </a:extLst>
          </p:cNvPr>
          <p:cNvSpPr/>
          <p:nvPr/>
        </p:nvSpPr>
        <p:spPr>
          <a:xfrm>
            <a:off x="4914900" y="799585"/>
            <a:ext cx="6437392"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87"/>
          <p:cNvSpPr txBox="1">
            <a:spLocks noGrp="1"/>
          </p:cNvSpPr>
          <p:nvPr>
            <p:ph type="body" idx="10"/>
          </p:nvPr>
        </p:nvSpPr>
        <p:spPr>
          <a:xfrm>
            <a:off x="0" y="4114800"/>
            <a:ext cx="16256001" cy="914400"/>
          </a:xfrm>
          <a:noFill/>
          <a:ln>
            <a:noFill/>
          </a:ln>
        </p:spPr>
        <p:txBody>
          <a:bodyPr spcFirstLastPara="1" wrap="square" lIns="91425" tIns="45700" rIns="91425" bIns="45700" anchor="ctr" anchorCtr="0">
            <a:noAutofit/>
          </a:bodyPr>
          <a:lstStyle/>
          <a:p>
            <a:pPr lvl="0"/>
            <a:r>
              <a:rPr lang="en-US">
                <a:sym typeface="Open Sans"/>
              </a:rPr>
              <a:t>Creating a New Project on MapReduce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63"/>
        <p:cNvGrpSpPr/>
        <p:nvPr/>
      </p:nvGrpSpPr>
      <p:grpSpPr>
        <a:xfrm>
          <a:off x="0" y="0"/>
          <a:ext cx="0" cy="0"/>
          <a:chOff x="0" y="0"/>
          <a:chExt cx="0" cy="0"/>
        </a:xfrm>
      </p:grpSpPr>
      <p:pic>
        <p:nvPicPr>
          <p:cNvPr id="1164" name="Google Shape;1164;p88"/>
          <p:cNvPicPr preferRelativeResize="0"/>
          <p:nvPr/>
        </p:nvPicPr>
        <p:blipFill rotWithShape="1">
          <a:blip r:embed="rId3">
            <a:alphaModFix/>
          </a:blip>
          <a:srcRect l="32932" t="14201" r="28899" b="29271"/>
          <a:stretch/>
        </p:blipFill>
        <p:spPr>
          <a:xfrm>
            <a:off x="4511233" y="2442439"/>
            <a:ext cx="7233535" cy="6191455"/>
          </a:xfrm>
          <a:prstGeom prst="rect">
            <a:avLst/>
          </a:prstGeom>
          <a:noFill/>
          <a:ln>
            <a:noFill/>
          </a:ln>
        </p:spPr>
      </p:pic>
      <p:sp>
        <p:nvSpPr>
          <p:cNvPr id="1165" name="Google Shape;1165;p88"/>
          <p:cNvSpPr txBox="1"/>
          <p:nvPr/>
        </p:nvSpPr>
        <p:spPr>
          <a:xfrm>
            <a:off x="5087260" y="276365"/>
            <a:ext cx="6278370"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2800" b="1" i="0" u="none" strike="noStrike" cap="none" dirty="0">
                <a:solidFill>
                  <a:srgbClr val="404040"/>
                </a:solidFill>
                <a:latin typeface="Open Sans"/>
                <a:ea typeface="Open Sans"/>
                <a:cs typeface="Open Sans"/>
                <a:sym typeface="Open Sans"/>
              </a:rPr>
              <a:t>Create a New Project: Step 1</a:t>
            </a:r>
            <a:endParaRPr sz="2800" b="1" i="0" u="none" strike="noStrike" cap="none" dirty="0">
              <a:solidFill>
                <a:srgbClr val="000000"/>
              </a:solidFill>
              <a:latin typeface="Open Sans"/>
              <a:ea typeface="Open Sans"/>
              <a:cs typeface="Open Sans"/>
              <a:sym typeface="Open Sans"/>
            </a:endParaRPr>
          </a:p>
        </p:txBody>
      </p:sp>
      <p:sp>
        <p:nvSpPr>
          <p:cNvPr id="1166" name="Google Shape;1166;p88"/>
          <p:cNvSpPr/>
          <p:nvPr/>
        </p:nvSpPr>
        <p:spPr>
          <a:xfrm>
            <a:off x="2537020" y="1479184"/>
            <a:ext cx="11181959" cy="584775"/>
          </a:xfrm>
          <a:prstGeom prst="roundRect">
            <a:avLst>
              <a:gd name="adj" fmla="val 16667"/>
            </a:avLst>
          </a:prstGeom>
          <a:solidFill>
            <a:schemeClr val="lt1"/>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dirty="0">
                <a:solidFill>
                  <a:srgbClr val="3F3F3F"/>
                </a:solidFill>
                <a:latin typeface="Open Sans"/>
                <a:ea typeface="Open Sans"/>
                <a:cs typeface="Open Sans"/>
                <a:sym typeface="Open Sans"/>
              </a:rPr>
              <a:t>Create a new project and add essential JAR files to run MapReduce programs</a:t>
            </a:r>
            <a:endParaRPr sz="1400" b="0" i="0" u="none" strike="noStrike" cap="none" dirty="0">
              <a:solidFill>
                <a:srgbClr val="000000"/>
              </a:solidFill>
              <a:latin typeface="Arial"/>
              <a:ea typeface="Arial"/>
              <a:cs typeface="Arial"/>
              <a:sym typeface="Arial"/>
            </a:endParaRPr>
          </a:p>
        </p:txBody>
      </p:sp>
      <p:sp>
        <p:nvSpPr>
          <p:cNvPr id="3" name="Brandline_LVC">
            <a:extLst>
              <a:ext uri="{FF2B5EF4-FFF2-40B4-BE49-F238E27FC236}">
                <a16:creationId xmlns:a16="http://schemas.microsoft.com/office/drawing/2014/main" id="{6ED30305-D6CB-D010-632C-44D0084ECA98}"/>
              </a:ext>
            </a:extLst>
          </p:cNvPr>
          <p:cNvSpPr/>
          <p:nvPr/>
        </p:nvSpPr>
        <p:spPr>
          <a:xfrm>
            <a:off x="5003800" y="799585"/>
            <a:ext cx="625483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72"/>
        <p:cNvGrpSpPr/>
        <p:nvPr/>
      </p:nvGrpSpPr>
      <p:grpSpPr>
        <a:xfrm>
          <a:off x="0" y="0"/>
          <a:ext cx="0" cy="0"/>
          <a:chOff x="0" y="0"/>
          <a:chExt cx="0" cy="0"/>
        </a:xfrm>
      </p:grpSpPr>
      <p:pic>
        <p:nvPicPr>
          <p:cNvPr id="1173" name="Google Shape;1173;p89"/>
          <p:cNvPicPr preferRelativeResize="0"/>
          <p:nvPr/>
        </p:nvPicPr>
        <p:blipFill rotWithShape="1">
          <a:blip r:embed="rId3">
            <a:alphaModFix/>
          </a:blip>
          <a:srcRect l="32754" t="14423" r="28612" b="29945"/>
          <a:stretch/>
        </p:blipFill>
        <p:spPr>
          <a:xfrm>
            <a:off x="4878459" y="2518849"/>
            <a:ext cx="6499083" cy="5962645"/>
          </a:xfrm>
          <a:prstGeom prst="rect">
            <a:avLst/>
          </a:prstGeom>
          <a:noFill/>
          <a:ln>
            <a:noFill/>
          </a:ln>
        </p:spPr>
      </p:pic>
      <p:sp>
        <p:nvSpPr>
          <p:cNvPr id="1174" name="Google Shape;1174;p89"/>
          <p:cNvSpPr txBox="1"/>
          <p:nvPr/>
        </p:nvSpPr>
        <p:spPr>
          <a:xfrm>
            <a:off x="4995435" y="276365"/>
            <a:ext cx="6265131"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2800" b="1" i="0" u="none" strike="noStrike" cap="none" dirty="0">
                <a:solidFill>
                  <a:srgbClr val="404040"/>
                </a:solidFill>
                <a:latin typeface="Open Sans"/>
                <a:ea typeface="Open Sans"/>
                <a:cs typeface="Open Sans"/>
                <a:sym typeface="Open Sans"/>
              </a:rPr>
              <a:t>Create a New Project: Step 2</a:t>
            </a:r>
            <a:endParaRPr sz="2800" b="1" i="0" u="none" strike="noStrike" cap="none" dirty="0">
              <a:solidFill>
                <a:srgbClr val="000000"/>
              </a:solidFill>
              <a:latin typeface="Open Sans"/>
              <a:ea typeface="Open Sans"/>
              <a:cs typeface="Open Sans"/>
              <a:sym typeface="Open Sans"/>
            </a:endParaRPr>
          </a:p>
        </p:txBody>
      </p:sp>
      <p:sp>
        <p:nvSpPr>
          <p:cNvPr id="1175" name="Google Shape;1175;p89"/>
          <p:cNvSpPr/>
          <p:nvPr/>
        </p:nvSpPr>
        <p:spPr>
          <a:xfrm>
            <a:off x="2537021" y="1511999"/>
            <a:ext cx="11181959" cy="584775"/>
          </a:xfrm>
          <a:prstGeom prst="roundRect">
            <a:avLst>
              <a:gd name="adj" fmla="val 16667"/>
            </a:avLst>
          </a:prstGeom>
          <a:solidFill>
            <a:schemeClr val="lt1"/>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10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Select </a:t>
            </a:r>
            <a:r>
              <a:rPr lang="en-US" sz="2200" b="1" i="0" u="none" strike="noStrike" cap="none">
                <a:solidFill>
                  <a:srgbClr val="3F3F3F"/>
                </a:solidFill>
                <a:latin typeface="Open Sans"/>
                <a:ea typeface="Open Sans"/>
                <a:cs typeface="Open Sans"/>
                <a:sym typeface="Open Sans"/>
              </a:rPr>
              <a:t>Java Project</a:t>
            </a:r>
            <a:r>
              <a:rPr lang="en-US" sz="2200" b="0" i="0" u="none" strike="noStrike" cap="none">
                <a:solidFill>
                  <a:srgbClr val="3F3F3F"/>
                </a:solidFill>
                <a:latin typeface="Open Sans"/>
                <a:ea typeface="Open Sans"/>
                <a:cs typeface="Open Sans"/>
                <a:sym typeface="Open Sans"/>
              </a:rPr>
              <a:t>, and then click the </a:t>
            </a:r>
            <a:r>
              <a:rPr lang="en-US" sz="2200" b="1" i="0" u="none" strike="noStrike" cap="none">
                <a:solidFill>
                  <a:srgbClr val="3F3F3F"/>
                </a:solidFill>
                <a:latin typeface="Open Sans"/>
                <a:ea typeface="Open Sans"/>
                <a:cs typeface="Open Sans"/>
                <a:sym typeface="Open Sans"/>
              </a:rPr>
              <a:t>Next</a:t>
            </a:r>
            <a:r>
              <a:rPr lang="en-US" sz="2200" b="0" i="0" u="none" strike="noStrike" cap="none">
                <a:solidFill>
                  <a:srgbClr val="3F3F3F"/>
                </a:solidFill>
                <a:latin typeface="Open Sans"/>
                <a:ea typeface="Open Sans"/>
                <a:cs typeface="Open Sans"/>
                <a:sym typeface="Open Sans"/>
              </a:rPr>
              <a:t> </a:t>
            </a:r>
            <a:endParaRPr sz="1400" b="0" i="0" u="none" strike="noStrike" cap="none">
              <a:solidFill>
                <a:srgbClr val="000000"/>
              </a:solidFill>
              <a:latin typeface="Arial"/>
              <a:ea typeface="Arial"/>
              <a:cs typeface="Arial"/>
              <a:sym typeface="Arial"/>
            </a:endParaRPr>
          </a:p>
        </p:txBody>
      </p:sp>
      <p:sp>
        <p:nvSpPr>
          <p:cNvPr id="3" name="Brandline_LVC">
            <a:extLst>
              <a:ext uri="{FF2B5EF4-FFF2-40B4-BE49-F238E27FC236}">
                <a16:creationId xmlns:a16="http://schemas.microsoft.com/office/drawing/2014/main" id="{D108EF1A-6B37-419E-5143-3E1FFFD99D52}"/>
              </a:ext>
            </a:extLst>
          </p:cNvPr>
          <p:cNvSpPr/>
          <p:nvPr/>
        </p:nvSpPr>
        <p:spPr>
          <a:xfrm>
            <a:off x="5003800" y="799585"/>
            <a:ext cx="625483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181"/>
        <p:cNvGrpSpPr/>
        <p:nvPr/>
      </p:nvGrpSpPr>
      <p:grpSpPr>
        <a:xfrm>
          <a:off x="0" y="0"/>
          <a:ext cx="0" cy="0"/>
          <a:chOff x="0" y="0"/>
          <a:chExt cx="0" cy="0"/>
        </a:xfrm>
      </p:grpSpPr>
      <p:pic>
        <p:nvPicPr>
          <p:cNvPr id="1182" name="Google Shape;1182;p90"/>
          <p:cNvPicPr preferRelativeResize="0"/>
          <p:nvPr/>
        </p:nvPicPr>
        <p:blipFill rotWithShape="1">
          <a:blip r:embed="rId3">
            <a:alphaModFix/>
          </a:blip>
          <a:srcRect l="32785" t="9283" r="27454" b="67750"/>
          <a:stretch/>
        </p:blipFill>
        <p:spPr>
          <a:xfrm>
            <a:off x="4605830" y="2971768"/>
            <a:ext cx="7050405" cy="2578093"/>
          </a:xfrm>
          <a:prstGeom prst="rect">
            <a:avLst/>
          </a:prstGeom>
          <a:noFill/>
          <a:ln>
            <a:noFill/>
          </a:ln>
        </p:spPr>
      </p:pic>
      <p:sp>
        <p:nvSpPr>
          <p:cNvPr id="1183" name="Google Shape;1183;p90"/>
          <p:cNvSpPr txBox="1"/>
          <p:nvPr/>
        </p:nvSpPr>
        <p:spPr>
          <a:xfrm>
            <a:off x="4973441" y="276365"/>
            <a:ext cx="6217649"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2800" b="1" i="0" u="none" strike="noStrike" cap="none" dirty="0">
                <a:solidFill>
                  <a:srgbClr val="404040"/>
                </a:solidFill>
                <a:latin typeface="Open Sans"/>
                <a:ea typeface="Open Sans"/>
                <a:cs typeface="Open Sans"/>
                <a:sym typeface="Open Sans"/>
              </a:rPr>
              <a:t>Create a New Project: Step 3</a:t>
            </a:r>
            <a:endParaRPr sz="2800" b="1" i="0" u="none" strike="noStrike" cap="none" dirty="0">
              <a:solidFill>
                <a:srgbClr val="000000"/>
              </a:solidFill>
              <a:latin typeface="Open Sans"/>
              <a:ea typeface="Open Sans"/>
              <a:cs typeface="Open Sans"/>
              <a:sym typeface="Open Sans"/>
            </a:endParaRPr>
          </a:p>
        </p:txBody>
      </p:sp>
      <p:sp>
        <p:nvSpPr>
          <p:cNvPr id="1184" name="Google Shape;1184;p90"/>
          <p:cNvSpPr/>
          <p:nvPr/>
        </p:nvSpPr>
        <p:spPr>
          <a:xfrm>
            <a:off x="5972436" y="1514803"/>
            <a:ext cx="4311129" cy="584775"/>
          </a:xfrm>
          <a:prstGeom prst="roundRect">
            <a:avLst>
              <a:gd name="adj" fmla="val 16667"/>
            </a:avLst>
          </a:prstGeom>
          <a:solidFill>
            <a:schemeClr val="lt1"/>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1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Enter the project name</a:t>
            </a:r>
            <a:endParaRPr sz="1400" b="0" i="0" u="none" strike="noStrike" cap="none">
              <a:solidFill>
                <a:srgbClr val="000000"/>
              </a:solidFill>
              <a:latin typeface="Arial"/>
              <a:ea typeface="Arial"/>
              <a:cs typeface="Arial"/>
              <a:sym typeface="Arial"/>
            </a:endParaRPr>
          </a:p>
        </p:txBody>
      </p:sp>
      <p:sp>
        <p:nvSpPr>
          <p:cNvPr id="3" name="Brandline_LVC">
            <a:extLst>
              <a:ext uri="{FF2B5EF4-FFF2-40B4-BE49-F238E27FC236}">
                <a16:creationId xmlns:a16="http://schemas.microsoft.com/office/drawing/2014/main" id="{690B1385-A0C8-815D-DFB3-C76C388A9BAF}"/>
              </a:ext>
            </a:extLst>
          </p:cNvPr>
          <p:cNvSpPr/>
          <p:nvPr/>
        </p:nvSpPr>
        <p:spPr>
          <a:xfrm>
            <a:off x="5003800" y="799585"/>
            <a:ext cx="625483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190"/>
        <p:cNvGrpSpPr/>
        <p:nvPr/>
      </p:nvGrpSpPr>
      <p:grpSpPr>
        <a:xfrm>
          <a:off x="0" y="0"/>
          <a:ext cx="0" cy="0"/>
          <a:chOff x="0" y="0"/>
          <a:chExt cx="0" cy="0"/>
        </a:xfrm>
      </p:grpSpPr>
      <p:pic>
        <p:nvPicPr>
          <p:cNvPr id="1191" name="Google Shape;1191;p91"/>
          <p:cNvPicPr preferRelativeResize="0"/>
          <p:nvPr/>
        </p:nvPicPr>
        <p:blipFill rotWithShape="1">
          <a:blip r:embed="rId3">
            <a:alphaModFix/>
          </a:blip>
          <a:srcRect l="33192" t="9283" r="28612" b="58779"/>
          <a:stretch/>
        </p:blipFill>
        <p:spPr>
          <a:xfrm>
            <a:off x="4918851" y="3094464"/>
            <a:ext cx="6517245" cy="3356085"/>
          </a:xfrm>
          <a:prstGeom prst="rect">
            <a:avLst/>
          </a:prstGeom>
          <a:noFill/>
          <a:ln>
            <a:noFill/>
          </a:ln>
        </p:spPr>
      </p:pic>
      <p:sp>
        <p:nvSpPr>
          <p:cNvPr id="1192" name="Google Shape;1192;p91"/>
          <p:cNvSpPr txBox="1"/>
          <p:nvPr/>
        </p:nvSpPr>
        <p:spPr>
          <a:xfrm>
            <a:off x="4941117" y="276365"/>
            <a:ext cx="6373766"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2800" b="1" i="0" u="none" strike="noStrike" cap="none" dirty="0">
                <a:solidFill>
                  <a:srgbClr val="404040"/>
                </a:solidFill>
                <a:latin typeface="Open Sans"/>
                <a:ea typeface="Open Sans"/>
                <a:cs typeface="Open Sans"/>
                <a:sym typeface="Open Sans"/>
              </a:rPr>
              <a:t>Create a New Project: Step 4</a:t>
            </a:r>
            <a:endParaRPr sz="2800" b="1" i="0" u="none" strike="noStrike" cap="none" dirty="0">
              <a:solidFill>
                <a:srgbClr val="000000"/>
              </a:solidFill>
              <a:latin typeface="Open Sans"/>
              <a:ea typeface="Open Sans"/>
              <a:cs typeface="Open Sans"/>
              <a:sym typeface="Open Sans"/>
            </a:endParaRPr>
          </a:p>
        </p:txBody>
      </p:sp>
      <p:sp>
        <p:nvSpPr>
          <p:cNvPr id="1193" name="Google Shape;1193;p91"/>
          <p:cNvSpPr/>
          <p:nvPr/>
        </p:nvSpPr>
        <p:spPr>
          <a:xfrm>
            <a:off x="1502853" y="1515760"/>
            <a:ext cx="13250295" cy="900629"/>
          </a:xfrm>
          <a:prstGeom prst="roundRect">
            <a:avLst>
              <a:gd name="adj" fmla="val 16667"/>
            </a:avLst>
          </a:prstGeom>
          <a:solidFill>
            <a:schemeClr val="lt1"/>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10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Include JAR files from the Hadoop framework to ensure that the programs locate the dependencies in one location</a:t>
            </a:r>
            <a:endParaRPr sz="1400" b="0" i="0" u="none" strike="noStrike" cap="none">
              <a:solidFill>
                <a:srgbClr val="000000"/>
              </a:solidFill>
              <a:latin typeface="Arial"/>
              <a:ea typeface="Arial"/>
              <a:cs typeface="Arial"/>
              <a:sym typeface="Arial"/>
            </a:endParaRPr>
          </a:p>
        </p:txBody>
      </p:sp>
      <p:sp>
        <p:nvSpPr>
          <p:cNvPr id="3" name="Brandline_LVC">
            <a:extLst>
              <a:ext uri="{FF2B5EF4-FFF2-40B4-BE49-F238E27FC236}">
                <a16:creationId xmlns:a16="http://schemas.microsoft.com/office/drawing/2014/main" id="{38A8C7FF-1977-6A07-D95B-9F6C9571A5EE}"/>
              </a:ext>
            </a:extLst>
          </p:cNvPr>
          <p:cNvSpPr/>
          <p:nvPr/>
        </p:nvSpPr>
        <p:spPr>
          <a:xfrm>
            <a:off x="5003800" y="799585"/>
            <a:ext cx="625483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99"/>
        <p:cNvGrpSpPr/>
        <p:nvPr/>
      </p:nvGrpSpPr>
      <p:grpSpPr>
        <a:xfrm>
          <a:off x="0" y="0"/>
          <a:ext cx="0" cy="0"/>
          <a:chOff x="0" y="0"/>
          <a:chExt cx="0" cy="0"/>
        </a:xfrm>
      </p:grpSpPr>
      <p:pic>
        <p:nvPicPr>
          <p:cNvPr id="1200" name="Google Shape;1200;p92"/>
          <p:cNvPicPr preferRelativeResize="0"/>
          <p:nvPr/>
        </p:nvPicPr>
        <p:blipFill rotWithShape="1">
          <a:blip r:embed="rId3">
            <a:alphaModFix/>
          </a:blip>
          <a:srcRect l="33138" t="10313" r="27454" b="12418"/>
          <a:stretch/>
        </p:blipFill>
        <p:spPr>
          <a:xfrm>
            <a:off x="5173032" y="2485644"/>
            <a:ext cx="5909937" cy="6091100"/>
          </a:xfrm>
          <a:prstGeom prst="rect">
            <a:avLst/>
          </a:prstGeom>
          <a:noFill/>
          <a:ln w="9525" cap="sq" cmpd="sng">
            <a:solidFill>
              <a:srgbClr val="000000"/>
            </a:solidFill>
            <a:prstDash val="solid"/>
            <a:miter lim="800000"/>
            <a:headEnd type="none" w="sm" len="sm"/>
            <a:tailEnd type="none" w="sm" len="sm"/>
          </a:ln>
          <a:effectLst>
            <a:outerShdw blurRad="50800" dist="38100" dir="2700000" algn="tl" rotWithShape="0">
              <a:srgbClr val="000000">
                <a:alpha val="42745"/>
              </a:srgbClr>
            </a:outerShdw>
          </a:effectLst>
        </p:spPr>
      </p:pic>
      <p:sp>
        <p:nvSpPr>
          <p:cNvPr id="1201" name="Google Shape;1201;p92"/>
          <p:cNvSpPr txBox="1"/>
          <p:nvPr/>
        </p:nvSpPr>
        <p:spPr>
          <a:xfrm>
            <a:off x="4884229" y="276365"/>
            <a:ext cx="6396069"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2800" b="1" i="0" u="none" strike="noStrike" cap="none" dirty="0">
                <a:solidFill>
                  <a:srgbClr val="404040"/>
                </a:solidFill>
                <a:latin typeface="Open Sans"/>
                <a:ea typeface="Open Sans"/>
                <a:cs typeface="Open Sans"/>
                <a:sym typeface="Open Sans"/>
              </a:rPr>
              <a:t>Create a New Project: Step 5</a:t>
            </a:r>
            <a:endParaRPr sz="2800" b="1" i="0" u="none" strike="noStrike" cap="none" dirty="0">
              <a:solidFill>
                <a:srgbClr val="000000"/>
              </a:solidFill>
              <a:latin typeface="Open Sans"/>
              <a:ea typeface="Open Sans"/>
              <a:cs typeface="Open Sans"/>
              <a:sym typeface="Open Sans"/>
            </a:endParaRPr>
          </a:p>
        </p:txBody>
      </p:sp>
      <p:sp>
        <p:nvSpPr>
          <p:cNvPr id="1202" name="Google Shape;1202;p92"/>
          <p:cNvSpPr/>
          <p:nvPr/>
        </p:nvSpPr>
        <p:spPr>
          <a:xfrm>
            <a:off x="5626099" y="1493801"/>
            <a:ext cx="5003802" cy="584775"/>
          </a:xfrm>
          <a:prstGeom prst="roundRect">
            <a:avLst>
              <a:gd name="adj" fmla="val 16667"/>
            </a:avLst>
          </a:prstGeom>
          <a:solidFill>
            <a:schemeClr val="lt1"/>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1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Add the essential JAR files</a:t>
            </a:r>
            <a:endParaRPr sz="2200" b="0" i="0" u="none" strike="noStrike" cap="none">
              <a:solidFill>
                <a:srgbClr val="3F3F3F"/>
              </a:solidFill>
              <a:latin typeface="Open Sans"/>
              <a:ea typeface="Open Sans"/>
              <a:cs typeface="Open Sans"/>
              <a:sym typeface="Open Sans"/>
            </a:endParaRPr>
          </a:p>
        </p:txBody>
      </p:sp>
      <p:sp>
        <p:nvSpPr>
          <p:cNvPr id="3" name="Brandline_LVC">
            <a:extLst>
              <a:ext uri="{FF2B5EF4-FFF2-40B4-BE49-F238E27FC236}">
                <a16:creationId xmlns:a16="http://schemas.microsoft.com/office/drawing/2014/main" id="{1F68F361-21D9-C810-390C-09AE15CEC0A9}"/>
              </a:ext>
            </a:extLst>
          </p:cNvPr>
          <p:cNvSpPr/>
          <p:nvPr/>
        </p:nvSpPr>
        <p:spPr>
          <a:xfrm>
            <a:off x="5003800" y="799585"/>
            <a:ext cx="625483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208"/>
        <p:cNvGrpSpPr/>
        <p:nvPr/>
      </p:nvGrpSpPr>
      <p:grpSpPr>
        <a:xfrm>
          <a:off x="0" y="0"/>
          <a:ext cx="0" cy="0"/>
          <a:chOff x="0" y="0"/>
          <a:chExt cx="0" cy="0"/>
        </a:xfrm>
      </p:grpSpPr>
      <p:sp>
        <p:nvSpPr>
          <p:cNvPr id="1210" name="Google Shape;1210;p93"/>
          <p:cNvSpPr txBox="1"/>
          <p:nvPr/>
        </p:nvSpPr>
        <p:spPr>
          <a:xfrm>
            <a:off x="3126567" y="-142709"/>
            <a:ext cx="10002867" cy="95406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endParaRPr sz="2800" b="1" i="0" u="none" strike="noStrike" cap="none" dirty="0">
              <a:solidFill>
                <a:srgbClr val="404040"/>
              </a:solidFill>
              <a:latin typeface="Open Sans"/>
              <a:ea typeface="Open Sans"/>
              <a:cs typeface="Open Sans"/>
              <a:sym typeface="Open Sans"/>
            </a:endParaRPr>
          </a:p>
          <a:p>
            <a:pPr marL="0" marR="0" lvl="0" indent="0" algn="ctr" rtl="0">
              <a:lnSpc>
                <a:spcPct val="100000"/>
              </a:lnSpc>
              <a:spcBef>
                <a:spcPts val="0"/>
              </a:spcBef>
              <a:spcAft>
                <a:spcPts val="0"/>
              </a:spcAft>
              <a:buClr>
                <a:srgbClr val="000000"/>
              </a:buClr>
              <a:buSzPts val="3200"/>
              <a:buFont typeface="Arial"/>
              <a:buNone/>
            </a:pPr>
            <a:r>
              <a:rPr lang="en-US" sz="2800" b="1" i="0" u="none" strike="noStrike" cap="none" dirty="0">
                <a:solidFill>
                  <a:srgbClr val="404040"/>
                </a:solidFill>
                <a:latin typeface="Open Sans"/>
                <a:ea typeface="Open Sans"/>
                <a:cs typeface="Open Sans"/>
                <a:sym typeface="Open Sans"/>
              </a:rPr>
              <a:t>Checking Hadoop Environment for MapReduce</a:t>
            </a:r>
            <a:endParaRPr sz="2800" b="1" i="0" u="none" strike="noStrike" cap="none" dirty="0">
              <a:solidFill>
                <a:srgbClr val="000000"/>
              </a:solidFill>
              <a:latin typeface="Open Sans"/>
              <a:ea typeface="Open Sans"/>
              <a:cs typeface="Open Sans"/>
              <a:sym typeface="Open Sans"/>
            </a:endParaRPr>
          </a:p>
        </p:txBody>
      </p:sp>
      <p:sp>
        <p:nvSpPr>
          <p:cNvPr id="1211" name="Google Shape;1211;p93"/>
          <p:cNvSpPr/>
          <p:nvPr/>
        </p:nvSpPr>
        <p:spPr>
          <a:xfrm>
            <a:off x="3045291" y="1464748"/>
            <a:ext cx="10165418" cy="584775"/>
          </a:xfrm>
          <a:prstGeom prst="roundRect">
            <a:avLst>
              <a:gd name="adj" fmla="val 16667"/>
            </a:avLst>
          </a:prstGeom>
          <a:solidFill>
            <a:schemeClr val="lt1"/>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1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Ensure that the machine setup can perform MapReduce operations </a:t>
            </a:r>
            <a:endParaRPr sz="1400" b="0" i="0" u="none" strike="noStrike" cap="none">
              <a:solidFill>
                <a:srgbClr val="000000"/>
              </a:solidFill>
              <a:latin typeface="Arial"/>
              <a:ea typeface="Arial"/>
              <a:cs typeface="Arial"/>
              <a:sym typeface="Arial"/>
            </a:endParaRPr>
          </a:p>
        </p:txBody>
      </p:sp>
      <p:grpSp>
        <p:nvGrpSpPr>
          <p:cNvPr id="1212" name="Google Shape;1212;p93"/>
          <p:cNvGrpSpPr/>
          <p:nvPr/>
        </p:nvGrpSpPr>
        <p:grpSpPr>
          <a:xfrm>
            <a:off x="2860236" y="2766452"/>
            <a:ext cx="10532179" cy="5195661"/>
            <a:chOff x="2135443" y="2758168"/>
            <a:chExt cx="10532179" cy="5195661"/>
          </a:xfrm>
        </p:grpSpPr>
        <p:sp>
          <p:nvSpPr>
            <p:cNvPr id="1213" name="Google Shape;1213;p93"/>
            <p:cNvSpPr/>
            <p:nvPr/>
          </p:nvSpPr>
          <p:spPr>
            <a:xfrm>
              <a:off x="2135443" y="3404507"/>
              <a:ext cx="10532179" cy="4549322"/>
            </a:xfrm>
            <a:prstGeom prst="rect">
              <a:avLst/>
            </a:prstGeom>
            <a:solidFill>
              <a:srgbClr val="282828"/>
            </a:solidFill>
            <a:ln w="25400" cap="flat" cmpd="sng">
              <a:solidFill>
                <a:srgbClr val="282828"/>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1600" b="0" i="0" u="none" strike="noStrike" cap="none">
                  <a:solidFill>
                    <a:schemeClr val="lt1"/>
                  </a:solidFill>
                  <a:latin typeface="Courier New"/>
                  <a:ea typeface="Courier New"/>
                  <a:cs typeface="Courier New"/>
                  <a:sym typeface="Courier New"/>
                </a:rPr>
                <a:t> hadoop jar hadoop”examples*.jar WordCount /data/first/words.txt /data/first/output</a:t>
              </a:r>
              <a:endParaRPr/>
            </a:p>
          </p:txBody>
        </p:sp>
        <p:grpSp>
          <p:nvGrpSpPr>
            <p:cNvPr id="1214" name="Google Shape;1214;p93"/>
            <p:cNvGrpSpPr/>
            <p:nvPr/>
          </p:nvGrpSpPr>
          <p:grpSpPr>
            <a:xfrm>
              <a:off x="2135443" y="2758168"/>
              <a:ext cx="10532179" cy="638628"/>
              <a:chOff x="2135443" y="2758168"/>
              <a:chExt cx="10532179" cy="638628"/>
            </a:xfrm>
          </p:grpSpPr>
          <p:sp>
            <p:nvSpPr>
              <p:cNvPr id="1215" name="Google Shape;1215;p93"/>
              <p:cNvSpPr/>
              <p:nvPr/>
            </p:nvSpPr>
            <p:spPr>
              <a:xfrm>
                <a:off x="2135443" y="2758168"/>
                <a:ext cx="10532179" cy="638628"/>
              </a:xfrm>
              <a:prstGeom prst="round2SameRect">
                <a:avLst>
                  <a:gd name="adj1" fmla="val 36763"/>
                  <a:gd name="adj2" fmla="val 0"/>
                </a:avLst>
              </a:prstGeom>
              <a:solidFill>
                <a:srgbClr val="D8D8D8"/>
              </a:solidFill>
              <a:ln w="25400" cap="flat" cmpd="sng">
                <a:solidFill>
                  <a:srgbClr val="D9D9D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nvGrpSpPr>
              <p:cNvPr id="1216" name="Google Shape;1216;p93"/>
              <p:cNvGrpSpPr/>
              <p:nvPr/>
            </p:nvGrpSpPr>
            <p:grpSpPr>
              <a:xfrm>
                <a:off x="11502604" y="2936873"/>
                <a:ext cx="1030511" cy="275773"/>
                <a:chOff x="11502604" y="2936873"/>
                <a:chExt cx="1030511" cy="275773"/>
              </a:xfrm>
            </p:grpSpPr>
            <p:sp>
              <p:nvSpPr>
                <p:cNvPr id="1217" name="Google Shape;1217;p93"/>
                <p:cNvSpPr/>
                <p:nvPr/>
              </p:nvSpPr>
              <p:spPr>
                <a:xfrm>
                  <a:off x="11502604" y="2936875"/>
                  <a:ext cx="275771" cy="275771"/>
                </a:xfrm>
                <a:prstGeom prst="ellipse">
                  <a:avLst/>
                </a:prstGeom>
                <a:solidFill>
                  <a:srgbClr val="D95D5D"/>
                </a:solidFill>
                <a:ln w="25400" cap="flat" cmpd="sng">
                  <a:solidFill>
                    <a:srgbClr val="D95D5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218" name="Google Shape;1218;p93"/>
                <p:cNvSpPr/>
                <p:nvPr/>
              </p:nvSpPr>
              <p:spPr>
                <a:xfrm>
                  <a:off x="11879974" y="2936874"/>
                  <a:ext cx="275771" cy="275771"/>
                </a:xfrm>
                <a:prstGeom prst="ellipse">
                  <a:avLst/>
                </a:prstGeom>
                <a:solidFill>
                  <a:schemeClr val="accent2"/>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219" name="Google Shape;1219;p93"/>
                <p:cNvSpPr/>
                <p:nvPr/>
              </p:nvSpPr>
              <p:spPr>
                <a:xfrm>
                  <a:off x="12257344" y="2936873"/>
                  <a:ext cx="275771" cy="275771"/>
                </a:xfrm>
                <a:prstGeom prst="ellipse">
                  <a:avLst/>
                </a:prstGeom>
                <a:solidFill>
                  <a:srgbClr val="548135"/>
                </a:solidFill>
                <a:ln w="25400" cap="flat" cmpd="sng">
                  <a:solidFill>
                    <a:srgbClr val="54813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grpSp>
            <p:nvGrpSpPr>
              <p:cNvPr id="1220" name="Google Shape;1220;p93"/>
              <p:cNvGrpSpPr/>
              <p:nvPr/>
            </p:nvGrpSpPr>
            <p:grpSpPr>
              <a:xfrm>
                <a:off x="2223489" y="2956383"/>
                <a:ext cx="1998776" cy="299291"/>
                <a:chOff x="2223489" y="2956383"/>
                <a:chExt cx="1998776" cy="299291"/>
              </a:xfrm>
            </p:grpSpPr>
            <p:sp>
              <p:nvSpPr>
                <p:cNvPr id="1221" name="Google Shape;1221;p93"/>
                <p:cNvSpPr txBox="1"/>
                <p:nvPr/>
              </p:nvSpPr>
              <p:spPr>
                <a:xfrm>
                  <a:off x="2710184" y="2956383"/>
                  <a:ext cx="1512081"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0" i="0" u="none" strike="noStrike" cap="none">
                      <a:solidFill>
                        <a:srgbClr val="3F3F3F"/>
                      </a:solidFill>
                      <a:latin typeface="Open Sans"/>
                      <a:ea typeface="Open Sans"/>
                      <a:cs typeface="Open Sans"/>
                      <a:sym typeface="Open Sans"/>
                    </a:rPr>
                    <a:t>Command Prompt</a:t>
                  </a:r>
                  <a:endParaRPr/>
                </a:p>
              </p:txBody>
            </p:sp>
            <p:grpSp>
              <p:nvGrpSpPr>
                <p:cNvPr id="1222" name="Google Shape;1222;p93"/>
                <p:cNvGrpSpPr/>
                <p:nvPr/>
              </p:nvGrpSpPr>
              <p:grpSpPr>
                <a:xfrm>
                  <a:off x="2223489" y="2956738"/>
                  <a:ext cx="510185" cy="298936"/>
                  <a:chOff x="2217139" y="2907524"/>
                  <a:chExt cx="510185" cy="298936"/>
                </a:xfrm>
              </p:grpSpPr>
              <p:sp>
                <p:nvSpPr>
                  <p:cNvPr id="1223" name="Google Shape;1223;p93"/>
                  <p:cNvSpPr/>
                  <p:nvPr/>
                </p:nvSpPr>
                <p:spPr>
                  <a:xfrm>
                    <a:off x="2288731" y="2959884"/>
                    <a:ext cx="438593" cy="246576"/>
                  </a:xfrm>
                  <a:prstGeom prst="rect">
                    <a:avLst/>
                  </a:prstGeom>
                  <a:solidFill>
                    <a:srgbClr val="3F3F3F"/>
                  </a:solidFill>
                  <a:ln w="25400" cap="flat" cmpd="sng">
                    <a:solidFill>
                      <a:srgbClr val="3F3F3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224" name="Google Shape;1224;p93"/>
                  <p:cNvSpPr/>
                  <p:nvPr/>
                </p:nvSpPr>
                <p:spPr>
                  <a:xfrm>
                    <a:off x="2288731" y="2907524"/>
                    <a:ext cx="438593" cy="45719"/>
                  </a:xfrm>
                  <a:prstGeom prst="rect">
                    <a:avLst/>
                  </a:prstGeom>
                  <a:solidFill>
                    <a:srgbClr val="7F7F7F"/>
                  </a:solidFill>
                  <a:ln w="25400" cap="flat" cmpd="sng">
                    <a:solidFill>
                      <a:srgbClr val="3F3F3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225" name="Google Shape;1225;p93"/>
                  <p:cNvSpPr txBox="1"/>
                  <p:nvPr/>
                </p:nvSpPr>
                <p:spPr>
                  <a:xfrm>
                    <a:off x="2217139" y="2934317"/>
                    <a:ext cx="421910"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chemeClr val="lt1"/>
                        </a:solidFill>
                        <a:latin typeface="Open Sans"/>
                        <a:ea typeface="Open Sans"/>
                        <a:cs typeface="Open Sans"/>
                        <a:sym typeface="Open Sans"/>
                      </a:rPr>
                      <a:t>C:\&gt;_</a:t>
                    </a:r>
                    <a:endParaRPr/>
                  </a:p>
                </p:txBody>
              </p:sp>
            </p:grpSp>
          </p:grpSp>
        </p:grpSp>
      </p:grpSp>
      <p:cxnSp>
        <p:nvCxnSpPr>
          <p:cNvPr id="2" name="Straight Connector 1">
            <a:extLst>
              <a:ext uri="{FF2B5EF4-FFF2-40B4-BE49-F238E27FC236}">
                <a16:creationId xmlns:a16="http://schemas.microsoft.com/office/drawing/2014/main" id="{CD82B79C-63FC-5B3C-E78F-DADFBEEA0F2C}"/>
              </a:ext>
            </a:extLst>
          </p:cNvPr>
          <p:cNvCxnSpPr/>
          <p:nvPr>
            <p:custDataLst>
              <p:tags r:id="rId1"/>
            </p:custDataLst>
          </p:nvPr>
        </p:nvCxnSpPr>
        <p:spPr>
          <a:xfrm>
            <a:off x="8077200" y="380511"/>
            <a:ext cx="115094" cy="0"/>
          </a:xfrm>
          <a:prstGeom prst="line">
            <a:avLst/>
          </a:prstGeom>
          <a:ln w="38100">
            <a:solidFill>
              <a:srgbClr val="404040"/>
            </a:solidFill>
          </a:ln>
        </p:spPr>
        <p:style>
          <a:lnRef idx="1">
            <a:schemeClr val="accent1"/>
          </a:lnRef>
          <a:fillRef idx="0">
            <a:schemeClr val="accent1"/>
          </a:fillRef>
          <a:effectRef idx="0">
            <a:schemeClr val="accent1"/>
          </a:effectRef>
          <a:fontRef idx="minor">
            <a:schemeClr val="tx1"/>
          </a:fontRef>
        </p:style>
      </p:cxnSp>
      <p:sp>
        <p:nvSpPr>
          <p:cNvPr id="4" name="Brandline_LVC">
            <a:extLst>
              <a:ext uri="{FF2B5EF4-FFF2-40B4-BE49-F238E27FC236}">
                <a16:creationId xmlns:a16="http://schemas.microsoft.com/office/drawing/2014/main" id="{C4D9071C-DF30-2978-D1F8-F09B7352DE86}"/>
              </a:ext>
            </a:extLst>
          </p:cNvPr>
          <p:cNvSpPr/>
          <p:nvPr/>
        </p:nvSpPr>
        <p:spPr>
          <a:xfrm>
            <a:off x="2971800" y="807231"/>
            <a:ext cx="10320813"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230"/>
        <p:cNvGrpSpPr/>
        <p:nvPr/>
      </p:nvGrpSpPr>
      <p:grpSpPr>
        <a:xfrm>
          <a:off x="0" y="0"/>
          <a:ext cx="0" cy="0"/>
          <a:chOff x="0" y="0"/>
          <a:chExt cx="0" cy="0"/>
        </a:xfrm>
      </p:grpSpPr>
      <p:sp>
        <p:nvSpPr>
          <p:cNvPr id="1231" name="Google Shape;1231;p94"/>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Font typeface="Arial"/>
              <a:buNone/>
            </a:pPr>
            <a:r>
              <a:rPr lang="en-US" dirty="0">
                <a:solidFill>
                  <a:srgbClr val="3F3F3F"/>
                </a:solidFill>
              </a:rPr>
              <a:t>Controlling the Flow of Mapper and Reducer</a:t>
            </a:r>
            <a:endParaRPr dirty="0"/>
          </a:p>
        </p:txBody>
      </p:sp>
      <p:sp>
        <p:nvSpPr>
          <p:cNvPr id="1233" name="Google Shape;1233;p94"/>
          <p:cNvSpPr/>
          <p:nvPr/>
        </p:nvSpPr>
        <p:spPr>
          <a:xfrm>
            <a:off x="2695224" y="5667160"/>
            <a:ext cx="10818736" cy="2816164"/>
          </a:xfrm>
          <a:prstGeom prst="roundRect">
            <a:avLst>
              <a:gd name="adj" fmla="val 16667"/>
            </a:avLst>
          </a:prstGeom>
          <a:solidFill>
            <a:srgbClr val="FDF1E9"/>
          </a:solidFill>
          <a:ln w="25400" cap="flat" cmpd="sng">
            <a:solidFill>
              <a:srgbClr val="F7CAAC"/>
            </a:solidFill>
            <a:prstDash val="solid"/>
            <a:round/>
            <a:headEnd type="none" w="sm" len="sm"/>
            <a:tailEnd type="none" w="sm" len="sm"/>
          </a:ln>
        </p:spPr>
        <p:txBody>
          <a:bodyPr spcFirstLastPara="1" wrap="square" lIns="0" tIns="93950" rIns="93950" bIns="93950" anchor="ctr" anchorCtr="0">
            <a:noAutofit/>
          </a:bodyPr>
          <a:lstStyle/>
          <a:p>
            <a:pPr marL="528638" marR="0" lvl="0" indent="-231139" algn="l" rtl="0">
              <a:lnSpc>
                <a:spcPct val="100000"/>
              </a:lnSpc>
              <a:spcBef>
                <a:spcPts val="0"/>
              </a:spcBef>
              <a:spcAft>
                <a:spcPts val="0"/>
              </a:spcAft>
              <a:buClr>
                <a:srgbClr val="000000"/>
              </a:buClr>
              <a:buSzPts val="1760"/>
              <a:buFont typeface="Arial"/>
              <a:buNone/>
            </a:pPr>
            <a:endParaRPr sz="2200" b="0" i="0" u="none" strike="noStrike" cap="none" dirty="0">
              <a:solidFill>
                <a:srgbClr val="3F3F3F"/>
              </a:solidFill>
              <a:latin typeface="Open Sans"/>
              <a:ea typeface="Open Sans"/>
              <a:cs typeface="Open Sans"/>
              <a:sym typeface="Open Sans"/>
            </a:endParaRPr>
          </a:p>
          <a:p>
            <a:pPr marL="528638" marR="0" lvl="0" indent="-342900" algn="l" rtl="0">
              <a:lnSpc>
                <a:spcPct val="100000"/>
              </a:lnSpc>
              <a:spcBef>
                <a:spcPts val="0"/>
              </a:spcBef>
              <a:spcAft>
                <a:spcPts val="0"/>
              </a:spcAft>
              <a:buClr>
                <a:srgbClr val="000000"/>
              </a:buClr>
              <a:buSzPts val="1760"/>
              <a:buFont typeface="Arial"/>
              <a:buChar char="•"/>
            </a:pPr>
            <a:r>
              <a:rPr lang="en-US" sz="2200" b="0" i="0" u="none" strike="noStrike" cap="none" dirty="0">
                <a:solidFill>
                  <a:srgbClr val="3F3F3F"/>
                </a:solidFill>
                <a:latin typeface="Open Sans"/>
                <a:ea typeface="Open Sans"/>
                <a:cs typeface="Open Sans"/>
                <a:sym typeface="Open Sans"/>
              </a:rPr>
              <a:t>The reducer uses a formula that multiplies 0.95 or 1.75 by the product of the number of nodes and the maximum number of containers per node.</a:t>
            </a:r>
            <a:endParaRPr dirty="0"/>
          </a:p>
          <a:p>
            <a:pPr marL="528638" marR="0" lvl="0" indent="-231139" algn="l" rtl="0">
              <a:lnSpc>
                <a:spcPct val="100000"/>
              </a:lnSpc>
              <a:spcBef>
                <a:spcPts val="0"/>
              </a:spcBef>
              <a:spcAft>
                <a:spcPts val="0"/>
              </a:spcAft>
              <a:buClr>
                <a:srgbClr val="000000"/>
              </a:buClr>
              <a:buSzPts val="1760"/>
              <a:buFont typeface="Arial"/>
              <a:buNone/>
            </a:pPr>
            <a:endParaRPr sz="2200" b="0" i="0" u="none" strike="noStrike" cap="none" dirty="0">
              <a:solidFill>
                <a:srgbClr val="3F3F3F"/>
              </a:solidFill>
              <a:latin typeface="Open Sans"/>
              <a:ea typeface="Open Sans"/>
              <a:cs typeface="Open Sans"/>
              <a:sym typeface="Open Sans"/>
            </a:endParaRPr>
          </a:p>
          <a:p>
            <a:pPr marL="528638" marR="0" lvl="0" indent="-342900" algn="l" rtl="0">
              <a:lnSpc>
                <a:spcPct val="100000"/>
              </a:lnSpc>
              <a:spcBef>
                <a:spcPts val="0"/>
              </a:spcBef>
              <a:spcAft>
                <a:spcPts val="0"/>
              </a:spcAft>
              <a:buClr>
                <a:srgbClr val="000000"/>
              </a:buClr>
              <a:buSzPts val="1760"/>
              <a:buFont typeface="Arial"/>
              <a:buChar char="•"/>
            </a:pPr>
            <a:r>
              <a:rPr lang="en-US" sz="2200" b="0" i="0" u="none" strike="noStrike" cap="none" dirty="0">
                <a:solidFill>
                  <a:srgbClr val="3F3F3F"/>
                </a:solidFill>
                <a:latin typeface="Open Sans"/>
                <a:ea typeface="Open Sans"/>
                <a:cs typeface="Open Sans"/>
                <a:sym typeface="Open Sans"/>
              </a:rPr>
              <a:t>0.95* (number of nodes multiplied by the maximum number of containers per node)</a:t>
            </a:r>
            <a:endParaRPr dirty="0"/>
          </a:p>
          <a:p>
            <a:pPr marL="528638" marR="0" lvl="0" indent="-231139" algn="l" rtl="0">
              <a:lnSpc>
                <a:spcPct val="100000"/>
              </a:lnSpc>
              <a:spcBef>
                <a:spcPts val="0"/>
              </a:spcBef>
              <a:spcAft>
                <a:spcPts val="0"/>
              </a:spcAft>
              <a:buClr>
                <a:srgbClr val="000000"/>
              </a:buClr>
              <a:buSzPts val="1760"/>
              <a:buFont typeface="Arial"/>
              <a:buNone/>
            </a:pPr>
            <a:endParaRPr sz="2200" b="0" i="0" u="none" strike="noStrike" cap="none" dirty="0">
              <a:solidFill>
                <a:srgbClr val="3F3F3F"/>
              </a:solidFill>
              <a:latin typeface="Open Sans"/>
              <a:ea typeface="Open Sans"/>
              <a:cs typeface="Open Sans"/>
              <a:sym typeface="Open Sans"/>
            </a:endParaRPr>
          </a:p>
          <a:p>
            <a:pPr marL="528638" marR="0" lvl="0" indent="-342900" algn="l" rtl="0">
              <a:lnSpc>
                <a:spcPct val="100000"/>
              </a:lnSpc>
              <a:spcBef>
                <a:spcPts val="0"/>
              </a:spcBef>
              <a:spcAft>
                <a:spcPts val="0"/>
              </a:spcAft>
              <a:buClr>
                <a:srgbClr val="000000"/>
              </a:buClr>
              <a:buSzPts val="1760"/>
              <a:buFont typeface="Arial"/>
              <a:buChar char="•"/>
            </a:pPr>
            <a:r>
              <a:rPr lang="en-US" sz="2200" b="0" i="0" u="none" strike="noStrike" cap="none" dirty="0">
                <a:solidFill>
                  <a:srgbClr val="3F3F3F"/>
                </a:solidFill>
                <a:latin typeface="Open Sans"/>
                <a:ea typeface="Open Sans"/>
                <a:cs typeface="Open Sans"/>
                <a:sym typeface="Open Sans"/>
              </a:rPr>
              <a:t>The reducer can also be set to none.</a:t>
            </a:r>
            <a:endParaRPr dirty="0"/>
          </a:p>
        </p:txBody>
      </p:sp>
      <p:grpSp>
        <p:nvGrpSpPr>
          <p:cNvPr id="1234" name="Google Shape;1234;p94"/>
          <p:cNvGrpSpPr/>
          <p:nvPr/>
        </p:nvGrpSpPr>
        <p:grpSpPr>
          <a:xfrm>
            <a:off x="2712896" y="1860084"/>
            <a:ext cx="10801066" cy="2453497"/>
            <a:chOff x="755806" y="3225066"/>
            <a:chExt cx="7169965" cy="1951128"/>
          </a:xfrm>
        </p:grpSpPr>
        <p:sp>
          <p:nvSpPr>
            <p:cNvPr id="1235" name="Google Shape;1235;p94"/>
            <p:cNvSpPr/>
            <p:nvPr/>
          </p:nvSpPr>
          <p:spPr>
            <a:xfrm>
              <a:off x="755806" y="3680235"/>
              <a:ext cx="7169965" cy="1495959"/>
            </a:xfrm>
            <a:prstGeom prst="roundRect">
              <a:avLst>
                <a:gd name="adj" fmla="val 16667"/>
              </a:avLst>
            </a:prstGeom>
            <a:solidFill>
              <a:srgbClr val="FDF1E9"/>
            </a:solidFill>
            <a:ln w="25400" cap="flat" cmpd="sng">
              <a:solidFill>
                <a:srgbClr val="F7CAAC"/>
              </a:solidFill>
              <a:prstDash val="solid"/>
              <a:round/>
              <a:headEnd type="none" w="sm" len="sm"/>
              <a:tailEnd type="none" w="sm" len="sm"/>
            </a:ln>
          </p:spPr>
          <p:txBody>
            <a:bodyPr spcFirstLastPara="1" wrap="square" lIns="0" tIns="93950" rIns="93950" bIns="93950" anchor="ctr" anchorCtr="0">
              <a:noAutofit/>
            </a:bodyPr>
            <a:lstStyle/>
            <a:p>
              <a:pPr marL="528638" marR="0" lvl="0" indent="-342900" algn="l" rtl="0">
                <a:lnSpc>
                  <a:spcPct val="115000"/>
                </a:lnSpc>
                <a:spcBef>
                  <a:spcPts val="0"/>
                </a:spcBef>
                <a:spcAft>
                  <a:spcPts val="0"/>
                </a:spcAft>
                <a:buClr>
                  <a:srgbClr val="000000"/>
                </a:buClr>
                <a:buSzPts val="1760"/>
                <a:buFont typeface="Arial"/>
                <a:buChar char="•"/>
              </a:pPr>
              <a:r>
                <a:rPr lang="en-US" sz="2200" b="0" i="0" u="none" strike="noStrike" cap="none">
                  <a:solidFill>
                    <a:srgbClr val="3F3F3F"/>
                  </a:solidFill>
                  <a:latin typeface="Open Sans"/>
                  <a:ea typeface="Open Sans"/>
                  <a:cs typeface="Open Sans"/>
                  <a:sym typeface="Open Sans"/>
                </a:rPr>
                <a:t>The number of maps is dependent on the total number of blocks in the input dataset.</a:t>
              </a:r>
              <a:endParaRPr/>
            </a:p>
            <a:p>
              <a:pPr marL="528638" marR="0" lvl="0" indent="-231139" algn="l" rtl="0">
                <a:lnSpc>
                  <a:spcPct val="115000"/>
                </a:lnSpc>
                <a:spcBef>
                  <a:spcPts val="0"/>
                </a:spcBef>
                <a:spcAft>
                  <a:spcPts val="0"/>
                </a:spcAft>
                <a:buClr>
                  <a:srgbClr val="000000"/>
                </a:buClr>
                <a:buSzPts val="1760"/>
                <a:buFont typeface="Arial"/>
                <a:buNone/>
              </a:pPr>
              <a:endParaRPr sz="2200" b="0" i="0" u="none" strike="noStrike" cap="none">
                <a:solidFill>
                  <a:srgbClr val="3F3F3F"/>
                </a:solidFill>
                <a:latin typeface="Open Sans"/>
                <a:ea typeface="Open Sans"/>
                <a:cs typeface="Open Sans"/>
                <a:sym typeface="Open Sans"/>
              </a:endParaRPr>
            </a:p>
            <a:p>
              <a:pPr marL="528638" marR="0" lvl="0" indent="-342900" algn="l" rtl="0">
                <a:lnSpc>
                  <a:spcPct val="115000"/>
                </a:lnSpc>
                <a:spcBef>
                  <a:spcPts val="0"/>
                </a:spcBef>
                <a:spcAft>
                  <a:spcPts val="0"/>
                </a:spcAft>
                <a:buClr>
                  <a:srgbClr val="000000"/>
                </a:buClr>
                <a:buSzPts val="1760"/>
                <a:buFont typeface="Arial"/>
                <a:buChar char="•"/>
              </a:pPr>
              <a:r>
                <a:rPr lang="en-US" sz="2200" b="0" i="0" u="none" strike="noStrike" cap="none">
                  <a:solidFill>
                    <a:srgbClr val="3F3F3F"/>
                  </a:solidFill>
                  <a:latin typeface="Open Sans"/>
                  <a:ea typeface="Open Sans"/>
                  <a:cs typeface="Open Sans"/>
                  <a:sym typeface="Open Sans"/>
                </a:rPr>
                <a:t>Having 10 to 100 maps per node is a common rule.</a:t>
              </a:r>
              <a:endParaRPr/>
            </a:p>
          </p:txBody>
        </p:sp>
        <p:sp>
          <p:nvSpPr>
            <p:cNvPr id="1236" name="Google Shape;1236;p94"/>
            <p:cNvSpPr/>
            <p:nvPr/>
          </p:nvSpPr>
          <p:spPr>
            <a:xfrm>
              <a:off x="792461" y="3225066"/>
              <a:ext cx="1744724" cy="540000"/>
            </a:xfrm>
            <a:prstGeom prst="round2SameRect">
              <a:avLst>
                <a:gd name="adj1" fmla="val 16667"/>
                <a:gd name="adj2" fmla="val 0"/>
              </a:avLst>
            </a:prstGeom>
            <a:solidFill>
              <a:srgbClr val="9CDAEB"/>
            </a:solidFill>
            <a:ln w="25400" cap="flat" cmpd="sng">
              <a:solidFill>
                <a:srgbClr val="A5A5A5"/>
              </a:solidFill>
              <a:prstDash val="solid"/>
              <a:round/>
              <a:headEnd type="none" w="sm" len="sm"/>
              <a:tailEnd type="none" w="sm" len="sm"/>
            </a:ln>
          </p:spPr>
          <p:txBody>
            <a:bodyPr spcFirstLastPara="1" wrap="square" lIns="91425" tIns="140950" rIns="91425" bIns="140950" anchor="ctr" anchorCtr="0">
              <a:noAutofit/>
            </a:bodyPr>
            <a:lstStyle/>
            <a:p>
              <a:pPr marL="0" marR="0" lvl="0" indent="0" algn="l" rtl="0">
                <a:lnSpc>
                  <a:spcPct val="100000"/>
                </a:lnSpc>
                <a:spcBef>
                  <a:spcPts val="0"/>
                </a:spcBef>
                <a:spcAft>
                  <a:spcPts val="0"/>
                </a:spcAft>
                <a:buNone/>
              </a:pPr>
              <a:r>
                <a:rPr lang="en-US" sz="2200" b="1" i="0" u="none" strike="noStrike" cap="none">
                  <a:solidFill>
                    <a:srgbClr val="3F3F3F"/>
                  </a:solidFill>
                  <a:latin typeface="Open Sans"/>
                  <a:ea typeface="Open Sans"/>
                  <a:cs typeface="Open Sans"/>
                  <a:sym typeface="Open Sans"/>
                </a:rPr>
                <a:t>Number of Maps</a:t>
              </a:r>
              <a:endParaRPr/>
            </a:p>
          </p:txBody>
        </p:sp>
      </p:grpSp>
      <p:sp>
        <p:nvSpPr>
          <p:cNvPr id="1237" name="Google Shape;1237;p94"/>
          <p:cNvSpPr/>
          <p:nvPr/>
        </p:nvSpPr>
        <p:spPr>
          <a:xfrm>
            <a:off x="2768114" y="5149872"/>
            <a:ext cx="3321930" cy="679037"/>
          </a:xfrm>
          <a:prstGeom prst="round2SameRect">
            <a:avLst>
              <a:gd name="adj1" fmla="val 16667"/>
              <a:gd name="adj2" fmla="val 0"/>
            </a:avLst>
          </a:prstGeom>
          <a:solidFill>
            <a:srgbClr val="9CDAEB"/>
          </a:solidFill>
          <a:ln w="25400" cap="flat" cmpd="sng">
            <a:solidFill>
              <a:srgbClr val="A5A5A5"/>
            </a:solidFill>
            <a:prstDash val="solid"/>
            <a:round/>
            <a:headEnd type="none" w="sm" len="sm"/>
            <a:tailEnd type="none" w="sm" len="sm"/>
          </a:ln>
        </p:spPr>
        <p:txBody>
          <a:bodyPr spcFirstLastPara="1" wrap="square" lIns="91425" tIns="140950" rIns="91425" bIns="140950" anchor="ctr" anchorCtr="0">
            <a:noAutofit/>
          </a:bodyPr>
          <a:lstStyle/>
          <a:p>
            <a:pPr marL="0" marR="0" lvl="0" indent="0" algn="l" rtl="0">
              <a:lnSpc>
                <a:spcPct val="100000"/>
              </a:lnSpc>
              <a:spcBef>
                <a:spcPts val="0"/>
              </a:spcBef>
              <a:spcAft>
                <a:spcPts val="0"/>
              </a:spcAft>
              <a:buNone/>
            </a:pPr>
            <a:r>
              <a:rPr lang="en-US" sz="2200" b="1" i="0" u="none" strike="noStrike" cap="none">
                <a:solidFill>
                  <a:srgbClr val="3F3F3F"/>
                </a:solidFill>
                <a:latin typeface="Open Sans"/>
                <a:ea typeface="Open Sans"/>
                <a:cs typeface="Open Sans"/>
                <a:sym typeface="Open Sans"/>
              </a:rPr>
              <a:t>Number of Reducers</a:t>
            </a:r>
            <a:endParaRPr/>
          </a:p>
        </p:txBody>
      </p:sp>
      <p:sp>
        <p:nvSpPr>
          <p:cNvPr id="3" name="Brandline_LVC">
            <a:extLst>
              <a:ext uri="{FF2B5EF4-FFF2-40B4-BE49-F238E27FC236}">
                <a16:creationId xmlns:a16="http://schemas.microsoft.com/office/drawing/2014/main" id="{8586172B-B35A-7480-CEB3-484FEA940FDD}"/>
              </a:ext>
            </a:extLst>
          </p:cNvPr>
          <p:cNvSpPr/>
          <p:nvPr/>
        </p:nvSpPr>
        <p:spPr>
          <a:xfrm>
            <a:off x="3251200" y="816324"/>
            <a:ext cx="9769157"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242"/>
        <p:cNvGrpSpPr/>
        <p:nvPr/>
      </p:nvGrpSpPr>
      <p:grpSpPr>
        <a:xfrm>
          <a:off x="0" y="0"/>
          <a:ext cx="0" cy="0"/>
          <a:chOff x="0" y="0"/>
          <a:chExt cx="0" cy="0"/>
        </a:xfrm>
      </p:grpSpPr>
      <p:sp>
        <p:nvSpPr>
          <p:cNvPr id="1243" name="Google Shape;1243;p95"/>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Font typeface="Arial"/>
              <a:buNone/>
            </a:pPr>
            <a:r>
              <a:rPr lang="en-US" dirty="0"/>
              <a:t>Optimization of MapReduce Jobs</a:t>
            </a:r>
            <a:endParaRPr dirty="0"/>
          </a:p>
        </p:txBody>
      </p:sp>
      <p:sp>
        <p:nvSpPr>
          <p:cNvPr id="1244" name="Google Shape;1244;p95"/>
          <p:cNvSpPr/>
          <p:nvPr/>
        </p:nvSpPr>
        <p:spPr>
          <a:xfrm>
            <a:off x="1512047" y="1261011"/>
            <a:ext cx="13611345" cy="748627"/>
          </a:xfrm>
          <a:prstGeom prst="roundRect">
            <a:avLst>
              <a:gd name="adj" fmla="val 16667"/>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 Follow the techniques to achieve maximum performance from the MR cluster: </a:t>
            </a:r>
            <a:endParaRPr sz="2200" b="0" i="0" u="none" strike="noStrike" cap="none">
              <a:solidFill>
                <a:srgbClr val="3F3F3F"/>
              </a:solidFill>
              <a:latin typeface="Open Sans"/>
              <a:ea typeface="Open Sans"/>
              <a:cs typeface="Open Sans"/>
              <a:sym typeface="Open Sans"/>
            </a:endParaRPr>
          </a:p>
        </p:txBody>
      </p:sp>
      <p:grpSp>
        <p:nvGrpSpPr>
          <p:cNvPr id="1245" name="Google Shape;1245;p95"/>
          <p:cNvGrpSpPr/>
          <p:nvPr/>
        </p:nvGrpSpPr>
        <p:grpSpPr>
          <a:xfrm>
            <a:off x="2445318" y="2564927"/>
            <a:ext cx="11365364" cy="5335013"/>
            <a:chOff x="312892" y="1641431"/>
            <a:chExt cx="14408434" cy="6763460"/>
          </a:xfrm>
        </p:grpSpPr>
        <p:sp>
          <p:nvSpPr>
            <p:cNvPr id="1246" name="Google Shape;1246;p95"/>
            <p:cNvSpPr/>
            <p:nvPr/>
          </p:nvSpPr>
          <p:spPr>
            <a:xfrm>
              <a:off x="5576712" y="2198510"/>
              <a:ext cx="3248379" cy="1546578"/>
            </a:xfrm>
            <a:custGeom>
              <a:avLst/>
              <a:gdLst/>
              <a:ahLst/>
              <a:cxnLst/>
              <a:rect l="l" t="t" r="r" b="b"/>
              <a:pathLst>
                <a:path w="1056" h="503" extrusionOk="0">
                  <a:moveTo>
                    <a:pt x="771" y="4"/>
                  </a:moveTo>
                  <a:cubicBezTo>
                    <a:pt x="770" y="3"/>
                    <a:pt x="770" y="2"/>
                    <a:pt x="770" y="0"/>
                  </a:cubicBezTo>
                  <a:cubicBezTo>
                    <a:pt x="716" y="4"/>
                    <a:pt x="665" y="12"/>
                    <a:pt x="614" y="24"/>
                  </a:cubicBezTo>
                  <a:cubicBezTo>
                    <a:pt x="612" y="36"/>
                    <a:pt x="609" y="49"/>
                    <a:pt x="603" y="61"/>
                  </a:cubicBezTo>
                  <a:cubicBezTo>
                    <a:pt x="587" y="97"/>
                    <a:pt x="558" y="125"/>
                    <a:pt x="521" y="139"/>
                  </a:cubicBezTo>
                  <a:cubicBezTo>
                    <a:pt x="504" y="145"/>
                    <a:pt x="486" y="149"/>
                    <a:pt x="468" y="149"/>
                  </a:cubicBezTo>
                  <a:cubicBezTo>
                    <a:pt x="434" y="149"/>
                    <a:pt x="402" y="137"/>
                    <a:pt x="376" y="116"/>
                  </a:cubicBezTo>
                  <a:cubicBezTo>
                    <a:pt x="216" y="205"/>
                    <a:pt x="85" y="340"/>
                    <a:pt x="0" y="503"/>
                  </a:cubicBezTo>
                  <a:cubicBezTo>
                    <a:pt x="1056" y="503"/>
                    <a:pt x="1056" y="503"/>
                    <a:pt x="1056" y="503"/>
                  </a:cubicBezTo>
                  <a:lnTo>
                    <a:pt x="771" y="4"/>
                  </a:lnTo>
                  <a:close/>
                </a:path>
              </a:pathLst>
            </a:custGeom>
            <a:solidFill>
              <a:schemeClr val="accent1"/>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grpSp>
          <p:nvGrpSpPr>
            <p:cNvPr id="1247" name="Google Shape;1247;p95"/>
            <p:cNvGrpSpPr/>
            <p:nvPr/>
          </p:nvGrpSpPr>
          <p:grpSpPr>
            <a:xfrm>
              <a:off x="312892" y="1641431"/>
              <a:ext cx="14408434" cy="6763460"/>
              <a:chOff x="312892" y="1641431"/>
              <a:chExt cx="14408434" cy="6763460"/>
            </a:xfrm>
          </p:grpSpPr>
          <p:sp>
            <p:nvSpPr>
              <p:cNvPr id="1248" name="Google Shape;1248;p95"/>
              <p:cNvSpPr/>
              <p:nvPr/>
            </p:nvSpPr>
            <p:spPr>
              <a:xfrm>
                <a:off x="8017934" y="2190045"/>
                <a:ext cx="2497668" cy="2808112"/>
              </a:xfrm>
              <a:custGeom>
                <a:avLst/>
                <a:gdLst/>
                <a:ahLst/>
                <a:cxnLst/>
                <a:rect l="l" t="t" r="r" b="b"/>
                <a:pathLst>
                  <a:path w="812" h="913" extrusionOk="0">
                    <a:moveTo>
                      <a:pt x="717" y="293"/>
                    </a:moveTo>
                    <a:cubicBezTo>
                      <a:pt x="699" y="300"/>
                      <a:pt x="680" y="304"/>
                      <a:pt x="661" y="304"/>
                    </a:cubicBezTo>
                    <a:cubicBezTo>
                      <a:pt x="627" y="304"/>
                      <a:pt x="594" y="292"/>
                      <a:pt x="568" y="271"/>
                    </a:cubicBezTo>
                    <a:cubicBezTo>
                      <a:pt x="538" y="247"/>
                      <a:pt x="518" y="212"/>
                      <a:pt x="514" y="172"/>
                    </a:cubicBezTo>
                    <a:cubicBezTo>
                      <a:pt x="512" y="158"/>
                      <a:pt x="513" y="145"/>
                      <a:pt x="515" y="131"/>
                    </a:cubicBezTo>
                    <a:cubicBezTo>
                      <a:pt x="375" y="48"/>
                      <a:pt x="212" y="0"/>
                      <a:pt x="37" y="0"/>
                    </a:cubicBezTo>
                    <a:cubicBezTo>
                      <a:pt x="25" y="0"/>
                      <a:pt x="13" y="1"/>
                      <a:pt x="0" y="1"/>
                    </a:cubicBezTo>
                    <a:cubicBezTo>
                      <a:pt x="522" y="913"/>
                      <a:pt x="522" y="913"/>
                      <a:pt x="522" y="913"/>
                    </a:cubicBezTo>
                    <a:cubicBezTo>
                      <a:pt x="808" y="415"/>
                      <a:pt x="808" y="415"/>
                      <a:pt x="808" y="415"/>
                    </a:cubicBezTo>
                    <a:cubicBezTo>
                      <a:pt x="809" y="413"/>
                      <a:pt x="810" y="412"/>
                      <a:pt x="812" y="411"/>
                    </a:cubicBezTo>
                    <a:cubicBezTo>
                      <a:pt x="783" y="369"/>
                      <a:pt x="751" y="330"/>
                      <a:pt x="717" y="293"/>
                    </a:cubicBezTo>
                  </a:path>
                </a:pathLst>
              </a:custGeom>
              <a:solidFill>
                <a:schemeClr val="accent2"/>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1249" name="Google Shape;1249;p95"/>
              <p:cNvSpPr/>
              <p:nvPr/>
            </p:nvSpPr>
            <p:spPr>
              <a:xfrm>
                <a:off x="9637890" y="2257778"/>
                <a:ext cx="821268" cy="824089"/>
              </a:xfrm>
              <a:custGeom>
                <a:avLst/>
                <a:gdLst/>
                <a:ahLst/>
                <a:cxnLst/>
                <a:rect l="l" t="t" r="r" b="b"/>
                <a:pathLst>
                  <a:path w="267" h="268" extrusionOk="0">
                    <a:moveTo>
                      <a:pt x="60" y="227"/>
                    </a:moveTo>
                    <a:cubicBezTo>
                      <a:pt x="8" y="186"/>
                      <a:pt x="0" y="111"/>
                      <a:pt x="41" y="60"/>
                    </a:cubicBezTo>
                    <a:cubicBezTo>
                      <a:pt x="82" y="9"/>
                      <a:pt x="157" y="0"/>
                      <a:pt x="208" y="41"/>
                    </a:cubicBezTo>
                    <a:cubicBezTo>
                      <a:pt x="259" y="82"/>
                      <a:pt x="267" y="157"/>
                      <a:pt x="226" y="208"/>
                    </a:cubicBezTo>
                    <a:cubicBezTo>
                      <a:pt x="185" y="259"/>
                      <a:pt x="111" y="268"/>
                      <a:pt x="60" y="227"/>
                    </a:cubicBezTo>
                  </a:path>
                </a:pathLst>
              </a:custGeom>
              <a:solidFill>
                <a:schemeClr val="accent2"/>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1250" name="Google Shape;1250;p95"/>
              <p:cNvSpPr/>
              <p:nvPr/>
            </p:nvSpPr>
            <p:spPr>
              <a:xfrm>
                <a:off x="8937980" y="3513666"/>
                <a:ext cx="2071511" cy="2813756"/>
              </a:xfrm>
              <a:custGeom>
                <a:avLst/>
                <a:gdLst/>
                <a:ahLst/>
                <a:cxnLst/>
                <a:rect l="l" t="t" r="r" b="b"/>
                <a:pathLst>
                  <a:path w="674" h="915" extrusionOk="0">
                    <a:moveTo>
                      <a:pt x="608" y="742"/>
                    </a:moveTo>
                    <a:cubicBezTo>
                      <a:pt x="585" y="711"/>
                      <a:pt x="575" y="672"/>
                      <a:pt x="581" y="633"/>
                    </a:cubicBezTo>
                    <a:cubicBezTo>
                      <a:pt x="589" y="579"/>
                      <a:pt x="625" y="535"/>
                      <a:pt x="674" y="516"/>
                    </a:cubicBezTo>
                    <a:cubicBezTo>
                      <a:pt x="674" y="513"/>
                      <a:pt x="674" y="509"/>
                      <a:pt x="674" y="506"/>
                    </a:cubicBezTo>
                    <a:cubicBezTo>
                      <a:pt x="674" y="320"/>
                      <a:pt x="619" y="146"/>
                      <a:pt x="526" y="0"/>
                    </a:cubicBezTo>
                    <a:cubicBezTo>
                      <a:pt x="234" y="508"/>
                      <a:pt x="234" y="508"/>
                      <a:pt x="234" y="508"/>
                    </a:cubicBezTo>
                    <a:cubicBezTo>
                      <a:pt x="233" y="510"/>
                      <a:pt x="232" y="512"/>
                      <a:pt x="230" y="514"/>
                    </a:cubicBezTo>
                    <a:cubicBezTo>
                      <a:pt x="0" y="914"/>
                      <a:pt x="0" y="914"/>
                      <a:pt x="0" y="914"/>
                    </a:cubicBezTo>
                    <a:cubicBezTo>
                      <a:pt x="575" y="914"/>
                      <a:pt x="575" y="914"/>
                      <a:pt x="575" y="914"/>
                    </a:cubicBezTo>
                    <a:cubicBezTo>
                      <a:pt x="577" y="914"/>
                      <a:pt x="578" y="914"/>
                      <a:pt x="580" y="915"/>
                    </a:cubicBezTo>
                    <a:cubicBezTo>
                      <a:pt x="602" y="869"/>
                      <a:pt x="621" y="820"/>
                      <a:pt x="636" y="770"/>
                    </a:cubicBezTo>
                    <a:cubicBezTo>
                      <a:pt x="626" y="762"/>
                      <a:pt x="616" y="753"/>
                      <a:pt x="608" y="742"/>
                    </a:cubicBezTo>
                  </a:path>
                </a:pathLst>
              </a:custGeom>
              <a:solidFill>
                <a:schemeClr val="accent3"/>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1251" name="Google Shape;1251;p95"/>
              <p:cNvSpPr/>
              <p:nvPr/>
            </p:nvSpPr>
            <p:spPr>
              <a:xfrm>
                <a:off x="10783712" y="5133622"/>
                <a:ext cx="781756" cy="781756"/>
              </a:xfrm>
              <a:custGeom>
                <a:avLst/>
                <a:gdLst/>
                <a:ahLst/>
                <a:cxnLst/>
                <a:rect l="l" t="t" r="r" b="b"/>
                <a:pathLst>
                  <a:path w="254" h="254" extrusionOk="0">
                    <a:moveTo>
                      <a:pt x="10" y="110"/>
                    </a:moveTo>
                    <a:cubicBezTo>
                      <a:pt x="19" y="45"/>
                      <a:pt x="79" y="0"/>
                      <a:pt x="144" y="10"/>
                    </a:cubicBezTo>
                    <a:cubicBezTo>
                      <a:pt x="209" y="19"/>
                      <a:pt x="254" y="79"/>
                      <a:pt x="244" y="144"/>
                    </a:cubicBezTo>
                    <a:cubicBezTo>
                      <a:pt x="235" y="209"/>
                      <a:pt x="175" y="254"/>
                      <a:pt x="110" y="244"/>
                    </a:cubicBezTo>
                    <a:cubicBezTo>
                      <a:pt x="45" y="235"/>
                      <a:pt x="0" y="175"/>
                      <a:pt x="10" y="110"/>
                    </a:cubicBezTo>
                  </a:path>
                </a:pathLst>
              </a:custGeom>
              <a:solidFill>
                <a:schemeClr val="accent3"/>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1252" name="Google Shape;1252;p95"/>
              <p:cNvSpPr/>
              <p:nvPr/>
            </p:nvSpPr>
            <p:spPr>
              <a:xfrm>
                <a:off x="7439379" y="6392332"/>
                <a:ext cx="3248379" cy="1546578"/>
              </a:xfrm>
              <a:custGeom>
                <a:avLst/>
                <a:gdLst/>
                <a:ahLst/>
                <a:cxnLst/>
                <a:rect l="l" t="t" r="r" b="b"/>
                <a:pathLst>
                  <a:path w="1056" h="503" extrusionOk="0">
                    <a:moveTo>
                      <a:pt x="468" y="0"/>
                    </a:moveTo>
                    <a:cubicBezTo>
                      <a:pt x="468" y="0"/>
                      <a:pt x="468" y="0"/>
                      <a:pt x="468" y="0"/>
                    </a:cubicBezTo>
                    <a:cubicBezTo>
                      <a:pt x="468" y="0"/>
                      <a:pt x="468" y="0"/>
                      <a:pt x="468" y="0"/>
                    </a:cubicBezTo>
                    <a:cubicBezTo>
                      <a:pt x="0" y="0"/>
                      <a:pt x="0" y="0"/>
                      <a:pt x="0" y="0"/>
                    </a:cubicBezTo>
                    <a:cubicBezTo>
                      <a:pt x="285" y="498"/>
                      <a:pt x="285" y="498"/>
                      <a:pt x="285" y="498"/>
                    </a:cubicBezTo>
                    <a:cubicBezTo>
                      <a:pt x="286" y="500"/>
                      <a:pt x="286" y="501"/>
                      <a:pt x="286" y="503"/>
                    </a:cubicBezTo>
                    <a:cubicBezTo>
                      <a:pt x="340" y="499"/>
                      <a:pt x="394" y="491"/>
                      <a:pt x="445" y="479"/>
                    </a:cubicBezTo>
                    <a:cubicBezTo>
                      <a:pt x="454" y="434"/>
                      <a:pt x="486" y="395"/>
                      <a:pt x="532" y="377"/>
                    </a:cubicBezTo>
                    <a:cubicBezTo>
                      <a:pt x="578" y="359"/>
                      <a:pt x="628" y="368"/>
                      <a:pt x="665" y="395"/>
                    </a:cubicBezTo>
                    <a:cubicBezTo>
                      <a:pt x="832" y="306"/>
                      <a:pt x="969" y="168"/>
                      <a:pt x="1056" y="0"/>
                    </a:cubicBezTo>
                    <a:lnTo>
                      <a:pt x="468" y="0"/>
                    </a:lnTo>
                    <a:close/>
                  </a:path>
                </a:pathLst>
              </a:custGeom>
              <a:solidFill>
                <a:schemeClr val="accent4"/>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1253" name="Google Shape;1253;p95"/>
              <p:cNvSpPr/>
              <p:nvPr/>
            </p:nvSpPr>
            <p:spPr>
              <a:xfrm>
                <a:off x="8816622" y="7538155"/>
                <a:ext cx="824089" cy="826912"/>
              </a:xfrm>
              <a:custGeom>
                <a:avLst/>
                <a:gdLst/>
                <a:ahLst/>
                <a:cxnLst/>
                <a:rect l="l" t="t" r="r" b="b"/>
                <a:pathLst>
                  <a:path w="268" h="269" extrusionOk="0">
                    <a:moveTo>
                      <a:pt x="91" y="24"/>
                    </a:moveTo>
                    <a:cubicBezTo>
                      <a:pt x="153" y="0"/>
                      <a:pt x="221" y="31"/>
                      <a:pt x="245" y="92"/>
                    </a:cubicBezTo>
                    <a:cubicBezTo>
                      <a:pt x="268" y="153"/>
                      <a:pt x="238" y="222"/>
                      <a:pt x="176" y="245"/>
                    </a:cubicBezTo>
                    <a:cubicBezTo>
                      <a:pt x="115" y="269"/>
                      <a:pt x="47" y="238"/>
                      <a:pt x="23" y="177"/>
                    </a:cubicBezTo>
                    <a:cubicBezTo>
                      <a:pt x="0" y="116"/>
                      <a:pt x="30" y="47"/>
                      <a:pt x="91" y="24"/>
                    </a:cubicBezTo>
                  </a:path>
                </a:pathLst>
              </a:custGeom>
              <a:solidFill>
                <a:schemeClr val="accent4"/>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1254" name="Google Shape;1254;p95"/>
              <p:cNvSpPr/>
              <p:nvPr/>
            </p:nvSpPr>
            <p:spPr>
              <a:xfrm>
                <a:off x="5734756" y="5127978"/>
                <a:ext cx="2511778" cy="2816578"/>
              </a:xfrm>
              <a:custGeom>
                <a:avLst/>
                <a:gdLst/>
                <a:ahLst/>
                <a:cxnLst/>
                <a:rect l="l" t="t" r="r" b="b"/>
                <a:pathLst>
                  <a:path w="817" h="916" extrusionOk="0">
                    <a:moveTo>
                      <a:pt x="293" y="0"/>
                    </a:moveTo>
                    <a:cubicBezTo>
                      <a:pt x="4" y="494"/>
                      <a:pt x="4" y="494"/>
                      <a:pt x="4" y="494"/>
                    </a:cubicBezTo>
                    <a:cubicBezTo>
                      <a:pt x="3" y="496"/>
                      <a:pt x="1" y="497"/>
                      <a:pt x="0" y="498"/>
                    </a:cubicBezTo>
                    <a:cubicBezTo>
                      <a:pt x="30" y="543"/>
                      <a:pt x="65" y="586"/>
                      <a:pt x="102" y="626"/>
                    </a:cubicBezTo>
                    <a:cubicBezTo>
                      <a:pt x="118" y="620"/>
                      <a:pt x="134" y="617"/>
                      <a:pt x="151" y="617"/>
                    </a:cubicBezTo>
                    <a:cubicBezTo>
                      <a:pt x="184" y="617"/>
                      <a:pt x="217" y="629"/>
                      <a:pt x="243" y="650"/>
                    </a:cubicBezTo>
                    <a:cubicBezTo>
                      <a:pt x="284" y="683"/>
                      <a:pt x="303" y="733"/>
                      <a:pt x="297" y="782"/>
                    </a:cubicBezTo>
                    <a:cubicBezTo>
                      <a:pt x="438" y="867"/>
                      <a:pt x="603" y="916"/>
                      <a:pt x="779" y="916"/>
                    </a:cubicBezTo>
                    <a:cubicBezTo>
                      <a:pt x="792" y="916"/>
                      <a:pt x="804" y="916"/>
                      <a:pt x="817" y="915"/>
                    </a:cubicBezTo>
                    <a:lnTo>
                      <a:pt x="293" y="0"/>
                    </a:lnTo>
                    <a:close/>
                  </a:path>
                </a:pathLst>
              </a:custGeom>
              <a:solidFill>
                <a:schemeClr val="accent5"/>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1255" name="Google Shape;1255;p95"/>
              <p:cNvSpPr/>
              <p:nvPr/>
            </p:nvSpPr>
            <p:spPr>
              <a:xfrm>
                <a:off x="5785556" y="7072490"/>
                <a:ext cx="821268" cy="821268"/>
              </a:xfrm>
              <a:custGeom>
                <a:avLst/>
                <a:gdLst/>
                <a:ahLst/>
                <a:cxnLst/>
                <a:rect l="l" t="t" r="r" b="b"/>
                <a:pathLst>
                  <a:path w="267" h="267" extrusionOk="0">
                    <a:moveTo>
                      <a:pt x="208" y="41"/>
                    </a:moveTo>
                    <a:cubicBezTo>
                      <a:pt x="259" y="82"/>
                      <a:pt x="267" y="156"/>
                      <a:pt x="226" y="207"/>
                    </a:cubicBezTo>
                    <a:cubicBezTo>
                      <a:pt x="185" y="259"/>
                      <a:pt x="110" y="267"/>
                      <a:pt x="59" y="226"/>
                    </a:cubicBezTo>
                    <a:cubicBezTo>
                      <a:pt x="8" y="185"/>
                      <a:pt x="0" y="110"/>
                      <a:pt x="41" y="59"/>
                    </a:cubicBezTo>
                    <a:cubicBezTo>
                      <a:pt x="82" y="8"/>
                      <a:pt x="156" y="0"/>
                      <a:pt x="208" y="41"/>
                    </a:cubicBezTo>
                  </a:path>
                </a:pathLst>
              </a:custGeom>
              <a:solidFill>
                <a:schemeClr val="accent5"/>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1256" name="Google Shape;1256;p95"/>
              <p:cNvSpPr/>
              <p:nvPr/>
            </p:nvSpPr>
            <p:spPr>
              <a:xfrm>
                <a:off x="5254979" y="3810000"/>
                <a:ext cx="2074334" cy="2788356"/>
              </a:xfrm>
              <a:custGeom>
                <a:avLst/>
                <a:gdLst/>
                <a:ahLst/>
                <a:cxnLst/>
                <a:rect l="l" t="t" r="r" b="b"/>
                <a:pathLst>
                  <a:path w="674" h="907" extrusionOk="0">
                    <a:moveTo>
                      <a:pt x="99" y="1"/>
                    </a:moveTo>
                    <a:cubicBezTo>
                      <a:pt x="98" y="1"/>
                      <a:pt x="96" y="1"/>
                      <a:pt x="95" y="0"/>
                    </a:cubicBezTo>
                    <a:cubicBezTo>
                      <a:pt x="71" y="49"/>
                      <a:pt x="51" y="100"/>
                      <a:pt x="36" y="153"/>
                    </a:cubicBezTo>
                    <a:cubicBezTo>
                      <a:pt x="45" y="160"/>
                      <a:pt x="53" y="169"/>
                      <a:pt x="60" y="178"/>
                    </a:cubicBezTo>
                    <a:cubicBezTo>
                      <a:pt x="83" y="210"/>
                      <a:pt x="93" y="249"/>
                      <a:pt x="87" y="288"/>
                    </a:cubicBezTo>
                    <a:cubicBezTo>
                      <a:pt x="80" y="339"/>
                      <a:pt x="46" y="382"/>
                      <a:pt x="0" y="402"/>
                    </a:cubicBezTo>
                    <a:cubicBezTo>
                      <a:pt x="0" y="404"/>
                      <a:pt x="0" y="407"/>
                      <a:pt x="0" y="410"/>
                    </a:cubicBezTo>
                    <a:cubicBezTo>
                      <a:pt x="0" y="592"/>
                      <a:pt x="53" y="763"/>
                      <a:pt x="143" y="907"/>
                    </a:cubicBezTo>
                    <a:cubicBezTo>
                      <a:pt x="674" y="1"/>
                      <a:pt x="674" y="1"/>
                      <a:pt x="674" y="1"/>
                    </a:cubicBezTo>
                    <a:lnTo>
                      <a:pt x="99" y="1"/>
                    </a:lnTo>
                    <a:close/>
                  </a:path>
                </a:pathLst>
              </a:custGeom>
              <a:solidFill>
                <a:schemeClr val="accent6"/>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1257" name="Google Shape;1257;p95"/>
              <p:cNvSpPr/>
              <p:nvPr/>
            </p:nvSpPr>
            <p:spPr>
              <a:xfrm>
                <a:off x="4682068" y="4236155"/>
                <a:ext cx="781756" cy="781756"/>
              </a:xfrm>
              <a:custGeom>
                <a:avLst/>
                <a:gdLst/>
                <a:ahLst/>
                <a:cxnLst/>
                <a:rect l="l" t="t" r="r" b="b"/>
                <a:pathLst>
                  <a:path w="254" h="254" extrusionOk="0">
                    <a:moveTo>
                      <a:pt x="245" y="144"/>
                    </a:moveTo>
                    <a:cubicBezTo>
                      <a:pt x="235" y="209"/>
                      <a:pt x="175" y="254"/>
                      <a:pt x="110" y="245"/>
                    </a:cubicBezTo>
                    <a:cubicBezTo>
                      <a:pt x="45" y="235"/>
                      <a:pt x="0" y="175"/>
                      <a:pt x="10" y="110"/>
                    </a:cubicBezTo>
                    <a:cubicBezTo>
                      <a:pt x="19" y="45"/>
                      <a:pt x="80" y="0"/>
                      <a:pt x="144" y="10"/>
                    </a:cubicBezTo>
                    <a:cubicBezTo>
                      <a:pt x="209" y="19"/>
                      <a:pt x="254" y="80"/>
                      <a:pt x="245" y="144"/>
                    </a:cubicBezTo>
                  </a:path>
                </a:pathLst>
              </a:custGeom>
              <a:solidFill>
                <a:schemeClr val="accent6"/>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1258" name="Google Shape;1258;p95"/>
              <p:cNvSpPr/>
              <p:nvPr/>
            </p:nvSpPr>
            <p:spPr>
              <a:xfrm>
                <a:off x="6604000" y="1789289"/>
                <a:ext cx="824089" cy="824089"/>
              </a:xfrm>
              <a:custGeom>
                <a:avLst/>
                <a:gdLst/>
                <a:ahLst/>
                <a:cxnLst/>
                <a:rect l="l" t="t" r="r" b="b"/>
                <a:pathLst>
                  <a:path w="268" h="268" extrusionOk="0">
                    <a:moveTo>
                      <a:pt x="177" y="245"/>
                    </a:moveTo>
                    <a:cubicBezTo>
                      <a:pt x="116" y="268"/>
                      <a:pt x="47" y="237"/>
                      <a:pt x="23" y="176"/>
                    </a:cubicBezTo>
                    <a:cubicBezTo>
                      <a:pt x="0" y="115"/>
                      <a:pt x="31" y="46"/>
                      <a:pt x="92" y="23"/>
                    </a:cubicBezTo>
                    <a:cubicBezTo>
                      <a:pt x="153" y="0"/>
                      <a:pt x="222" y="30"/>
                      <a:pt x="245" y="91"/>
                    </a:cubicBezTo>
                    <a:cubicBezTo>
                      <a:pt x="268" y="153"/>
                      <a:pt x="238" y="221"/>
                      <a:pt x="177" y="245"/>
                    </a:cubicBezTo>
                  </a:path>
                </a:pathLst>
              </a:custGeom>
              <a:solidFill>
                <a:schemeClr val="accent1"/>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1259" name="Google Shape;1259;p95"/>
              <p:cNvSpPr txBox="1"/>
              <p:nvPr/>
            </p:nvSpPr>
            <p:spPr>
              <a:xfrm>
                <a:off x="6796363" y="1928206"/>
                <a:ext cx="439363" cy="546257"/>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None/>
                </a:pPr>
                <a:r>
                  <a:rPr lang="en-US" sz="2200" b="1" i="0" u="none" strike="noStrike" cap="none">
                    <a:solidFill>
                      <a:srgbClr val="FFFFFF"/>
                    </a:solidFill>
                    <a:latin typeface="Open Sans"/>
                    <a:ea typeface="Open Sans"/>
                    <a:cs typeface="Open Sans"/>
                    <a:sym typeface="Open Sans"/>
                  </a:rPr>
                  <a:t>1</a:t>
                </a:r>
                <a:endParaRPr/>
              </a:p>
            </p:txBody>
          </p:sp>
          <p:sp>
            <p:nvSpPr>
              <p:cNvPr id="1260" name="Google Shape;1260;p95"/>
              <p:cNvSpPr txBox="1"/>
              <p:nvPr/>
            </p:nvSpPr>
            <p:spPr>
              <a:xfrm>
                <a:off x="2750896" y="1641431"/>
                <a:ext cx="3481355" cy="89742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2000" b="0" i="0" u="none" strike="noStrike" cap="none" dirty="0">
                    <a:solidFill>
                      <a:srgbClr val="44494E"/>
                    </a:solidFill>
                    <a:latin typeface="Open Sans"/>
                    <a:ea typeface="Open Sans"/>
                    <a:cs typeface="Open Sans"/>
                    <a:sym typeface="Open Sans"/>
                  </a:rPr>
                  <a:t>Proper configuration of cluster</a:t>
                </a:r>
                <a:endParaRPr dirty="0"/>
              </a:p>
            </p:txBody>
          </p:sp>
          <p:sp>
            <p:nvSpPr>
              <p:cNvPr id="1261" name="Google Shape;1261;p95"/>
              <p:cNvSpPr txBox="1"/>
              <p:nvPr/>
            </p:nvSpPr>
            <p:spPr>
              <a:xfrm>
                <a:off x="9828843" y="2396695"/>
                <a:ext cx="439363" cy="546257"/>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None/>
                </a:pPr>
                <a:r>
                  <a:rPr lang="en-US" sz="2200" b="1" i="0" u="none" strike="noStrike" cap="none">
                    <a:solidFill>
                      <a:srgbClr val="FFFFFF"/>
                    </a:solidFill>
                    <a:latin typeface="Open Sans"/>
                    <a:ea typeface="Open Sans"/>
                    <a:cs typeface="Open Sans"/>
                    <a:sym typeface="Open Sans"/>
                  </a:rPr>
                  <a:t>2</a:t>
                </a:r>
                <a:endParaRPr/>
              </a:p>
            </p:txBody>
          </p:sp>
          <p:sp>
            <p:nvSpPr>
              <p:cNvPr id="1262" name="Google Shape;1262;p95"/>
              <p:cNvSpPr txBox="1"/>
              <p:nvPr/>
            </p:nvSpPr>
            <p:spPr>
              <a:xfrm>
                <a:off x="10954910" y="5251373"/>
                <a:ext cx="439363" cy="546257"/>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None/>
                </a:pPr>
                <a:r>
                  <a:rPr lang="en-US" sz="2200" b="1" i="0" u="none" strike="noStrike" cap="none">
                    <a:solidFill>
                      <a:srgbClr val="FFFFFF"/>
                    </a:solidFill>
                    <a:latin typeface="Open Sans"/>
                    <a:ea typeface="Open Sans"/>
                    <a:cs typeface="Open Sans"/>
                    <a:sym typeface="Open Sans"/>
                  </a:rPr>
                  <a:t>3</a:t>
                </a:r>
                <a:endParaRPr/>
              </a:p>
            </p:txBody>
          </p:sp>
          <p:sp>
            <p:nvSpPr>
              <p:cNvPr id="1263" name="Google Shape;1263;p95"/>
              <p:cNvSpPr txBox="1"/>
              <p:nvPr/>
            </p:nvSpPr>
            <p:spPr>
              <a:xfrm>
                <a:off x="9008986" y="7678483"/>
                <a:ext cx="439363" cy="546257"/>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None/>
                </a:pPr>
                <a:r>
                  <a:rPr lang="en-US" sz="2200" b="1" i="0" u="none" strike="noStrike" cap="none">
                    <a:solidFill>
                      <a:srgbClr val="FFFFFF"/>
                    </a:solidFill>
                    <a:latin typeface="Open Sans"/>
                    <a:ea typeface="Open Sans"/>
                    <a:cs typeface="Open Sans"/>
                    <a:sym typeface="Open Sans"/>
                  </a:rPr>
                  <a:t>4</a:t>
                </a:r>
                <a:endParaRPr/>
              </a:p>
            </p:txBody>
          </p:sp>
          <p:sp>
            <p:nvSpPr>
              <p:cNvPr id="1264" name="Google Shape;1264;p95"/>
              <p:cNvSpPr txBox="1"/>
              <p:nvPr/>
            </p:nvSpPr>
            <p:spPr>
              <a:xfrm>
                <a:off x="5976507" y="7209995"/>
                <a:ext cx="439363" cy="546257"/>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None/>
                </a:pPr>
                <a:r>
                  <a:rPr lang="en-US" sz="2200" b="1" i="0" u="none" strike="noStrike" cap="none">
                    <a:solidFill>
                      <a:srgbClr val="FFFFFF"/>
                    </a:solidFill>
                    <a:latin typeface="Open Sans"/>
                    <a:ea typeface="Open Sans"/>
                    <a:cs typeface="Open Sans"/>
                    <a:sym typeface="Open Sans"/>
                  </a:rPr>
                  <a:t>5</a:t>
                </a:r>
                <a:endParaRPr/>
              </a:p>
            </p:txBody>
          </p:sp>
          <p:sp>
            <p:nvSpPr>
              <p:cNvPr id="1265" name="Google Shape;1265;p95"/>
              <p:cNvSpPr txBox="1"/>
              <p:nvPr/>
            </p:nvSpPr>
            <p:spPr>
              <a:xfrm>
                <a:off x="4853266" y="4319122"/>
                <a:ext cx="439363" cy="546257"/>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None/>
                </a:pPr>
                <a:r>
                  <a:rPr lang="en-US" sz="2200" b="1" i="0" u="none" strike="noStrike" cap="none">
                    <a:solidFill>
                      <a:srgbClr val="FFFFFF"/>
                    </a:solidFill>
                    <a:latin typeface="Open Sans"/>
                    <a:ea typeface="Open Sans"/>
                    <a:cs typeface="Open Sans"/>
                    <a:sym typeface="Open Sans"/>
                  </a:rPr>
                  <a:t>6</a:t>
                </a:r>
                <a:endParaRPr/>
              </a:p>
            </p:txBody>
          </p:sp>
          <p:sp>
            <p:nvSpPr>
              <p:cNvPr id="1266" name="Google Shape;1266;p95"/>
              <p:cNvSpPr txBox="1"/>
              <p:nvPr/>
            </p:nvSpPr>
            <p:spPr>
              <a:xfrm>
                <a:off x="312892" y="4292973"/>
                <a:ext cx="4312730" cy="507239"/>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2000" b="0" i="0" u="none" strike="noStrike" cap="none" dirty="0">
                    <a:solidFill>
                      <a:srgbClr val="44494E"/>
                    </a:solidFill>
                    <a:latin typeface="Open Sans"/>
                    <a:ea typeface="Open Sans"/>
                    <a:cs typeface="Open Sans"/>
                    <a:sym typeface="Open Sans"/>
                  </a:rPr>
                  <a:t>Reuse Writable objects</a:t>
                </a:r>
                <a:endParaRPr dirty="0"/>
              </a:p>
            </p:txBody>
          </p:sp>
          <p:sp>
            <p:nvSpPr>
              <p:cNvPr id="1267" name="Google Shape;1267;p95"/>
              <p:cNvSpPr txBox="1"/>
              <p:nvPr/>
            </p:nvSpPr>
            <p:spPr>
              <a:xfrm>
                <a:off x="1255464" y="7080761"/>
                <a:ext cx="4312730" cy="89742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2000" b="0" i="0" u="none" strike="noStrike" cap="none" dirty="0">
                    <a:solidFill>
                      <a:srgbClr val="44494E"/>
                    </a:solidFill>
                    <a:latin typeface="Open Sans"/>
                    <a:ea typeface="Open Sans"/>
                    <a:cs typeface="Open Sans"/>
                    <a:sym typeface="Open Sans"/>
                  </a:rPr>
                  <a:t>Use of appropriate Writable interface for data</a:t>
                </a:r>
                <a:endParaRPr dirty="0"/>
              </a:p>
            </p:txBody>
          </p:sp>
          <p:sp>
            <p:nvSpPr>
              <p:cNvPr id="1268" name="Google Shape;1268;p95"/>
              <p:cNvSpPr txBox="1"/>
              <p:nvPr/>
            </p:nvSpPr>
            <p:spPr>
              <a:xfrm>
                <a:off x="10712407" y="2201333"/>
                <a:ext cx="3163419" cy="50723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rgbClr val="3F3F3F"/>
                    </a:solidFill>
                    <a:latin typeface="Open Sans"/>
                    <a:ea typeface="Open Sans"/>
                    <a:cs typeface="Open Sans"/>
                    <a:sym typeface="Open Sans"/>
                  </a:rPr>
                  <a:t>Use</a:t>
                </a:r>
                <a:r>
                  <a:rPr lang="en-US" sz="2000" b="0" i="0" u="none" strike="noStrike" cap="none">
                    <a:solidFill>
                      <a:srgbClr val="44494E"/>
                    </a:solidFill>
                    <a:latin typeface="Open Sans"/>
                    <a:ea typeface="Open Sans"/>
                    <a:cs typeface="Open Sans"/>
                    <a:sym typeface="Open Sans"/>
                  </a:rPr>
                  <a:t> of combiners</a:t>
                </a:r>
                <a:endParaRPr/>
              </a:p>
            </p:txBody>
          </p:sp>
          <p:sp>
            <p:nvSpPr>
              <p:cNvPr id="1269" name="Google Shape;1269;p95"/>
              <p:cNvSpPr txBox="1"/>
              <p:nvPr/>
            </p:nvSpPr>
            <p:spPr>
              <a:xfrm>
                <a:off x="9862968" y="7507469"/>
                <a:ext cx="2932556" cy="8974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rgbClr val="44494E"/>
                    </a:solidFill>
                    <a:latin typeface="Open Sans"/>
                    <a:ea typeface="Open Sans"/>
                    <a:cs typeface="Open Sans"/>
                    <a:sym typeface="Open Sans"/>
                  </a:rPr>
                  <a:t>Tune Hadoop parameters</a:t>
                </a:r>
                <a:endParaRPr/>
              </a:p>
            </p:txBody>
          </p:sp>
          <p:sp>
            <p:nvSpPr>
              <p:cNvPr id="1270" name="Google Shape;1270;p95"/>
              <p:cNvSpPr txBox="1"/>
              <p:nvPr/>
            </p:nvSpPr>
            <p:spPr>
              <a:xfrm>
                <a:off x="11788770" y="4949982"/>
                <a:ext cx="2932556" cy="50723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rgbClr val="44494E"/>
                    </a:solidFill>
                    <a:latin typeface="Open Sans"/>
                    <a:ea typeface="Open Sans"/>
                    <a:cs typeface="Open Sans"/>
                    <a:sym typeface="Open Sans"/>
                  </a:rPr>
                  <a:t>LZO compression</a:t>
                </a:r>
                <a:endParaRPr/>
              </a:p>
            </p:txBody>
          </p:sp>
        </p:grpSp>
      </p:grpSp>
      <p:sp>
        <p:nvSpPr>
          <p:cNvPr id="3" name="Brandline_LVC">
            <a:extLst>
              <a:ext uri="{FF2B5EF4-FFF2-40B4-BE49-F238E27FC236}">
                <a16:creationId xmlns:a16="http://schemas.microsoft.com/office/drawing/2014/main" id="{BCB4AFA8-85C4-8FD5-D742-4918D0E30CB4}"/>
              </a:ext>
            </a:extLst>
          </p:cNvPr>
          <p:cNvSpPr/>
          <p:nvPr/>
        </p:nvSpPr>
        <p:spPr>
          <a:xfrm>
            <a:off x="4521200" y="816324"/>
            <a:ext cx="7219235"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276"/>
        <p:cNvGrpSpPr/>
        <p:nvPr/>
      </p:nvGrpSpPr>
      <p:grpSpPr>
        <a:xfrm>
          <a:off x="0" y="0"/>
          <a:ext cx="0" cy="0"/>
          <a:chOff x="0" y="0"/>
          <a:chExt cx="0" cy="0"/>
        </a:xfrm>
      </p:grpSpPr>
      <p:sp>
        <p:nvSpPr>
          <p:cNvPr id="1277" name="Google Shape;1277;p96"/>
          <p:cNvSpPr/>
          <p:nvPr/>
        </p:nvSpPr>
        <p:spPr>
          <a:xfrm>
            <a:off x="8023770" y="1812799"/>
            <a:ext cx="7136715" cy="5698646"/>
          </a:xfrm>
          <a:prstGeom prst="roundRect">
            <a:avLst>
              <a:gd name="adj" fmla="val 5753"/>
            </a:avLst>
          </a:prstGeom>
          <a:solidFill>
            <a:schemeClr val="lt1"/>
          </a:solidFill>
          <a:ln w="25400" cap="flat" cmpd="sng">
            <a:solidFill>
              <a:srgbClr val="42719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280" name="Google Shape;1280;p96"/>
          <p:cNvSpPr txBox="1">
            <a:spLocks noGrp="1"/>
          </p:cNvSpPr>
          <p:nvPr>
            <p:ph type="body" idx="1"/>
          </p:nvPr>
        </p:nvSpPr>
        <p:spPr>
          <a:xfrm>
            <a:off x="7914354" y="1853184"/>
            <a:ext cx="7136715" cy="5698646"/>
          </a:xfrm>
          <a:prstGeom prst="rect">
            <a:avLst/>
          </a:prstGeom>
          <a:noFill/>
          <a:ln>
            <a:noFill/>
          </a:ln>
        </p:spPr>
        <p:txBody>
          <a:bodyPr spcFirstLastPara="1" wrap="square" lIns="91425" tIns="0" rIns="91425" bIns="0" anchor="t" anchorCtr="0">
            <a:noAutofit/>
          </a:bodyPr>
          <a:lstStyle/>
          <a:p>
            <a:pPr marL="571500" lvl="0" indent="-342900" algn="l" rtl="0">
              <a:lnSpc>
                <a:spcPct val="115000"/>
              </a:lnSpc>
              <a:spcBef>
                <a:spcPts val="1000"/>
              </a:spcBef>
              <a:spcAft>
                <a:spcPts val="0"/>
              </a:spcAft>
              <a:buSzPts val="2800"/>
              <a:buFont typeface="Arial"/>
              <a:buChar char="•"/>
            </a:pPr>
            <a:r>
              <a:rPr lang="en-US" dirty="0">
                <a:solidFill>
                  <a:srgbClr val="3F3F3F"/>
                </a:solidFill>
              </a:rPr>
              <a:t>Fault tolerance refers to the system's capacity to continue running without interruption when one or more of a system's components fail.</a:t>
            </a:r>
            <a:endParaRPr dirty="0"/>
          </a:p>
          <a:p>
            <a:pPr marL="571500" lvl="0" indent="-342900" algn="l" rtl="0">
              <a:lnSpc>
                <a:spcPct val="115000"/>
              </a:lnSpc>
              <a:spcBef>
                <a:spcPts val="1000"/>
              </a:spcBef>
              <a:spcAft>
                <a:spcPts val="0"/>
              </a:spcAft>
              <a:buSzPts val="2800"/>
              <a:buFont typeface="Arial"/>
              <a:buChar char="•"/>
            </a:pPr>
            <a:r>
              <a:rPr lang="en-US" dirty="0">
                <a:solidFill>
                  <a:srgbClr val="3F3F3F"/>
                </a:solidFill>
              </a:rPr>
              <a:t>Data locality is a way to move job computation close to where the actual data resides instead of moving a large amount data to computation.</a:t>
            </a:r>
            <a:endParaRPr dirty="0"/>
          </a:p>
          <a:p>
            <a:pPr marL="571500" lvl="0" indent="-342900" algn="l" rtl="0">
              <a:lnSpc>
                <a:spcPct val="115000"/>
              </a:lnSpc>
              <a:spcBef>
                <a:spcPts val="1000"/>
              </a:spcBef>
              <a:spcAft>
                <a:spcPts val="0"/>
              </a:spcAft>
              <a:buSzPts val="2800"/>
              <a:buFont typeface="Arial"/>
              <a:buChar char="•"/>
            </a:pPr>
            <a:r>
              <a:rPr lang="en-US" dirty="0">
                <a:solidFill>
                  <a:srgbClr val="3F3F3F"/>
                </a:solidFill>
              </a:rPr>
              <a:t>It helps to minimize the overall network congestion and increases the overall throughput of the system.</a:t>
            </a:r>
            <a:endParaRPr dirty="0"/>
          </a:p>
          <a:p>
            <a:pPr marL="571500" lvl="0" indent="-342900" algn="l" rtl="0">
              <a:lnSpc>
                <a:spcPct val="115000"/>
              </a:lnSpc>
              <a:spcBef>
                <a:spcPts val="1000"/>
              </a:spcBef>
              <a:spcAft>
                <a:spcPts val="0"/>
              </a:spcAft>
              <a:buSzPts val="2800"/>
              <a:buFont typeface="Arial"/>
              <a:buChar char="•"/>
            </a:pPr>
            <a:r>
              <a:rPr lang="en-US" dirty="0">
                <a:solidFill>
                  <a:srgbClr val="3F3F3F"/>
                </a:solidFill>
              </a:rPr>
              <a:t>As we can see in the graphic, the data has not been distributed in the last node. When MR runs, it ignores the last node and no task is sent. Hence, there is no output from that node. </a:t>
            </a:r>
            <a:endParaRPr dirty="0">
              <a:solidFill>
                <a:srgbClr val="3F3F3F"/>
              </a:solidFill>
              <a:latin typeface="Open Sans"/>
              <a:ea typeface="Open Sans"/>
              <a:cs typeface="Open Sans"/>
              <a:sym typeface="Open Sans"/>
            </a:endParaRPr>
          </a:p>
        </p:txBody>
      </p:sp>
      <p:sp>
        <p:nvSpPr>
          <p:cNvPr id="1278" name="Google Shape;1278;p9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Font typeface="Arial"/>
              <a:buNone/>
            </a:pPr>
            <a:r>
              <a:rPr lang="en-US" dirty="0">
                <a:solidFill>
                  <a:srgbClr val="3F3F3F"/>
                </a:solidFill>
                <a:latin typeface="Open Sans"/>
                <a:ea typeface="Open Sans"/>
                <a:cs typeface="Open Sans"/>
                <a:sym typeface="Open Sans"/>
              </a:rPr>
              <a:t>Fault-Tolerance and Data Locality</a:t>
            </a:r>
            <a:endParaRPr dirty="0"/>
          </a:p>
        </p:txBody>
      </p:sp>
      <p:grpSp>
        <p:nvGrpSpPr>
          <p:cNvPr id="1281" name="Google Shape;1281;p96"/>
          <p:cNvGrpSpPr/>
          <p:nvPr/>
        </p:nvGrpSpPr>
        <p:grpSpPr>
          <a:xfrm>
            <a:off x="1105080" y="2513477"/>
            <a:ext cx="6561758" cy="3866701"/>
            <a:chOff x="3269580" y="1781666"/>
            <a:chExt cx="7213898" cy="4013942"/>
          </a:xfrm>
        </p:grpSpPr>
        <p:grpSp>
          <p:nvGrpSpPr>
            <p:cNvPr id="1282" name="Google Shape;1282;p96"/>
            <p:cNvGrpSpPr/>
            <p:nvPr/>
          </p:nvGrpSpPr>
          <p:grpSpPr>
            <a:xfrm>
              <a:off x="6053772" y="1781666"/>
              <a:ext cx="4429706" cy="4013942"/>
              <a:chOff x="6053772" y="1781666"/>
              <a:chExt cx="4429706" cy="4013942"/>
            </a:xfrm>
          </p:grpSpPr>
          <p:pic>
            <p:nvPicPr>
              <p:cNvPr id="1283" name="Google Shape;1283;p96"/>
              <p:cNvPicPr preferRelativeResize="0"/>
              <p:nvPr/>
            </p:nvPicPr>
            <p:blipFill rotWithShape="1">
              <a:blip r:embed="rId3">
                <a:alphaModFix/>
              </a:blip>
              <a:srcRect/>
              <a:stretch/>
            </p:blipFill>
            <p:spPr>
              <a:xfrm>
                <a:off x="6517063" y="1781666"/>
                <a:ext cx="996099" cy="1576753"/>
              </a:xfrm>
              <a:prstGeom prst="rect">
                <a:avLst/>
              </a:prstGeom>
              <a:noFill/>
              <a:ln>
                <a:noFill/>
              </a:ln>
            </p:spPr>
          </p:pic>
          <p:pic>
            <p:nvPicPr>
              <p:cNvPr id="1284" name="Google Shape;1284;p96"/>
              <p:cNvPicPr preferRelativeResize="0"/>
              <p:nvPr/>
            </p:nvPicPr>
            <p:blipFill rotWithShape="1">
              <a:blip r:embed="rId3">
                <a:alphaModFix/>
              </a:blip>
              <a:srcRect/>
              <a:stretch/>
            </p:blipFill>
            <p:spPr>
              <a:xfrm>
                <a:off x="7976453" y="1781666"/>
                <a:ext cx="996099" cy="1576753"/>
              </a:xfrm>
              <a:prstGeom prst="rect">
                <a:avLst/>
              </a:prstGeom>
              <a:noFill/>
              <a:ln>
                <a:noFill/>
              </a:ln>
            </p:spPr>
          </p:pic>
          <p:pic>
            <p:nvPicPr>
              <p:cNvPr id="1285" name="Google Shape;1285;p96"/>
              <p:cNvPicPr preferRelativeResize="0"/>
              <p:nvPr/>
            </p:nvPicPr>
            <p:blipFill rotWithShape="1">
              <a:blip r:embed="rId3">
                <a:alphaModFix/>
              </a:blip>
              <a:srcRect/>
              <a:stretch/>
            </p:blipFill>
            <p:spPr>
              <a:xfrm>
                <a:off x="9296205" y="2752627"/>
                <a:ext cx="996099" cy="1576753"/>
              </a:xfrm>
              <a:prstGeom prst="rect">
                <a:avLst/>
              </a:prstGeom>
              <a:noFill/>
              <a:ln>
                <a:noFill/>
              </a:ln>
            </p:spPr>
          </p:pic>
          <p:pic>
            <p:nvPicPr>
              <p:cNvPr id="1286" name="Google Shape;1286;p96"/>
              <p:cNvPicPr preferRelativeResize="0"/>
              <p:nvPr/>
            </p:nvPicPr>
            <p:blipFill rotWithShape="1">
              <a:blip r:embed="rId3">
                <a:alphaModFix/>
              </a:blip>
              <a:srcRect/>
              <a:stretch/>
            </p:blipFill>
            <p:spPr>
              <a:xfrm>
                <a:off x="7976453" y="3666503"/>
                <a:ext cx="996099" cy="1576753"/>
              </a:xfrm>
              <a:prstGeom prst="rect">
                <a:avLst/>
              </a:prstGeom>
              <a:noFill/>
              <a:ln>
                <a:noFill/>
              </a:ln>
            </p:spPr>
          </p:pic>
          <p:pic>
            <p:nvPicPr>
              <p:cNvPr id="1287" name="Google Shape;1287;p96"/>
              <p:cNvPicPr preferRelativeResize="0"/>
              <p:nvPr/>
            </p:nvPicPr>
            <p:blipFill rotWithShape="1">
              <a:blip r:embed="rId3">
                <a:alphaModFix/>
              </a:blip>
              <a:srcRect/>
              <a:stretch/>
            </p:blipFill>
            <p:spPr>
              <a:xfrm>
                <a:off x="6517062" y="3666503"/>
                <a:ext cx="996099" cy="1576753"/>
              </a:xfrm>
              <a:prstGeom prst="rect">
                <a:avLst/>
              </a:prstGeom>
              <a:noFill/>
              <a:ln>
                <a:noFill/>
              </a:ln>
            </p:spPr>
          </p:pic>
          <p:sp>
            <p:nvSpPr>
              <p:cNvPr id="1288" name="Google Shape;1288;p96"/>
              <p:cNvSpPr/>
              <p:nvPr/>
            </p:nvSpPr>
            <p:spPr>
              <a:xfrm>
                <a:off x="6053772" y="2511334"/>
                <a:ext cx="775512" cy="377072"/>
              </a:xfrm>
              <a:prstGeom prst="roundRect">
                <a:avLst>
                  <a:gd name="adj" fmla="val 16667"/>
                </a:avLst>
              </a:prstGeom>
              <a:solidFill>
                <a:srgbClr val="E1EFD8"/>
              </a:solidFill>
              <a:ln w="25400" cap="flat" cmpd="sng">
                <a:solidFill>
                  <a:srgbClr val="C4E0B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1" i="0" u="none" strike="noStrike" cap="none">
                    <a:solidFill>
                      <a:srgbClr val="3F3F3F"/>
                    </a:solidFill>
                    <a:latin typeface="Open Sans"/>
                    <a:ea typeface="Open Sans"/>
                    <a:cs typeface="Open Sans"/>
                    <a:sym typeface="Open Sans"/>
                  </a:rPr>
                  <a:t>Algo</a:t>
                </a:r>
                <a:endParaRPr/>
              </a:p>
            </p:txBody>
          </p:sp>
          <p:sp>
            <p:nvSpPr>
              <p:cNvPr id="1289" name="Google Shape;1289;p96"/>
              <p:cNvSpPr/>
              <p:nvPr/>
            </p:nvSpPr>
            <p:spPr>
              <a:xfrm>
                <a:off x="6670735" y="2894544"/>
                <a:ext cx="775512" cy="377072"/>
              </a:xfrm>
              <a:prstGeom prst="roundRect">
                <a:avLst>
                  <a:gd name="adj" fmla="val 16667"/>
                </a:avLst>
              </a:prstGeom>
              <a:solidFill>
                <a:srgbClr val="FFF2CC"/>
              </a:solidFill>
              <a:ln w="25400" cap="flat" cmpd="sng">
                <a:solidFill>
                  <a:srgbClr val="FEE5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1" i="0" u="none" strike="noStrike" cap="none">
                    <a:solidFill>
                      <a:srgbClr val="3F3F3F"/>
                    </a:solidFill>
                    <a:latin typeface="Open Sans"/>
                    <a:ea typeface="Open Sans"/>
                    <a:cs typeface="Open Sans"/>
                    <a:sym typeface="Open Sans"/>
                  </a:rPr>
                  <a:t>Data</a:t>
                </a:r>
                <a:endParaRPr/>
              </a:p>
            </p:txBody>
          </p:sp>
          <p:sp>
            <p:nvSpPr>
              <p:cNvPr id="1290" name="Google Shape;1290;p96"/>
              <p:cNvSpPr/>
              <p:nvPr/>
            </p:nvSpPr>
            <p:spPr>
              <a:xfrm>
                <a:off x="7666834" y="2431215"/>
                <a:ext cx="775512" cy="377072"/>
              </a:xfrm>
              <a:prstGeom prst="roundRect">
                <a:avLst>
                  <a:gd name="adj" fmla="val 16667"/>
                </a:avLst>
              </a:prstGeom>
              <a:solidFill>
                <a:srgbClr val="E1EFD8"/>
              </a:solidFill>
              <a:ln w="25400" cap="flat" cmpd="sng">
                <a:solidFill>
                  <a:srgbClr val="C4E0B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1" i="0" u="none" strike="noStrike" cap="none">
                    <a:solidFill>
                      <a:srgbClr val="3F3F3F"/>
                    </a:solidFill>
                    <a:latin typeface="Open Sans"/>
                    <a:ea typeface="Open Sans"/>
                    <a:cs typeface="Open Sans"/>
                    <a:sym typeface="Open Sans"/>
                  </a:rPr>
                  <a:t>Algo</a:t>
                </a:r>
                <a:endParaRPr/>
              </a:p>
            </p:txBody>
          </p:sp>
          <p:sp>
            <p:nvSpPr>
              <p:cNvPr id="1291" name="Google Shape;1291;p96"/>
              <p:cNvSpPr/>
              <p:nvPr/>
            </p:nvSpPr>
            <p:spPr>
              <a:xfrm>
                <a:off x="8283797" y="2814425"/>
                <a:ext cx="775512" cy="377072"/>
              </a:xfrm>
              <a:prstGeom prst="roundRect">
                <a:avLst>
                  <a:gd name="adj" fmla="val 16667"/>
                </a:avLst>
              </a:prstGeom>
              <a:solidFill>
                <a:srgbClr val="FFF2CC"/>
              </a:solidFill>
              <a:ln w="25400" cap="flat" cmpd="sng">
                <a:solidFill>
                  <a:srgbClr val="FEE5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1" i="0" u="none" strike="noStrike" cap="none">
                    <a:solidFill>
                      <a:srgbClr val="3F3F3F"/>
                    </a:solidFill>
                    <a:latin typeface="Open Sans"/>
                    <a:ea typeface="Open Sans"/>
                    <a:cs typeface="Open Sans"/>
                    <a:sym typeface="Open Sans"/>
                  </a:rPr>
                  <a:t>Data</a:t>
                </a:r>
                <a:endParaRPr/>
              </a:p>
            </p:txBody>
          </p:sp>
          <p:sp>
            <p:nvSpPr>
              <p:cNvPr id="1292" name="Google Shape;1292;p96"/>
              <p:cNvSpPr/>
              <p:nvPr/>
            </p:nvSpPr>
            <p:spPr>
              <a:xfrm>
                <a:off x="9139302" y="1913000"/>
                <a:ext cx="1344176" cy="791369"/>
              </a:xfrm>
              <a:prstGeom prst="roundRect">
                <a:avLst>
                  <a:gd name="adj" fmla="val 16667"/>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1600" b="1" i="0" u="none" strike="noStrike" cap="none">
                    <a:solidFill>
                      <a:srgbClr val="3F3F3F"/>
                    </a:solidFill>
                    <a:latin typeface="Open Sans"/>
                    <a:ea typeface="Open Sans"/>
                    <a:cs typeface="Open Sans"/>
                    <a:sym typeface="Open Sans"/>
                  </a:rPr>
                  <a:t>No data, </a:t>
                </a:r>
                <a:endParaRPr/>
              </a:p>
              <a:p>
                <a:pPr marL="0" marR="0" lvl="0" indent="0" algn="l" rtl="0">
                  <a:lnSpc>
                    <a:spcPct val="100000"/>
                  </a:lnSpc>
                  <a:spcBef>
                    <a:spcPts val="0"/>
                  </a:spcBef>
                  <a:spcAft>
                    <a:spcPts val="0"/>
                  </a:spcAft>
                  <a:buNone/>
                </a:pPr>
                <a:r>
                  <a:rPr lang="en-US" sz="1600" b="1" i="0" u="none" strike="noStrike" cap="none">
                    <a:solidFill>
                      <a:srgbClr val="3F3F3F"/>
                    </a:solidFill>
                    <a:latin typeface="Open Sans"/>
                    <a:ea typeface="Open Sans"/>
                    <a:cs typeface="Open Sans"/>
                    <a:sym typeface="Open Sans"/>
                  </a:rPr>
                  <a:t>No Task</a:t>
                </a:r>
                <a:endParaRPr/>
              </a:p>
            </p:txBody>
          </p:sp>
          <p:sp>
            <p:nvSpPr>
              <p:cNvPr id="1293" name="Google Shape;1293;p96"/>
              <p:cNvSpPr/>
              <p:nvPr/>
            </p:nvSpPr>
            <p:spPr>
              <a:xfrm>
                <a:off x="7825383" y="4451435"/>
                <a:ext cx="775512" cy="377072"/>
              </a:xfrm>
              <a:prstGeom prst="roundRect">
                <a:avLst>
                  <a:gd name="adj" fmla="val 16667"/>
                </a:avLst>
              </a:prstGeom>
              <a:solidFill>
                <a:srgbClr val="E1EFD8"/>
              </a:solidFill>
              <a:ln w="25400" cap="flat" cmpd="sng">
                <a:solidFill>
                  <a:srgbClr val="C4E0B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1" i="0" u="none" strike="noStrike" cap="none">
                    <a:solidFill>
                      <a:srgbClr val="3F3F3F"/>
                    </a:solidFill>
                    <a:latin typeface="Open Sans"/>
                    <a:ea typeface="Open Sans"/>
                    <a:cs typeface="Open Sans"/>
                    <a:sym typeface="Open Sans"/>
                  </a:rPr>
                  <a:t>Algo</a:t>
                </a:r>
                <a:endParaRPr/>
              </a:p>
            </p:txBody>
          </p:sp>
          <p:sp>
            <p:nvSpPr>
              <p:cNvPr id="1294" name="Google Shape;1294;p96"/>
              <p:cNvSpPr/>
              <p:nvPr/>
            </p:nvSpPr>
            <p:spPr>
              <a:xfrm>
                <a:off x="8442346" y="4834645"/>
                <a:ext cx="775512" cy="377072"/>
              </a:xfrm>
              <a:prstGeom prst="roundRect">
                <a:avLst>
                  <a:gd name="adj" fmla="val 16667"/>
                </a:avLst>
              </a:prstGeom>
              <a:solidFill>
                <a:srgbClr val="FFF2CC"/>
              </a:solidFill>
              <a:ln w="25400" cap="flat" cmpd="sng">
                <a:solidFill>
                  <a:srgbClr val="FEE5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1" i="0" u="none" strike="noStrike" cap="none">
                    <a:solidFill>
                      <a:srgbClr val="3F3F3F"/>
                    </a:solidFill>
                    <a:latin typeface="Open Sans"/>
                    <a:ea typeface="Open Sans"/>
                    <a:cs typeface="Open Sans"/>
                    <a:sym typeface="Open Sans"/>
                  </a:rPr>
                  <a:t>Data</a:t>
                </a:r>
                <a:endParaRPr/>
              </a:p>
            </p:txBody>
          </p:sp>
          <p:sp>
            <p:nvSpPr>
              <p:cNvPr id="1295" name="Google Shape;1295;p96"/>
              <p:cNvSpPr/>
              <p:nvPr/>
            </p:nvSpPr>
            <p:spPr>
              <a:xfrm>
                <a:off x="6287855" y="4484353"/>
                <a:ext cx="775512" cy="377072"/>
              </a:xfrm>
              <a:prstGeom prst="roundRect">
                <a:avLst>
                  <a:gd name="adj" fmla="val 16667"/>
                </a:avLst>
              </a:prstGeom>
              <a:solidFill>
                <a:srgbClr val="E1EFD8"/>
              </a:solidFill>
              <a:ln w="25400" cap="flat" cmpd="sng">
                <a:solidFill>
                  <a:srgbClr val="C4E0B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1" i="0" u="none" strike="noStrike" cap="none">
                    <a:solidFill>
                      <a:srgbClr val="3F3F3F"/>
                    </a:solidFill>
                    <a:latin typeface="Open Sans"/>
                    <a:ea typeface="Open Sans"/>
                    <a:cs typeface="Open Sans"/>
                    <a:sym typeface="Open Sans"/>
                  </a:rPr>
                  <a:t>Algo</a:t>
                </a:r>
                <a:endParaRPr/>
              </a:p>
            </p:txBody>
          </p:sp>
          <p:sp>
            <p:nvSpPr>
              <p:cNvPr id="1296" name="Google Shape;1296;p96"/>
              <p:cNvSpPr/>
              <p:nvPr/>
            </p:nvSpPr>
            <p:spPr>
              <a:xfrm>
                <a:off x="6904818" y="4867563"/>
                <a:ext cx="775512" cy="377072"/>
              </a:xfrm>
              <a:prstGeom prst="roundRect">
                <a:avLst>
                  <a:gd name="adj" fmla="val 16667"/>
                </a:avLst>
              </a:prstGeom>
              <a:solidFill>
                <a:srgbClr val="FFF2CC"/>
              </a:solidFill>
              <a:ln w="25400" cap="flat" cmpd="sng">
                <a:solidFill>
                  <a:srgbClr val="FEE5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1" i="0" u="none" strike="noStrike" cap="none">
                    <a:solidFill>
                      <a:srgbClr val="3F3F3F"/>
                    </a:solidFill>
                    <a:latin typeface="Open Sans"/>
                    <a:ea typeface="Open Sans"/>
                    <a:cs typeface="Open Sans"/>
                    <a:sym typeface="Open Sans"/>
                  </a:rPr>
                  <a:t>Data</a:t>
                </a:r>
                <a:endParaRPr/>
              </a:p>
            </p:txBody>
          </p:sp>
          <p:sp>
            <p:nvSpPr>
              <p:cNvPr id="1297" name="Google Shape;1297;p96"/>
              <p:cNvSpPr txBox="1"/>
              <p:nvPr/>
            </p:nvSpPr>
            <p:spPr>
              <a:xfrm>
                <a:off x="7750109" y="5444162"/>
                <a:ext cx="1041882" cy="35144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a:solidFill>
                      <a:srgbClr val="3F3F3F"/>
                    </a:solidFill>
                    <a:latin typeface="Open Sans"/>
                    <a:ea typeface="Open Sans"/>
                    <a:cs typeface="Open Sans"/>
                    <a:sym typeface="Open Sans"/>
                  </a:rPr>
                  <a:t>Servers</a:t>
                </a:r>
                <a:endParaRPr/>
              </a:p>
            </p:txBody>
          </p:sp>
        </p:grpSp>
        <p:sp>
          <p:nvSpPr>
            <p:cNvPr id="1298" name="Google Shape;1298;p96"/>
            <p:cNvSpPr/>
            <p:nvPr/>
          </p:nvSpPr>
          <p:spPr>
            <a:xfrm>
              <a:off x="5295900" y="3520872"/>
              <a:ext cx="757872" cy="275339"/>
            </a:xfrm>
            <a:prstGeom prst="rightArrow">
              <a:avLst>
                <a:gd name="adj1" fmla="val 50000"/>
                <a:gd name="adj2" fmla="val 50000"/>
              </a:avLst>
            </a:prstGeom>
            <a:solidFill>
              <a:srgbClr val="AEABAB"/>
            </a:solidFill>
            <a:ln w="25400" cap="flat" cmpd="sng">
              <a:solidFill>
                <a:srgbClr val="AEABA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1299" name="Google Shape;1299;p96"/>
            <p:cNvPicPr preferRelativeResize="0"/>
            <p:nvPr/>
          </p:nvPicPr>
          <p:blipFill rotWithShape="1">
            <a:blip r:embed="rId4">
              <a:alphaModFix/>
            </a:blip>
            <a:srcRect/>
            <a:stretch/>
          </p:blipFill>
          <p:spPr>
            <a:xfrm>
              <a:off x="3269580" y="2881843"/>
              <a:ext cx="1548996" cy="1553396"/>
            </a:xfrm>
            <a:prstGeom prst="rect">
              <a:avLst/>
            </a:prstGeom>
            <a:noFill/>
            <a:ln>
              <a:noFill/>
            </a:ln>
          </p:spPr>
        </p:pic>
        <p:sp>
          <p:nvSpPr>
            <p:cNvPr id="1300" name="Google Shape;1300;p96"/>
            <p:cNvSpPr txBox="1"/>
            <p:nvPr/>
          </p:nvSpPr>
          <p:spPr>
            <a:xfrm>
              <a:off x="3437982" y="4717545"/>
              <a:ext cx="1332665" cy="35144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a:solidFill>
                    <a:srgbClr val="3F3F3F"/>
                  </a:solidFill>
                  <a:latin typeface="Open Sans"/>
                  <a:ea typeface="Open Sans"/>
                  <a:cs typeface="Open Sans"/>
                  <a:sym typeface="Open Sans"/>
                </a:rPr>
                <a:t>Algorithm</a:t>
              </a:r>
              <a:endParaRPr/>
            </a:p>
          </p:txBody>
        </p:sp>
      </p:grpSp>
      <p:sp>
        <p:nvSpPr>
          <p:cNvPr id="3" name="Brandline_LVC">
            <a:extLst>
              <a:ext uri="{FF2B5EF4-FFF2-40B4-BE49-F238E27FC236}">
                <a16:creationId xmlns:a16="http://schemas.microsoft.com/office/drawing/2014/main" id="{C8AAE7BF-FBD8-5141-B856-30B318532326}"/>
              </a:ext>
            </a:extLst>
          </p:cNvPr>
          <p:cNvSpPr/>
          <p:nvPr/>
        </p:nvSpPr>
        <p:spPr>
          <a:xfrm>
            <a:off x="4406900" y="816324"/>
            <a:ext cx="7439501"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305"/>
        <p:cNvGrpSpPr/>
        <p:nvPr/>
      </p:nvGrpSpPr>
      <p:grpSpPr>
        <a:xfrm>
          <a:off x="0" y="0"/>
          <a:ext cx="0" cy="0"/>
          <a:chOff x="0" y="0"/>
          <a:chExt cx="0" cy="0"/>
        </a:xfrm>
      </p:grpSpPr>
      <p:sp>
        <p:nvSpPr>
          <p:cNvPr id="1306" name="Google Shape;1306;p97"/>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Font typeface="Arial"/>
              <a:buNone/>
            </a:pPr>
            <a:r>
              <a:rPr lang="en-US" dirty="0">
                <a:latin typeface="Open Sans"/>
                <a:ea typeface="Open Sans"/>
                <a:cs typeface="Open Sans"/>
                <a:sym typeface="Open Sans"/>
              </a:rPr>
              <a:t>Working with Map-Only Jobs</a:t>
            </a:r>
            <a:endParaRPr dirty="0"/>
          </a:p>
        </p:txBody>
      </p:sp>
      <p:sp>
        <p:nvSpPr>
          <p:cNvPr id="1307" name="Google Shape;1307;p97"/>
          <p:cNvSpPr/>
          <p:nvPr/>
        </p:nvSpPr>
        <p:spPr>
          <a:xfrm>
            <a:off x="1308541" y="1448578"/>
            <a:ext cx="13901270" cy="1216640"/>
          </a:xfrm>
          <a:prstGeom prst="roundRect">
            <a:avLst>
              <a:gd name="adj" fmla="val 16667"/>
            </a:avLst>
          </a:prstGeom>
          <a:solidFill>
            <a:schemeClr val="lt1"/>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It is a process in which the mapper executes the tasks without a reducer. This performs well when one transformation is required without shuffling. Hence, the performance improves.</a:t>
            </a:r>
            <a:endParaRPr sz="2200" b="0" i="0" u="none" strike="noStrike" cap="none">
              <a:solidFill>
                <a:srgbClr val="3F3F3F"/>
              </a:solidFill>
              <a:latin typeface="Open Sans"/>
              <a:ea typeface="Open Sans"/>
              <a:cs typeface="Open Sans"/>
              <a:sym typeface="Open Sans"/>
            </a:endParaRPr>
          </a:p>
        </p:txBody>
      </p:sp>
      <p:sp>
        <p:nvSpPr>
          <p:cNvPr id="1308" name="Google Shape;1308;p97"/>
          <p:cNvSpPr/>
          <p:nvPr/>
        </p:nvSpPr>
        <p:spPr>
          <a:xfrm>
            <a:off x="3531085" y="3103484"/>
            <a:ext cx="9193827" cy="4896870"/>
          </a:xfrm>
          <a:prstGeom prst="roundRect">
            <a:avLst>
              <a:gd name="adj" fmla="val 5775"/>
            </a:avLst>
          </a:prstGeom>
          <a:solidFill>
            <a:srgbClr val="FBE4D4"/>
          </a:solidFill>
          <a:ln w="25400" cap="flat" cmpd="sng">
            <a:solidFill>
              <a:srgbClr val="F9D9C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a:solidFill>
                <a:schemeClr val="lt1"/>
              </a:solidFill>
              <a:latin typeface="Open Sans"/>
              <a:ea typeface="Open Sans"/>
              <a:cs typeface="Open Sans"/>
              <a:sym typeface="Open Sans"/>
            </a:endParaRPr>
          </a:p>
        </p:txBody>
      </p:sp>
      <p:cxnSp>
        <p:nvCxnSpPr>
          <p:cNvPr id="1309" name="Google Shape;1309;p97"/>
          <p:cNvCxnSpPr/>
          <p:nvPr/>
        </p:nvCxnSpPr>
        <p:spPr>
          <a:xfrm>
            <a:off x="6323258" y="4615629"/>
            <a:ext cx="429405" cy="0"/>
          </a:xfrm>
          <a:prstGeom prst="straightConnector1">
            <a:avLst/>
          </a:prstGeom>
          <a:noFill/>
          <a:ln w="38100" cap="flat" cmpd="sng">
            <a:solidFill>
              <a:schemeClr val="dk1"/>
            </a:solidFill>
            <a:prstDash val="solid"/>
            <a:round/>
            <a:headEnd type="none" w="sm" len="sm"/>
            <a:tailEnd type="triangle" w="med" len="med"/>
          </a:ln>
        </p:spPr>
      </p:cxnSp>
      <p:cxnSp>
        <p:nvCxnSpPr>
          <p:cNvPr id="1310" name="Google Shape;1310;p97"/>
          <p:cNvCxnSpPr/>
          <p:nvPr/>
        </p:nvCxnSpPr>
        <p:spPr>
          <a:xfrm>
            <a:off x="9121647" y="4615629"/>
            <a:ext cx="429405" cy="0"/>
          </a:xfrm>
          <a:prstGeom prst="straightConnector1">
            <a:avLst/>
          </a:prstGeom>
          <a:noFill/>
          <a:ln w="38100" cap="flat" cmpd="sng">
            <a:solidFill>
              <a:schemeClr val="dk1"/>
            </a:solidFill>
            <a:prstDash val="solid"/>
            <a:round/>
            <a:headEnd type="none" w="sm" len="sm"/>
            <a:tailEnd type="triangle" w="med" len="med"/>
          </a:ln>
        </p:spPr>
      </p:cxnSp>
      <p:cxnSp>
        <p:nvCxnSpPr>
          <p:cNvPr id="1311" name="Google Shape;1311;p97"/>
          <p:cNvCxnSpPr/>
          <p:nvPr/>
        </p:nvCxnSpPr>
        <p:spPr>
          <a:xfrm>
            <a:off x="6387566" y="6598978"/>
            <a:ext cx="429405" cy="0"/>
          </a:xfrm>
          <a:prstGeom prst="straightConnector1">
            <a:avLst/>
          </a:prstGeom>
          <a:noFill/>
          <a:ln w="38100" cap="flat" cmpd="sng">
            <a:solidFill>
              <a:schemeClr val="dk1"/>
            </a:solidFill>
            <a:prstDash val="solid"/>
            <a:round/>
            <a:headEnd type="none" w="sm" len="sm"/>
            <a:tailEnd type="triangle" w="med" len="med"/>
          </a:ln>
        </p:spPr>
      </p:cxnSp>
      <p:cxnSp>
        <p:nvCxnSpPr>
          <p:cNvPr id="1312" name="Google Shape;1312;p97"/>
          <p:cNvCxnSpPr/>
          <p:nvPr/>
        </p:nvCxnSpPr>
        <p:spPr>
          <a:xfrm>
            <a:off x="9173506" y="6579758"/>
            <a:ext cx="429405" cy="0"/>
          </a:xfrm>
          <a:prstGeom prst="straightConnector1">
            <a:avLst/>
          </a:prstGeom>
          <a:noFill/>
          <a:ln w="38100" cap="flat" cmpd="sng">
            <a:solidFill>
              <a:schemeClr val="dk1"/>
            </a:solidFill>
            <a:prstDash val="solid"/>
            <a:round/>
            <a:headEnd type="none" w="sm" len="sm"/>
            <a:tailEnd type="triangle" w="med" len="med"/>
          </a:ln>
        </p:spPr>
      </p:cxnSp>
      <p:grpSp>
        <p:nvGrpSpPr>
          <p:cNvPr id="1313" name="Google Shape;1313;p97"/>
          <p:cNvGrpSpPr/>
          <p:nvPr/>
        </p:nvGrpSpPr>
        <p:grpSpPr>
          <a:xfrm>
            <a:off x="4355375" y="4267986"/>
            <a:ext cx="1667832" cy="714929"/>
            <a:chOff x="2434003" y="3897164"/>
            <a:chExt cx="1178170" cy="408843"/>
          </a:xfrm>
        </p:grpSpPr>
        <p:sp>
          <p:nvSpPr>
            <p:cNvPr id="1314" name="Google Shape;1314;p97"/>
            <p:cNvSpPr/>
            <p:nvPr/>
          </p:nvSpPr>
          <p:spPr>
            <a:xfrm>
              <a:off x="2434003" y="3897164"/>
              <a:ext cx="1178170" cy="408843"/>
            </a:xfrm>
            <a:prstGeom prst="roundRect">
              <a:avLst>
                <a:gd name="adj" fmla="val 16667"/>
              </a:avLst>
            </a:prstGeom>
            <a:solidFill>
              <a:srgbClr val="BDD7EE"/>
            </a:solidFill>
            <a:ln w="57150" cap="flat" cmpd="sng">
              <a:solidFill>
                <a:srgbClr val="BBD6E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800" b="0" i="0" u="none" strike="noStrike" cap="none">
                <a:solidFill>
                  <a:schemeClr val="lt1"/>
                </a:solidFill>
                <a:latin typeface="Open Sans"/>
                <a:ea typeface="Open Sans"/>
                <a:cs typeface="Open Sans"/>
                <a:sym typeface="Open Sans"/>
              </a:endParaRPr>
            </a:p>
          </p:txBody>
        </p:sp>
        <p:sp>
          <p:nvSpPr>
            <p:cNvPr id="1315" name="Google Shape;1315;p97"/>
            <p:cNvSpPr/>
            <p:nvPr/>
          </p:nvSpPr>
          <p:spPr>
            <a:xfrm>
              <a:off x="2685149" y="3978177"/>
              <a:ext cx="714176" cy="233677"/>
            </a:xfrm>
            <a:prstGeom prst="roundRect">
              <a:avLst>
                <a:gd name="adj" fmla="val 16667"/>
              </a:avLst>
            </a:prstGeom>
            <a:solidFill>
              <a:srgbClr val="BDD7EE"/>
            </a:solidFill>
            <a:ln w="9525" cap="flat" cmpd="sng">
              <a:solidFill>
                <a:srgbClr val="BBD6EE"/>
              </a:solidFill>
              <a:prstDash val="solid"/>
              <a:round/>
              <a:headEnd type="none" w="sm" len="sm"/>
              <a:tailEnd type="none" w="sm" len="sm"/>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None/>
              </a:pPr>
              <a:r>
                <a:rPr lang="en-US" sz="1800" b="0" i="0" u="none" strike="noStrike" cap="none">
                  <a:solidFill>
                    <a:srgbClr val="3F3F3F"/>
                  </a:solidFill>
                  <a:latin typeface="Open Sans"/>
                  <a:ea typeface="Open Sans"/>
                  <a:cs typeface="Open Sans"/>
                  <a:sym typeface="Open Sans"/>
                </a:rPr>
                <a:t>Split - 1</a:t>
              </a:r>
              <a:endParaRPr sz="1800" b="0" i="0" u="none" strike="noStrike" cap="none">
                <a:solidFill>
                  <a:srgbClr val="3F3F3F"/>
                </a:solidFill>
                <a:latin typeface="Open Sans"/>
                <a:ea typeface="Open Sans"/>
                <a:cs typeface="Open Sans"/>
                <a:sym typeface="Open Sans"/>
              </a:endParaRPr>
            </a:p>
          </p:txBody>
        </p:sp>
      </p:grpSp>
      <p:grpSp>
        <p:nvGrpSpPr>
          <p:cNvPr id="1316" name="Google Shape;1316;p97"/>
          <p:cNvGrpSpPr/>
          <p:nvPr/>
        </p:nvGrpSpPr>
        <p:grpSpPr>
          <a:xfrm>
            <a:off x="4355375" y="6172333"/>
            <a:ext cx="1667832" cy="714929"/>
            <a:chOff x="2434003" y="4985241"/>
            <a:chExt cx="1178170" cy="408843"/>
          </a:xfrm>
        </p:grpSpPr>
        <p:sp>
          <p:nvSpPr>
            <p:cNvPr id="1317" name="Google Shape;1317;p97"/>
            <p:cNvSpPr/>
            <p:nvPr/>
          </p:nvSpPr>
          <p:spPr>
            <a:xfrm>
              <a:off x="2434003" y="4985241"/>
              <a:ext cx="1178170" cy="408843"/>
            </a:xfrm>
            <a:prstGeom prst="roundRect">
              <a:avLst>
                <a:gd name="adj" fmla="val 16667"/>
              </a:avLst>
            </a:prstGeom>
            <a:solidFill>
              <a:srgbClr val="D0CECE"/>
            </a:solidFill>
            <a:ln w="57150" cap="flat" cmpd="sng">
              <a:solidFill>
                <a:srgbClr val="D0CEC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800" b="0" i="0" u="none" strike="noStrike" cap="none">
                <a:solidFill>
                  <a:schemeClr val="lt1"/>
                </a:solidFill>
                <a:latin typeface="Open Sans"/>
                <a:ea typeface="Open Sans"/>
                <a:cs typeface="Open Sans"/>
                <a:sym typeface="Open Sans"/>
              </a:endParaRPr>
            </a:p>
          </p:txBody>
        </p:sp>
        <p:sp>
          <p:nvSpPr>
            <p:cNvPr id="1318" name="Google Shape;1318;p97"/>
            <p:cNvSpPr/>
            <p:nvPr/>
          </p:nvSpPr>
          <p:spPr>
            <a:xfrm>
              <a:off x="2674564" y="5083670"/>
              <a:ext cx="714176" cy="233677"/>
            </a:xfrm>
            <a:prstGeom prst="roundRect">
              <a:avLst>
                <a:gd name="adj" fmla="val 16667"/>
              </a:avLst>
            </a:prstGeom>
            <a:solidFill>
              <a:srgbClr val="D0CECE"/>
            </a:solidFill>
            <a:ln w="9525" cap="flat" cmpd="sng">
              <a:solidFill>
                <a:srgbClr val="D0CECE"/>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a:solidFill>
                    <a:srgbClr val="3F3F3F"/>
                  </a:solidFill>
                  <a:latin typeface="Open Sans"/>
                  <a:ea typeface="Open Sans"/>
                  <a:cs typeface="Open Sans"/>
                  <a:sym typeface="Open Sans"/>
                </a:rPr>
                <a:t>Split - 2</a:t>
              </a:r>
              <a:endParaRPr sz="1800" b="0" i="0" u="none" strike="noStrike" cap="none">
                <a:solidFill>
                  <a:srgbClr val="3F3F3F"/>
                </a:solidFill>
                <a:latin typeface="Open Sans"/>
                <a:ea typeface="Open Sans"/>
                <a:cs typeface="Open Sans"/>
                <a:sym typeface="Open Sans"/>
              </a:endParaRPr>
            </a:p>
          </p:txBody>
        </p:sp>
      </p:grpSp>
      <p:grpSp>
        <p:nvGrpSpPr>
          <p:cNvPr id="1319" name="Google Shape;1319;p97"/>
          <p:cNvGrpSpPr/>
          <p:nvPr/>
        </p:nvGrpSpPr>
        <p:grpSpPr>
          <a:xfrm>
            <a:off x="7136334" y="4256499"/>
            <a:ext cx="1667832" cy="714929"/>
            <a:chOff x="4394692" y="3890595"/>
            <a:chExt cx="1178170" cy="408843"/>
          </a:xfrm>
        </p:grpSpPr>
        <p:sp>
          <p:nvSpPr>
            <p:cNvPr id="1320" name="Google Shape;1320;p97"/>
            <p:cNvSpPr/>
            <p:nvPr/>
          </p:nvSpPr>
          <p:spPr>
            <a:xfrm>
              <a:off x="4394692" y="3890595"/>
              <a:ext cx="1178170" cy="408843"/>
            </a:xfrm>
            <a:prstGeom prst="roundRect">
              <a:avLst>
                <a:gd name="adj" fmla="val 16667"/>
              </a:avLst>
            </a:prstGeom>
            <a:solidFill>
              <a:srgbClr val="BBD6EE"/>
            </a:solidFill>
            <a:ln w="57150" cap="flat" cmpd="sng">
              <a:solidFill>
                <a:srgbClr val="BBD6E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800" b="0" i="0" u="none" strike="noStrike" cap="none">
                <a:solidFill>
                  <a:schemeClr val="lt1"/>
                </a:solidFill>
                <a:latin typeface="Open Sans"/>
                <a:ea typeface="Open Sans"/>
                <a:cs typeface="Open Sans"/>
                <a:sym typeface="Open Sans"/>
              </a:endParaRPr>
            </a:p>
          </p:txBody>
        </p:sp>
        <p:sp>
          <p:nvSpPr>
            <p:cNvPr id="1321" name="Google Shape;1321;p97"/>
            <p:cNvSpPr/>
            <p:nvPr/>
          </p:nvSpPr>
          <p:spPr>
            <a:xfrm>
              <a:off x="4664290" y="3978130"/>
              <a:ext cx="780936" cy="233677"/>
            </a:xfrm>
            <a:prstGeom prst="roundRect">
              <a:avLst>
                <a:gd name="adj" fmla="val 16667"/>
              </a:avLst>
            </a:prstGeom>
            <a:solidFill>
              <a:srgbClr val="BBD6EE"/>
            </a:solidFill>
            <a:ln w="9525" cap="flat" cmpd="sng">
              <a:solidFill>
                <a:srgbClr val="BBD6EE"/>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a:solidFill>
                    <a:srgbClr val="3F3F3F"/>
                  </a:solidFill>
                  <a:latin typeface="Open Sans"/>
                  <a:ea typeface="Open Sans"/>
                  <a:cs typeface="Open Sans"/>
                  <a:sym typeface="Open Sans"/>
                </a:rPr>
                <a:t>Mapper</a:t>
              </a:r>
              <a:endParaRPr sz="1800" b="0" i="0" u="none" strike="noStrike" cap="none">
                <a:solidFill>
                  <a:srgbClr val="3F3F3F"/>
                </a:solidFill>
                <a:latin typeface="Open Sans"/>
                <a:ea typeface="Open Sans"/>
                <a:cs typeface="Open Sans"/>
                <a:sym typeface="Open Sans"/>
              </a:endParaRPr>
            </a:p>
          </p:txBody>
        </p:sp>
      </p:grpSp>
      <p:grpSp>
        <p:nvGrpSpPr>
          <p:cNvPr id="1322" name="Google Shape;1322;p97"/>
          <p:cNvGrpSpPr/>
          <p:nvPr/>
        </p:nvGrpSpPr>
        <p:grpSpPr>
          <a:xfrm>
            <a:off x="10033055" y="4257736"/>
            <a:ext cx="1667832" cy="714929"/>
            <a:chOff x="6433040" y="3890595"/>
            <a:chExt cx="1178170" cy="408843"/>
          </a:xfrm>
        </p:grpSpPr>
        <p:sp>
          <p:nvSpPr>
            <p:cNvPr id="1323" name="Google Shape;1323;p97"/>
            <p:cNvSpPr/>
            <p:nvPr/>
          </p:nvSpPr>
          <p:spPr>
            <a:xfrm>
              <a:off x="6433040" y="3890595"/>
              <a:ext cx="1178170" cy="408843"/>
            </a:xfrm>
            <a:prstGeom prst="roundRect">
              <a:avLst>
                <a:gd name="adj" fmla="val 16667"/>
              </a:avLst>
            </a:prstGeom>
            <a:solidFill>
              <a:srgbClr val="BBD6EE"/>
            </a:solidFill>
            <a:ln w="57150" cap="flat" cmpd="sng">
              <a:solidFill>
                <a:srgbClr val="BBD6E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800" b="0" i="0" u="none" strike="noStrike" cap="none">
                <a:solidFill>
                  <a:schemeClr val="lt1"/>
                </a:solidFill>
                <a:latin typeface="Open Sans"/>
                <a:ea typeface="Open Sans"/>
                <a:cs typeface="Open Sans"/>
                <a:sym typeface="Open Sans"/>
              </a:endParaRPr>
            </a:p>
          </p:txBody>
        </p:sp>
        <p:sp>
          <p:nvSpPr>
            <p:cNvPr id="1324" name="Google Shape;1324;p97"/>
            <p:cNvSpPr/>
            <p:nvPr/>
          </p:nvSpPr>
          <p:spPr>
            <a:xfrm>
              <a:off x="6592039" y="3973805"/>
              <a:ext cx="926590" cy="233677"/>
            </a:xfrm>
            <a:prstGeom prst="roundRect">
              <a:avLst>
                <a:gd name="adj" fmla="val 16667"/>
              </a:avLst>
            </a:prstGeom>
            <a:solidFill>
              <a:srgbClr val="BBD6EE"/>
            </a:solidFill>
            <a:ln w="9525" cap="flat" cmpd="sng">
              <a:solidFill>
                <a:srgbClr val="BBD6EE"/>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a:solidFill>
                    <a:srgbClr val="3F3F3F"/>
                  </a:solidFill>
                  <a:latin typeface="Open Sans"/>
                  <a:ea typeface="Open Sans"/>
                  <a:cs typeface="Open Sans"/>
                  <a:sym typeface="Open Sans"/>
                </a:rPr>
                <a:t>Output - 1</a:t>
              </a:r>
              <a:endParaRPr sz="1800" b="0" i="0" u="none" strike="noStrike" cap="none">
                <a:solidFill>
                  <a:srgbClr val="3F3F3F"/>
                </a:solidFill>
                <a:latin typeface="Open Sans"/>
                <a:ea typeface="Open Sans"/>
                <a:cs typeface="Open Sans"/>
                <a:sym typeface="Open Sans"/>
              </a:endParaRPr>
            </a:p>
          </p:txBody>
        </p:sp>
      </p:grpSp>
      <p:sp>
        <p:nvSpPr>
          <p:cNvPr id="1325" name="Google Shape;1325;p97"/>
          <p:cNvSpPr/>
          <p:nvPr/>
        </p:nvSpPr>
        <p:spPr>
          <a:xfrm>
            <a:off x="10033055" y="6168326"/>
            <a:ext cx="1667832" cy="714929"/>
          </a:xfrm>
          <a:prstGeom prst="roundRect">
            <a:avLst>
              <a:gd name="adj" fmla="val 16667"/>
            </a:avLst>
          </a:prstGeom>
          <a:solidFill>
            <a:srgbClr val="D0CECE"/>
          </a:solidFill>
          <a:ln w="57150" cap="flat" cmpd="sng">
            <a:solidFill>
              <a:srgbClr val="D0CEC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800" b="0" i="0" u="none" strike="noStrike" cap="none">
              <a:solidFill>
                <a:schemeClr val="lt1"/>
              </a:solidFill>
              <a:latin typeface="Open Sans"/>
              <a:ea typeface="Open Sans"/>
              <a:cs typeface="Open Sans"/>
              <a:sym typeface="Open Sans"/>
            </a:endParaRPr>
          </a:p>
        </p:txBody>
      </p:sp>
      <p:sp>
        <p:nvSpPr>
          <p:cNvPr id="1326" name="Google Shape;1326;p97"/>
          <p:cNvSpPr/>
          <p:nvPr/>
        </p:nvSpPr>
        <p:spPr>
          <a:xfrm>
            <a:off x="4464003" y="3674028"/>
            <a:ext cx="1546100" cy="442674"/>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a:solidFill>
                  <a:srgbClr val="3F3F3F"/>
                </a:solidFill>
                <a:latin typeface="Open Sans"/>
                <a:ea typeface="Open Sans"/>
                <a:cs typeface="Open Sans"/>
                <a:sym typeface="Open Sans"/>
              </a:rPr>
              <a:t>Input Split</a:t>
            </a:r>
            <a:endParaRPr sz="2000" b="1" i="0" u="none" strike="noStrike" cap="none">
              <a:solidFill>
                <a:srgbClr val="3F3F3F"/>
              </a:solidFill>
              <a:latin typeface="Open Sans"/>
              <a:ea typeface="Open Sans"/>
              <a:cs typeface="Open Sans"/>
              <a:sym typeface="Open Sans"/>
            </a:endParaRPr>
          </a:p>
        </p:txBody>
      </p:sp>
      <p:sp>
        <p:nvSpPr>
          <p:cNvPr id="1327" name="Google Shape;1327;p97"/>
          <p:cNvSpPr/>
          <p:nvPr/>
        </p:nvSpPr>
        <p:spPr>
          <a:xfrm>
            <a:off x="10196044" y="3658547"/>
            <a:ext cx="1150858" cy="442674"/>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a:solidFill>
                  <a:srgbClr val="3F3F3F"/>
                </a:solidFill>
                <a:latin typeface="Open Sans"/>
                <a:ea typeface="Open Sans"/>
                <a:cs typeface="Open Sans"/>
                <a:sym typeface="Open Sans"/>
              </a:rPr>
              <a:t>Output</a:t>
            </a:r>
            <a:endParaRPr sz="2000" b="1" i="0" u="none" strike="noStrike" cap="none">
              <a:solidFill>
                <a:srgbClr val="3F3F3F"/>
              </a:solidFill>
              <a:latin typeface="Open Sans"/>
              <a:ea typeface="Open Sans"/>
              <a:cs typeface="Open Sans"/>
              <a:sym typeface="Open Sans"/>
            </a:endParaRPr>
          </a:p>
        </p:txBody>
      </p:sp>
      <p:sp>
        <p:nvSpPr>
          <p:cNvPr id="1328" name="Google Shape;1328;p97"/>
          <p:cNvSpPr/>
          <p:nvPr/>
        </p:nvSpPr>
        <p:spPr>
          <a:xfrm>
            <a:off x="4695916" y="7080862"/>
            <a:ext cx="892691" cy="442674"/>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a:solidFill>
                  <a:srgbClr val="3F3F3F"/>
                </a:solidFill>
                <a:latin typeface="Open Sans"/>
                <a:ea typeface="Open Sans"/>
                <a:cs typeface="Open Sans"/>
                <a:sym typeface="Open Sans"/>
              </a:rPr>
              <a:t>HDFS</a:t>
            </a:r>
            <a:endParaRPr sz="2000" b="1" i="0" u="none" strike="noStrike" cap="none">
              <a:solidFill>
                <a:srgbClr val="3F3F3F"/>
              </a:solidFill>
              <a:latin typeface="Open Sans"/>
              <a:ea typeface="Open Sans"/>
              <a:cs typeface="Open Sans"/>
              <a:sym typeface="Open Sans"/>
            </a:endParaRPr>
          </a:p>
        </p:txBody>
      </p:sp>
      <p:sp>
        <p:nvSpPr>
          <p:cNvPr id="1329" name="Google Shape;1329;p97"/>
          <p:cNvSpPr/>
          <p:nvPr/>
        </p:nvSpPr>
        <p:spPr>
          <a:xfrm>
            <a:off x="10491881" y="7092354"/>
            <a:ext cx="892691" cy="442674"/>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a:solidFill>
                  <a:srgbClr val="3F3F3F"/>
                </a:solidFill>
                <a:latin typeface="Open Sans"/>
                <a:ea typeface="Open Sans"/>
                <a:cs typeface="Open Sans"/>
                <a:sym typeface="Open Sans"/>
              </a:rPr>
              <a:t>HDFS</a:t>
            </a:r>
            <a:endParaRPr sz="2000" b="1" i="0" u="none" strike="noStrike" cap="none">
              <a:solidFill>
                <a:srgbClr val="3F3F3F"/>
              </a:solidFill>
              <a:latin typeface="Open Sans"/>
              <a:ea typeface="Open Sans"/>
              <a:cs typeface="Open Sans"/>
              <a:sym typeface="Open Sans"/>
            </a:endParaRPr>
          </a:p>
        </p:txBody>
      </p:sp>
      <p:grpSp>
        <p:nvGrpSpPr>
          <p:cNvPr id="1331" name="Google Shape;1331;p97"/>
          <p:cNvGrpSpPr/>
          <p:nvPr/>
        </p:nvGrpSpPr>
        <p:grpSpPr>
          <a:xfrm>
            <a:off x="7136334" y="6172910"/>
            <a:ext cx="1667832" cy="714929"/>
            <a:chOff x="4394692" y="3890595"/>
            <a:chExt cx="1178170" cy="408843"/>
          </a:xfrm>
        </p:grpSpPr>
        <p:sp>
          <p:nvSpPr>
            <p:cNvPr id="1332" name="Google Shape;1332;p97"/>
            <p:cNvSpPr/>
            <p:nvPr/>
          </p:nvSpPr>
          <p:spPr>
            <a:xfrm>
              <a:off x="4394692" y="3890595"/>
              <a:ext cx="1178170" cy="408843"/>
            </a:xfrm>
            <a:prstGeom prst="roundRect">
              <a:avLst>
                <a:gd name="adj" fmla="val 16667"/>
              </a:avLst>
            </a:prstGeom>
            <a:solidFill>
              <a:srgbClr val="D0CECE"/>
            </a:solidFill>
            <a:ln w="57150" cap="flat" cmpd="sng">
              <a:solidFill>
                <a:srgbClr val="D0CEC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800" b="0" i="0" u="none" strike="noStrike" cap="none">
                <a:solidFill>
                  <a:schemeClr val="lt1"/>
                </a:solidFill>
                <a:latin typeface="Open Sans"/>
                <a:ea typeface="Open Sans"/>
                <a:cs typeface="Open Sans"/>
                <a:sym typeface="Open Sans"/>
              </a:endParaRPr>
            </a:p>
          </p:txBody>
        </p:sp>
        <p:sp>
          <p:nvSpPr>
            <p:cNvPr id="1333" name="Google Shape;1333;p97"/>
            <p:cNvSpPr/>
            <p:nvPr/>
          </p:nvSpPr>
          <p:spPr>
            <a:xfrm>
              <a:off x="4664290" y="3978130"/>
              <a:ext cx="780936" cy="233677"/>
            </a:xfrm>
            <a:prstGeom prst="roundRect">
              <a:avLst>
                <a:gd name="adj" fmla="val 16667"/>
              </a:avLst>
            </a:prstGeom>
            <a:solidFill>
              <a:srgbClr val="D0CECE"/>
            </a:solidFill>
            <a:ln w="9525" cap="flat" cmpd="sng">
              <a:solidFill>
                <a:srgbClr val="D0CECE"/>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a:solidFill>
                    <a:srgbClr val="3F3F3F"/>
                  </a:solidFill>
                  <a:latin typeface="Open Sans"/>
                  <a:ea typeface="Open Sans"/>
                  <a:cs typeface="Open Sans"/>
                  <a:sym typeface="Open Sans"/>
                </a:rPr>
                <a:t>Mapper</a:t>
              </a:r>
              <a:endParaRPr sz="1800" b="0" i="0" u="none" strike="noStrike" cap="none">
                <a:solidFill>
                  <a:srgbClr val="3F3F3F"/>
                </a:solidFill>
                <a:latin typeface="Open Sans"/>
                <a:ea typeface="Open Sans"/>
                <a:cs typeface="Open Sans"/>
                <a:sym typeface="Open Sans"/>
              </a:endParaRPr>
            </a:p>
          </p:txBody>
        </p:sp>
      </p:grpSp>
      <p:sp>
        <p:nvSpPr>
          <p:cNvPr id="1334" name="Google Shape;1334;p97"/>
          <p:cNvSpPr/>
          <p:nvPr/>
        </p:nvSpPr>
        <p:spPr>
          <a:xfrm>
            <a:off x="10209091" y="6351937"/>
            <a:ext cx="1491796" cy="408623"/>
          </a:xfrm>
          <a:prstGeom prst="roundRect">
            <a:avLst>
              <a:gd name="adj" fmla="val 16667"/>
            </a:avLst>
          </a:prstGeom>
          <a:solidFill>
            <a:srgbClr val="D0CECE"/>
          </a:solidFill>
          <a:ln w="9525" cap="flat" cmpd="sng">
            <a:solidFill>
              <a:srgbClr val="D0CECE"/>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a:solidFill>
                  <a:srgbClr val="3F3F3F"/>
                </a:solidFill>
                <a:latin typeface="Open Sans"/>
                <a:ea typeface="Open Sans"/>
                <a:cs typeface="Open Sans"/>
                <a:sym typeface="Open Sans"/>
              </a:rPr>
              <a:t>Output - 2</a:t>
            </a:r>
            <a:endParaRPr sz="1800" b="0" i="0" u="none" strike="noStrike" cap="none">
              <a:solidFill>
                <a:srgbClr val="3F3F3F"/>
              </a:solidFill>
              <a:latin typeface="Open Sans"/>
              <a:ea typeface="Open Sans"/>
              <a:cs typeface="Open Sans"/>
              <a:sym typeface="Open Sans"/>
            </a:endParaRPr>
          </a:p>
        </p:txBody>
      </p:sp>
      <p:sp>
        <p:nvSpPr>
          <p:cNvPr id="5" name="Brandline_LVC">
            <a:extLst>
              <a:ext uri="{FF2B5EF4-FFF2-40B4-BE49-F238E27FC236}">
                <a16:creationId xmlns:a16="http://schemas.microsoft.com/office/drawing/2014/main" id="{2801AA62-2C69-8A06-864A-391613D7BF87}"/>
              </a:ext>
            </a:extLst>
          </p:cNvPr>
          <p:cNvSpPr/>
          <p:nvPr/>
        </p:nvSpPr>
        <p:spPr>
          <a:xfrm>
            <a:off x="4991100" y="816324"/>
            <a:ext cx="6276658"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339"/>
        <p:cNvGrpSpPr/>
        <p:nvPr/>
      </p:nvGrpSpPr>
      <p:grpSpPr>
        <a:xfrm>
          <a:off x="0" y="0"/>
          <a:ext cx="0" cy="0"/>
          <a:chOff x="0" y="0"/>
          <a:chExt cx="0" cy="0"/>
        </a:xfrm>
      </p:grpSpPr>
      <p:sp>
        <p:nvSpPr>
          <p:cNvPr id="1340" name="Google Shape;1340;p98"/>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Font typeface="Arial"/>
              <a:buNone/>
            </a:pPr>
            <a:r>
              <a:rPr lang="en-US" dirty="0">
                <a:solidFill>
                  <a:srgbClr val="3F3F3F"/>
                </a:solidFill>
                <a:latin typeface="Open Sans"/>
                <a:ea typeface="Open Sans"/>
                <a:cs typeface="Open Sans"/>
                <a:sym typeface="Open Sans"/>
              </a:rPr>
              <a:t>Combiners in MapReduce</a:t>
            </a:r>
            <a:endParaRPr dirty="0"/>
          </a:p>
        </p:txBody>
      </p:sp>
      <p:sp>
        <p:nvSpPr>
          <p:cNvPr id="1341" name="Google Shape;1341;p98"/>
          <p:cNvSpPr/>
          <p:nvPr/>
        </p:nvSpPr>
        <p:spPr>
          <a:xfrm>
            <a:off x="8013524" y="2041477"/>
            <a:ext cx="6898421" cy="5159423"/>
          </a:xfrm>
          <a:prstGeom prst="roundRect">
            <a:avLst>
              <a:gd name="adj" fmla="val 6293"/>
            </a:avLst>
          </a:prstGeom>
          <a:solidFill>
            <a:schemeClr val="lt1"/>
          </a:solidFill>
          <a:ln w="38100" cap="flat" cmpd="sng">
            <a:solidFill>
              <a:srgbClr val="DDEAF6"/>
            </a:solidFill>
            <a:prstDash val="solid"/>
            <a:round/>
            <a:headEnd type="none" w="sm" len="sm"/>
            <a:tailEnd type="none" w="sm" len="sm"/>
          </a:ln>
        </p:spPr>
        <p:txBody>
          <a:bodyPr spcFirstLastPara="1" wrap="square" lIns="91425" tIns="45700" rIns="91425" bIns="45700" anchor="ctr" anchorCtr="0">
            <a:noAutofit/>
          </a:bodyPr>
          <a:lstStyle/>
          <a:p>
            <a:pPr marL="571500" marR="0" lvl="0" indent="-203200" algn="l" rtl="0">
              <a:lnSpc>
                <a:spcPct val="150000"/>
              </a:lnSpc>
              <a:spcBef>
                <a:spcPts val="0"/>
              </a:spcBef>
              <a:spcAft>
                <a:spcPts val="0"/>
              </a:spcAft>
              <a:buClr>
                <a:srgbClr val="000000"/>
              </a:buClr>
              <a:buSzPts val="2200"/>
              <a:buFont typeface="Arial"/>
              <a:buNone/>
            </a:pPr>
            <a:endParaRPr sz="2200" b="0" i="0" u="none" strike="noStrike" cap="none" dirty="0">
              <a:solidFill>
                <a:srgbClr val="3F3F3F"/>
              </a:solidFill>
              <a:latin typeface="Open Sans"/>
              <a:ea typeface="Open Sans"/>
              <a:cs typeface="Open Sans"/>
              <a:sym typeface="Open Sans"/>
            </a:endParaRPr>
          </a:p>
          <a:p>
            <a:pPr marL="571500" marR="0" lvl="0" indent="-203200" algn="l" rtl="0">
              <a:lnSpc>
                <a:spcPct val="150000"/>
              </a:lnSpc>
              <a:spcBef>
                <a:spcPts val="0"/>
              </a:spcBef>
              <a:spcAft>
                <a:spcPts val="0"/>
              </a:spcAft>
              <a:buClr>
                <a:srgbClr val="000000"/>
              </a:buClr>
              <a:buSzPts val="2200"/>
              <a:buFont typeface="Arial"/>
              <a:buNone/>
            </a:pPr>
            <a:endParaRPr sz="2200" b="0" i="0" u="none" strike="noStrike" cap="none" dirty="0">
              <a:solidFill>
                <a:srgbClr val="3F3F3F"/>
              </a:solidFill>
              <a:latin typeface="Open Sans"/>
              <a:ea typeface="Open Sans"/>
              <a:cs typeface="Open Sans"/>
              <a:sym typeface="Open Sans"/>
            </a:endParaRPr>
          </a:p>
          <a:p>
            <a:pPr marL="571500" marR="0" lvl="0" indent="-342900" algn="l" rtl="0">
              <a:lnSpc>
                <a:spcPct val="150000"/>
              </a:lnSpc>
              <a:spcBef>
                <a:spcPts val="0"/>
              </a:spcBef>
              <a:spcAft>
                <a:spcPts val="0"/>
              </a:spcAft>
              <a:buClr>
                <a:srgbClr val="000000"/>
              </a:buClr>
              <a:buSzPts val="2200"/>
              <a:buFont typeface="Arial"/>
              <a:buChar char="•"/>
            </a:pPr>
            <a:r>
              <a:rPr lang="en-US" sz="2200" b="0" i="0" u="none" strike="noStrike" cap="none" dirty="0">
                <a:solidFill>
                  <a:srgbClr val="3F3F3F"/>
                </a:solidFill>
                <a:latin typeface="Open Sans"/>
                <a:ea typeface="Open Sans"/>
                <a:cs typeface="Open Sans"/>
                <a:sym typeface="Open Sans"/>
              </a:rPr>
              <a:t>Combiners are local Reducer. </a:t>
            </a:r>
            <a:endParaRPr dirty="0"/>
          </a:p>
          <a:p>
            <a:pPr marL="571500" marR="0" lvl="0" indent="-342900" algn="l" rtl="0">
              <a:lnSpc>
                <a:spcPct val="150000"/>
              </a:lnSpc>
              <a:spcBef>
                <a:spcPts val="0"/>
              </a:spcBef>
              <a:spcAft>
                <a:spcPts val="0"/>
              </a:spcAft>
              <a:buClr>
                <a:srgbClr val="000000"/>
              </a:buClr>
              <a:buSzPts val="2200"/>
              <a:buFont typeface="Arial"/>
              <a:buChar char="•"/>
            </a:pPr>
            <a:r>
              <a:rPr lang="en-US" sz="2200" b="0" i="0" u="none" strike="noStrike" cap="none" dirty="0">
                <a:solidFill>
                  <a:srgbClr val="3F3F3F"/>
                </a:solidFill>
                <a:latin typeface="Open Sans"/>
                <a:ea typeface="Open Sans"/>
                <a:cs typeface="Open Sans"/>
                <a:sym typeface="Open Sans"/>
              </a:rPr>
              <a:t>It reduces network congestion by acting as a bridge between the Mapper and Reducer.</a:t>
            </a:r>
            <a:endParaRPr dirty="0"/>
          </a:p>
          <a:p>
            <a:pPr marL="571500" marR="0" lvl="0" indent="-342900" algn="l" rtl="0">
              <a:lnSpc>
                <a:spcPct val="150000"/>
              </a:lnSpc>
              <a:spcBef>
                <a:spcPts val="0"/>
              </a:spcBef>
              <a:spcAft>
                <a:spcPts val="0"/>
              </a:spcAft>
              <a:buClr>
                <a:srgbClr val="000000"/>
              </a:buClr>
              <a:buSzPts val="2200"/>
              <a:buFont typeface="Arial"/>
              <a:buChar char="•"/>
            </a:pPr>
            <a:r>
              <a:rPr lang="en-US" sz="2200" b="0" i="0" u="none" strike="noStrike" cap="none" dirty="0">
                <a:solidFill>
                  <a:srgbClr val="3F3F3F"/>
                </a:solidFill>
                <a:latin typeface="Open Sans"/>
                <a:ea typeface="Open Sans"/>
                <a:cs typeface="Open Sans"/>
                <a:sym typeface="Open Sans"/>
              </a:rPr>
              <a:t>The output produced by the Mapper is the intermediate output in terms of </a:t>
            </a:r>
            <a:br>
              <a:rPr lang="en-US" sz="2200" b="0" i="0" u="none" strike="noStrike" cap="none" dirty="0">
                <a:solidFill>
                  <a:srgbClr val="3F3F3F"/>
                </a:solidFill>
                <a:latin typeface="Open Sans"/>
                <a:ea typeface="Open Sans"/>
                <a:cs typeface="Open Sans"/>
                <a:sym typeface="Open Sans"/>
              </a:rPr>
            </a:br>
            <a:r>
              <a:rPr lang="en-US" sz="2200" b="0" i="0" u="none" strike="noStrike" cap="none" dirty="0">
                <a:solidFill>
                  <a:srgbClr val="3F3F3F"/>
                </a:solidFill>
                <a:latin typeface="Open Sans"/>
                <a:ea typeface="Open Sans"/>
                <a:cs typeface="Open Sans"/>
                <a:sym typeface="Open Sans"/>
              </a:rPr>
              <a:t>key-value pairs.</a:t>
            </a:r>
            <a:endParaRPr dirty="0"/>
          </a:p>
          <a:p>
            <a:pPr marL="571500" marR="0" lvl="0" indent="-342900" algn="l" rtl="0">
              <a:lnSpc>
                <a:spcPct val="150000"/>
              </a:lnSpc>
              <a:spcBef>
                <a:spcPts val="0"/>
              </a:spcBef>
              <a:spcAft>
                <a:spcPts val="0"/>
              </a:spcAft>
              <a:buClr>
                <a:srgbClr val="000000"/>
              </a:buClr>
              <a:buSzPts val="2200"/>
              <a:buFont typeface="Arial"/>
              <a:buChar char="•"/>
            </a:pPr>
            <a:r>
              <a:rPr lang="en-US" sz="2200" b="0" i="0" u="none" strike="noStrike" cap="none" dirty="0">
                <a:solidFill>
                  <a:srgbClr val="3F3F3F"/>
                </a:solidFill>
                <a:latin typeface="Open Sans"/>
                <a:ea typeface="Open Sans"/>
                <a:cs typeface="Open Sans"/>
                <a:sym typeface="Open Sans"/>
              </a:rPr>
              <a:t>If the output is large, it cannot be directly fed to the Reducer as it would cause </a:t>
            </a:r>
            <a:br>
              <a:rPr lang="en-US" sz="2200" b="0" i="0" u="none" strike="noStrike" cap="none" dirty="0">
                <a:solidFill>
                  <a:srgbClr val="3F3F3F"/>
                </a:solidFill>
                <a:latin typeface="Open Sans"/>
                <a:ea typeface="Open Sans"/>
                <a:cs typeface="Open Sans"/>
                <a:sym typeface="Open Sans"/>
              </a:rPr>
            </a:br>
            <a:r>
              <a:rPr lang="en-US" sz="2200" b="0" i="0" u="none" strike="noStrike" cap="none" dirty="0">
                <a:solidFill>
                  <a:srgbClr val="3F3F3F"/>
                </a:solidFill>
                <a:latin typeface="Open Sans"/>
                <a:ea typeface="Open Sans"/>
                <a:cs typeface="Open Sans"/>
                <a:sym typeface="Open Sans"/>
              </a:rPr>
              <a:t>Network Congestion.</a:t>
            </a:r>
            <a:endParaRPr dirty="0"/>
          </a:p>
          <a:p>
            <a:pPr marL="571500" marR="0" lvl="0" indent="-203200" algn="l" rtl="0">
              <a:lnSpc>
                <a:spcPct val="150000"/>
              </a:lnSpc>
              <a:spcBef>
                <a:spcPts val="1000"/>
              </a:spcBef>
              <a:spcAft>
                <a:spcPts val="0"/>
              </a:spcAft>
              <a:buClr>
                <a:srgbClr val="000000"/>
              </a:buClr>
              <a:buSzPts val="2200"/>
              <a:buFont typeface="Arial"/>
              <a:buNone/>
            </a:pPr>
            <a:endParaRPr sz="2200" b="0" i="0" u="none" strike="noStrike" cap="none" dirty="0">
              <a:solidFill>
                <a:srgbClr val="3F3F3F"/>
              </a:solidFill>
              <a:latin typeface="Open Sans"/>
              <a:ea typeface="Open Sans"/>
              <a:cs typeface="Open Sans"/>
              <a:sym typeface="Open Sans"/>
            </a:endParaRPr>
          </a:p>
          <a:p>
            <a:pPr marL="571500" marR="0" lvl="0" indent="-203200" algn="l" rtl="0">
              <a:lnSpc>
                <a:spcPct val="150000"/>
              </a:lnSpc>
              <a:spcBef>
                <a:spcPts val="1000"/>
              </a:spcBef>
              <a:spcAft>
                <a:spcPts val="0"/>
              </a:spcAft>
              <a:buClr>
                <a:srgbClr val="000000"/>
              </a:buClr>
              <a:buSzPts val="2200"/>
              <a:buFont typeface="Arial"/>
              <a:buNone/>
            </a:pPr>
            <a:endParaRPr sz="2200" b="0" i="0" u="none" strike="noStrike" cap="none" dirty="0">
              <a:solidFill>
                <a:srgbClr val="3F3F3F"/>
              </a:solidFill>
              <a:latin typeface="Open Sans"/>
              <a:ea typeface="Open Sans"/>
              <a:cs typeface="Open Sans"/>
              <a:sym typeface="Open Sans"/>
            </a:endParaRPr>
          </a:p>
        </p:txBody>
      </p:sp>
      <p:grpSp>
        <p:nvGrpSpPr>
          <p:cNvPr id="1343" name="Google Shape;1343;p98"/>
          <p:cNvGrpSpPr/>
          <p:nvPr/>
        </p:nvGrpSpPr>
        <p:grpSpPr>
          <a:xfrm>
            <a:off x="1229580" y="3157268"/>
            <a:ext cx="6105151" cy="2927841"/>
            <a:chOff x="1229580" y="3239875"/>
            <a:chExt cx="6105151" cy="2927841"/>
          </a:xfrm>
        </p:grpSpPr>
        <p:grpSp>
          <p:nvGrpSpPr>
            <p:cNvPr id="1344" name="Google Shape;1344;p98"/>
            <p:cNvGrpSpPr/>
            <p:nvPr/>
          </p:nvGrpSpPr>
          <p:grpSpPr>
            <a:xfrm>
              <a:off x="1229580" y="3450416"/>
              <a:ext cx="1856376" cy="2717300"/>
              <a:chOff x="2551612" y="3954098"/>
              <a:chExt cx="1726489" cy="2372820"/>
            </a:xfrm>
          </p:grpSpPr>
          <p:sp>
            <p:nvSpPr>
              <p:cNvPr id="1345" name="Google Shape;1345;p98"/>
              <p:cNvSpPr/>
              <p:nvPr/>
            </p:nvSpPr>
            <p:spPr>
              <a:xfrm>
                <a:off x="2551612" y="3954098"/>
                <a:ext cx="1726489" cy="1726489"/>
              </a:xfrm>
              <a:prstGeom prst="ellipse">
                <a:avLst/>
              </a:prstGeom>
              <a:solidFill>
                <a:srgbClr val="EDEDED"/>
              </a:solidFill>
              <a:ln w="25400" cap="flat" cmpd="sng">
                <a:solidFill>
                  <a:srgbClr val="C9C9C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1346" name="Google Shape;1346;p98"/>
              <p:cNvPicPr preferRelativeResize="0"/>
              <p:nvPr/>
            </p:nvPicPr>
            <p:blipFill rotWithShape="1">
              <a:blip r:embed="rId3">
                <a:alphaModFix/>
              </a:blip>
              <a:srcRect/>
              <a:stretch/>
            </p:blipFill>
            <p:spPr>
              <a:xfrm>
                <a:off x="2668105" y="4218802"/>
                <a:ext cx="1493501" cy="1124229"/>
              </a:xfrm>
              <a:prstGeom prst="rect">
                <a:avLst/>
              </a:prstGeom>
              <a:noFill/>
              <a:ln>
                <a:noFill/>
              </a:ln>
            </p:spPr>
          </p:pic>
          <p:sp>
            <p:nvSpPr>
              <p:cNvPr id="1347" name="Google Shape;1347;p98"/>
              <p:cNvSpPr txBox="1"/>
              <p:nvPr/>
            </p:nvSpPr>
            <p:spPr>
              <a:xfrm>
                <a:off x="2658077" y="5680587"/>
                <a:ext cx="1513556"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solidFill>
                      <a:srgbClr val="3F3F3F"/>
                    </a:solidFill>
                    <a:latin typeface="Open Sans"/>
                    <a:ea typeface="Open Sans"/>
                    <a:cs typeface="Open Sans"/>
                    <a:sym typeface="Open Sans"/>
                  </a:rPr>
                  <a:t>Combiner In</a:t>
                </a:r>
                <a:endParaRPr/>
              </a:p>
              <a:p>
                <a:pPr marL="0" marR="0" lvl="0" indent="0" algn="ctr" rtl="0">
                  <a:lnSpc>
                    <a:spcPct val="100000"/>
                  </a:lnSpc>
                  <a:spcBef>
                    <a:spcPts val="0"/>
                  </a:spcBef>
                  <a:spcAft>
                    <a:spcPts val="0"/>
                  </a:spcAft>
                  <a:buNone/>
                </a:pPr>
                <a:r>
                  <a:rPr lang="en-US" sz="1400" b="0" i="0" u="none" strike="noStrike" cap="none">
                    <a:solidFill>
                      <a:srgbClr val="3F3F3F"/>
                    </a:solidFill>
                    <a:latin typeface="Open Sans"/>
                    <a:ea typeface="Open Sans"/>
                    <a:cs typeface="Open Sans"/>
                    <a:sym typeface="Open Sans"/>
                  </a:rPr>
                  <a:t>Hadoop</a:t>
                </a:r>
                <a:endParaRPr/>
              </a:p>
            </p:txBody>
          </p:sp>
        </p:grpSp>
        <p:sp>
          <p:nvSpPr>
            <p:cNvPr id="1348" name="Google Shape;1348;p98"/>
            <p:cNvSpPr/>
            <p:nvPr/>
          </p:nvSpPr>
          <p:spPr>
            <a:xfrm>
              <a:off x="4019972" y="3239875"/>
              <a:ext cx="1451378" cy="588399"/>
            </a:xfrm>
            <a:prstGeom prst="roundRect">
              <a:avLst>
                <a:gd name="adj" fmla="val 16667"/>
              </a:avLst>
            </a:prstGeom>
            <a:solidFill>
              <a:srgbClr val="DDEAF6"/>
            </a:solidFill>
            <a:ln w="25400" cap="flat" cmpd="sng">
              <a:solidFill>
                <a:srgbClr val="0CA4D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0" i="0" u="none" strike="noStrike" cap="none">
                  <a:solidFill>
                    <a:srgbClr val="3F3F3F"/>
                  </a:solidFill>
                  <a:latin typeface="Open Sans"/>
                  <a:ea typeface="Open Sans"/>
                  <a:cs typeface="Open Sans"/>
                  <a:sym typeface="Open Sans"/>
                </a:rPr>
                <a:t>Mapper 1</a:t>
              </a:r>
              <a:endParaRPr/>
            </a:p>
          </p:txBody>
        </p:sp>
        <p:sp>
          <p:nvSpPr>
            <p:cNvPr id="1349" name="Google Shape;1349;p98"/>
            <p:cNvSpPr/>
            <p:nvPr/>
          </p:nvSpPr>
          <p:spPr>
            <a:xfrm>
              <a:off x="5883353" y="3239875"/>
              <a:ext cx="1451378" cy="588399"/>
            </a:xfrm>
            <a:prstGeom prst="roundRect">
              <a:avLst>
                <a:gd name="adj" fmla="val 16667"/>
              </a:avLst>
            </a:prstGeom>
            <a:solidFill>
              <a:srgbClr val="DDEAF6"/>
            </a:solidFill>
            <a:ln w="25400" cap="flat" cmpd="sng">
              <a:solidFill>
                <a:srgbClr val="0CA4D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0" i="0" u="none" strike="noStrike" cap="none">
                  <a:solidFill>
                    <a:srgbClr val="3F3F3F"/>
                  </a:solidFill>
                  <a:latin typeface="Open Sans"/>
                  <a:ea typeface="Open Sans"/>
                  <a:cs typeface="Open Sans"/>
                  <a:sym typeface="Open Sans"/>
                </a:rPr>
                <a:t>Mapper 2</a:t>
              </a:r>
              <a:endParaRPr/>
            </a:p>
          </p:txBody>
        </p:sp>
        <p:sp>
          <p:nvSpPr>
            <p:cNvPr id="1350" name="Google Shape;1350;p98"/>
            <p:cNvSpPr/>
            <p:nvPr/>
          </p:nvSpPr>
          <p:spPr>
            <a:xfrm>
              <a:off x="4019972" y="4220667"/>
              <a:ext cx="1451378" cy="588399"/>
            </a:xfrm>
            <a:prstGeom prst="roundRect">
              <a:avLst>
                <a:gd name="adj" fmla="val 16667"/>
              </a:avLst>
            </a:prstGeom>
            <a:solidFill>
              <a:srgbClr val="FBE4D4"/>
            </a:solidFill>
            <a:ln w="25400" cap="flat" cmpd="sng">
              <a:solidFill>
                <a:srgbClr val="F9D5B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0" i="0" u="none" strike="noStrike" cap="none">
                  <a:solidFill>
                    <a:srgbClr val="3F3F3F"/>
                  </a:solidFill>
                  <a:latin typeface="Open Sans"/>
                  <a:ea typeface="Open Sans"/>
                  <a:cs typeface="Open Sans"/>
                  <a:sym typeface="Open Sans"/>
                </a:rPr>
                <a:t>Combiner 1</a:t>
              </a:r>
              <a:endParaRPr/>
            </a:p>
          </p:txBody>
        </p:sp>
        <p:sp>
          <p:nvSpPr>
            <p:cNvPr id="1351" name="Google Shape;1351;p98"/>
            <p:cNvSpPr/>
            <p:nvPr/>
          </p:nvSpPr>
          <p:spPr>
            <a:xfrm>
              <a:off x="5883353" y="4220667"/>
              <a:ext cx="1451378" cy="588399"/>
            </a:xfrm>
            <a:prstGeom prst="roundRect">
              <a:avLst>
                <a:gd name="adj" fmla="val 16667"/>
              </a:avLst>
            </a:prstGeom>
            <a:solidFill>
              <a:srgbClr val="FBE4D4"/>
            </a:solidFill>
            <a:ln w="25400" cap="flat" cmpd="sng">
              <a:solidFill>
                <a:srgbClr val="F9D5B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0" i="0" u="none" strike="noStrike" cap="none">
                  <a:solidFill>
                    <a:srgbClr val="3F3F3F"/>
                  </a:solidFill>
                  <a:latin typeface="Open Sans"/>
                  <a:ea typeface="Open Sans"/>
                  <a:cs typeface="Open Sans"/>
                  <a:sym typeface="Open Sans"/>
                </a:rPr>
                <a:t>Combiner 2</a:t>
              </a:r>
              <a:endParaRPr/>
            </a:p>
          </p:txBody>
        </p:sp>
        <p:sp>
          <p:nvSpPr>
            <p:cNvPr id="1352" name="Google Shape;1352;p98"/>
            <p:cNvSpPr/>
            <p:nvPr/>
          </p:nvSpPr>
          <p:spPr>
            <a:xfrm>
              <a:off x="4019972" y="5419514"/>
              <a:ext cx="1451378" cy="588399"/>
            </a:xfrm>
            <a:prstGeom prst="roundRect">
              <a:avLst>
                <a:gd name="adj" fmla="val 16667"/>
              </a:avLst>
            </a:prstGeom>
            <a:solidFill>
              <a:srgbClr val="FFF2CC"/>
            </a:solidFill>
            <a:ln w="25400" cap="flat" cmpd="sng">
              <a:solidFill>
                <a:srgbClr val="FEE5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0" i="0" u="none" strike="noStrike" cap="none">
                  <a:solidFill>
                    <a:srgbClr val="3F3F3F"/>
                  </a:solidFill>
                  <a:latin typeface="Open Sans"/>
                  <a:ea typeface="Open Sans"/>
                  <a:cs typeface="Open Sans"/>
                  <a:sym typeface="Open Sans"/>
                </a:rPr>
                <a:t>Reducer 1</a:t>
              </a:r>
              <a:endParaRPr/>
            </a:p>
          </p:txBody>
        </p:sp>
        <p:sp>
          <p:nvSpPr>
            <p:cNvPr id="1353" name="Google Shape;1353;p98"/>
            <p:cNvSpPr/>
            <p:nvPr/>
          </p:nvSpPr>
          <p:spPr>
            <a:xfrm>
              <a:off x="5883353" y="5419514"/>
              <a:ext cx="1451378" cy="588399"/>
            </a:xfrm>
            <a:prstGeom prst="roundRect">
              <a:avLst>
                <a:gd name="adj" fmla="val 16667"/>
              </a:avLst>
            </a:prstGeom>
            <a:solidFill>
              <a:srgbClr val="FFF2CC"/>
            </a:solidFill>
            <a:ln w="25400" cap="flat" cmpd="sng">
              <a:solidFill>
                <a:srgbClr val="FEE5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0" i="0" u="none" strike="noStrike" cap="none">
                  <a:solidFill>
                    <a:srgbClr val="3F3F3F"/>
                  </a:solidFill>
                  <a:latin typeface="Open Sans"/>
                  <a:ea typeface="Open Sans"/>
                  <a:cs typeface="Open Sans"/>
                  <a:sym typeface="Open Sans"/>
                </a:rPr>
                <a:t>Reducer 1</a:t>
              </a:r>
              <a:endParaRPr/>
            </a:p>
          </p:txBody>
        </p:sp>
        <p:cxnSp>
          <p:nvCxnSpPr>
            <p:cNvPr id="1354" name="Google Shape;1354;p98"/>
            <p:cNvCxnSpPr>
              <a:stCxn id="1348" idx="2"/>
              <a:endCxn id="1350" idx="0"/>
            </p:cNvCxnSpPr>
            <p:nvPr/>
          </p:nvCxnSpPr>
          <p:spPr>
            <a:xfrm>
              <a:off x="4745661" y="3828274"/>
              <a:ext cx="0" cy="392400"/>
            </a:xfrm>
            <a:prstGeom prst="straightConnector1">
              <a:avLst/>
            </a:prstGeom>
            <a:noFill/>
            <a:ln w="28575" cap="flat" cmpd="sng">
              <a:solidFill>
                <a:srgbClr val="AEABAB"/>
              </a:solidFill>
              <a:prstDash val="solid"/>
              <a:round/>
              <a:headEnd type="none" w="sm" len="sm"/>
              <a:tailEnd type="triangle" w="lg" len="lg"/>
            </a:ln>
          </p:spPr>
        </p:cxnSp>
        <p:cxnSp>
          <p:nvCxnSpPr>
            <p:cNvPr id="1355" name="Google Shape;1355;p98"/>
            <p:cNvCxnSpPr/>
            <p:nvPr/>
          </p:nvCxnSpPr>
          <p:spPr>
            <a:xfrm>
              <a:off x="6599679" y="3828274"/>
              <a:ext cx="0" cy="392393"/>
            </a:xfrm>
            <a:prstGeom prst="straightConnector1">
              <a:avLst/>
            </a:prstGeom>
            <a:noFill/>
            <a:ln w="28575" cap="flat" cmpd="sng">
              <a:solidFill>
                <a:srgbClr val="AEABAB"/>
              </a:solidFill>
              <a:prstDash val="solid"/>
              <a:round/>
              <a:headEnd type="none" w="sm" len="sm"/>
              <a:tailEnd type="triangle" w="lg" len="lg"/>
            </a:ln>
          </p:spPr>
        </p:cxnSp>
        <p:cxnSp>
          <p:nvCxnSpPr>
            <p:cNvPr id="1356" name="Google Shape;1356;p98"/>
            <p:cNvCxnSpPr>
              <a:endCxn id="1352" idx="0"/>
            </p:cNvCxnSpPr>
            <p:nvPr/>
          </p:nvCxnSpPr>
          <p:spPr>
            <a:xfrm>
              <a:off x="4736361" y="4809014"/>
              <a:ext cx="9300" cy="610500"/>
            </a:xfrm>
            <a:prstGeom prst="straightConnector1">
              <a:avLst/>
            </a:prstGeom>
            <a:noFill/>
            <a:ln w="28575" cap="flat" cmpd="sng">
              <a:solidFill>
                <a:srgbClr val="AEABAB"/>
              </a:solidFill>
              <a:prstDash val="solid"/>
              <a:round/>
              <a:headEnd type="none" w="sm" len="sm"/>
              <a:tailEnd type="triangle" w="lg" len="lg"/>
            </a:ln>
          </p:spPr>
        </p:cxnSp>
        <p:cxnSp>
          <p:nvCxnSpPr>
            <p:cNvPr id="1357" name="Google Shape;1357;p98"/>
            <p:cNvCxnSpPr>
              <a:stCxn id="1351" idx="2"/>
              <a:endCxn id="1353" idx="0"/>
            </p:cNvCxnSpPr>
            <p:nvPr/>
          </p:nvCxnSpPr>
          <p:spPr>
            <a:xfrm>
              <a:off x="6609042" y="4809066"/>
              <a:ext cx="0" cy="610500"/>
            </a:xfrm>
            <a:prstGeom prst="straightConnector1">
              <a:avLst/>
            </a:prstGeom>
            <a:noFill/>
            <a:ln w="28575" cap="flat" cmpd="sng">
              <a:solidFill>
                <a:srgbClr val="AEABAB"/>
              </a:solidFill>
              <a:prstDash val="solid"/>
              <a:round/>
              <a:headEnd type="none" w="sm" len="sm"/>
              <a:tailEnd type="triangle" w="lg" len="lg"/>
            </a:ln>
          </p:spPr>
        </p:cxnSp>
        <p:cxnSp>
          <p:nvCxnSpPr>
            <p:cNvPr id="1358" name="Google Shape;1358;p98"/>
            <p:cNvCxnSpPr/>
            <p:nvPr/>
          </p:nvCxnSpPr>
          <p:spPr>
            <a:xfrm flipH="1">
              <a:off x="5040618" y="4809066"/>
              <a:ext cx="1310922" cy="610448"/>
            </a:xfrm>
            <a:prstGeom prst="straightConnector1">
              <a:avLst/>
            </a:prstGeom>
            <a:noFill/>
            <a:ln w="28575" cap="flat" cmpd="sng">
              <a:solidFill>
                <a:srgbClr val="AEABAB"/>
              </a:solidFill>
              <a:prstDash val="solid"/>
              <a:round/>
              <a:headEnd type="none" w="sm" len="sm"/>
              <a:tailEnd type="triangle" w="lg" len="lg"/>
            </a:ln>
          </p:spPr>
        </p:cxnSp>
        <p:cxnSp>
          <p:nvCxnSpPr>
            <p:cNvPr id="1359" name="Google Shape;1359;p98"/>
            <p:cNvCxnSpPr/>
            <p:nvPr/>
          </p:nvCxnSpPr>
          <p:spPr>
            <a:xfrm>
              <a:off x="5152983" y="4809066"/>
              <a:ext cx="1161103" cy="610448"/>
            </a:xfrm>
            <a:prstGeom prst="straightConnector1">
              <a:avLst/>
            </a:prstGeom>
            <a:noFill/>
            <a:ln w="28575" cap="flat" cmpd="sng">
              <a:solidFill>
                <a:srgbClr val="AEABAB"/>
              </a:solidFill>
              <a:prstDash val="solid"/>
              <a:round/>
              <a:headEnd type="none" w="sm" len="sm"/>
              <a:tailEnd type="triangle" w="lg" len="lg"/>
            </a:ln>
          </p:spPr>
        </p:cxnSp>
      </p:grpSp>
      <p:sp>
        <p:nvSpPr>
          <p:cNvPr id="3" name="Brandline_LVC">
            <a:extLst>
              <a:ext uri="{FF2B5EF4-FFF2-40B4-BE49-F238E27FC236}">
                <a16:creationId xmlns:a16="http://schemas.microsoft.com/office/drawing/2014/main" id="{0AA54E46-091C-CBAB-A4A9-90EAFE5E9E2F}"/>
              </a:ext>
            </a:extLst>
          </p:cNvPr>
          <p:cNvSpPr/>
          <p:nvPr/>
        </p:nvSpPr>
        <p:spPr>
          <a:xfrm>
            <a:off x="5308600" y="816324"/>
            <a:ext cx="563372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364"/>
        <p:cNvGrpSpPr/>
        <p:nvPr/>
      </p:nvGrpSpPr>
      <p:grpSpPr>
        <a:xfrm>
          <a:off x="0" y="0"/>
          <a:ext cx="0" cy="0"/>
          <a:chOff x="0" y="0"/>
          <a:chExt cx="0" cy="0"/>
        </a:xfrm>
      </p:grpSpPr>
      <p:sp>
        <p:nvSpPr>
          <p:cNvPr id="1365" name="Google Shape;1365;p9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Font typeface="Arial"/>
              <a:buNone/>
            </a:pPr>
            <a:r>
              <a:rPr lang="en-US" dirty="0">
                <a:solidFill>
                  <a:srgbClr val="3F3F3F"/>
                </a:solidFill>
                <a:latin typeface="Open Sans"/>
                <a:ea typeface="Open Sans"/>
                <a:cs typeface="Open Sans"/>
                <a:sym typeface="Open Sans"/>
              </a:rPr>
              <a:t>Combiners in MapReduce</a:t>
            </a:r>
            <a:endParaRPr dirty="0"/>
          </a:p>
        </p:txBody>
      </p:sp>
      <p:sp>
        <p:nvSpPr>
          <p:cNvPr id="1366" name="Google Shape;1366;p99"/>
          <p:cNvSpPr/>
          <p:nvPr/>
        </p:nvSpPr>
        <p:spPr>
          <a:xfrm>
            <a:off x="8013524" y="2440427"/>
            <a:ext cx="6898421" cy="4263986"/>
          </a:xfrm>
          <a:prstGeom prst="roundRect">
            <a:avLst>
              <a:gd name="adj" fmla="val 6293"/>
            </a:avLst>
          </a:prstGeom>
          <a:solidFill>
            <a:schemeClr val="lt1"/>
          </a:solidFill>
          <a:ln w="38100" cap="flat" cmpd="sng">
            <a:solidFill>
              <a:srgbClr val="DDEAF6"/>
            </a:solidFill>
            <a:prstDash val="solid"/>
            <a:round/>
            <a:headEnd type="none" w="sm" len="sm"/>
            <a:tailEnd type="none" w="sm" len="sm"/>
          </a:ln>
        </p:spPr>
        <p:txBody>
          <a:bodyPr spcFirstLastPara="1" wrap="square" lIns="91425" tIns="45700" rIns="91425" bIns="45700" anchor="ctr" anchorCtr="0">
            <a:noAutofit/>
          </a:bodyPr>
          <a:lstStyle/>
          <a:p>
            <a:pPr marL="571500" marR="0" lvl="0" indent="-342900" algn="l" rtl="0">
              <a:lnSpc>
                <a:spcPct val="150000"/>
              </a:lnSpc>
              <a:spcBef>
                <a:spcPts val="0"/>
              </a:spcBef>
              <a:spcAft>
                <a:spcPts val="0"/>
              </a:spcAft>
              <a:buClr>
                <a:srgbClr val="000000"/>
              </a:buClr>
              <a:buSzPts val="2200"/>
              <a:buFont typeface="Arial"/>
              <a:buChar char="•"/>
            </a:pPr>
            <a:r>
              <a:rPr lang="en-US" sz="2200" b="0" i="0" u="none" strike="noStrike" cap="none" dirty="0">
                <a:solidFill>
                  <a:srgbClr val="3F3F3F"/>
                </a:solidFill>
                <a:latin typeface="Open Sans"/>
                <a:ea typeface="Open Sans"/>
                <a:cs typeface="Open Sans"/>
                <a:sym typeface="Open Sans"/>
              </a:rPr>
              <a:t>A Combiner is used to minimize congestion.</a:t>
            </a:r>
            <a:endParaRPr dirty="0"/>
          </a:p>
          <a:p>
            <a:pPr marL="571500" marR="0" lvl="0" indent="-342900" algn="l" rtl="0">
              <a:lnSpc>
                <a:spcPct val="150000"/>
              </a:lnSpc>
              <a:spcBef>
                <a:spcPts val="1000"/>
              </a:spcBef>
              <a:spcAft>
                <a:spcPts val="0"/>
              </a:spcAft>
              <a:buClr>
                <a:srgbClr val="000000"/>
              </a:buClr>
              <a:buSzPts val="2200"/>
              <a:buFont typeface="Arial"/>
              <a:buChar char="•"/>
            </a:pPr>
            <a:r>
              <a:rPr lang="en-US" sz="2200" b="0" i="0" u="none" strike="noStrike" cap="none" dirty="0">
                <a:solidFill>
                  <a:srgbClr val="3F3F3F"/>
                </a:solidFill>
                <a:latin typeface="Open Sans"/>
                <a:ea typeface="Open Sans"/>
                <a:cs typeface="Open Sans"/>
                <a:sym typeface="Open Sans"/>
              </a:rPr>
              <a:t>It is also known as a semi-reducer.</a:t>
            </a:r>
            <a:endParaRPr dirty="0"/>
          </a:p>
          <a:p>
            <a:pPr marL="571500" marR="0" lvl="0" indent="-342900" algn="l" rtl="0">
              <a:lnSpc>
                <a:spcPct val="150000"/>
              </a:lnSpc>
              <a:spcBef>
                <a:spcPts val="1000"/>
              </a:spcBef>
              <a:spcAft>
                <a:spcPts val="0"/>
              </a:spcAft>
              <a:buClr>
                <a:srgbClr val="000000"/>
              </a:buClr>
              <a:buSzPts val="2200"/>
              <a:buFont typeface="Arial"/>
              <a:buChar char="•"/>
            </a:pPr>
            <a:r>
              <a:rPr lang="en-US" sz="2200" b="0" i="0" u="none" strike="noStrike" cap="none" dirty="0">
                <a:solidFill>
                  <a:srgbClr val="3F3F3F"/>
                </a:solidFill>
                <a:latin typeface="Open Sans"/>
                <a:ea typeface="Open Sans"/>
                <a:cs typeface="Open Sans"/>
                <a:sym typeface="Open Sans"/>
              </a:rPr>
              <a:t>It is optional in the MapReduce program.</a:t>
            </a:r>
            <a:endParaRPr dirty="0"/>
          </a:p>
          <a:p>
            <a:pPr marL="571500" marR="0" lvl="0" indent="-342900" algn="l" rtl="0">
              <a:lnSpc>
                <a:spcPct val="150000"/>
              </a:lnSpc>
              <a:spcBef>
                <a:spcPts val="1000"/>
              </a:spcBef>
              <a:spcAft>
                <a:spcPts val="0"/>
              </a:spcAft>
              <a:buClr>
                <a:srgbClr val="000000"/>
              </a:buClr>
              <a:buSzPts val="2200"/>
              <a:buFont typeface="Arial"/>
              <a:buChar char="•"/>
            </a:pPr>
            <a:r>
              <a:rPr lang="en-US" sz="2200" b="0" i="0" u="none" strike="noStrike" cap="none" dirty="0">
                <a:solidFill>
                  <a:srgbClr val="3F3F3F"/>
                </a:solidFill>
                <a:latin typeface="Open Sans"/>
                <a:ea typeface="Open Sans"/>
                <a:cs typeface="Open Sans"/>
                <a:sym typeface="Open Sans"/>
              </a:rPr>
              <a:t>It provides a summary of large datasets.</a:t>
            </a:r>
            <a:endParaRPr dirty="0"/>
          </a:p>
          <a:p>
            <a:pPr marL="571500" marR="0" lvl="0" indent="-342900" algn="l" rtl="0">
              <a:lnSpc>
                <a:spcPct val="150000"/>
              </a:lnSpc>
              <a:spcBef>
                <a:spcPts val="1000"/>
              </a:spcBef>
              <a:spcAft>
                <a:spcPts val="0"/>
              </a:spcAft>
              <a:buClr>
                <a:srgbClr val="000000"/>
              </a:buClr>
              <a:buSzPts val="2200"/>
              <a:buFont typeface="Arial"/>
              <a:buChar char="•"/>
            </a:pPr>
            <a:r>
              <a:rPr lang="en-US" sz="2200" b="0" i="0" u="none" strike="noStrike" cap="none" dirty="0">
                <a:solidFill>
                  <a:srgbClr val="3F3F3F"/>
                </a:solidFill>
                <a:latin typeface="Open Sans"/>
                <a:ea typeface="Open Sans"/>
                <a:cs typeface="Open Sans"/>
                <a:sym typeface="Open Sans"/>
              </a:rPr>
              <a:t>It improves the overall performance while dealing with large datasets.</a:t>
            </a:r>
            <a:endParaRPr dirty="0"/>
          </a:p>
        </p:txBody>
      </p:sp>
      <p:grpSp>
        <p:nvGrpSpPr>
          <p:cNvPr id="1368" name="Google Shape;1368;p99"/>
          <p:cNvGrpSpPr/>
          <p:nvPr/>
        </p:nvGrpSpPr>
        <p:grpSpPr>
          <a:xfrm>
            <a:off x="1229580" y="3157268"/>
            <a:ext cx="6105151" cy="2927841"/>
            <a:chOff x="1229580" y="3239875"/>
            <a:chExt cx="6105151" cy="2927841"/>
          </a:xfrm>
        </p:grpSpPr>
        <p:grpSp>
          <p:nvGrpSpPr>
            <p:cNvPr id="1369" name="Google Shape;1369;p99"/>
            <p:cNvGrpSpPr/>
            <p:nvPr/>
          </p:nvGrpSpPr>
          <p:grpSpPr>
            <a:xfrm>
              <a:off x="1229580" y="3450416"/>
              <a:ext cx="1856376" cy="2717300"/>
              <a:chOff x="2551612" y="3954098"/>
              <a:chExt cx="1726489" cy="2372820"/>
            </a:xfrm>
          </p:grpSpPr>
          <p:sp>
            <p:nvSpPr>
              <p:cNvPr id="1370" name="Google Shape;1370;p99"/>
              <p:cNvSpPr/>
              <p:nvPr/>
            </p:nvSpPr>
            <p:spPr>
              <a:xfrm>
                <a:off x="2551612" y="3954098"/>
                <a:ext cx="1726489" cy="1726489"/>
              </a:xfrm>
              <a:prstGeom prst="ellipse">
                <a:avLst/>
              </a:prstGeom>
              <a:solidFill>
                <a:srgbClr val="EDEDED"/>
              </a:solidFill>
              <a:ln w="25400" cap="flat" cmpd="sng">
                <a:solidFill>
                  <a:srgbClr val="C9C9C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1371" name="Google Shape;1371;p99"/>
              <p:cNvPicPr preferRelativeResize="0"/>
              <p:nvPr/>
            </p:nvPicPr>
            <p:blipFill rotWithShape="1">
              <a:blip r:embed="rId3">
                <a:alphaModFix/>
              </a:blip>
              <a:srcRect/>
              <a:stretch/>
            </p:blipFill>
            <p:spPr>
              <a:xfrm>
                <a:off x="2668105" y="4218802"/>
                <a:ext cx="1493501" cy="1124229"/>
              </a:xfrm>
              <a:prstGeom prst="rect">
                <a:avLst/>
              </a:prstGeom>
              <a:noFill/>
              <a:ln>
                <a:noFill/>
              </a:ln>
            </p:spPr>
          </p:pic>
          <p:sp>
            <p:nvSpPr>
              <p:cNvPr id="1372" name="Google Shape;1372;p99"/>
              <p:cNvSpPr txBox="1"/>
              <p:nvPr/>
            </p:nvSpPr>
            <p:spPr>
              <a:xfrm>
                <a:off x="2658077" y="5680587"/>
                <a:ext cx="1513556"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solidFill>
                      <a:srgbClr val="3F3F3F"/>
                    </a:solidFill>
                    <a:latin typeface="Open Sans"/>
                    <a:ea typeface="Open Sans"/>
                    <a:cs typeface="Open Sans"/>
                    <a:sym typeface="Open Sans"/>
                  </a:rPr>
                  <a:t>Combiner In</a:t>
                </a:r>
                <a:endParaRPr/>
              </a:p>
              <a:p>
                <a:pPr marL="0" marR="0" lvl="0" indent="0" algn="ctr" rtl="0">
                  <a:lnSpc>
                    <a:spcPct val="100000"/>
                  </a:lnSpc>
                  <a:spcBef>
                    <a:spcPts val="0"/>
                  </a:spcBef>
                  <a:spcAft>
                    <a:spcPts val="0"/>
                  </a:spcAft>
                  <a:buNone/>
                </a:pPr>
                <a:r>
                  <a:rPr lang="en-US" sz="1400" b="0" i="0" u="none" strike="noStrike" cap="none">
                    <a:solidFill>
                      <a:srgbClr val="3F3F3F"/>
                    </a:solidFill>
                    <a:latin typeface="Open Sans"/>
                    <a:ea typeface="Open Sans"/>
                    <a:cs typeface="Open Sans"/>
                    <a:sym typeface="Open Sans"/>
                  </a:rPr>
                  <a:t>Hadoop</a:t>
                </a:r>
                <a:endParaRPr/>
              </a:p>
            </p:txBody>
          </p:sp>
        </p:grpSp>
        <p:sp>
          <p:nvSpPr>
            <p:cNvPr id="1373" name="Google Shape;1373;p99"/>
            <p:cNvSpPr/>
            <p:nvPr/>
          </p:nvSpPr>
          <p:spPr>
            <a:xfrm>
              <a:off x="4019972" y="3239875"/>
              <a:ext cx="1451378" cy="588399"/>
            </a:xfrm>
            <a:prstGeom prst="roundRect">
              <a:avLst>
                <a:gd name="adj" fmla="val 16667"/>
              </a:avLst>
            </a:prstGeom>
            <a:solidFill>
              <a:srgbClr val="DDEAF6"/>
            </a:solidFill>
            <a:ln w="25400" cap="flat" cmpd="sng">
              <a:solidFill>
                <a:srgbClr val="0CA4D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0" i="0" u="none" strike="noStrike" cap="none">
                  <a:solidFill>
                    <a:srgbClr val="3F3F3F"/>
                  </a:solidFill>
                  <a:latin typeface="Open Sans"/>
                  <a:ea typeface="Open Sans"/>
                  <a:cs typeface="Open Sans"/>
                  <a:sym typeface="Open Sans"/>
                </a:rPr>
                <a:t>Mapper 1</a:t>
              </a:r>
              <a:endParaRPr/>
            </a:p>
          </p:txBody>
        </p:sp>
        <p:sp>
          <p:nvSpPr>
            <p:cNvPr id="1374" name="Google Shape;1374;p99"/>
            <p:cNvSpPr/>
            <p:nvPr/>
          </p:nvSpPr>
          <p:spPr>
            <a:xfrm>
              <a:off x="5883353" y="3239875"/>
              <a:ext cx="1451378" cy="588399"/>
            </a:xfrm>
            <a:prstGeom prst="roundRect">
              <a:avLst>
                <a:gd name="adj" fmla="val 16667"/>
              </a:avLst>
            </a:prstGeom>
            <a:solidFill>
              <a:srgbClr val="DDEAF6"/>
            </a:solidFill>
            <a:ln w="25400" cap="flat" cmpd="sng">
              <a:solidFill>
                <a:srgbClr val="0CA4D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0" i="0" u="none" strike="noStrike" cap="none">
                  <a:solidFill>
                    <a:srgbClr val="3F3F3F"/>
                  </a:solidFill>
                  <a:latin typeface="Open Sans"/>
                  <a:ea typeface="Open Sans"/>
                  <a:cs typeface="Open Sans"/>
                  <a:sym typeface="Open Sans"/>
                </a:rPr>
                <a:t>Mapper 2</a:t>
              </a:r>
              <a:endParaRPr/>
            </a:p>
          </p:txBody>
        </p:sp>
        <p:sp>
          <p:nvSpPr>
            <p:cNvPr id="1375" name="Google Shape;1375;p99"/>
            <p:cNvSpPr/>
            <p:nvPr/>
          </p:nvSpPr>
          <p:spPr>
            <a:xfrm>
              <a:off x="4019972" y="4220667"/>
              <a:ext cx="1451378" cy="588399"/>
            </a:xfrm>
            <a:prstGeom prst="roundRect">
              <a:avLst>
                <a:gd name="adj" fmla="val 16667"/>
              </a:avLst>
            </a:prstGeom>
            <a:solidFill>
              <a:srgbClr val="FBE4D4"/>
            </a:solidFill>
            <a:ln w="25400" cap="flat" cmpd="sng">
              <a:solidFill>
                <a:srgbClr val="F9D5B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0" i="0" u="none" strike="noStrike" cap="none">
                  <a:solidFill>
                    <a:srgbClr val="3F3F3F"/>
                  </a:solidFill>
                  <a:latin typeface="Open Sans"/>
                  <a:ea typeface="Open Sans"/>
                  <a:cs typeface="Open Sans"/>
                  <a:sym typeface="Open Sans"/>
                </a:rPr>
                <a:t>Combiner 1</a:t>
              </a:r>
              <a:endParaRPr/>
            </a:p>
          </p:txBody>
        </p:sp>
        <p:sp>
          <p:nvSpPr>
            <p:cNvPr id="1376" name="Google Shape;1376;p99"/>
            <p:cNvSpPr/>
            <p:nvPr/>
          </p:nvSpPr>
          <p:spPr>
            <a:xfrm>
              <a:off x="5883353" y="4220667"/>
              <a:ext cx="1451378" cy="588399"/>
            </a:xfrm>
            <a:prstGeom prst="roundRect">
              <a:avLst>
                <a:gd name="adj" fmla="val 16667"/>
              </a:avLst>
            </a:prstGeom>
            <a:solidFill>
              <a:srgbClr val="FBE4D4"/>
            </a:solidFill>
            <a:ln w="25400" cap="flat" cmpd="sng">
              <a:solidFill>
                <a:srgbClr val="F9D5B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0" i="0" u="none" strike="noStrike" cap="none">
                  <a:solidFill>
                    <a:srgbClr val="3F3F3F"/>
                  </a:solidFill>
                  <a:latin typeface="Open Sans"/>
                  <a:ea typeface="Open Sans"/>
                  <a:cs typeface="Open Sans"/>
                  <a:sym typeface="Open Sans"/>
                </a:rPr>
                <a:t>Combiner 2</a:t>
              </a:r>
              <a:endParaRPr/>
            </a:p>
          </p:txBody>
        </p:sp>
        <p:sp>
          <p:nvSpPr>
            <p:cNvPr id="1377" name="Google Shape;1377;p99"/>
            <p:cNvSpPr/>
            <p:nvPr/>
          </p:nvSpPr>
          <p:spPr>
            <a:xfrm>
              <a:off x="4019972" y="5419514"/>
              <a:ext cx="1451378" cy="588399"/>
            </a:xfrm>
            <a:prstGeom prst="roundRect">
              <a:avLst>
                <a:gd name="adj" fmla="val 16667"/>
              </a:avLst>
            </a:prstGeom>
            <a:solidFill>
              <a:srgbClr val="FFF2CC"/>
            </a:solidFill>
            <a:ln w="25400" cap="flat" cmpd="sng">
              <a:solidFill>
                <a:srgbClr val="FEE5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0" i="0" u="none" strike="noStrike" cap="none">
                  <a:solidFill>
                    <a:srgbClr val="3F3F3F"/>
                  </a:solidFill>
                  <a:latin typeface="Open Sans"/>
                  <a:ea typeface="Open Sans"/>
                  <a:cs typeface="Open Sans"/>
                  <a:sym typeface="Open Sans"/>
                </a:rPr>
                <a:t>Reducer 1</a:t>
              </a:r>
              <a:endParaRPr/>
            </a:p>
          </p:txBody>
        </p:sp>
        <p:sp>
          <p:nvSpPr>
            <p:cNvPr id="1378" name="Google Shape;1378;p99"/>
            <p:cNvSpPr/>
            <p:nvPr/>
          </p:nvSpPr>
          <p:spPr>
            <a:xfrm>
              <a:off x="5883353" y="5419514"/>
              <a:ext cx="1451378" cy="588399"/>
            </a:xfrm>
            <a:prstGeom prst="roundRect">
              <a:avLst>
                <a:gd name="adj" fmla="val 16667"/>
              </a:avLst>
            </a:prstGeom>
            <a:solidFill>
              <a:srgbClr val="FFF2CC"/>
            </a:solidFill>
            <a:ln w="25400" cap="flat" cmpd="sng">
              <a:solidFill>
                <a:srgbClr val="FEE5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0" i="0" u="none" strike="noStrike" cap="none">
                  <a:solidFill>
                    <a:srgbClr val="3F3F3F"/>
                  </a:solidFill>
                  <a:latin typeface="Open Sans"/>
                  <a:ea typeface="Open Sans"/>
                  <a:cs typeface="Open Sans"/>
                  <a:sym typeface="Open Sans"/>
                </a:rPr>
                <a:t>Reducer 1</a:t>
              </a:r>
              <a:endParaRPr/>
            </a:p>
          </p:txBody>
        </p:sp>
        <p:cxnSp>
          <p:nvCxnSpPr>
            <p:cNvPr id="1379" name="Google Shape;1379;p99"/>
            <p:cNvCxnSpPr>
              <a:stCxn id="1373" idx="2"/>
              <a:endCxn id="1375" idx="0"/>
            </p:cNvCxnSpPr>
            <p:nvPr/>
          </p:nvCxnSpPr>
          <p:spPr>
            <a:xfrm>
              <a:off x="4745661" y="3828274"/>
              <a:ext cx="0" cy="392400"/>
            </a:xfrm>
            <a:prstGeom prst="straightConnector1">
              <a:avLst/>
            </a:prstGeom>
            <a:noFill/>
            <a:ln w="28575" cap="flat" cmpd="sng">
              <a:solidFill>
                <a:srgbClr val="AEABAB"/>
              </a:solidFill>
              <a:prstDash val="solid"/>
              <a:round/>
              <a:headEnd type="none" w="sm" len="sm"/>
              <a:tailEnd type="triangle" w="lg" len="lg"/>
            </a:ln>
          </p:spPr>
        </p:cxnSp>
        <p:cxnSp>
          <p:nvCxnSpPr>
            <p:cNvPr id="1380" name="Google Shape;1380;p99"/>
            <p:cNvCxnSpPr/>
            <p:nvPr/>
          </p:nvCxnSpPr>
          <p:spPr>
            <a:xfrm>
              <a:off x="6599679" y="3828274"/>
              <a:ext cx="0" cy="392393"/>
            </a:xfrm>
            <a:prstGeom prst="straightConnector1">
              <a:avLst/>
            </a:prstGeom>
            <a:noFill/>
            <a:ln w="28575" cap="flat" cmpd="sng">
              <a:solidFill>
                <a:srgbClr val="AEABAB"/>
              </a:solidFill>
              <a:prstDash val="solid"/>
              <a:round/>
              <a:headEnd type="none" w="sm" len="sm"/>
              <a:tailEnd type="triangle" w="lg" len="lg"/>
            </a:ln>
          </p:spPr>
        </p:cxnSp>
        <p:cxnSp>
          <p:nvCxnSpPr>
            <p:cNvPr id="1381" name="Google Shape;1381;p99"/>
            <p:cNvCxnSpPr>
              <a:endCxn id="1377" idx="0"/>
            </p:cNvCxnSpPr>
            <p:nvPr/>
          </p:nvCxnSpPr>
          <p:spPr>
            <a:xfrm>
              <a:off x="4736361" y="4809014"/>
              <a:ext cx="9300" cy="610500"/>
            </a:xfrm>
            <a:prstGeom prst="straightConnector1">
              <a:avLst/>
            </a:prstGeom>
            <a:noFill/>
            <a:ln w="28575" cap="flat" cmpd="sng">
              <a:solidFill>
                <a:srgbClr val="AEABAB"/>
              </a:solidFill>
              <a:prstDash val="solid"/>
              <a:round/>
              <a:headEnd type="none" w="sm" len="sm"/>
              <a:tailEnd type="triangle" w="lg" len="lg"/>
            </a:ln>
          </p:spPr>
        </p:cxnSp>
        <p:cxnSp>
          <p:nvCxnSpPr>
            <p:cNvPr id="1382" name="Google Shape;1382;p99"/>
            <p:cNvCxnSpPr>
              <a:stCxn id="1376" idx="2"/>
              <a:endCxn id="1378" idx="0"/>
            </p:cNvCxnSpPr>
            <p:nvPr/>
          </p:nvCxnSpPr>
          <p:spPr>
            <a:xfrm>
              <a:off x="6609042" y="4809066"/>
              <a:ext cx="0" cy="610500"/>
            </a:xfrm>
            <a:prstGeom prst="straightConnector1">
              <a:avLst/>
            </a:prstGeom>
            <a:noFill/>
            <a:ln w="28575" cap="flat" cmpd="sng">
              <a:solidFill>
                <a:srgbClr val="AEABAB"/>
              </a:solidFill>
              <a:prstDash val="solid"/>
              <a:round/>
              <a:headEnd type="none" w="sm" len="sm"/>
              <a:tailEnd type="triangle" w="lg" len="lg"/>
            </a:ln>
          </p:spPr>
        </p:cxnSp>
        <p:cxnSp>
          <p:nvCxnSpPr>
            <p:cNvPr id="1383" name="Google Shape;1383;p99"/>
            <p:cNvCxnSpPr/>
            <p:nvPr/>
          </p:nvCxnSpPr>
          <p:spPr>
            <a:xfrm flipH="1">
              <a:off x="5040618" y="4809066"/>
              <a:ext cx="1310922" cy="610448"/>
            </a:xfrm>
            <a:prstGeom prst="straightConnector1">
              <a:avLst/>
            </a:prstGeom>
            <a:noFill/>
            <a:ln w="28575" cap="flat" cmpd="sng">
              <a:solidFill>
                <a:srgbClr val="AEABAB"/>
              </a:solidFill>
              <a:prstDash val="solid"/>
              <a:round/>
              <a:headEnd type="none" w="sm" len="sm"/>
              <a:tailEnd type="triangle" w="lg" len="lg"/>
            </a:ln>
          </p:spPr>
        </p:cxnSp>
        <p:cxnSp>
          <p:nvCxnSpPr>
            <p:cNvPr id="1384" name="Google Shape;1384;p99"/>
            <p:cNvCxnSpPr/>
            <p:nvPr/>
          </p:nvCxnSpPr>
          <p:spPr>
            <a:xfrm>
              <a:off x="5152983" y="4809066"/>
              <a:ext cx="1161103" cy="610448"/>
            </a:xfrm>
            <a:prstGeom prst="straightConnector1">
              <a:avLst/>
            </a:prstGeom>
            <a:noFill/>
            <a:ln w="28575" cap="flat" cmpd="sng">
              <a:solidFill>
                <a:srgbClr val="AEABAB"/>
              </a:solidFill>
              <a:prstDash val="solid"/>
              <a:round/>
              <a:headEnd type="none" w="sm" len="sm"/>
              <a:tailEnd type="triangle" w="lg" len="lg"/>
            </a:ln>
          </p:spPr>
        </p:cxnSp>
      </p:grpSp>
      <p:sp>
        <p:nvSpPr>
          <p:cNvPr id="3" name="Brandline_LVC">
            <a:extLst>
              <a:ext uri="{FF2B5EF4-FFF2-40B4-BE49-F238E27FC236}">
                <a16:creationId xmlns:a16="http://schemas.microsoft.com/office/drawing/2014/main" id="{7C329890-5EE9-89D1-4B25-F2C92E1D935F}"/>
              </a:ext>
            </a:extLst>
          </p:cNvPr>
          <p:cNvSpPr/>
          <p:nvPr/>
        </p:nvSpPr>
        <p:spPr>
          <a:xfrm>
            <a:off x="5308600" y="816324"/>
            <a:ext cx="563372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389"/>
        <p:cNvGrpSpPr/>
        <p:nvPr/>
      </p:nvGrpSpPr>
      <p:grpSpPr>
        <a:xfrm>
          <a:off x="0" y="0"/>
          <a:ext cx="0" cy="0"/>
          <a:chOff x="0" y="0"/>
          <a:chExt cx="0" cy="0"/>
        </a:xfrm>
      </p:grpSpPr>
      <p:grpSp>
        <p:nvGrpSpPr>
          <p:cNvPr id="1390" name="Google Shape;1390;p100"/>
          <p:cNvGrpSpPr/>
          <p:nvPr/>
        </p:nvGrpSpPr>
        <p:grpSpPr>
          <a:xfrm>
            <a:off x="3295650" y="2450664"/>
            <a:ext cx="9664700" cy="6243484"/>
            <a:chOff x="2948814" y="1402802"/>
            <a:chExt cx="10303249" cy="7436831"/>
          </a:xfrm>
        </p:grpSpPr>
        <p:sp>
          <p:nvSpPr>
            <p:cNvPr id="1391" name="Google Shape;1391;p100"/>
            <p:cNvSpPr/>
            <p:nvPr/>
          </p:nvSpPr>
          <p:spPr>
            <a:xfrm>
              <a:off x="5820133" y="1402802"/>
              <a:ext cx="4770119" cy="1138906"/>
            </a:xfrm>
            <a:prstGeom prst="roundRect">
              <a:avLst>
                <a:gd name="adj" fmla="val 16667"/>
              </a:avLst>
            </a:prstGeom>
            <a:solidFill>
              <a:srgbClr val="E1EFD8"/>
            </a:solidFill>
            <a:ln w="25400" cap="flat" cmpd="sng">
              <a:solidFill>
                <a:srgbClr val="C8E3B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800" b="0" i="0" u="none" strike="noStrike" cap="none">
                <a:solidFill>
                  <a:schemeClr val="lt1"/>
                </a:solidFill>
                <a:latin typeface="Open Sans"/>
                <a:ea typeface="Open Sans"/>
                <a:cs typeface="Open Sans"/>
                <a:sym typeface="Open Sans"/>
              </a:endParaRPr>
            </a:p>
          </p:txBody>
        </p:sp>
        <p:sp>
          <p:nvSpPr>
            <p:cNvPr id="1392" name="Google Shape;1392;p100"/>
            <p:cNvSpPr txBox="1"/>
            <p:nvPr/>
          </p:nvSpPr>
          <p:spPr>
            <a:xfrm>
              <a:off x="2948814" y="5906521"/>
              <a:ext cx="1565188" cy="4399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a:solidFill>
                    <a:srgbClr val="3F3F3F"/>
                  </a:solidFill>
                  <a:latin typeface="Open Sans"/>
                  <a:ea typeface="Open Sans"/>
                  <a:cs typeface="Open Sans"/>
                  <a:sym typeface="Open Sans"/>
                </a:rPr>
                <a:t>Combiner 1</a:t>
              </a:r>
              <a:endParaRPr sz="1800" b="0" i="0" u="none" strike="noStrike" cap="none">
                <a:solidFill>
                  <a:srgbClr val="3F3F3F"/>
                </a:solidFill>
                <a:latin typeface="Open Sans"/>
                <a:ea typeface="Open Sans"/>
                <a:cs typeface="Open Sans"/>
                <a:sym typeface="Open Sans"/>
              </a:endParaRPr>
            </a:p>
          </p:txBody>
        </p:sp>
        <p:sp>
          <p:nvSpPr>
            <p:cNvPr id="1393" name="Google Shape;1393;p100"/>
            <p:cNvSpPr/>
            <p:nvPr/>
          </p:nvSpPr>
          <p:spPr>
            <a:xfrm>
              <a:off x="4345359" y="2950671"/>
              <a:ext cx="2157468" cy="2078361"/>
            </a:xfrm>
            <a:prstGeom prst="roundRect">
              <a:avLst>
                <a:gd name="adj" fmla="val 16667"/>
              </a:avLst>
            </a:prstGeom>
            <a:solidFill>
              <a:srgbClr val="E1EFD8"/>
            </a:solidFill>
            <a:ln w="25400" cap="flat" cmpd="sng">
              <a:solidFill>
                <a:srgbClr val="C8E3B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800" b="0" i="0" u="none" strike="noStrike" cap="none">
                <a:solidFill>
                  <a:schemeClr val="lt1"/>
                </a:solidFill>
                <a:latin typeface="Open Sans"/>
                <a:ea typeface="Open Sans"/>
                <a:cs typeface="Open Sans"/>
                <a:sym typeface="Open Sans"/>
              </a:endParaRPr>
            </a:p>
          </p:txBody>
        </p:sp>
        <p:sp>
          <p:nvSpPr>
            <p:cNvPr id="1394" name="Google Shape;1394;p100"/>
            <p:cNvSpPr/>
            <p:nvPr/>
          </p:nvSpPr>
          <p:spPr>
            <a:xfrm>
              <a:off x="4569696" y="5289737"/>
              <a:ext cx="1769009" cy="1882002"/>
            </a:xfrm>
            <a:prstGeom prst="roundRect">
              <a:avLst>
                <a:gd name="adj" fmla="val 16667"/>
              </a:avLst>
            </a:prstGeom>
            <a:solidFill>
              <a:srgbClr val="E1EFD8"/>
            </a:solidFill>
            <a:ln w="25400" cap="flat" cmpd="sng">
              <a:solidFill>
                <a:srgbClr val="C8E3B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800" b="0" i="0" u="none" strike="noStrike" cap="none">
                <a:solidFill>
                  <a:schemeClr val="lt1"/>
                </a:solidFill>
                <a:latin typeface="Open Sans"/>
                <a:ea typeface="Open Sans"/>
                <a:cs typeface="Open Sans"/>
                <a:sym typeface="Open Sans"/>
              </a:endParaRPr>
            </a:p>
          </p:txBody>
        </p:sp>
        <p:sp>
          <p:nvSpPr>
            <p:cNvPr id="1395" name="Google Shape;1395;p100"/>
            <p:cNvSpPr/>
            <p:nvPr/>
          </p:nvSpPr>
          <p:spPr>
            <a:xfrm>
              <a:off x="9848305" y="2953526"/>
              <a:ext cx="1737891" cy="1882002"/>
            </a:xfrm>
            <a:prstGeom prst="roundRect">
              <a:avLst>
                <a:gd name="adj" fmla="val 16667"/>
              </a:avLst>
            </a:prstGeom>
            <a:solidFill>
              <a:srgbClr val="E1EFD8"/>
            </a:solidFill>
            <a:ln w="25400" cap="flat" cmpd="sng">
              <a:solidFill>
                <a:srgbClr val="C8E3B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800" b="0" i="0" u="none" strike="noStrike" cap="none">
                <a:solidFill>
                  <a:schemeClr val="lt1"/>
                </a:solidFill>
                <a:latin typeface="Open Sans"/>
                <a:ea typeface="Open Sans"/>
                <a:cs typeface="Open Sans"/>
                <a:sym typeface="Open Sans"/>
              </a:endParaRPr>
            </a:p>
          </p:txBody>
        </p:sp>
        <p:sp>
          <p:nvSpPr>
            <p:cNvPr id="1396" name="Google Shape;1396;p100"/>
            <p:cNvSpPr/>
            <p:nvPr/>
          </p:nvSpPr>
          <p:spPr>
            <a:xfrm>
              <a:off x="9865671" y="5266120"/>
              <a:ext cx="1737891" cy="1882002"/>
            </a:xfrm>
            <a:prstGeom prst="roundRect">
              <a:avLst>
                <a:gd name="adj" fmla="val 16667"/>
              </a:avLst>
            </a:prstGeom>
            <a:solidFill>
              <a:srgbClr val="E1EFD8"/>
            </a:solidFill>
            <a:ln w="25400" cap="flat" cmpd="sng">
              <a:solidFill>
                <a:srgbClr val="C8E3B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800" b="0" i="0" u="none" strike="noStrike" cap="none">
                <a:solidFill>
                  <a:schemeClr val="lt1"/>
                </a:solidFill>
                <a:latin typeface="Open Sans"/>
                <a:ea typeface="Open Sans"/>
                <a:cs typeface="Open Sans"/>
                <a:sym typeface="Open Sans"/>
              </a:endParaRPr>
            </a:p>
          </p:txBody>
        </p:sp>
        <p:sp>
          <p:nvSpPr>
            <p:cNvPr id="1397" name="Google Shape;1397;p100"/>
            <p:cNvSpPr/>
            <p:nvPr/>
          </p:nvSpPr>
          <p:spPr>
            <a:xfrm>
              <a:off x="6834946" y="6957631"/>
              <a:ext cx="2633199" cy="1882002"/>
            </a:xfrm>
            <a:prstGeom prst="roundRect">
              <a:avLst>
                <a:gd name="adj" fmla="val 16667"/>
              </a:avLst>
            </a:prstGeom>
            <a:solidFill>
              <a:srgbClr val="E1EFD8"/>
            </a:solidFill>
            <a:ln w="25400" cap="flat" cmpd="sng">
              <a:solidFill>
                <a:srgbClr val="C8E3B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800" b="0" i="0" u="none" strike="noStrike" cap="none">
                <a:solidFill>
                  <a:schemeClr val="lt1"/>
                </a:solidFill>
                <a:latin typeface="Open Sans"/>
                <a:ea typeface="Open Sans"/>
                <a:cs typeface="Open Sans"/>
                <a:sym typeface="Open Sans"/>
              </a:endParaRPr>
            </a:p>
          </p:txBody>
        </p:sp>
        <p:sp>
          <p:nvSpPr>
            <p:cNvPr id="1398" name="Google Shape;1398;p100"/>
            <p:cNvSpPr txBox="1"/>
            <p:nvPr/>
          </p:nvSpPr>
          <p:spPr>
            <a:xfrm>
              <a:off x="5946770" y="1556728"/>
              <a:ext cx="4643479" cy="769819"/>
            </a:xfrm>
            <a:prstGeom prst="rect">
              <a:avLst/>
            </a:prstGeom>
            <a:solidFill>
              <a:srgbClr val="E1EFD8"/>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800" b="0" i="0" u="none" strike="noStrike" cap="none" dirty="0" err="1">
                  <a:solidFill>
                    <a:srgbClr val="3F3F3F"/>
                  </a:solidFill>
                  <a:latin typeface="Open Sans"/>
                  <a:ea typeface="Open Sans"/>
                  <a:cs typeface="Open Sans"/>
                  <a:sym typeface="Open Sans"/>
                </a:rPr>
                <a:t>Simplilearn</a:t>
              </a:r>
              <a:r>
                <a:rPr lang="en-US" sz="1800" b="0" i="0" u="none" strike="noStrike" cap="none" dirty="0">
                  <a:solidFill>
                    <a:srgbClr val="3F3F3F"/>
                  </a:solidFill>
                  <a:latin typeface="Open Sans"/>
                  <a:ea typeface="Open Sans"/>
                  <a:cs typeface="Open Sans"/>
                  <a:sym typeface="Open Sans"/>
                </a:rPr>
                <a:t> for training for </a:t>
              </a:r>
              <a:r>
                <a:rPr lang="en-US" sz="1800" b="0" i="0" u="none" strike="noStrike" cap="none" dirty="0" err="1">
                  <a:solidFill>
                    <a:srgbClr val="3F3F3F"/>
                  </a:solidFill>
                  <a:latin typeface="Open Sans"/>
                  <a:ea typeface="Open Sans"/>
                  <a:cs typeface="Open Sans"/>
                  <a:sym typeface="Open Sans"/>
                </a:rPr>
                <a:t>Simplilearn</a:t>
              </a:r>
              <a:endParaRPr dirty="0"/>
            </a:p>
            <a:p>
              <a:pPr marL="0" marR="0" lvl="0" indent="0" algn="ctr" rtl="0">
                <a:lnSpc>
                  <a:spcPct val="100000"/>
                </a:lnSpc>
                <a:spcBef>
                  <a:spcPts val="0"/>
                </a:spcBef>
                <a:spcAft>
                  <a:spcPts val="0"/>
                </a:spcAft>
                <a:buNone/>
              </a:pPr>
              <a:r>
                <a:rPr lang="en-US" sz="1800" b="0" i="0" u="none" strike="noStrike" cap="none" dirty="0">
                  <a:solidFill>
                    <a:srgbClr val="3F3F3F"/>
                  </a:solidFill>
                  <a:latin typeface="Open Sans"/>
                  <a:ea typeface="Open Sans"/>
                  <a:cs typeface="Open Sans"/>
                  <a:sym typeface="Open Sans"/>
                </a:rPr>
                <a:t>Offline online Offline Online training</a:t>
              </a:r>
              <a:endParaRPr sz="1800" b="0" i="0" u="none" strike="noStrike" cap="none" dirty="0">
                <a:solidFill>
                  <a:srgbClr val="3F3F3F"/>
                </a:solidFill>
                <a:latin typeface="Open Sans"/>
                <a:ea typeface="Open Sans"/>
                <a:cs typeface="Open Sans"/>
                <a:sym typeface="Open Sans"/>
              </a:endParaRPr>
            </a:p>
          </p:txBody>
        </p:sp>
        <p:sp>
          <p:nvSpPr>
            <p:cNvPr id="1399" name="Google Shape;1399;p100"/>
            <p:cNvSpPr txBox="1"/>
            <p:nvPr/>
          </p:nvSpPr>
          <p:spPr>
            <a:xfrm>
              <a:off x="4388275" y="3073430"/>
              <a:ext cx="2084372" cy="1759648"/>
            </a:xfrm>
            <a:prstGeom prst="rect">
              <a:avLst/>
            </a:prstGeom>
            <a:solidFill>
              <a:srgbClr val="E1EFD8"/>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800" b="0" i="0" u="none" strike="noStrike" cap="none" dirty="0">
                  <a:solidFill>
                    <a:srgbClr val="3F3F3F"/>
                  </a:solidFill>
                  <a:latin typeface="Open Sans"/>
                  <a:ea typeface="Open Sans"/>
                  <a:cs typeface="Open Sans"/>
                  <a:sym typeface="Open Sans"/>
                </a:rPr>
                <a:t>(Simplilearn,1)</a:t>
              </a:r>
              <a:endParaRPr dirty="0"/>
            </a:p>
            <a:p>
              <a:pPr marL="0" marR="0" lvl="0" indent="0" algn="ctr" rtl="0">
                <a:lnSpc>
                  <a:spcPct val="100000"/>
                </a:lnSpc>
                <a:spcBef>
                  <a:spcPts val="0"/>
                </a:spcBef>
                <a:spcAft>
                  <a:spcPts val="0"/>
                </a:spcAft>
                <a:buNone/>
              </a:pPr>
              <a:r>
                <a:rPr lang="en-US" sz="1800" b="0" i="0" u="none" strike="noStrike" cap="none" dirty="0">
                  <a:solidFill>
                    <a:srgbClr val="3F3F3F"/>
                  </a:solidFill>
                  <a:latin typeface="Open Sans"/>
                  <a:ea typeface="Open Sans"/>
                  <a:cs typeface="Open Sans"/>
                  <a:sym typeface="Open Sans"/>
                </a:rPr>
                <a:t>(for,1)</a:t>
              </a:r>
              <a:endParaRPr dirty="0"/>
            </a:p>
            <a:p>
              <a:pPr marL="0" marR="0" lvl="0" indent="0" algn="ctr" rtl="0">
                <a:lnSpc>
                  <a:spcPct val="100000"/>
                </a:lnSpc>
                <a:spcBef>
                  <a:spcPts val="0"/>
                </a:spcBef>
                <a:spcAft>
                  <a:spcPts val="0"/>
                </a:spcAft>
                <a:buNone/>
              </a:pPr>
              <a:r>
                <a:rPr lang="en-US" sz="1800" b="0" i="0" u="none" strike="noStrike" cap="none" dirty="0">
                  <a:solidFill>
                    <a:srgbClr val="3F3F3F"/>
                  </a:solidFill>
                  <a:latin typeface="Open Sans"/>
                  <a:ea typeface="Open Sans"/>
                  <a:cs typeface="Open Sans"/>
                  <a:sym typeface="Open Sans"/>
                </a:rPr>
                <a:t>(training,1)</a:t>
              </a:r>
              <a:endParaRPr dirty="0"/>
            </a:p>
            <a:p>
              <a:pPr marL="0" marR="0" lvl="0" indent="0" algn="ctr" rtl="0">
                <a:lnSpc>
                  <a:spcPct val="100000"/>
                </a:lnSpc>
                <a:spcBef>
                  <a:spcPts val="0"/>
                </a:spcBef>
                <a:spcAft>
                  <a:spcPts val="0"/>
                </a:spcAft>
                <a:buNone/>
              </a:pPr>
              <a:r>
                <a:rPr lang="en-US" sz="1800" b="0" i="0" u="none" strike="noStrike" cap="none" dirty="0">
                  <a:solidFill>
                    <a:srgbClr val="3F3F3F"/>
                  </a:solidFill>
                  <a:latin typeface="Open Sans"/>
                  <a:ea typeface="Open Sans"/>
                  <a:cs typeface="Open Sans"/>
                  <a:sym typeface="Open Sans"/>
                </a:rPr>
                <a:t>(for,1)</a:t>
              </a:r>
              <a:endParaRPr dirty="0"/>
            </a:p>
            <a:p>
              <a:pPr marL="0" marR="0" lvl="0" indent="0" algn="ctr" rtl="0">
                <a:lnSpc>
                  <a:spcPct val="100000"/>
                </a:lnSpc>
                <a:spcBef>
                  <a:spcPts val="0"/>
                </a:spcBef>
                <a:spcAft>
                  <a:spcPts val="0"/>
                </a:spcAft>
                <a:buNone/>
              </a:pPr>
              <a:r>
                <a:rPr lang="en-US" sz="1800" b="0" i="0" u="none" strike="noStrike" cap="none" dirty="0">
                  <a:solidFill>
                    <a:srgbClr val="3F3F3F"/>
                  </a:solidFill>
                  <a:latin typeface="Open Sans"/>
                  <a:ea typeface="Open Sans"/>
                  <a:cs typeface="Open Sans"/>
                  <a:sym typeface="Open Sans"/>
                </a:rPr>
                <a:t>(Simplilearn,1)</a:t>
              </a:r>
              <a:endParaRPr dirty="0"/>
            </a:p>
          </p:txBody>
        </p:sp>
        <p:sp>
          <p:nvSpPr>
            <p:cNvPr id="1400" name="Google Shape;1400;p100"/>
            <p:cNvSpPr txBox="1"/>
            <p:nvPr/>
          </p:nvSpPr>
          <p:spPr>
            <a:xfrm>
              <a:off x="4569698" y="5679157"/>
              <a:ext cx="1717137" cy="923330"/>
            </a:xfrm>
            <a:prstGeom prst="rect">
              <a:avLst/>
            </a:prstGeom>
            <a:solidFill>
              <a:srgbClr val="E1EFD8"/>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800" b="0" i="0" u="none" strike="noStrike" cap="none">
                  <a:solidFill>
                    <a:srgbClr val="3F3F3F"/>
                  </a:solidFill>
                  <a:latin typeface="Open Sans"/>
                  <a:ea typeface="Open Sans"/>
                  <a:cs typeface="Open Sans"/>
                  <a:sym typeface="Open Sans"/>
                </a:rPr>
                <a:t>(Simplilearn,2)</a:t>
              </a:r>
              <a:endParaRPr/>
            </a:p>
            <a:p>
              <a:pPr marL="0" marR="0" lvl="0" indent="0" algn="ctr" rtl="0">
                <a:lnSpc>
                  <a:spcPct val="100000"/>
                </a:lnSpc>
                <a:spcBef>
                  <a:spcPts val="0"/>
                </a:spcBef>
                <a:spcAft>
                  <a:spcPts val="0"/>
                </a:spcAft>
                <a:buNone/>
              </a:pPr>
              <a:r>
                <a:rPr lang="en-US" sz="1800" b="0" i="0" u="none" strike="noStrike" cap="none">
                  <a:solidFill>
                    <a:srgbClr val="3F3F3F"/>
                  </a:solidFill>
                  <a:latin typeface="Open Sans"/>
                  <a:ea typeface="Open Sans"/>
                  <a:cs typeface="Open Sans"/>
                  <a:sym typeface="Open Sans"/>
                </a:rPr>
                <a:t>(for,2)</a:t>
              </a:r>
              <a:endParaRPr/>
            </a:p>
            <a:p>
              <a:pPr marL="0" marR="0" lvl="0" indent="0" algn="ctr" rtl="0">
                <a:lnSpc>
                  <a:spcPct val="100000"/>
                </a:lnSpc>
                <a:spcBef>
                  <a:spcPts val="0"/>
                </a:spcBef>
                <a:spcAft>
                  <a:spcPts val="0"/>
                </a:spcAft>
                <a:buNone/>
              </a:pPr>
              <a:r>
                <a:rPr lang="en-US" sz="1800" b="0" i="0" u="none" strike="noStrike" cap="none">
                  <a:solidFill>
                    <a:srgbClr val="3F3F3F"/>
                  </a:solidFill>
                  <a:latin typeface="Open Sans"/>
                  <a:ea typeface="Open Sans"/>
                  <a:cs typeface="Open Sans"/>
                  <a:sym typeface="Open Sans"/>
                </a:rPr>
                <a:t>(training,1)</a:t>
              </a:r>
              <a:endParaRPr/>
            </a:p>
          </p:txBody>
        </p:sp>
        <p:sp>
          <p:nvSpPr>
            <p:cNvPr id="1401" name="Google Shape;1401;p100"/>
            <p:cNvSpPr txBox="1"/>
            <p:nvPr/>
          </p:nvSpPr>
          <p:spPr>
            <a:xfrm>
              <a:off x="7017981" y="7001415"/>
              <a:ext cx="2267128" cy="1759648"/>
            </a:xfrm>
            <a:prstGeom prst="rect">
              <a:avLst/>
            </a:prstGeom>
            <a:solidFill>
              <a:srgbClr val="E1EFD8"/>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800" b="0" i="0" u="none" strike="noStrike" cap="none" dirty="0">
                  <a:solidFill>
                    <a:srgbClr val="3F3F3F"/>
                  </a:solidFill>
                  <a:latin typeface="Open Sans"/>
                  <a:ea typeface="Open Sans"/>
                  <a:cs typeface="Open Sans"/>
                  <a:sym typeface="Open Sans"/>
                </a:rPr>
                <a:t>(Simplilearn,2)</a:t>
              </a:r>
              <a:endParaRPr dirty="0"/>
            </a:p>
            <a:p>
              <a:pPr marL="0" marR="0" lvl="0" indent="0" algn="ctr" rtl="0">
                <a:lnSpc>
                  <a:spcPct val="100000"/>
                </a:lnSpc>
                <a:spcBef>
                  <a:spcPts val="0"/>
                </a:spcBef>
                <a:spcAft>
                  <a:spcPts val="0"/>
                </a:spcAft>
                <a:buNone/>
              </a:pPr>
              <a:r>
                <a:rPr lang="en-US" sz="1800" b="0" i="0" u="none" strike="noStrike" cap="none" dirty="0">
                  <a:solidFill>
                    <a:srgbClr val="3F3F3F"/>
                  </a:solidFill>
                  <a:latin typeface="Open Sans"/>
                  <a:ea typeface="Open Sans"/>
                  <a:cs typeface="Open Sans"/>
                  <a:sym typeface="Open Sans"/>
                </a:rPr>
                <a:t>(for,2)</a:t>
              </a:r>
              <a:endParaRPr dirty="0"/>
            </a:p>
            <a:p>
              <a:pPr marL="0" marR="0" lvl="0" indent="0" algn="ctr" rtl="0">
                <a:lnSpc>
                  <a:spcPct val="100000"/>
                </a:lnSpc>
                <a:spcBef>
                  <a:spcPts val="0"/>
                </a:spcBef>
                <a:spcAft>
                  <a:spcPts val="0"/>
                </a:spcAft>
                <a:buNone/>
              </a:pPr>
              <a:r>
                <a:rPr lang="en-US" sz="1800" b="0" i="0" u="none" strike="noStrike" cap="none" dirty="0">
                  <a:solidFill>
                    <a:srgbClr val="3F3F3F"/>
                  </a:solidFill>
                  <a:latin typeface="Open Sans"/>
                  <a:ea typeface="Open Sans"/>
                  <a:cs typeface="Open Sans"/>
                  <a:sym typeface="Open Sans"/>
                </a:rPr>
                <a:t>(training,1)</a:t>
              </a:r>
              <a:endParaRPr dirty="0"/>
            </a:p>
            <a:p>
              <a:pPr marL="0" marR="0" lvl="0" indent="0" algn="ctr" rtl="0">
                <a:lnSpc>
                  <a:spcPct val="100000"/>
                </a:lnSpc>
                <a:spcBef>
                  <a:spcPts val="0"/>
                </a:spcBef>
                <a:spcAft>
                  <a:spcPts val="0"/>
                </a:spcAft>
                <a:buNone/>
              </a:pPr>
              <a:r>
                <a:rPr lang="en-US" sz="1800" b="0" i="0" u="none" strike="noStrike" cap="none" dirty="0">
                  <a:solidFill>
                    <a:srgbClr val="3F3F3F"/>
                  </a:solidFill>
                  <a:latin typeface="Open Sans"/>
                  <a:ea typeface="Open Sans"/>
                  <a:cs typeface="Open Sans"/>
                  <a:sym typeface="Open Sans"/>
                </a:rPr>
                <a:t>(Offline,2)</a:t>
              </a:r>
              <a:endParaRPr dirty="0"/>
            </a:p>
            <a:p>
              <a:pPr marL="0" marR="0" lvl="0" indent="0" algn="ctr" rtl="0">
                <a:lnSpc>
                  <a:spcPct val="100000"/>
                </a:lnSpc>
                <a:spcBef>
                  <a:spcPts val="0"/>
                </a:spcBef>
                <a:spcAft>
                  <a:spcPts val="0"/>
                </a:spcAft>
                <a:buNone/>
              </a:pPr>
              <a:r>
                <a:rPr lang="en-US" sz="1800" b="0" i="0" u="none" strike="noStrike" cap="none" dirty="0">
                  <a:solidFill>
                    <a:srgbClr val="3F3F3F"/>
                  </a:solidFill>
                  <a:latin typeface="Open Sans"/>
                  <a:ea typeface="Open Sans"/>
                  <a:cs typeface="Open Sans"/>
                  <a:sym typeface="Open Sans"/>
                </a:rPr>
                <a:t>(online,2)</a:t>
              </a:r>
              <a:endParaRPr dirty="0"/>
            </a:p>
          </p:txBody>
        </p:sp>
        <p:sp>
          <p:nvSpPr>
            <p:cNvPr id="1402" name="Google Shape;1402;p100"/>
            <p:cNvSpPr txBox="1"/>
            <p:nvPr/>
          </p:nvSpPr>
          <p:spPr>
            <a:xfrm>
              <a:off x="9854294" y="5616524"/>
              <a:ext cx="1771655" cy="1099762"/>
            </a:xfrm>
            <a:prstGeom prst="rect">
              <a:avLst/>
            </a:prstGeom>
            <a:solidFill>
              <a:srgbClr val="E1EFD8"/>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800" b="0" i="0" u="none" strike="noStrike" cap="none" dirty="0">
                  <a:solidFill>
                    <a:srgbClr val="3F3F3F"/>
                  </a:solidFill>
                  <a:latin typeface="Open Sans"/>
                  <a:ea typeface="Open Sans"/>
                  <a:cs typeface="Open Sans"/>
                  <a:sym typeface="Open Sans"/>
                </a:rPr>
                <a:t>(Offline,2)</a:t>
              </a:r>
              <a:endParaRPr dirty="0"/>
            </a:p>
            <a:p>
              <a:pPr marL="0" marR="0" lvl="0" indent="0" algn="ctr" rtl="0">
                <a:lnSpc>
                  <a:spcPct val="100000"/>
                </a:lnSpc>
                <a:spcBef>
                  <a:spcPts val="0"/>
                </a:spcBef>
                <a:spcAft>
                  <a:spcPts val="0"/>
                </a:spcAft>
                <a:buNone/>
              </a:pPr>
              <a:r>
                <a:rPr lang="en-US" sz="1800" b="0" i="0" u="none" strike="noStrike" cap="none" dirty="0">
                  <a:solidFill>
                    <a:srgbClr val="3F3F3F"/>
                  </a:solidFill>
                  <a:latin typeface="Open Sans"/>
                  <a:ea typeface="Open Sans"/>
                  <a:cs typeface="Open Sans"/>
                  <a:sym typeface="Open Sans"/>
                </a:rPr>
                <a:t>(online,2)</a:t>
              </a:r>
              <a:endParaRPr dirty="0"/>
            </a:p>
            <a:p>
              <a:pPr marL="0" marR="0" lvl="0" indent="0" algn="ctr" rtl="0">
                <a:lnSpc>
                  <a:spcPct val="100000"/>
                </a:lnSpc>
                <a:spcBef>
                  <a:spcPts val="0"/>
                </a:spcBef>
                <a:spcAft>
                  <a:spcPts val="0"/>
                </a:spcAft>
                <a:buNone/>
              </a:pPr>
              <a:r>
                <a:rPr lang="en-US" sz="1800" b="0" i="0" u="none" strike="noStrike" cap="none" dirty="0">
                  <a:solidFill>
                    <a:srgbClr val="3F3F3F"/>
                  </a:solidFill>
                  <a:latin typeface="Open Sans"/>
                  <a:ea typeface="Open Sans"/>
                  <a:cs typeface="Open Sans"/>
                  <a:sym typeface="Open Sans"/>
                </a:rPr>
                <a:t>(training,1)</a:t>
              </a:r>
              <a:endParaRPr dirty="0"/>
            </a:p>
          </p:txBody>
        </p:sp>
        <p:sp>
          <p:nvSpPr>
            <p:cNvPr id="1403" name="Google Shape;1403;p100"/>
            <p:cNvSpPr txBox="1"/>
            <p:nvPr/>
          </p:nvSpPr>
          <p:spPr>
            <a:xfrm>
              <a:off x="9871333" y="2982596"/>
              <a:ext cx="1714864" cy="1844738"/>
            </a:xfrm>
            <a:prstGeom prst="roundRect">
              <a:avLst>
                <a:gd name="adj" fmla="val 14362"/>
              </a:avLst>
            </a:prstGeom>
            <a:solidFill>
              <a:srgbClr val="E1EFD8"/>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800" b="0" i="0" u="none" strike="noStrike" cap="none" dirty="0">
                  <a:solidFill>
                    <a:srgbClr val="3F3F3F"/>
                  </a:solidFill>
                  <a:latin typeface="Open Sans"/>
                  <a:ea typeface="Open Sans"/>
                  <a:cs typeface="Open Sans"/>
                  <a:sym typeface="Open Sans"/>
                </a:rPr>
                <a:t>(Offline,1)</a:t>
              </a:r>
              <a:endParaRPr dirty="0"/>
            </a:p>
            <a:p>
              <a:pPr marL="0" marR="0" lvl="0" indent="0" algn="ctr" rtl="0">
                <a:lnSpc>
                  <a:spcPct val="100000"/>
                </a:lnSpc>
                <a:spcBef>
                  <a:spcPts val="0"/>
                </a:spcBef>
                <a:spcAft>
                  <a:spcPts val="0"/>
                </a:spcAft>
                <a:buNone/>
              </a:pPr>
              <a:r>
                <a:rPr lang="en-US" sz="1800" b="0" i="0" u="none" strike="noStrike" cap="none" dirty="0">
                  <a:solidFill>
                    <a:srgbClr val="3F3F3F"/>
                  </a:solidFill>
                  <a:latin typeface="Open Sans"/>
                  <a:ea typeface="Open Sans"/>
                  <a:cs typeface="Open Sans"/>
                  <a:sym typeface="Open Sans"/>
                </a:rPr>
                <a:t>(online,1)</a:t>
              </a:r>
              <a:endParaRPr dirty="0"/>
            </a:p>
            <a:p>
              <a:pPr marL="0" marR="0" lvl="0" indent="0" algn="ctr" rtl="0">
                <a:lnSpc>
                  <a:spcPct val="100000"/>
                </a:lnSpc>
                <a:spcBef>
                  <a:spcPts val="0"/>
                </a:spcBef>
                <a:spcAft>
                  <a:spcPts val="0"/>
                </a:spcAft>
                <a:buNone/>
              </a:pPr>
              <a:r>
                <a:rPr lang="en-US" sz="1800" b="0" i="0" u="none" strike="noStrike" cap="none" dirty="0">
                  <a:solidFill>
                    <a:srgbClr val="3F3F3F"/>
                  </a:solidFill>
                  <a:latin typeface="Open Sans"/>
                  <a:ea typeface="Open Sans"/>
                  <a:cs typeface="Open Sans"/>
                  <a:sym typeface="Open Sans"/>
                </a:rPr>
                <a:t>(Offline,1)</a:t>
              </a:r>
              <a:endParaRPr dirty="0"/>
            </a:p>
            <a:p>
              <a:pPr marL="0" marR="0" lvl="0" indent="0" algn="ctr" rtl="0">
                <a:lnSpc>
                  <a:spcPct val="100000"/>
                </a:lnSpc>
                <a:spcBef>
                  <a:spcPts val="0"/>
                </a:spcBef>
                <a:spcAft>
                  <a:spcPts val="0"/>
                </a:spcAft>
                <a:buNone/>
              </a:pPr>
              <a:r>
                <a:rPr lang="en-US" sz="1800" b="0" i="0" u="none" strike="noStrike" cap="none" dirty="0">
                  <a:solidFill>
                    <a:srgbClr val="3F3F3F"/>
                  </a:solidFill>
                  <a:latin typeface="Open Sans"/>
                  <a:ea typeface="Open Sans"/>
                  <a:cs typeface="Open Sans"/>
                  <a:sym typeface="Open Sans"/>
                </a:rPr>
                <a:t>(online,1)</a:t>
              </a:r>
              <a:endParaRPr dirty="0"/>
            </a:p>
            <a:p>
              <a:pPr marL="0" marR="0" lvl="0" indent="0" algn="ctr" rtl="0">
                <a:lnSpc>
                  <a:spcPct val="100000"/>
                </a:lnSpc>
                <a:spcBef>
                  <a:spcPts val="0"/>
                </a:spcBef>
                <a:spcAft>
                  <a:spcPts val="0"/>
                </a:spcAft>
                <a:buNone/>
              </a:pPr>
              <a:r>
                <a:rPr lang="en-US" sz="1800" b="0" i="0" u="none" strike="noStrike" cap="none" dirty="0">
                  <a:solidFill>
                    <a:srgbClr val="3F3F3F"/>
                  </a:solidFill>
                  <a:latin typeface="Open Sans"/>
                  <a:ea typeface="Open Sans"/>
                  <a:cs typeface="Open Sans"/>
                  <a:sym typeface="Open Sans"/>
                </a:rPr>
                <a:t>training,1)</a:t>
              </a:r>
              <a:endParaRPr dirty="0"/>
            </a:p>
          </p:txBody>
        </p:sp>
        <p:sp>
          <p:nvSpPr>
            <p:cNvPr id="1404" name="Google Shape;1404;p100"/>
            <p:cNvSpPr txBox="1"/>
            <p:nvPr/>
          </p:nvSpPr>
          <p:spPr>
            <a:xfrm>
              <a:off x="3725911" y="2492310"/>
              <a:ext cx="1527029" cy="439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dirty="0">
                  <a:solidFill>
                    <a:srgbClr val="3F3F3F"/>
                  </a:solidFill>
                  <a:latin typeface="Open Sans"/>
                  <a:ea typeface="Open Sans"/>
                  <a:cs typeface="Open Sans"/>
                  <a:sym typeface="Open Sans"/>
                </a:rPr>
                <a:t>Mapper 1</a:t>
              </a:r>
              <a:endParaRPr sz="1800" b="0" i="0" u="none" strike="noStrike" cap="none" dirty="0">
                <a:solidFill>
                  <a:srgbClr val="3F3F3F"/>
                </a:solidFill>
                <a:latin typeface="Open Sans"/>
                <a:ea typeface="Open Sans"/>
                <a:cs typeface="Open Sans"/>
                <a:sym typeface="Open Sans"/>
              </a:endParaRPr>
            </a:p>
          </p:txBody>
        </p:sp>
        <p:sp>
          <p:nvSpPr>
            <p:cNvPr id="1405" name="Google Shape;1405;p100"/>
            <p:cNvSpPr txBox="1"/>
            <p:nvPr/>
          </p:nvSpPr>
          <p:spPr>
            <a:xfrm>
              <a:off x="11035147" y="2528422"/>
              <a:ext cx="1439818" cy="4399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dirty="0">
                  <a:solidFill>
                    <a:srgbClr val="3F3F3F"/>
                  </a:solidFill>
                  <a:latin typeface="Open Sans"/>
                  <a:ea typeface="Open Sans"/>
                  <a:cs typeface="Open Sans"/>
                  <a:sym typeface="Open Sans"/>
                </a:rPr>
                <a:t>Mapper 2</a:t>
              </a:r>
              <a:endParaRPr sz="1800" b="0" i="0" u="none" strike="noStrike" cap="none" dirty="0">
                <a:solidFill>
                  <a:srgbClr val="3F3F3F"/>
                </a:solidFill>
                <a:latin typeface="Open Sans"/>
                <a:ea typeface="Open Sans"/>
                <a:cs typeface="Open Sans"/>
                <a:sym typeface="Open Sans"/>
              </a:endParaRPr>
            </a:p>
          </p:txBody>
        </p:sp>
        <p:sp>
          <p:nvSpPr>
            <p:cNvPr id="1406" name="Google Shape;1406;p100"/>
            <p:cNvSpPr txBox="1"/>
            <p:nvPr/>
          </p:nvSpPr>
          <p:spPr>
            <a:xfrm>
              <a:off x="7677920" y="6495099"/>
              <a:ext cx="1169247"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a:solidFill>
                    <a:srgbClr val="3F3F3F"/>
                  </a:solidFill>
                  <a:latin typeface="Open Sans"/>
                  <a:ea typeface="Open Sans"/>
                  <a:cs typeface="Open Sans"/>
                  <a:sym typeface="Open Sans"/>
                </a:rPr>
                <a:t>Reducer</a:t>
              </a:r>
              <a:endParaRPr sz="1800" b="0" i="0" u="none" strike="noStrike" cap="none">
                <a:solidFill>
                  <a:srgbClr val="3F3F3F"/>
                </a:solidFill>
                <a:latin typeface="Open Sans"/>
                <a:ea typeface="Open Sans"/>
                <a:cs typeface="Open Sans"/>
                <a:sym typeface="Open Sans"/>
              </a:endParaRPr>
            </a:p>
          </p:txBody>
        </p:sp>
        <p:sp>
          <p:nvSpPr>
            <p:cNvPr id="1407" name="Google Shape;1407;p100"/>
            <p:cNvSpPr txBox="1"/>
            <p:nvPr/>
          </p:nvSpPr>
          <p:spPr>
            <a:xfrm>
              <a:off x="11625949" y="5906522"/>
              <a:ext cx="1626114" cy="4399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dirty="0">
                  <a:solidFill>
                    <a:srgbClr val="3F3F3F"/>
                  </a:solidFill>
                  <a:latin typeface="Open Sans"/>
                  <a:ea typeface="Open Sans"/>
                  <a:cs typeface="Open Sans"/>
                  <a:sym typeface="Open Sans"/>
                </a:rPr>
                <a:t>Combiner 2</a:t>
              </a:r>
              <a:endParaRPr sz="1800" b="0" i="0" u="none" strike="noStrike" cap="none" dirty="0">
                <a:solidFill>
                  <a:srgbClr val="3F3F3F"/>
                </a:solidFill>
                <a:latin typeface="Open Sans"/>
                <a:ea typeface="Open Sans"/>
                <a:cs typeface="Open Sans"/>
                <a:sym typeface="Open Sans"/>
              </a:endParaRPr>
            </a:p>
          </p:txBody>
        </p:sp>
        <p:cxnSp>
          <p:nvCxnSpPr>
            <p:cNvPr id="1408" name="Google Shape;1408;p100"/>
            <p:cNvCxnSpPr/>
            <p:nvPr/>
          </p:nvCxnSpPr>
          <p:spPr>
            <a:xfrm>
              <a:off x="10734615" y="4835528"/>
              <a:ext cx="9871" cy="430593"/>
            </a:xfrm>
            <a:prstGeom prst="straightConnector1">
              <a:avLst/>
            </a:prstGeom>
            <a:noFill/>
            <a:ln w="38100" cap="flat" cmpd="sng">
              <a:solidFill>
                <a:srgbClr val="C7E2B6"/>
              </a:solidFill>
              <a:prstDash val="solid"/>
              <a:round/>
              <a:headEnd type="none" w="sm" len="sm"/>
              <a:tailEnd type="triangle" w="med" len="med"/>
            </a:ln>
          </p:spPr>
        </p:cxnSp>
        <p:cxnSp>
          <p:nvCxnSpPr>
            <p:cNvPr id="1409" name="Google Shape;1409;p100"/>
            <p:cNvCxnSpPr>
              <a:stCxn id="1394" idx="2"/>
              <a:endCxn id="1397" idx="1"/>
            </p:cNvCxnSpPr>
            <p:nvPr/>
          </p:nvCxnSpPr>
          <p:spPr>
            <a:xfrm>
              <a:off x="5454200" y="7171739"/>
              <a:ext cx="1380600" cy="726900"/>
            </a:xfrm>
            <a:prstGeom prst="straightConnector1">
              <a:avLst/>
            </a:prstGeom>
            <a:noFill/>
            <a:ln w="38100" cap="flat" cmpd="sng">
              <a:solidFill>
                <a:srgbClr val="C8E3B7"/>
              </a:solidFill>
              <a:prstDash val="solid"/>
              <a:round/>
              <a:headEnd type="none" w="sm" len="sm"/>
              <a:tailEnd type="triangle" w="med" len="med"/>
            </a:ln>
          </p:spPr>
        </p:cxnSp>
        <p:cxnSp>
          <p:nvCxnSpPr>
            <p:cNvPr id="1410" name="Google Shape;1410;p100"/>
            <p:cNvCxnSpPr/>
            <p:nvPr/>
          </p:nvCxnSpPr>
          <p:spPr>
            <a:xfrm>
              <a:off x="5428086" y="4855009"/>
              <a:ext cx="0" cy="433007"/>
            </a:xfrm>
            <a:prstGeom prst="straightConnector1">
              <a:avLst/>
            </a:prstGeom>
            <a:noFill/>
            <a:ln w="38100" cap="flat" cmpd="sng">
              <a:solidFill>
                <a:srgbClr val="C8E3B7"/>
              </a:solidFill>
              <a:prstDash val="solid"/>
              <a:round/>
              <a:headEnd type="none" w="sm" len="sm"/>
              <a:tailEnd type="triangle" w="med" len="med"/>
            </a:ln>
          </p:spPr>
        </p:cxnSp>
        <p:cxnSp>
          <p:nvCxnSpPr>
            <p:cNvPr id="1411" name="Google Shape;1411;p100"/>
            <p:cNvCxnSpPr/>
            <p:nvPr/>
          </p:nvCxnSpPr>
          <p:spPr>
            <a:xfrm flipH="1">
              <a:off x="5379580" y="1950313"/>
              <a:ext cx="440551" cy="944401"/>
            </a:xfrm>
            <a:prstGeom prst="straightConnector1">
              <a:avLst/>
            </a:prstGeom>
            <a:noFill/>
            <a:ln w="38100" cap="flat" cmpd="sng">
              <a:solidFill>
                <a:srgbClr val="C8E3B7"/>
              </a:solidFill>
              <a:prstDash val="solid"/>
              <a:round/>
              <a:headEnd type="none" w="sm" len="sm"/>
              <a:tailEnd type="triangle" w="med" len="med"/>
            </a:ln>
          </p:spPr>
        </p:cxnSp>
        <p:cxnSp>
          <p:nvCxnSpPr>
            <p:cNvPr id="1412" name="Google Shape;1412;p100"/>
            <p:cNvCxnSpPr/>
            <p:nvPr/>
          </p:nvCxnSpPr>
          <p:spPr>
            <a:xfrm>
              <a:off x="10590252" y="1950314"/>
              <a:ext cx="525192" cy="1047171"/>
            </a:xfrm>
            <a:prstGeom prst="straightConnector1">
              <a:avLst/>
            </a:prstGeom>
            <a:noFill/>
            <a:ln w="38100" cap="flat" cmpd="sng">
              <a:solidFill>
                <a:srgbClr val="C8E3B7"/>
              </a:solidFill>
              <a:prstDash val="solid"/>
              <a:round/>
              <a:headEnd type="none" w="sm" len="sm"/>
              <a:tailEnd type="triangle" w="med" len="med"/>
            </a:ln>
          </p:spPr>
        </p:cxnSp>
        <p:cxnSp>
          <p:nvCxnSpPr>
            <p:cNvPr id="1413" name="Google Shape;1413;p100"/>
            <p:cNvCxnSpPr>
              <a:stCxn id="1396" idx="2"/>
              <a:endCxn id="1397" idx="3"/>
            </p:cNvCxnSpPr>
            <p:nvPr/>
          </p:nvCxnSpPr>
          <p:spPr>
            <a:xfrm flipH="1">
              <a:off x="9468017" y="7148122"/>
              <a:ext cx="1266600" cy="750600"/>
            </a:xfrm>
            <a:prstGeom prst="straightConnector1">
              <a:avLst/>
            </a:prstGeom>
            <a:noFill/>
            <a:ln w="38100" cap="flat" cmpd="sng">
              <a:solidFill>
                <a:srgbClr val="C7E2B6"/>
              </a:solidFill>
              <a:prstDash val="solid"/>
              <a:round/>
              <a:headEnd type="none" w="sm" len="sm"/>
              <a:tailEnd type="triangle" w="med" len="med"/>
            </a:ln>
          </p:spPr>
        </p:cxnSp>
      </p:grpSp>
      <p:sp>
        <p:nvSpPr>
          <p:cNvPr id="1414" name="Google Shape;1414;p10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Font typeface="Arial"/>
              <a:buNone/>
            </a:pPr>
            <a:r>
              <a:rPr lang="en-US" dirty="0"/>
              <a:t>MapReduce Program with Combiner</a:t>
            </a:r>
            <a:endParaRPr dirty="0"/>
          </a:p>
        </p:txBody>
      </p:sp>
      <p:sp>
        <p:nvSpPr>
          <p:cNvPr id="1416" name="Google Shape;1416;p100"/>
          <p:cNvSpPr txBox="1"/>
          <p:nvPr/>
        </p:nvSpPr>
        <p:spPr>
          <a:xfrm>
            <a:off x="2172634" y="1433192"/>
            <a:ext cx="12038665" cy="76944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200" b="0" i="0" u="none" strike="noStrike" cap="none" dirty="0">
                <a:solidFill>
                  <a:srgbClr val="3F3F3F"/>
                </a:solidFill>
                <a:latin typeface="Open Sans"/>
                <a:ea typeface="Open Sans"/>
                <a:cs typeface="Open Sans"/>
                <a:sym typeface="Open Sans"/>
              </a:rPr>
              <a:t>In a program, the combiner accepts inputs from the Map class and then passes the output key-value pairs to the Reducer class.</a:t>
            </a:r>
            <a:endParaRPr dirty="0"/>
          </a:p>
        </p:txBody>
      </p:sp>
      <p:sp>
        <p:nvSpPr>
          <p:cNvPr id="3" name="Brandline_LVC">
            <a:extLst>
              <a:ext uri="{FF2B5EF4-FFF2-40B4-BE49-F238E27FC236}">
                <a16:creationId xmlns:a16="http://schemas.microsoft.com/office/drawing/2014/main" id="{FECF51F0-87A8-AADC-339A-A723995BF1A2}"/>
              </a:ext>
            </a:extLst>
          </p:cNvPr>
          <p:cNvSpPr/>
          <p:nvPr/>
        </p:nvSpPr>
        <p:spPr>
          <a:xfrm>
            <a:off x="4127500" y="816324"/>
            <a:ext cx="8018938"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421"/>
        <p:cNvGrpSpPr/>
        <p:nvPr/>
      </p:nvGrpSpPr>
      <p:grpSpPr>
        <a:xfrm>
          <a:off x="0" y="0"/>
          <a:ext cx="0" cy="0"/>
          <a:chOff x="0" y="0"/>
          <a:chExt cx="0" cy="0"/>
        </a:xfrm>
      </p:grpSpPr>
      <p:sp>
        <p:nvSpPr>
          <p:cNvPr id="1423" name="Google Shape;1423;p101"/>
          <p:cNvSpPr txBox="1"/>
          <p:nvPr/>
        </p:nvSpPr>
        <p:spPr>
          <a:xfrm>
            <a:off x="1297626" y="2428244"/>
            <a:ext cx="13389924" cy="4566043"/>
          </a:xfrm>
          <a:prstGeom prst="rect">
            <a:avLst/>
          </a:prstGeom>
          <a:no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Clr>
                <a:schemeClr val="dk1"/>
              </a:buClr>
              <a:buSzPts val="2200"/>
              <a:buFont typeface="Open Sans"/>
              <a:buNone/>
            </a:pPr>
            <a:endParaRPr sz="2200" b="1" i="0" u="none" strike="noStrike" cap="none" dirty="0">
              <a:solidFill>
                <a:srgbClr val="3F3F3F"/>
              </a:solidFill>
              <a:latin typeface="Open Sans"/>
              <a:ea typeface="Open Sans"/>
              <a:cs typeface="Open Sans"/>
              <a:sym typeface="Open Sans"/>
            </a:endParaRPr>
          </a:p>
          <a:p>
            <a:pPr marL="0" marR="0" lvl="0" indent="0" algn="l" rtl="0">
              <a:lnSpc>
                <a:spcPct val="150000"/>
              </a:lnSpc>
              <a:spcBef>
                <a:spcPts val="1200"/>
              </a:spcBef>
              <a:spcAft>
                <a:spcPts val="0"/>
              </a:spcAft>
              <a:buNone/>
            </a:pPr>
            <a:r>
              <a:rPr lang="en-US" sz="2200" b="1" i="0" u="none" strike="noStrike" cap="none" dirty="0">
                <a:solidFill>
                  <a:srgbClr val="404040"/>
                </a:solidFill>
                <a:latin typeface="Open Sans"/>
                <a:ea typeface="Open Sans"/>
                <a:cs typeface="Open Sans"/>
                <a:sym typeface="Open Sans"/>
              </a:rPr>
              <a:t>Problem Scenario:</a:t>
            </a:r>
            <a:r>
              <a:rPr lang="en-US" sz="2200" b="0" i="0" u="none" strike="noStrike" cap="none" dirty="0">
                <a:solidFill>
                  <a:srgbClr val="404040"/>
                </a:solidFill>
                <a:latin typeface="Open Sans"/>
                <a:ea typeface="Open Sans"/>
                <a:cs typeface="Open Sans"/>
                <a:sym typeface="Open Sans"/>
              </a:rPr>
              <a:t> Write the commands to perform partitions using the JAR files</a:t>
            </a:r>
            <a:endParaRPr sz="2200" b="0" i="0" u="none" strike="noStrike" cap="none" dirty="0">
              <a:solidFill>
                <a:srgbClr val="000000"/>
              </a:solidFill>
              <a:latin typeface="Open Sans"/>
              <a:ea typeface="Open Sans"/>
              <a:cs typeface="Open Sans"/>
              <a:sym typeface="Open Sans"/>
            </a:endParaRPr>
          </a:p>
          <a:p>
            <a:pPr marL="0" marR="0" lvl="0" indent="0" algn="l" rtl="0">
              <a:lnSpc>
                <a:spcPct val="150000"/>
              </a:lnSpc>
              <a:spcBef>
                <a:spcPts val="2400"/>
              </a:spcBef>
              <a:spcAft>
                <a:spcPts val="0"/>
              </a:spcAft>
              <a:buNone/>
            </a:pPr>
            <a:r>
              <a:rPr lang="en-US" sz="2200" b="1" i="0" u="none" strike="noStrike" cap="none" dirty="0">
                <a:solidFill>
                  <a:srgbClr val="404040"/>
                </a:solidFill>
                <a:latin typeface="Open Sans"/>
                <a:ea typeface="Open Sans"/>
                <a:cs typeface="Open Sans"/>
                <a:sym typeface="Open Sans"/>
              </a:rPr>
              <a:t>Objective: </a:t>
            </a:r>
            <a:r>
              <a:rPr lang="en-US" sz="2200" b="0" i="0" u="none" strike="noStrike" cap="none" dirty="0">
                <a:solidFill>
                  <a:srgbClr val="404040"/>
                </a:solidFill>
                <a:latin typeface="Open Sans"/>
                <a:ea typeface="Open Sans"/>
                <a:cs typeface="Open Sans"/>
                <a:sym typeface="Open Sans"/>
              </a:rPr>
              <a:t>In this demonstration, you will use JAR files and the wordcount.txt file to perform the partitions using the MapReduce job.</a:t>
            </a:r>
            <a:endParaRPr sz="2200" b="0" i="0" u="none" strike="noStrike" cap="none" dirty="0">
              <a:solidFill>
                <a:srgbClr val="000000"/>
              </a:solidFill>
              <a:latin typeface="Open Sans"/>
              <a:ea typeface="Open Sans"/>
              <a:cs typeface="Open Sans"/>
              <a:sym typeface="Open Sans"/>
            </a:endParaRPr>
          </a:p>
          <a:p>
            <a:pPr marL="0" marR="0" lvl="0" indent="0" algn="l" rtl="0">
              <a:lnSpc>
                <a:spcPct val="150000"/>
              </a:lnSpc>
              <a:spcBef>
                <a:spcPts val="2400"/>
              </a:spcBef>
              <a:spcAft>
                <a:spcPts val="0"/>
              </a:spcAft>
              <a:buNone/>
            </a:pPr>
            <a:r>
              <a:rPr lang="en-US" sz="2200" b="1" i="0" u="none" strike="noStrike" cap="none" dirty="0">
                <a:solidFill>
                  <a:srgbClr val="404040"/>
                </a:solidFill>
                <a:latin typeface="Open Sans"/>
                <a:ea typeface="Open Sans"/>
                <a:cs typeface="Open Sans"/>
                <a:sym typeface="Open Sans"/>
              </a:rPr>
              <a:t>Dataset Name: </a:t>
            </a:r>
            <a:r>
              <a:rPr lang="en-US" sz="2200" b="0" i="0" u="none" strike="noStrike" cap="none" dirty="0">
                <a:solidFill>
                  <a:srgbClr val="404040"/>
                </a:solidFill>
                <a:latin typeface="Open Sans"/>
                <a:ea typeface="Open Sans"/>
                <a:cs typeface="Open Sans"/>
                <a:sym typeface="Open Sans"/>
              </a:rPr>
              <a:t>“</a:t>
            </a:r>
            <a:r>
              <a:rPr lang="en-US" sz="2200" b="1" i="0" u="none" strike="noStrike" cap="none" dirty="0">
                <a:solidFill>
                  <a:srgbClr val="404040"/>
                </a:solidFill>
                <a:latin typeface="Open Sans"/>
                <a:ea typeface="Open Sans"/>
                <a:cs typeface="Open Sans"/>
                <a:sym typeface="Open Sans"/>
              </a:rPr>
              <a:t>wordcount.txt”</a:t>
            </a:r>
            <a:endParaRPr sz="2200" b="0" i="0" u="none" strike="noStrike" cap="none" dirty="0">
              <a:solidFill>
                <a:srgbClr val="000000"/>
              </a:solidFill>
              <a:latin typeface="Open Sans"/>
              <a:ea typeface="Open Sans"/>
              <a:cs typeface="Open Sans"/>
              <a:sym typeface="Open Sans"/>
            </a:endParaRPr>
          </a:p>
          <a:p>
            <a:pPr marL="0" marR="0" lvl="0" indent="0" algn="l" rtl="0">
              <a:lnSpc>
                <a:spcPct val="115000"/>
              </a:lnSpc>
              <a:spcBef>
                <a:spcPts val="1200"/>
              </a:spcBef>
              <a:spcAft>
                <a:spcPts val="0"/>
              </a:spcAft>
              <a:buClr>
                <a:schemeClr val="dk1"/>
              </a:buClr>
              <a:buSzPts val="2200"/>
              <a:buFont typeface="Open Sans"/>
              <a:buNone/>
            </a:pPr>
            <a:endParaRPr sz="2200" b="0" i="0" u="none" strike="noStrike" cap="none" dirty="0">
              <a:solidFill>
                <a:schemeClr val="dk1"/>
              </a:solidFill>
              <a:latin typeface="Open Sans"/>
              <a:ea typeface="Open Sans"/>
              <a:cs typeface="Open Sans"/>
              <a:sym typeface="Open Sans"/>
            </a:endParaRPr>
          </a:p>
          <a:p>
            <a:pPr marL="0" marR="0" lvl="0" indent="0" algn="l" rtl="0">
              <a:lnSpc>
                <a:spcPct val="115000"/>
              </a:lnSpc>
              <a:spcBef>
                <a:spcPts val="0"/>
              </a:spcBef>
              <a:spcAft>
                <a:spcPts val="0"/>
              </a:spcAft>
              <a:buClr>
                <a:schemeClr val="dk1"/>
              </a:buClr>
              <a:buSzPts val="2200"/>
              <a:buFont typeface="Open Sans"/>
              <a:buNone/>
            </a:pPr>
            <a:endParaRPr sz="2200" b="1" i="0" u="none" strike="noStrike" cap="none" dirty="0">
              <a:solidFill>
                <a:schemeClr val="dk1"/>
              </a:solidFill>
              <a:latin typeface="Open Sans"/>
              <a:ea typeface="Open Sans"/>
              <a:cs typeface="Open Sans"/>
              <a:sym typeface="Open Sans"/>
            </a:endParaRPr>
          </a:p>
        </p:txBody>
      </p:sp>
      <p:sp>
        <p:nvSpPr>
          <p:cNvPr id="1424" name="Google Shape;1424;p101"/>
          <p:cNvSpPr txBox="1">
            <a:spLocks noGrp="1"/>
          </p:cNvSpPr>
          <p:nvPr>
            <p:ph type="title"/>
          </p:nvPr>
        </p:nvSpPr>
        <p:spPr>
          <a:xfrm>
            <a:off x="1297626" y="436395"/>
            <a:ext cx="9155019" cy="66504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800">
                <a:latin typeface="Open Sans"/>
                <a:ea typeface="Open Sans"/>
                <a:cs typeface="Open Sans"/>
                <a:sym typeface="Open Sans"/>
              </a:rPr>
              <a:t>Assisted Practice: Execution of MapReduce Job</a:t>
            </a:r>
            <a:endParaRPr/>
          </a:p>
        </p:txBody>
      </p:sp>
      <p:sp>
        <p:nvSpPr>
          <p:cNvPr id="4" name="Google Shape;2191;p9">
            <a:extLst>
              <a:ext uri="{FF2B5EF4-FFF2-40B4-BE49-F238E27FC236}">
                <a16:creationId xmlns:a16="http://schemas.microsoft.com/office/drawing/2014/main" id="{71039940-CED3-CF13-31EE-D312511F7731}"/>
              </a:ext>
            </a:extLst>
          </p:cNvPr>
          <p:cNvSpPr txBox="1"/>
          <p:nvPr/>
        </p:nvSpPr>
        <p:spPr>
          <a:xfrm>
            <a:off x="11429590" y="1818844"/>
            <a:ext cx="3484882" cy="35832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F547B"/>
              </a:buClr>
              <a:buSzPts val="700"/>
              <a:buFont typeface="Arial"/>
              <a:buNone/>
            </a:pPr>
            <a:r>
              <a:rPr lang="en-US" sz="2200" b="1" i="0" u="none" strike="noStrike" cap="none" dirty="0">
                <a:solidFill>
                  <a:srgbClr val="3F3F3F"/>
                </a:solidFill>
                <a:latin typeface="Open Sans"/>
                <a:ea typeface="Open Sans"/>
                <a:cs typeface="Open Sans"/>
                <a:sym typeface="Open Sans"/>
              </a:rPr>
              <a:t>Duration: 10 </a:t>
            </a:r>
            <a:r>
              <a:rPr lang="en-US" sz="2200" b="1" dirty="0">
                <a:solidFill>
                  <a:srgbClr val="3F3F3F"/>
                </a:solidFill>
                <a:latin typeface="Open Sans"/>
                <a:ea typeface="Open Sans"/>
                <a:cs typeface="Open Sans"/>
                <a:sym typeface="Open Sans"/>
              </a:rPr>
              <a:t>Minutes</a:t>
            </a:r>
            <a:endParaRPr sz="2200" b="1" i="0" u="none" strike="noStrike" cap="none" dirty="0">
              <a:solidFill>
                <a:srgbClr val="3F3F3F"/>
              </a:solidFill>
              <a:latin typeface="Open Sans"/>
              <a:ea typeface="Open Sans"/>
              <a:cs typeface="Open Sans"/>
              <a:sym typeface="Open San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429"/>
        <p:cNvGrpSpPr/>
        <p:nvPr/>
      </p:nvGrpSpPr>
      <p:grpSpPr>
        <a:xfrm>
          <a:off x="0" y="0"/>
          <a:ext cx="0" cy="0"/>
          <a:chOff x="0" y="0"/>
          <a:chExt cx="0" cy="0"/>
        </a:xfrm>
      </p:grpSpPr>
      <p:sp>
        <p:nvSpPr>
          <p:cNvPr id="1430" name="Google Shape;1430;p102"/>
          <p:cNvSpPr txBox="1"/>
          <p:nvPr/>
        </p:nvSpPr>
        <p:spPr>
          <a:xfrm>
            <a:off x="1297626" y="2743785"/>
            <a:ext cx="13713774" cy="5780003"/>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200" b="0" i="0" u="none" strike="noStrike" cap="none" dirty="0">
                <a:solidFill>
                  <a:srgbClr val="3F3F3F"/>
                </a:solidFill>
                <a:latin typeface="Open Sans"/>
                <a:ea typeface="Open Sans"/>
                <a:cs typeface="Open Sans"/>
                <a:sym typeface="Open Sans"/>
              </a:rPr>
              <a:t>Step 1: Download the </a:t>
            </a:r>
            <a:r>
              <a:rPr lang="en-US" sz="2200" b="1" i="0" u="none" strike="noStrike" cap="none" dirty="0">
                <a:solidFill>
                  <a:srgbClr val="3F3F3F"/>
                </a:solidFill>
                <a:latin typeface="Open Sans"/>
                <a:ea typeface="Open Sans"/>
                <a:cs typeface="Open Sans"/>
                <a:sym typeface="Open Sans"/>
              </a:rPr>
              <a:t>Hadoop-mapreduce-example.jar </a:t>
            </a:r>
            <a:r>
              <a:rPr lang="en-US" sz="2200" b="0" i="0" u="none" strike="noStrike" cap="none" dirty="0">
                <a:solidFill>
                  <a:srgbClr val="3F3F3F"/>
                </a:solidFill>
                <a:latin typeface="Open Sans"/>
                <a:ea typeface="Open Sans"/>
                <a:cs typeface="Open Sans"/>
                <a:sym typeface="Open Sans"/>
              </a:rPr>
              <a:t>file and </a:t>
            </a:r>
            <a:r>
              <a:rPr lang="en-US" sz="2200" b="1" i="0" u="none" strike="noStrike" cap="none" dirty="0">
                <a:solidFill>
                  <a:srgbClr val="3F3F3F"/>
                </a:solidFill>
                <a:latin typeface="Open Sans"/>
                <a:ea typeface="Open Sans"/>
                <a:cs typeface="Open Sans"/>
                <a:sym typeface="Open Sans"/>
              </a:rPr>
              <a:t>wordcount.txt </a:t>
            </a:r>
            <a:r>
              <a:rPr lang="en-US" sz="2200" b="0" i="0" u="none" strike="noStrike" cap="none" dirty="0">
                <a:solidFill>
                  <a:srgbClr val="3F3F3F"/>
                </a:solidFill>
                <a:latin typeface="Open Sans"/>
                <a:ea typeface="Open Sans"/>
                <a:cs typeface="Open Sans"/>
                <a:sym typeface="Open Sans"/>
              </a:rPr>
              <a:t>file</a:t>
            </a:r>
            <a:endParaRPr dirty="0"/>
          </a:p>
          <a:p>
            <a:pPr marL="0" marR="0" lvl="0" indent="0" algn="l" rtl="0">
              <a:lnSpc>
                <a:spcPct val="115000"/>
              </a:lnSpc>
              <a:spcBef>
                <a:spcPts val="0"/>
              </a:spcBef>
              <a:spcAft>
                <a:spcPts val="0"/>
              </a:spcAft>
              <a:buNone/>
            </a:pPr>
            <a:endParaRPr sz="2200" b="0" i="0" u="none" strike="noStrike" cap="none" dirty="0">
              <a:solidFill>
                <a:srgbClr val="3F3F3F"/>
              </a:solidFill>
              <a:latin typeface="Open Sans"/>
              <a:ea typeface="Open Sans"/>
              <a:cs typeface="Open Sans"/>
              <a:sym typeface="Open Sans"/>
            </a:endParaRPr>
          </a:p>
          <a:p>
            <a:pPr marL="0" marR="0" lvl="0" indent="0" algn="l" rtl="0">
              <a:lnSpc>
                <a:spcPct val="115000"/>
              </a:lnSpc>
              <a:spcBef>
                <a:spcPts val="0"/>
              </a:spcBef>
              <a:spcAft>
                <a:spcPts val="0"/>
              </a:spcAft>
              <a:buNone/>
            </a:pPr>
            <a:r>
              <a:rPr lang="en-US" sz="2200" b="0" i="0" u="none" strike="noStrike" cap="none" dirty="0">
                <a:solidFill>
                  <a:srgbClr val="3F3F3F"/>
                </a:solidFill>
                <a:latin typeface="Open Sans"/>
                <a:ea typeface="Open Sans"/>
                <a:cs typeface="Open Sans"/>
                <a:sym typeface="Open Sans"/>
              </a:rPr>
              <a:t>Step 2: Log in to the FTP using the username and password from the lab and upload the file</a:t>
            </a:r>
            <a:endParaRPr dirty="0"/>
          </a:p>
          <a:p>
            <a:pPr marL="0" marR="0" lvl="0" indent="0" algn="l" rtl="0">
              <a:lnSpc>
                <a:spcPct val="115000"/>
              </a:lnSpc>
              <a:spcBef>
                <a:spcPts val="0"/>
              </a:spcBef>
              <a:spcAft>
                <a:spcPts val="0"/>
              </a:spcAft>
              <a:buNone/>
            </a:pPr>
            <a:endParaRPr sz="2200" b="0" i="0" u="none" strike="noStrike" cap="none" dirty="0">
              <a:solidFill>
                <a:srgbClr val="3F3F3F"/>
              </a:solidFill>
              <a:latin typeface="Open Sans"/>
              <a:ea typeface="Open Sans"/>
              <a:cs typeface="Open Sans"/>
              <a:sym typeface="Open Sans"/>
            </a:endParaRPr>
          </a:p>
          <a:p>
            <a:pPr marL="0" marR="0" lvl="0" indent="0" algn="l" rtl="0">
              <a:lnSpc>
                <a:spcPct val="115000"/>
              </a:lnSpc>
              <a:spcBef>
                <a:spcPts val="0"/>
              </a:spcBef>
              <a:spcAft>
                <a:spcPts val="0"/>
              </a:spcAft>
              <a:buNone/>
            </a:pPr>
            <a:r>
              <a:rPr lang="en-US" sz="2200" b="0" i="0" u="none" strike="noStrike" cap="none" dirty="0">
                <a:solidFill>
                  <a:srgbClr val="3F3F3F"/>
                </a:solidFill>
                <a:latin typeface="Open Sans"/>
                <a:ea typeface="Open Sans"/>
                <a:cs typeface="Open Sans"/>
                <a:sym typeface="Open Sans"/>
              </a:rPr>
              <a:t>Step 3: Log in to the </a:t>
            </a:r>
            <a:r>
              <a:rPr lang="en-US" sz="2200" dirty="0">
                <a:solidFill>
                  <a:srgbClr val="3F3F3F"/>
                </a:solidFill>
                <a:latin typeface="Open Sans"/>
                <a:ea typeface="Open Sans"/>
                <a:cs typeface="Open Sans"/>
                <a:sym typeface="Open Sans"/>
              </a:rPr>
              <a:t>c</a:t>
            </a:r>
            <a:r>
              <a:rPr lang="en-US" sz="2200" b="0" i="0" u="none" strike="noStrike" cap="none" dirty="0">
                <a:solidFill>
                  <a:srgbClr val="3F3F3F"/>
                </a:solidFill>
                <a:latin typeface="Open Sans"/>
                <a:ea typeface="Open Sans"/>
                <a:cs typeface="Open Sans"/>
                <a:sym typeface="Open Sans"/>
              </a:rPr>
              <a:t>onsole using the username and password from the lab and create a new directory </a:t>
            </a:r>
            <a:r>
              <a:rPr lang="en-US" sz="2200" b="1" i="0" u="none" strike="noStrike" cap="none" dirty="0">
                <a:solidFill>
                  <a:srgbClr val="3F3F3F"/>
                </a:solidFill>
                <a:latin typeface="Open Sans"/>
                <a:ea typeface="Open Sans"/>
                <a:cs typeface="Open Sans"/>
                <a:sym typeface="Open Sans"/>
              </a:rPr>
              <a:t>demo</a:t>
            </a:r>
            <a:r>
              <a:rPr lang="en-US" sz="2200" b="0" i="0" u="none" strike="noStrike" cap="none" dirty="0">
                <a:solidFill>
                  <a:srgbClr val="3F3F3F"/>
                </a:solidFill>
                <a:latin typeface="Open Sans"/>
                <a:ea typeface="Open Sans"/>
                <a:cs typeface="Open Sans"/>
                <a:sym typeface="Open Sans"/>
              </a:rPr>
              <a:t> in HDFS using the </a:t>
            </a:r>
            <a:r>
              <a:rPr lang="en-US" sz="2200" b="1" i="0" u="none" strike="noStrike" cap="none" dirty="0" err="1">
                <a:solidFill>
                  <a:srgbClr val="3F3F3F"/>
                </a:solidFill>
                <a:latin typeface="Open Sans"/>
                <a:ea typeface="Open Sans"/>
                <a:cs typeface="Open Sans"/>
                <a:sym typeface="Open Sans"/>
              </a:rPr>
              <a:t>mkdir</a:t>
            </a:r>
            <a:r>
              <a:rPr lang="en-US" sz="2200" b="0" i="0" u="none" strike="noStrike" cap="none" dirty="0">
                <a:solidFill>
                  <a:srgbClr val="3F3F3F"/>
                </a:solidFill>
                <a:latin typeface="Open Sans"/>
                <a:ea typeface="Open Sans"/>
                <a:cs typeface="Open Sans"/>
                <a:sym typeface="Open Sans"/>
              </a:rPr>
              <a:t> command</a:t>
            </a:r>
            <a:endParaRPr dirty="0"/>
          </a:p>
          <a:p>
            <a:pPr marL="0" marR="0" lvl="0" indent="0" algn="l" rtl="0">
              <a:lnSpc>
                <a:spcPct val="115000"/>
              </a:lnSpc>
              <a:spcBef>
                <a:spcPts val="0"/>
              </a:spcBef>
              <a:spcAft>
                <a:spcPts val="0"/>
              </a:spcAft>
              <a:buNone/>
            </a:pPr>
            <a:endParaRPr sz="2200" b="0" i="0" u="none" strike="noStrike" cap="none" dirty="0">
              <a:solidFill>
                <a:srgbClr val="3F3F3F"/>
              </a:solidFill>
              <a:latin typeface="Open Sans"/>
              <a:ea typeface="Open Sans"/>
              <a:cs typeface="Open Sans"/>
              <a:sym typeface="Open Sans"/>
            </a:endParaRPr>
          </a:p>
          <a:p>
            <a:pPr marL="0" marR="0" lvl="0" indent="0" algn="l" rtl="0">
              <a:lnSpc>
                <a:spcPct val="115000"/>
              </a:lnSpc>
              <a:spcBef>
                <a:spcPts val="0"/>
              </a:spcBef>
              <a:spcAft>
                <a:spcPts val="0"/>
              </a:spcAft>
              <a:buNone/>
            </a:pPr>
            <a:r>
              <a:rPr lang="en-US" sz="2200" b="0" i="0" u="none" strike="noStrike" cap="none" dirty="0">
                <a:solidFill>
                  <a:srgbClr val="3F3F3F"/>
                </a:solidFill>
                <a:latin typeface="Open Sans"/>
                <a:ea typeface="Open Sans"/>
                <a:cs typeface="Open Sans"/>
                <a:sym typeface="Open Sans"/>
              </a:rPr>
              <a:t>Step 4: Push the </a:t>
            </a:r>
            <a:r>
              <a:rPr lang="en-US" sz="2200" b="1" i="0" u="none" strike="noStrike" cap="none" dirty="0">
                <a:solidFill>
                  <a:srgbClr val="3F3F3F"/>
                </a:solidFill>
                <a:latin typeface="Open Sans"/>
                <a:ea typeface="Open Sans"/>
                <a:cs typeface="Open Sans"/>
                <a:sym typeface="Open Sans"/>
              </a:rPr>
              <a:t>wordcount.txt </a:t>
            </a:r>
            <a:r>
              <a:rPr lang="en-US" sz="2200" b="0" i="0" u="none" strike="noStrike" cap="none" dirty="0">
                <a:solidFill>
                  <a:srgbClr val="3F3F3F"/>
                </a:solidFill>
                <a:latin typeface="Open Sans"/>
                <a:ea typeface="Open Sans"/>
                <a:cs typeface="Open Sans"/>
                <a:sym typeface="Open Sans"/>
              </a:rPr>
              <a:t>file into the directory using the put command</a:t>
            </a:r>
            <a:endParaRPr dirty="0"/>
          </a:p>
          <a:p>
            <a:pPr marL="0" marR="0" lvl="0" indent="0" algn="l" rtl="0">
              <a:lnSpc>
                <a:spcPct val="115000"/>
              </a:lnSpc>
              <a:spcBef>
                <a:spcPts val="0"/>
              </a:spcBef>
              <a:spcAft>
                <a:spcPts val="0"/>
              </a:spcAft>
              <a:buNone/>
            </a:pPr>
            <a:endParaRPr sz="2200" b="0" i="0" u="none" strike="noStrike" cap="none" dirty="0">
              <a:solidFill>
                <a:srgbClr val="3F3F3F"/>
              </a:solidFill>
              <a:latin typeface="Open Sans"/>
              <a:ea typeface="Open Sans"/>
              <a:cs typeface="Open Sans"/>
              <a:sym typeface="Open Sans"/>
            </a:endParaRPr>
          </a:p>
          <a:p>
            <a:pPr marL="0" marR="0" lvl="0" indent="0" algn="l" rtl="0">
              <a:lnSpc>
                <a:spcPct val="115000"/>
              </a:lnSpc>
              <a:spcBef>
                <a:spcPts val="0"/>
              </a:spcBef>
              <a:spcAft>
                <a:spcPts val="0"/>
              </a:spcAft>
              <a:buNone/>
            </a:pPr>
            <a:r>
              <a:rPr lang="en-US" sz="2200" b="0" i="0" u="none" strike="noStrike" cap="none" dirty="0">
                <a:solidFill>
                  <a:srgbClr val="3F3F3F"/>
                </a:solidFill>
                <a:latin typeface="Open Sans"/>
                <a:ea typeface="Open Sans"/>
                <a:cs typeface="Open Sans"/>
                <a:sym typeface="Open Sans"/>
              </a:rPr>
              <a:t>Step 5: Execute the command to move the </a:t>
            </a:r>
            <a:r>
              <a:rPr lang="en-US" sz="2200" b="1" i="0" u="none" strike="noStrike" cap="none" dirty="0">
                <a:solidFill>
                  <a:srgbClr val="3F3F3F"/>
                </a:solidFill>
                <a:latin typeface="Open Sans"/>
                <a:ea typeface="Open Sans"/>
                <a:cs typeface="Open Sans"/>
                <a:sym typeface="Open Sans"/>
              </a:rPr>
              <a:t>Hadoop-mapreduce-example.jar </a:t>
            </a:r>
            <a:r>
              <a:rPr lang="en-US" sz="2200" b="0" i="0" u="none" strike="noStrike" cap="none" dirty="0">
                <a:solidFill>
                  <a:srgbClr val="3F3F3F"/>
                </a:solidFill>
                <a:latin typeface="Open Sans"/>
                <a:ea typeface="Open Sans"/>
                <a:cs typeface="Open Sans"/>
                <a:sym typeface="Open Sans"/>
              </a:rPr>
              <a:t>file to the HDFS directory</a:t>
            </a:r>
            <a:endParaRPr dirty="0"/>
          </a:p>
          <a:p>
            <a:pPr marL="0" marR="0" lvl="0" indent="0" algn="l" rtl="0">
              <a:lnSpc>
                <a:spcPct val="115000"/>
              </a:lnSpc>
              <a:spcBef>
                <a:spcPts val="0"/>
              </a:spcBef>
              <a:spcAft>
                <a:spcPts val="0"/>
              </a:spcAft>
              <a:buNone/>
            </a:pPr>
            <a:endParaRPr sz="2200" b="0" i="0" u="none" strike="noStrike" cap="none" dirty="0">
              <a:solidFill>
                <a:srgbClr val="3F3F3F"/>
              </a:solidFill>
              <a:latin typeface="Open Sans"/>
              <a:ea typeface="Open Sans"/>
              <a:cs typeface="Open Sans"/>
              <a:sym typeface="Open Sans"/>
            </a:endParaRPr>
          </a:p>
          <a:p>
            <a:pPr marL="0" marR="0" lvl="0" indent="0" algn="l" rtl="0">
              <a:lnSpc>
                <a:spcPct val="115000"/>
              </a:lnSpc>
              <a:spcBef>
                <a:spcPts val="0"/>
              </a:spcBef>
              <a:spcAft>
                <a:spcPts val="0"/>
              </a:spcAft>
              <a:buNone/>
            </a:pPr>
            <a:r>
              <a:rPr lang="en-US" sz="2200" b="0" i="0" u="none" strike="noStrike" cap="none" dirty="0">
                <a:solidFill>
                  <a:srgbClr val="3F3F3F"/>
                </a:solidFill>
                <a:latin typeface="Open Sans"/>
                <a:ea typeface="Open Sans"/>
                <a:cs typeface="Open Sans"/>
                <a:sym typeface="Open Sans"/>
              </a:rPr>
              <a:t>Step 6: View the files in the </a:t>
            </a:r>
            <a:r>
              <a:rPr lang="en-US" sz="2200" b="1" i="0" u="none" strike="noStrike" cap="none" dirty="0">
                <a:solidFill>
                  <a:srgbClr val="3F3F3F"/>
                </a:solidFill>
                <a:latin typeface="Open Sans"/>
                <a:ea typeface="Open Sans"/>
                <a:cs typeface="Open Sans"/>
                <a:sym typeface="Open Sans"/>
              </a:rPr>
              <a:t>Output</a:t>
            </a:r>
            <a:r>
              <a:rPr lang="en-US" sz="2200" b="0" i="0" u="none" strike="noStrike" cap="none" dirty="0">
                <a:solidFill>
                  <a:srgbClr val="3F3F3F"/>
                </a:solidFill>
                <a:latin typeface="Open Sans"/>
                <a:ea typeface="Open Sans"/>
                <a:cs typeface="Open Sans"/>
                <a:sym typeface="Open Sans"/>
              </a:rPr>
              <a:t> folder with the part files</a:t>
            </a:r>
            <a:endParaRPr sz="2200" b="0" i="0" u="none" strike="noStrike" cap="none" dirty="0">
              <a:solidFill>
                <a:srgbClr val="3F3F3F"/>
              </a:solidFill>
              <a:latin typeface="Open Sans"/>
              <a:ea typeface="Open Sans"/>
              <a:cs typeface="Open Sans"/>
              <a:sym typeface="Open Sans"/>
            </a:endParaRPr>
          </a:p>
          <a:p>
            <a:pPr marL="0" marR="0" lvl="0" indent="0" algn="l" rtl="0">
              <a:lnSpc>
                <a:spcPct val="100000"/>
              </a:lnSpc>
              <a:spcBef>
                <a:spcPts val="0"/>
              </a:spcBef>
              <a:spcAft>
                <a:spcPts val="0"/>
              </a:spcAft>
              <a:buNone/>
            </a:pPr>
            <a:endParaRPr sz="2200" b="1" i="0" u="none" strike="noStrike" cap="none" dirty="0">
              <a:solidFill>
                <a:srgbClr val="3F3F3F"/>
              </a:solidFill>
              <a:latin typeface="Open Sans"/>
              <a:ea typeface="Open Sans"/>
              <a:cs typeface="Open Sans"/>
              <a:sym typeface="Open Sans"/>
            </a:endParaRPr>
          </a:p>
          <a:p>
            <a:pPr marL="0" marR="0" lvl="0" indent="0" algn="l" rtl="0">
              <a:lnSpc>
                <a:spcPct val="100000"/>
              </a:lnSpc>
              <a:spcBef>
                <a:spcPts val="0"/>
              </a:spcBef>
              <a:spcAft>
                <a:spcPts val="0"/>
              </a:spcAft>
              <a:buNone/>
            </a:pPr>
            <a:r>
              <a:rPr lang="en-US" sz="2200" b="1" i="0" u="none" strike="noStrike" cap="none" dirty="0">
                <a:solidFill>
                  <a:srgbClr val="3F3F3F"/>
                </a:solidFill>
                <a:latin typeface="Open Sans"/>
                <a:ea typeface="Open Sans"/>
                <a:cs typeface="Open Sans"/>
                <a:sym typeface="Open Sans"/>
              </a:rPr>
              <a:t>Note: The solution to this assisted practice is provided under the Reference Materials section.</a:t>
            </a:r>
          </a:p>
          <a:p>
            <a:pPr marL="0" marR="0" lvl="0" indent="0" algn="l" rtl="0">
              <a:lnSpc>
                <a:spcPct val="100000"/>
              </a:lnSpc>
              <a:spcBef>
                <a:spcPts val="0"/>
              </a:spcBef>
              <a:spcAft>
                <a:spcPts val="0"/>
              </a:spcAft>
              <a:buNone/>
            </a:pPr>
            <a:endParaRPr lang="en-US" sz="2200" b="1" i="0" u="none" strike="noStrike" cap="none" dirty="0">
              <a:solidFill>
                <a:srgbClr val="3F3F3F"/>
              </a:solidFill>
              <a:latin typeface="Open Sans"/>
              <a:ea typeface="Open Sans"/>
              <a:cs typeface="Open Sans"/>
              <a:sym typeface="Open Sans"/>
            </a:endParaRPr>
          </a:p>
        </p:txBody>
      </p:sp>
      <p:sp>
        <p:nvSpPr>
          <p:cNvPr id="1432" name="Google Shape;1432;p102"/>
          <p:cNvSpPr txBox="1"/>
          <p:nvPr/>
        </p:nvSpPr>
        <p:spPr>
          <a:xfrm>
            <a:off x="1297626" y="2123834"/>
            <a:ext cx="8124824" cy="397032"/>
          </a:xfrm>
          <a:prstGeom prst="rect">
            <a:avLst/>
          </a:prstGeom>
          <a:noFill/>
          <a:ln>
            <a:noFill/>
          </a:ln>
        </p:spPr>
        <p:txBody>
          <a:bodyPr spcFirstLastPara="1" wrap="square" lIns="91425" tIns="45700" rIns="91425" bIns="45700" anchor="t" anchorCtr="0">
            <a:spAutoFit/>
          </a:bodyPr>
          <a:lstStyle/>
          <a:p>
            <a:pPr marL="0" marR="0" lvl="0" indent="0" algn="l" rtl="0">
              <a:lnSpc>
                <a:spcPct val="90000"/>
              </a:lnSpc>
              <a:spcBef>
                <a:spcPts val="0"/>
              </a:spcBef>
              <a:spcAft>
                <a:spcPts val="0"/>
              </a:spcAft>
              <a:buClr>
                <a:schemeClr val="dk1"/>
              </a:buClr>
              <a:buSzPts val="700"/>
              <a:buFont typeface="Arial"/>
              <a:buNone/>
            </a:pPr>
            <a:r>
              <a:rPr lang="en-US" sz="2200" b="1" i="0" u="none" strike="noStrike" cap="none">
                <a:solidFill>
                  <a:srgbClr val="3F3F3F"/>
                </a:solidFill>
                <a:latin typeface="Open Sans"/>
                <a:ea typeface="Open Sans"/>
                <a:cs typeface="Open Sans"/>
                <a:sym typeface="Open Sans"/>
              </a:rPr>
              <a:t>Tasks to Perform:</a:t>
            </a:r>
            <a:endParaRPr/>
          </a:p>
        </p:txBody>
      </p:sp>
      <p:sp>
        <p:nvSpPr>
          <p:cNvPr id="2" name="Title 1">
            <a:extLst>
              <a:ext uri="{FF2B5EF4-FFF2-40B4-BE49-F238E27FC236}">
                <a16:creationId xmlns:a16="http://schemas.microsoft.com/office/drawing/2014/main" id="{525CE0D6-3ABC-549B-EE6C-ED7E6B4B95D1}"/>
              </a:ext>
            </a:extLst>
          </p:cNvPr>
          <p:cNvSpPr>
            <a:spLocks noGrp="1"/>
          </p:cNvSpPr>
          <p:nvPr>
            <p:ph type="title"/>
          </p:nvPr>
        </p:nvSpPr>
        <p:spPr>
          <a:xfrm>
            <a:off x="1297626" y="436395"/>
            <a:ext cx="9696532" cy="665045"/>
          </a:xfrm>
        </p:spPr>
        <p:txBody>
          <a:bodyPr/>
          <a:lstStyle/>
          <a:p>
            <a:r>
              <a:rPr lang="en-US" sz="2800" b="1" i="0" u="none" strike="noStrike" cap="none" dirty="0">
                <a:solidFill>
                  <a:schemeClr val="lt1"/>
                </a:solidFill>
                <a:latin typeface="Open Sans"/>
                <a:ea typeface="Open Sans"/>
                <a:cs typeface="Open Sans"/>
                <a:sym typeface="Open Sans"/>
              </a:rPr>
              <a:t>Assisted Practice: Execution of MapReduce Job</a:t>
            </a:r>
            <a:endParaRPr lang="en-IN"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436"/>
        <p:cNvGrpSpPr/>
        <p:nvPr/>
      </p:nvGrpSpPr>
      <p:grpSpPr>
        <a:xfrm>
          <a:off x="0" y="0"/>
          <a:ext cx="0" cy="0"/>
          <a:chOff x="0" y="0"/>
          <a:chExt cx="0" cy="0"/>
        </a:xfrm>
      </p:grpSpPr>
      <p:pic>
        <p:nvPicPr>
          <p:cNvPr id="1440" name="Google Shape;1440;p103"/>
          <p:cNvPicPr preferRelativeResize="0"/>
          <p:nvPr/>
        </p:nvPicPr>
        <p:blipFill>
          <a:blip r:embed="rId3"/>
          <a:srcRect/>
          <a:stretch/>
        </p:blipFill>
        <p:spPr>
          <a:xfrm>
            <a:off x="678980" y="2045550"/>
            <a:ext cx="489335" cy="479068"/>
          </a:xfrm>
          <a:prstGeom prst="rect">
            <a:avLst/>
          </a:prstGeom>
          <a:noFill/>
          <a:ln>
            <a:noFill/>
          </a:ln>
        </p:spPr>
      </p:pic>
      <p:pic>
        <p:nvPicPr>
          <p:cNvPr id="1441" name="Google Shape;1441;p103"/>
          <p:cNvPicPr preferRelativeResize="0"/>
          <p:nvPr/>
        </p:nvPicPr>
        <p:blipFill>
          <a:blip r:embed="rId3"/>
          <a:srcRect/>
          <a:stretch/>
        </p:blipFill>
        <p:spPr>
          <a:xfrm>
            <a:off x="678979" y="3104896"/>
            <a:ext cx="489335" cy="479068"/>
          </a:xfrm>
          <a:prstGeom prst="rect">
            <a:avLst/>
          </a:prstGeom>
          <a:noFill/>
          <a:ln>
            <a:noFill/>
          </a:ln>
        </p:spPr>
      </p:pic>
      <p:pic>
        <p:nvPicPr>
          <p:cNvPr id="1442" name="Google Shape;1442;p103"/>
          <p:cNvPicPr preferRelativeResize="0"/>
          <p:nvPr/>
        </p:nvPicPr>
        <p:blipFill>
          <a:blip r:embed="rId3"/>
          <a:srcRect/>
          <a:stretch/>
        </p:blipFill>
        <p:spPr>
          <a:xfrm>
            <a:off x="678978" y="4476669"/>
            <a:ext cx="489335" cy="479068"/>
          </a:xfrm>
          <a:prstGeom prst="rect">
            <a:avLst/>
          </a:prstGeom>
          <a:noFill/>
          <a:ln>
            <a:noFill/>
          </a:ln>
        </p:spPr>
      </p:pic>
      <p:pic>
        <p:nvPicPr>
          <p:cNvPr id="1443" name="Google Shape;1443;p103"/>
          <p:cNvPicPr preferRelativeResize="0"/>
          <p:nvPr/>
        </p:nvPicPr>
        <p:blipFill>
          <a:blip r:embed="rId3"/>
          <a:srcRect/>
          <a:stretch/>
        </p:blipFill>
        <p:spPr>
          <a:xfrm>
            <a:off x="678977" y="5920213"/>
            <a:ext cx="489335" cy="479068"/>
          </a:xfrm>
          <a:prstGeom prst="rect">
            <a:avLst/>
          </a:prstGeom>
          <a:noFill/>
          <a:ln>
            <a:noFill/>
          </a:ln>
        </p:spPr>
      </p:pic>
      <p:sp>
        <p:nvSpPr>
          <p:cNvPr id="8" name="Google Shape;1437;p103">
            <a:extLst>
              <a:ext uri="{FF2B5EF4-FFF2-40B4-BE49-F238E27FC236}">
                <a16:creationId xmlns:a16="http://schemas.microsoft.com/office/drawing/2014/main" id="{9CD7FC7E-45BE-3B83-FE8D-26245BC5AEAD}"/>
              </a:ext>
            </a:extLst>
          </p:cNvPr>
          <p:cNvSpPr txBox="1">
            <a:spLocks/>
          </p:cNvSpPr>
          <p:nvPr/>
        </p:nvSpPr>
        <p:spPr>
          <a:xfrm>
            <a:off x="1252032" y="2040417"/>
            <a:ext cx="9323039" cy="48933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200"/>
            </a:pPr>
            <a:r>
              <a:rPr lang="en-US" sz="2200" dirty="0">
                <a:solidFill>
                  <a:srgbClr val="3F3F3F"/>
                </a:solidFill>
                <a:latin typeface="Open Sans"/>
                <a:ea typeface="Open Sans"/>
                <a:cs typeface="Open Sans"/>
                <a:sym typeface="Open Sans"/>
              </a:rPr>
              <a:t>MapReduce divides and analyzes large data sets into logical clusters.</a:t>
            </a:r>
            <a:endParaRPr lang="en-US" sz="2200" dirty="0">
              <a:solidFill>
                <a:srgbClr val="3F3F3F"/>
              </a:solidFill>
              <a:latin typeface="Open Sans"/>
              <a:ea typeface="Open Sans"/>
              <a:cs typeface="Open Sans"/>
            </a:endParaRPr>
          </a:p>
        </p:txBody>
      </p:sp>
      <p:sp>
        <p:nvSpPr>
          <p:cNvPr id="9" name="Google Shape;1438;p103">
            <a:extLst>
              <a:ext uri="{FF2B5EF4-FFF2-40B4-BE49-F238E27FC236}">
                <a16:creationId xmlns:a16="http://schemas.microsoft.com/office/drawing/2014/main" id="{7C11432C-D722-D98F-B2D8-661914F9D2CD}"/>
              </a:ext>
            </a:extLst>
          </p:cNvPr>
          <p:cNvSpPr txBox="1">
            <a:spLocks/>
          </p:cNvSpPr>
          <p:nvPr/>
        </p:nvSpPr>
        <p:spPr>
          <a:xfrm>
            <a:off x="1271082" y="3090480"/>
            <a:ext cx="8099408" cy="77460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200"/>
            </a:pPr>
            <a:r>
              <a:rPr lang="en-US" sz="2200" dirty="0">
                <a:solidFill>
                  <a:srgbClr val="3F3F3F"/>
                </a:solidFill>
                <a:latin typeface="Open Sans"/>
                <a:ea typeface="Open Sans"/>
                <a:cs typeface="Open Sans"/>
                <a:sym typeface="Open Sans"/>
              </a:rPr>
              <a:t>A job is a MapReduce program that generates multiple maps and reduces functions throughout the program's lifetime.</a:t>
            </a:r>
            <a:endParaRPr lang="en-US" sz="2200" dirty="0">
              <a:solidFill>
                <a:srgbClr val="3F3F3F"/>
              </a:solidFill>
              <a:latin typeface="Open Sans"/>
              <a:ea typeface="Open Sans"/>
              <a:cs typeface="Open Sans"/>
            </a:endParaRPr>
          </a:p>
        </p:txBody>
      </p:sp>
      <p:sp>
        <p:nvSpPr>
          <p:cNvPr id="10" name="Google Shape;1444;p103">
            <a:extLst>
              <a:ext uri="{FF2B5EF4-FFF2-40B4-BE49-F238E27FC236}">
                <a16:creationId xmlns:a16="http://schemas.microsoft.com/office/drawing/2014/main" id="{F7C545EA-3257-EE71-7EE9-8431C8755D04}"/>
              </a:ext>
            </a:extLst>
          </p:cNvPr>
          <p:cNvSpPr txBox="1"/>
          <p:nvPr/>
        </p:nvSpPr>
        <p:spPr>
          <a:xfrm>
            <a:off x="1271082" y="4445803"/>
            <a:ext cx="8609144" cy="7694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F3F3F"/>
              </a:buClr>
              <a:buSzPts val="2200"/>
              <a:buFont typeface="Arial"/>
              <a:buNone/>
            </a:pPr>
            <a:r>
              <a:rPr lang="en-US" sz="2200" b="0" i="0" u="none" strike="noStrike" cap="none" dirty="0">
                <a:solidFill>
                  <a:srgbClr val="3F3F3F"/>
                </a:solidFill>
                <a:latin typeface="Open Sans"/>
                <a:ea typeface="Open Sans"/>
                <a:cs typeface="Open Sans"/>
                <a:sym typeface="Open Sans"/>
              </a:rPr>
              <a:t>Tested techniques must be used to achieve maximum performance from the MR cluster.</a:t>
            </a:r>
            <a:endParaRPr sz="2200" b="0" i="0" u="none" strike="noStrike" cap="none" dirty="0">
              <a:solidFill>
                <a:srgbClr val="3F3F3F"/>
              </a:solidFill>
              <a:latin typeface="Calibri"/>
              <a:ea typeface="Calibri"/>
              <a:cs typeface="Calibri"/>
              <a:sym typeface="Calibri"/>
            </a:endParaRPr>
          </a:p>
        </p:txBody>
      </p:sp>
      <p:sp>
        <p:nvSpPr>
          <p:cNvPr id="11" name="Google Shape;1445;p103">
            <a:extLst>
              <a:ext uri="{FF2B5EF4-FFF2-40B4-BE49-F238E27FC236}">
                <a16:creationId xmlns:a16="http://schemas.microsoft.com/office/drawing/2014/main" id="{34708566-79CB-4AAE-A052-FF18405D2201}"/>
              </a:ext>
            </a:extLst>
          </p:cNvPr>
          <p:cNvSpPr txBox="1"/>
          <p:nvPr/>
        </p:nvSpPr>
        <p:spPr>
          <a:xfrm>
            <a:off x="1271082" y="5908397"/>
            <a:ext cx="8663972" cy="76940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200" b="0" i="0" u="none" strike="noStrike" cap="none" dirty="0">
                <a:solidFill>
                  <a:srgbClr val="3F3F3F"/>
                </a:solidFill>
                <a:latin typeface="Open Sans"/>
                <a:ea typeface="Open Sans"/>
                <a:cs typeface="Open Sans"/>
                <a:sym typeface="Open Sans"/>
              </a:rPr>
              <a:t>The MapReduce job divides the input dataset into separate chunks, which are then processed in parallel by the map jobs.</a:t>
            </a:r>
            <a:endParaRPr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449"/>
        <p:cNvGrpSpPr/>
        <p:nvPr/>
      </p:nvGrpSpPr>
      <p:grpSpPr>
        <a:xfrm>
          <a:off x="0" y="0"/>
          <a:ext cx="0" cy="0"/>
          <a:chOff x="0" y="0"/>
          <a:chExt cx="0" cy="0"/>
        </a:xfrm>
      </p:grpSpPr>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453"/>
        <p:cNvGrpSpPr/>
        <p:nvPr/>
      </p:nvGrpSpPr>
      <p:grpSpPr>
        <a:xfrm>
          <a:off x="0" y="0"/>
          <a:ext cx="0" cy="0"/>
          <a:chOff x="0" y="0"/>
          <a:chExt cx="0" cy="0"/>
        </a:xfrm>
      </p:grpSpPr>
      <p:sp>
        <p:nvSpPr>
          <p:cNvPr id="8" name="Text Placeholder 7">
            <a:extLst>
              <a:ext uri="{FF2B5EF4-FFF2-40B4-BE49-F238E27FC236}">
                <a16:creationId xmlns:a16="http://schemas.microsoft.com/office/drawing/2014/main" id="{A14B04F4-011A-D865-9E20-C2998C573A6A}"/>
              </a:ext>
            </a:extLst>
          </p:cNvPr>
          <p:cNvSpPr>
            <a:spLocks noGrp="1"/>
          </p:cNvSpPr>
          <p:nvPr>
            <p:ph type="body" sz="quarter" idx="10"/>
          </p:nvPr>
        </p:nvSpPr>
        <p:spPr/>
        <p:txBody>
          <a:bodyPr/>
          <a:lstStyle/>
          <a:p>
            <a:r>
              <a:rPr lang="en-US" sz="2200" dirty="0">
                <a:latin typeface="Open Sans" panose="020B0606030504020204" pitchFamily="34" charset="0"/>
                <a:ea typeface="Open Sans" panose="020B0606030504020204" pitchFamily="34" charset="0"/>
                <a:cs typeface="Open Sans" panose="020B0606030504020204" pitchFamily="34" charset="0"/>
              </a:rPr>
              <a:t>1</a:t>
            </a:r>
            <a:endParaRPr lang="en-IN" sz="2200"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Placeholder 8">
            <a:extLst>
              <a:ext uri="{FF2B5EF4-FFF2-40B4-BE49-F238E27FC236}">
                <a16:creationId xmlns:a16="http://schemas.microsoft.com/office/drawing/2014/main" id="{A8F200ED-F5C8-04C2-79AC-E1C8D8A33289}"/>
              </a:ext>
            </a:extLst>
          </p:cNvPr>
          <p:cNvSpPr>
            <a:spLocks noGrp="1"/>
          </p:cNvSpPr>
          <p:nvPr>
            <p:ph type="body" sz="quarter" idx="11"/>
          </p:nvPr>
        </p:nvSpPr>
        <p:spPr/>
        <p:txBody>
          <a:bodyPr/>
          <a:lstStyle/>
          <a:p>
            <a:r>
              <a:rPr lang="en-US" sz="2200" dirty="0">
                <a:latin typeface="Open Sans" panose="020B0606030504020204" pitchFamily="34" charset="0"/>
                <a:ea typeface="Open Sans" panose="020B0606030504020204" pitchFamily="34" charset="0"/>
                <a:cs typeface="Open Sans" panose="020B0606030504020204" pitchFamily="34" charset="0"/>
              </a:rPr>
              <a:t>Which of the following defines the data locality feature of MapReduce?</a:t>
            </a:r>
          </a:p>
        </p:txBody>
      </p:sp>
      <p:sp>
        <p:nvSpPr>
          <p:cNvPr id="10" name="Text Placeholder 9">
            <a:extLst>
              <a:ext uri="{FF2B5EF4-FFF2-40B4-BE49-F238E27FC236}">
                <a16:creationId xmlns:a16="http://schemas.microsoft.com/office/drawing/2014/main" id="{060E90B3-40CF-2C79-533D-FD859C7D898A}"/>
              </a:ext>
            </a:extLst>
          </p:cNvPr>
          <p:cNvSpPr>
            <a:spLocks noGrp="1"/>
          </p:cNvSpPr>
          <p:nvPr>
            <p:ph type="body" sz="quarter" idx="12"/>
          </p:nvPr>
        </p:nvSpPr>
        <p:spPr/>
        <p:txBody>
          <a:bodyPr/>
          <a:lstStyle/>
          <a:p>
            <a:r>
              <a:rPr lang="en-US" dirty="0">
                <a:latin typeface="Open Sans" panose="020B0606030504020204" pitchFamily="34" charset="0"/>
                <a:ea typeface="Open Sans" panose="020B0606030504020204" pitchFamily="34" charset="0"/>
                <a:cs typeface="Open Sans" panose="020B0606030504020204" pitchFamily="34" charset="0"/>
              </a:rPr>
              <a:t>Reduce task in MapReduce is performed using the map() function</a:t>
            </a:r>
          </a:p>
        </p:txBody>
      </p:sp>
      <p:sp>
        <p:nvSpPr>
          <p:cNvPr id="11" name="Text Placeholder 10">
            <a:extLst>
              <a:ext uri="{FF2B5EF4-FFF2-40B4-BE49-F238E27FC236}">
                <a16:creationId xmlns:a16="http://schemas.microsoft.com/office/drawing/2014/main" id="{8151DAB7-8EB4-6A1A-F74D-3F8B3984DE1A}"/>
              </a:ext>
            </a:extLst>
          </p:cNvPr>
          <p:cNvSpPr>
            <a:spLocks noGrp="1"/>
          </p:cNvSpPr>
          <p:nvPr>
            <p:ph type="body" sz="quarter" idx="13"/>
          </p:nvPr>
        </p:nvSpPr>
        <p:spPr/>
        <p:txBody>
          <a:bodyPr/>
          <a:lstStyle/>
          <a:p>
            <a:r>
              <a:rPr lang="en-US" dirty="0">
                <a:latin typeface="Open Sans" panose="020B0606030504020204" pitchFamily="34" charset="0"/>
                <a:ea typeface="Open Sans" panose="020B0606030504020204" pitchFamily="34" charset="0"/>
                <a:cs typeface="Open Sans" panose="020B0606030504020204" pitchFamily="34" charset="0"/>
                <a:sym typeface="Open Sans"/>
              </a:rPr>
              <a:t>Reduce task in MapReduce is performed using the mapper() function</a:t>
            </a:r>
          </a:p>
        </p:txBody>
      </p:sp>
      <p:sp>
        <p:nvSpPr>
          <p:cNvPr id="12" name="Text Placeholder 11">
            <a:extLst>
              <a:ext uri="{FF2B5EF4-FFF2-40B4-BE49-F238E27FC236}">
                <a16:creationId xmlns:a16="http://schemas.microsoft.com/office/drawing/2014/main" id="{81D1C2AE-6C2F-CBB3-1AF9-5E93F07120A2}"/>
              </a:ext>
            </a:extLst>
          </p:cNvPr>
          <p:cNvSpPr>
            <a:spLocks noGrp="1"/>
          </p:cNvSpPr>
          <p:nvPr>
            <p:ph type="body" sz="quarter" idx="14"/>
          </p:nvPr>
        </p:nvSpPr>
        <p:spPr/>
        <p:txBody>
          <a:bodyPr/>
          <a:lstStyle/>
          <a:p>
            <a:r>
              <a:rPr lang="en-US" dirty="0">
                <a:latin typeface="Open Sans" panose="020B0606030504020204" pitchFamily="34" charset="0"/>
                <a:ea typeface="Open Sans" panose="020B0606030504020204" pitchFamily="34" charset="0"/>
                <a:cs typeface="Open Sans" panose="020B0606030504020204" pitchFamily="34" charset="0"/>
              </a:rPr>
              <a:t>Placing data close to </a:t>
            </a:r>
            <a:r>
              <a:rPr lang="en-US" dirty="0" err="1">
                <a:latin typeface="Open Sans" panose="020B0606030504020204" pitchFamily="34" charset="0"/>
                <a:ea typeface="Open Sans" panose="020B0606030504020204" pitchFamily="34" charset="0"/>
                <a:cs typeface="Open Sans" panose="020B0606030504020204" pitchFamily="34" charset="0"/>
              </a:rPr>
              <a:t>NameNode</a:t>
            </a:r>
            <a:r>
              <a:rPr lang="en-US" dirty="0">
                <a:latin typeface="Open Sans" panose="020B0606030504020204" pitchFamily="34" charset="0"/>
                <a:ea typeface="Open Sans" panose="020B0606030504020204" pitchFamily="34" charset="0"/>
                <a:cs typeface="Open Sans" panose="020B0606030504020204" pitchFamily="34" charset="0"/>
              </a:rPr>
              <a:t> and computing it over </a:t>
            </a:r>
            <a:r>
              <a:rPr lang="en-US" dirty="0" err="1">
                <a:latin typeface="Open Sans" panose="020B0606030504020204" pitchFamily="34" charset="0"/>
                <a:ea typeface="Open Sans" panose="020B0606030504020204" pitchFamily="34" charset="0"/>
                <a:cs typeface="Open Sans" panose="020B0606030504020204" pitchFamily="34" charset="0"/>
              </a:rPr>
              <a:t>DataNodes</a:t>
            </a:r>
            <a:endParaRPr 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Placeholder 12">
            <a:extLst>
              <a:ext uri="{FF2B5EF4-FFF2-40B4-BE49-F238E27FC236}">
                <a16:creationId xmlns:a16="http://schemas.microsoft.com/office/drawing/2014/main" id="{25563E11-5760-997B-E17D-E5579CCDC395}"/>
              </a:ext>
            </a:extLst>
          </p:cNvPr>
          <p:cNvSpPr>
            <a:spLocks noGrp="1"/>
          </p:cNvSpPr>
          <p:nvPr>
            <p:ph type="body" sz="quarter" idx="15"/>
          </p:nvPr>
        </p:nvSpPr>
        <p:spPr/>
        <p:txBody>
          <a:bodyPr/>
          <a:lstStyle/>
          <a:p>
            <a:r>
              <a:rPr lang="en-US" dirty="0">
                <a:latin typeface="Open Sans" panose="020B0606030504020204" pitchFamily="34" charset="0"/>
                <a:ea typeface="Open Sans" panose="020B0606030504020204" pitchFamily="34" charset="0"/>
                <a:cs typeface="Open Sans" panose="020B0606030504020204" pitchFamily="34" charset="0"/>
                <a:sym typeface="Open Sans"/>
              </a:rPr>
              <a:t>Compute data by placing it as close as possible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463"/>
        <p:cNvGrpSpPr/>
        <p:nvPr/>
      </p:nvGrpSpPr>
      <p:grpSpPr>
        <a:xfrm>
          <a:off x="0" y="0"/>
          <a:ext cx="0" cy="0"/>
          <a:chOff x="0" y="0"/>
          <a:chExt cx="0" cy="0"/>
        </a:xfrm>
      </p:grpSpPr>
      <p:sp>
        <p:nvSpPr>
          <p:cNvPr id="7" name="Text Placeholder 6">
            <a:extLst>
              <a:ext uri="{FF2B5EF4-FFF2-40B4-BE49-F238E27FC236}">
                <a16:creationId xmlns:a16="http://schemas.microsoft.com/office/drawing/2014/main" id="{E075E568-97BA-BB06-6F07-3C2DEDBC6288}"/>
              </a:ext>
            </a:extLst>
          </p:cNvPr>
          <p:cNvSpPr>
            <a:spLocks noGrp="1"/>
          </p:cNvSpPr>
          <p:nvPr>
            <p:ph type="body" sz="quarter" idx="18"/>
          </p:nvPr>
        </p:nvSpPr>
        <p:spPr>
          <a:xfrm>
            <a:off x="3289301" y="7296711"/>
            <a:ext cx="8834438" cy="584200"/>
          </a:xfrm>
        </p:spPr>
        <p:txBody>
          <a:bodyPr/>
          <a:lstStyle/>
          <a:p>
            <a:r>
              <a:rPr lang="en-US" dirty="0">
                <a:latin typeface="Open Sans" panose="020B0606030504020204" pitchFamily="34" charset="0"/>
                <a:ea typeface="Open Sans" panose="020B0606030504020204" pitchFamily="34" charset="0"/>
                <a:cs typeface="Open Sans" panose="020B0606030504020204" pitchFamily="34" charset="0"/>
              </a:rPr>
              <a:t>D</a:t>
            </a:r>
            <a:endParaRPr lang="en-IN"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Text Placeholder 5">
            <a:extLst>
              <a:ext uri="{FF2B5EF4-FFF2-40B4-BE49-F238E27FC236}">
                <a16:creationId xmlns:a16="http://schemas.microsoft.com/office/drawing/2014/main" id="{7143770E-3E1C-03F9-7D17-95B323040B22}"/>
              </a:ext>
            </a:extLst>
          </p:cNvPr>
          <p:cNvSpPr>
            <a:spLocks noGrp="1"/>
          </p:cNvSpPr>
          <p:nvPr>
            <p:ph type="body" sz="quarter" idx="16"/>
          </p:nvPr>
        </p:nvSpPr>
        <p:spPr/>
        <p:txBody>
          <a:bodyPr/>
          <a:lstStyle/>
          <a:p>
            <a:pPr marL="0" lvl="1">
              <a:spcBef>
                <a:spcPts val="0"/>
              </a:spcBef>
              <a:buClr>
                <a:srgbClr val="3F3F3F"/>
              </a:buClr>
              <a:buSzPts val="2000"/>
            </a:pPr>
            <a:r>
              <a:rPr lang="en-US" sz="2000" b="1" dirty="0">
                <a:solidFill>
                  <a:srgbClr val="3F3F3F"/>
                </a:solidFill>
                <a:latin typeface="Open Sans"/>
                <a:ea typeface="Open Sans"/>
                <a:cs typeface="Open Sans"/>
                <a:sym typeface="Open Sans"/>
              </a:rPr>
              <a:t>Data locality is the process of moving the computation close to where the actual data resides on the node instead of moving large data sets to the computation.</a:t>
            </a:r>
            <a:endParaRPr lang="en-US" sz="2000" b="1" dirty="0">
              <a:solidFill>
                <a:srgbClr val="3F3F3F"/>
              </a:solidFill>
              <a:latin typeface="Open Sans"/>
              <a:ea typeface="Open Sans"/>
              <a:cs typeface="Open Sans"/>
            </a:endParaRPr>
          </a:p>
        </p:txBody>
      </p:sp>
      <p:sp>
        <p:nvSpPr>
          <p:cNvPr id="10" name="Text Placeholder 7">
            <a:extLst>
              <a:ext uri="{FF2B5EF4-FFF2-40B4-BE49-F238E27FC236}">
                <a16:creationId xmlns:a16="http://schemas.microsoft.com/office/drawing/2014/main" id="{BE65F3EC-48F1-F42B-0E31-A13F84935735}"/>
              </a:ext>
            </a:extLst>
          </p:cNvPr>
          <p:cNvSpPr txBox="1">
            <a:spLocks/>
          </p:cNvSpPr>
          <p:nvPr/>
        </p:nvSpPr>
        <p:spPr>
          <a:xfrm>
            <a:off x="1562390" y="1193800"/>
            <a:ext cx="1135063" cy="83026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ctr" rtl="0">
              <a:lnSpc>
                <a:spcPct val="90000"/>
              </a:lnSpc>
              <a:spcBef>
                <a:spcPts val="0"/>
              </a:spcBef>
              <a:spcAft>
                <a:spcPts val="0"/>
              </a:spcAft>
              <a:buClr>
                <a:schemeClr val="dk1"/>
              </a:buClr>
              <a:buSzPts val="2800"/>
              <a:buFont typeface="Arial"/>
              <a:buNone/>
              <a:defRPr sz="2800" b="1" i="0" u="none" strike="noStrike" cap="none">
                <a:solidFill>
                  <a:schemeClr val="bg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r>
              <a:rPr lang="en-US" sz="2200">
                <a:latin typeface="Open Sans" panose="020B0606030504020204" pitchFamily="34" charset="0"/>
                <a:ea typeface="Open Sans" panose="020B0606030504020204" pitchFamily="34" charset="0"/>
                <a:cs typeface="Open Sans" panose="020B0606030504020204" pitchFamily="34" charset="0"/>
              </a:rPr>
              <a:t>1</a:t>
            </a:r>
            <a:endParaRPr lang="en-IN" sz="2200" dirty="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Placeholder 8">
            <a:extLst>
              <a:ext uri="{FF2B5EF4-FFF2-40B4-BE49-F238E27FC236}">
                <a16:creationId xmlns:a16="http://schemas.microsoft.com/office/drawing/2014/main" id="{7A4D3747-0B6D-E626-786A-E4037A81D1E9}"/>
              </a:ext>
            </a:extLst>
          </p:cNvPr>
          <p:cNvSpPr txBox="1">
            <a:spLocks/>
          </p:cNvSpPr>
          <p:nvPr/>
        </p:nvSpPr>
        <p:spPr>
          <a:xfrm>
            <a:off x="2967015" y="580287"/>
            <a:ext cx="12401573" cy="1447009"/>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l" rtl="0">
              <a:lnSpc>
                <a:spcPct val="114000"/>
              </a:lnSpc>
              <a:spcBef>
                <a:spcPts val="0"/>
              </a:spcBef>
              <a:spcAft>
                <a:spcPts val="0"/>
              </a:spcAft>
              <a:buClr>
                <a:schemeClr val="dk1"/>
              </a:buClr>
              <a:buSzPts val="2800"/>
              <a:buFont typeface="Arial"/>
              <a:buNone/>
              <a:defRPr sz="2800" b="1" i="0" u="none" strike="noStrike" cap="none">
                <a:solidFill>
                  <a:schemeClr val="tx1">
                    <a:lumMod val="75000"/>
                    <a:lumOff val="25000"/>
                  </a:schemeClr>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r>
              <a:rPr lang="en-US" sz="2200">
                <a:latin typeface="Open Sans" panose="020B0606030504020204" pitchFamily="34" charset="0"/>
                <a:ea typeface="Open Sans" panose="020B0606030504020204" pitchFamily="34" charset="0"/>
                <a:cs typeface="Open Sans" panose="020B0606030504020204" pitchFamily="34" charset="0"/>
              </a:rPr>
              <a:t>Which of the following defines the data locality feature of MapReduce?</a:t>
            </a:r>
            <a:endParaRPr lang="en-US" sz="2200" dirty="0">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Placeholder 9">
            <a:extLst>
              <a:ext uri="{FF2B5EF4-FFF2-40B4-BE49-F238E27FC236}">
                <a16:creationId xmlns:a16="http://schemas.microsoft.com/office/drawing/2014/main" id="{2628F606-166D-107E-D0FF-41387511F6E8}"/>
              </a:ext>
            </a:extLst>
          </p:cNvPr>
          <p:cNvSpPr txBox="1">
            <a:spLocks/>
          </p:cNvSpPr>
          <p:nvPr/>
        </p:nvSpPr>
        <p:spPr>
          <a:xfrm>
            <a:off x="2330450" y="2698180"/>
            <a:ext cx="11250613" cy="83661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0" marR="0" lvl="0" indent="0" algn="l" rtl="0">
              <a:lnSpc>
                <a:spcPct val="114000"/>
              </a:lnSpc>
              <a:spcBef>
                <a:spcPts val="0"/>
              </a:spcBef>
              <a:spcAft>
                <a:spcPts val="0"/>
              </a:spcAft>
              <a:buClr>
                <a:schemeClr val="dk1"/>
              </a:buClr>
              <a:buSzPts val="2800"/>
              <a:buFont typeface="Arial"/>
              <a:buNone/>
              <a:defRPr sz="2000" b="0" i="0" u="none" strike="noStrike" cap="none">
                <a:solidFill>
                  <a:schemeClr val="tx1">
                    <a:lumMod val="75000"/>
                    <a:lumOff val="25000"/>
                  </a:schemeClr>
                </a:solidFill>
                <a:latin typeface="Arial"/>
                <a:ea typeface="Arial"/>
                <a:cs typeface="Arial"/>
                <a:sym typeface="Arial"/>
              </a:defRPr>
            </a:lvl1pPr>
            <a:lvl2pPr marL="457200" marR="0" lvl="1" indent="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L="914400" marR="0" lvl="2" indent="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371600" marR="0" lvl="3"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1828800" marR="0" lvl="4"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r>
              <a:rPr lang="en-US">
                <a:latin typeface="Open Sans" panose="020B0606030504020204" pitchFamily="34" charset="0"/>
                <a:ea typeface="Open Sans" panose="020B0606030504020204" pitchFamily="34" charset="0"/>
                <a:cs typeface="Open Sans" panose="020B0606030504020204" pitchFamily="34" charset="0"/>
              </a:rPr>
              <a:t>Reduce task in MapReduce is performed using the map() function</a:t>
            </a:r>
            <a:endParaRPr 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Placeholder 10">
            <a:extLst>
              <a:ext uri="{FF2B5EF4-FFF2-40B4-BE49-F238E27FC236}">
                <a16:creationId xmlns:a16="http://schemas.microsoft.com/office/drawing/2014/main" id="{A7490F88-30C0-A76D-563B-07460D45154B}"/>
              </a:ext>
            </a:extLst>
          </p:cNvPr>
          <p:cNvSpPr txBox="1">
            <a:spLocks/>
          </p:cNvSpPr>
          <p:nvPr/>
        </p:nvSpPr>
        <p:spPr>
          <a:xfrm>
            <a:off x="2334566" y="3629064"/>
            <a:ext cx="11250613" cy="83661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0" marR="0" lvl="0" indent="0" algn="l" rtl="0">
              <a:lnSpc>
                <a:spcPct val="114000"/>
              </a:lnSpc>
              <a:spcBef>
                <a:spcPts val="0"/>
              </a:spcBef>
              <a:spcAft>
                <a:spcPts val="0"/>
              </a:spcAft>
              <a:buClr>
                <a:schemeClr val="dk1"/>
              </a:buClr>
              <a:buSzPts val="2800"/>
              <a:buFont typeface="Arial"/>
              <a:buNone/>
              <a:defRPr sz="2000" b="0" i="0" u="none" strike="noStrike" cap="none">
                <a:solidFill>
                  <a:schemeClr val="tx1">
                    <a:lumMod val="75000"/>
                    <a:lumOff val="25000"/>
                  </a:schemeClr>
                </a:solidFill>
                <a:latin typeface="Arial"/>
                <a:ea typeface="Arial"/>
                <a:cs typeface="Arial"/>
                <a:sym typeface="Arial"/>
              </a:defRPr>
            </a:lvl1pPr>
            <a:lvl2pPr marL="457200" marR="0" lvl="1" indent="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L="914400" marR="0" lvl="2" indent="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371600" marR="0" lvl="3"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1828800" marR="0" lvl="4"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r>
              <a:rPr lang="en-US">
                <a:latin typeface="Open Sans" panose="020B0606030504020204" pitchFamily="34" charset="0"/>
                <a:ea typeface="Open Sans" panose="020B0606030504020204" pitchFamily="34" charset="0"/>
                <a:cs typeface="Open Sans" panose="020B0606030504020204" pitchFamily="34" charset="0"/>
                <a:sym typeface="Open Sans"/>
              </a:rPr>
              <a:t>Reduce task in MapReduce is performed using the mapper() function</a:t>
            </a:r>
            <a:endParaRPr lang="en-US" dirty="0">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14" name="Text Placeholder 11">
            <a:extLst>
              <a:ext uri="{FF2B5EF4-FFF2-40B4-BE49-F238E27FC236}">
                <a16:creationId xmlns:a16="http://schemas.microsoft.com/office/drawing/2014/main" id="{1C26027F-507F-60F8-BB0E-6129C2116039}"/>
              </a:ext>
            </a:extLst>
          </p:cNvPr>
          <p:cNvSpPr txBox="1">
            <a:spLocks/>
          </p:cNvSpPr>
          <p:nvPr/>
        </p:nvSpPr>
        <p:spPr>
          <a:xfrm>
            <a:off x="2334566" y="4568181"/>
            <a:ext cx="11250613" cy="83661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0" marR="0" lvl="0" indent="0" algn="l" rtl="0">
              <a:lnSpc>
                <a:spcPct val="114000"/>
              </a:lnSpc>
              <a:spcBef>
                <a:spcPts val="0"/>
              </a:spcBef>
              <a:spcAft>
                <a:spcPts val="0"/>
              </a:spcAft>
              <a:buClr>
                <a:schemeClr val="dk1"/>
              </a:buClr>
              <a:buSzPts val="2800"/>
              <a:buFont typeface="Arial"/>
              <a:buNone/>
              <a:defRPr sz="2000" b="0" i="0" u="none" strike="noStrike" cap="none">
                <a:solidFill>
                  <a:schemeClr val="tx1">
                    <a:lumMod val="75000"/>
                    <a:lumOff val="25000"/>
                  </a:schemeClr>
                </a:solidFill>
                <a:latin typeface="Arial"/>
                <a:ea typeface="Arial"/>
                <a:cs typeface="Arial"/>
                <a:sym typeface="Arial"/>
              </a:defRPr>
            </a:lvl1pPr>
            <a:lvl2pPr marL="457200" marR="0" lvl="1" indent="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L="914400" marR="0" lvl="2" indent="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371600" marR="0" lvl="3"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1828800" marR="0" lvl="4"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r>
              <a:rPr lang="en-US">
                <a:latin typeface="Open Sans" panose="020B0606030504020204" pitchFamily="34" charset="0"/>
                <a:ea typeface="Open Sans" panose="020B0606030504020204" pitchFamily="34" charset="0"/>
                <a:cs typeface="Open Sans" panose="020B0606030504020204" pitchFamily="34" charset="0"/>
              </a:rPr>
              <a:t>Placing data close to NameNode and computing it over DataNodes</a:t>
            </a:r>
            <a:endParaRPr 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Placeholder 12">
            <a:extLst>
              <a:ext uri="{FF2B5EF4-FFF2-40B4-BE49-F238E27FC236}">
                <a16:creationId xmlns:a16="http://schemas.microsoft.com/office/drawing/2014/main" id="{0BAAD9E4-9E04-FFD9-2C2D-34B2E568B88C}"/>
              </a:ext>
            </a:extLst>
          </p:cNvPr>
          <p:cNvSpPr>
            <a:spLocks noGrp="1"/>
          </p:cNvSpPr>
          <p:nvPr>
            <p:ph type="body" sz="quarter" idx="15"/>
          </p:nvPr>
        </p:nvSpPr>
        <p:spPr>
          <a:xfrm>
            <a:off x="2338682" y="5511422"/>
            <a:ext cx="11250613" cy="836613"/>
          </a:xfrm>
        </p:spPr>
        <p:txBody>
          <a:bodyPr/>
          <a:lstStyle/>
          <a:p>
            <a:r>
              <a:rPr lang="en-US" dirty="0">
                <a:latin typeface="Open Sans" panose="020B0606030504020204" pitchFamily="34" charset="0"/>
                <a:ea typeface="Open Sans" panose="020B0606030504020204" pitchFamily="34" charset="0"/>
                <a:cs typeface="Open Sans" panose="020B0606030504020204" pitchFamily="34" charset="0"/>
                <a:sym typeface="Open Sans"/>
              </a:rPr>
              <a:t>Compute data by placing it as close as possible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475"/>
        <p:cNvGrpSpPr/>
        <p:nvPr/>
      </p:nvGrpSpPr>
      <p:grpSpPr>
        <a:xfrm>
          <a:off x="0" y="0"/>
          <a:ext cx="0" cy="0"/>
          <a:chOff x="0" y="0"/>
          <a:chExt cx="0" cy="0"/>
        </a:xfrm>
      </p:grpSpPr>
      <p:sp>
        <p:nvSpPr>
          <p:cNvPr id="9" name="Text Placeholder 7">
            <a:extLst>
              <a:ext uri="{FF2B5EF4-FFF2-40B4-BE49-F238E27FC236}">
                <a16:creationId xmlns:a16="http://schemas.microsoft.com/office/drawing/2014/main" id="{71C4AAA4-FEB3-FB07-0932-804A341486C0}"/>
              </a:ext>
            </a:extLst>
          </p:cNvPr>
          <p:cNvSpPr txBox="1">
            <a:spLocks/>
          </p:cNvSpPr>
          <p:nvPr/>
        </p:nvSpPr>
        <p:spPr>
          <a:xfrm>
            <a:off x="1562390" y="1193800"/>
            <a:ext cx="1135063" cy="83026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ctr" rtl="0">
              <a:lnSpc>
                <a:spcPct val="90000"/>
              </a:lnSpc>
              <a:spcBef>
                <a:spcPts val="0"/>
              </a:spcBef>
              <a:spcAft>
                <a:spcPts val="0"/>
              </a:spcAft>
              <a:buClr>
                <a:schemeClr val="dk1"/>
              </a:buClr>
              <a:buSzPts val="2800"/>
              <a:buFont typeface="Arial"/>
              <a:buNone/>
              <a:defRPr sz="2800" b="1" i="0" u="none" strike="noStrike" cap="none">
                <a:solidFill>
                  <a:schemeClr val="bg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r>
              <a:rPr lang="en-US" sz="2200" dirty="0">
                <a:latin typeface="Open Sans" panose="020B0606030504020204" pitchFamily="34" charset="0"/>
                <a:ea typeface="Open Sans" panose="020B0606030504020204" pitchFamily="34" charset="0"/>
                <a:cs typeface="Open Sans" panose="020B0606030504020204" pitchFamily="34" charset="0"/>
              </a:rPr>
              <a:t>2</a:t>
            </a:r>
            <a:endParaRPr lang="en-IN" sz="2200" dirty="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Placeholder 8">
            <a:extLst>
              <a:ext uri="{FF2B5EF4-FFF2-40B4-BE49-F238E27FC236}">
                <a16:creationId xmlns:a16="http://schemas.microsoft.com/office/drawing/2014/main" id="{FC6A794F-4604-A682-757D-09A2B4056721}"/>
              </a:ext>
            </a:extLst>
          </p:cNvPr>
          <p:cNvSpPr txBox="1">
            <a:spLocks/>
          </p:cNvSpPr>
          <p:nvPr/>
        </p:nvSpPr>
        <p:spPr>
          <a:xfrm>
            <a:off x="2967015" y="580287"/>
            <a:ext cx="12401573" cy="1447009"/>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l" rtl="0">
              <a:lnSpc>
                <a:spcPct val="114000"/>
              </a:lnSpc>
              <a:spcBef>
                <a:spcPts val="0"/>
              </a:spcBef>
              <a:spcAft>
                <a:spcPts val="0"/>
              </a:spcAft>
              <a:buClr>
                <a:schemeClr val="dk1"/>
              </a:buClr>
              <a:buSzPts val="2800"/>
              <a:buFont typeface="Arial"/>
              <a:buNone/>
              <a:defRPr sz="2800" b="1" i="0" u="none" strike="noStrike" cap="none">
                <a:solidFill>
                  <a:schemeClr val="tx1">
                    <a:lumMod val="75000"/>
                    <a:lumOff val="25000"/>
                  </a:schemeClr>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r>
              <a:rPr lang="en-US" sz="2200" dirty="0">
                <a:latin typeface="Open Sans" panose="020B0606030504020204" pitchFamily="34" charset="0"/>
                <a:ea typeface="Open Sans" panose="020B0606030504020204" pitchFamily="34" charset="0"/>
                <a:cs typeface="Open Sans" panose="020B0606030504020204" pitchFamily="34" charset="0"/>
              </a:rPr>
              <a:t>What is the num parameter in the below line of code:</a:t>
            </a:r>
          </a:p>
          <a:p>
            <a:r>
              <a:rPr lang="en-US" sz="2200" dirty="0" err="1">
                <a:latin typeface="Open Sans" panose="020B0606030504020204" pitchFamily="34" charset="0"/>
                <a:ea typeface="Open Sans" panose="020B0606030504020204" pitchFamily="34" charset="0"/>
                <a:cs typeface="Open Sans" panose="020B0606030504020204" pitchFamily="34" charset="0"/>
              </a:rPr>
              <a:t>conf.setNumMapTasks</a:t>
            </a:r>
            <a:r>
              <a:rPr lang="en-US" sz="2200" dirty="0">
                <a:latin typeface="Open Sans" panose="020B0606030504020204" pitchFamily="34" charset="0"/>
                <a:ea typeface="Open Sans" panose="020B0606030504020204" pitchFamily="34" charset="0"/>
                <a:cs typeface="Open Sans" panose="020B0606030504020204" pitchFamily="34" charset="0"/>
              </a:rPr>
              <a:t>(int num)</a:t>
            </a:r>
          </a:p>
        </p:txBody>
      </p:sp>
      <p:sp>
        <p:nvSpPr>
          <p:cNvPr id="12" name="Text Placeholder 9">
            <a:extLst>
              <a:ext uri="{FF2B5EF4-FFF2-40B4-BE49-F238E27FC236}">
                <a16:creationId xmlns:a16="http://schemas.microsoft.com/office/drawing/2014/main" id="{CC6ED5A2-676D-4204-6128-39885258FC23}"/>
              </a:ext>
            </a:extLst>
          </p:cNvPr>
          <p:cNvSpPr>
            <a:spLocks noGrp="1"/>
          </p:cNvSpPr>
          <p:nvPr>
            <p:ph type="body" sz="quarter" idx="12"/>
          </p:nvPr>
        </p:nvSpPr>
        <p:spPr>
          <a:xfrm>
            <a:off x="2330450" y="2698180"/>
            <a:ext cx="11250613" cy="836613"/>
          </a:xfrm>
        </p:spPr>
        <p:txBody>
          <a:bodyPr/>
          <a:lstStyle/>
          <a:p>
            <a:r>
              <a:rPr lang="en-US" dirty="0">
                <a:latin typeface="Open Sans" panose="020B0606030504020204" pitchFamily="34" charset="0"/>
                <a:ea typeface="Open Sans" panose="020B0606030504020204" pitchFamily="34" charset="0"/>
                <a:cs typeface="Open Sans" panose="020B0606030504020204" pitchFamily="34" charset="0"/>
              </a:rPr>
              <a:t>Number of map tasks for this job</a:t>
            </a:r>
          </a:p>
        </p:txBody>
      </p:sp>
      <p:sp>
        <p:nvSpPr>
          <p:cNvPr id="13" name="Text Placeholder 10">
            <a:extLst>
              <a:ext uri="{FF2B5EF4-FFF2-40B4-BE49-F238E27FC236}">
                <a16:creationId xmlns:a16="http://schemas.microsoft.com/office/drawing/2014/main" id="{54DB515E-3202-4467-84BB-B5A13F6CB43A}"/>
              </a:ext>
            </a:extLst>
          </p:cNvPr>
          <p:cNvSpPr>
            <a:spLocks noGrp="1"/>
          </p:cNvSpPr>
          <p:nvPr>
            <p:ph type="body" sz="quarter" idx="13"/>
          </p:nvPr>
        </p:nvSpPr>
        <p:spPr>
          <a:xfrm>
            <a:off x="2334566" y="3629064"/>
            <a:ext cx="11250613" cy="836613"/>
          </a:xfrm>
        </p:spPr>
        <p:txBody>
          <a:bodyPr/>
          <a:lstStyle/>
          <a:p>
            <a:r>
              <a:rPr lang="en-US" dirty="0">
                <a:latin typeface="Open Sans" panose="020B0606030504020204" pitchFamily="34" charset="0"/>
                <a:ea typeface="Open Sans" panose="020B0606030504020204" pitchFamily="34" charset="0"/>
                <a:cs typeface="Open Sans" panose="020B0606030504020204" pitchFamily="34" charset="0"/>
                <a:sym typeface="Open Sans"/>
              </a:rPr>
              <a:t>Number of reducer tasks for this job</a:t>
            </a:r>
          </a:p>
        </p:txBody>
      </p:sp>
      <p:sp>
        <p:nvSpPr>
          <p:cNvPr id="14" name="Text Placeholder 11">
            <a:extLst>
              <a:ext uri="{FF2B5EF4-FFF2-40B4-BE49-F238E27FC236}">
                <a16:creationId xmlns:a16="http://schemas.microsoft.com/office/drawing/2014/main" id="{416EF3B0-EDE9-8A3A-F993-A0AAF20EB004}"/>
              </a:ext>
            </a:extLst>
          </p:cNvPr>
          <p:cNvSpPr>
            <a:spLocks noGrp="1"/>
          </p:cNvSpPr>
          <p:nvPr>
            <p:ph type="body" sz="quarter" idx="14"/>
          </p:nvPr>
        </p:nvSpPr>
        <p:spPr>
          <a:xfrm>
            <a:off x="2334566" y="4568181"/>
            <a:ext cx="11250613" cy="836613"/>
          </a:xfrm>
        </p:spPr>
        <p:txBody>
          <a:bodyPr/>
          <a:lstStyle/>
          <a:p>
            <a:r>
              <a:rPr lang="en-US" dirty="0">
                <a:latin typeface="Open Sans" panose="020B0606030504020204" pitchFamily="34" charset="0"/>
                <a:ea typeface="Open Sans" panose="020B0606030504020204" pitchFamily="34" charset="0"/>
                <a:cs typeface="Open Sans" panose="020B0606030504020204" pitchFamily="34" charset="0"/>
              </a:rPr>
              <a:t>Number of splits for this job</a:t>
            </a:r>
          </a:p>
        </p:txBody>
      </p:sp>
      <p:sp>
        <p:nvSpPr>
          <p:cNvPr id="15" name="Text Placeholder 12">
            <a:extLst>
              <a:ext uri="{FF2B5EF4-FFF2-40B4-BE49-F238E27FC236}">
                <a16:creationId xmlns:a16="http://schemas.microsoft.com/office/drawing/2014/main" id="{E47F681B-4AC3-C140-EB58-D8F98750D9B1}"/>
              </a:ext>
            </a:extLst>
          </p:cNvPr>
          <p:cNvSpPr>
            <a:spLocks noGrp="1"/>
          </p:cNvSpPr>
          <p:nvPr>
            <p:ph type="body" sz="quarter" idx="15"/>
          </p:nvPr>
        </p:nvSpPr>
        <p:spPr>
          <a:xfrm>
            <a:off x="2338682" y="5511422"/>
            <a:ext cx="11250613" cy="836613"/>
          </a:xfrm>
        </p:spPr>
        <p:txBody>
          <a:bodyPr/>
          <a:lstStyle/>
          <a:p>
            <a:r>
              <a:rPr lang="en-US" dirty="0">
                <a:latin typeface="Open Sans" panose="020B0606030504020204" pitchFamily="34" charset="0"/>
                <a:ea typeface="Open Sans" panose="020B0606030504020204" pitchFamily="34" charset="0"/>
                <a:cs typeface="Open Sans" panose="020B0606030504020204" pitchFamily="34" charset="0"/>
                <a:sym typeface="Open Sans"/>
              </a:rPr>
              <a:t>None of the above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485"/>
        <p:cNvGrpSpPr/>
        <p:nvPr/>
      </p:nvGrpSpPr>
      <p:grpSpPr>
        <a:xfrm>
          <a:off x="0" y="0"/>
          <a:ext cx="0" cy="0"/>
          <a:chOff x="0" y="0"/>
          <a:chExt cx="0" cy="0"/>
        </a:xfrm>
      </p:grpSpPr>
      <p:sp>
        <p:nvSpPr>
          <p:cNvPr id="12" name="Text Placeholder 6">
            <a:extLst>
              <a:ext uri="{FF2B5EF4-FFF2-40B4-BE49-F238E27FC236}">
                <a16:creationId xmlns:a16="http://schemas.microsoft.com/office/drawing/2014/main" id="{6DAB2DE1-3A63-BD23-8221-6E1D4EAD19AE}"/>
              </a:ext>
            </a:extLst>
          </p:cNvPr>
          <p:cNvSpPr>
            <a:spLocks noGrp="1"/>
          </p:cNvSpPr>
          <p:nvPr>
            <p:ph type="body" sz="quarter" idx="18"/>
          </p:nvPr>
        </p:nvSpPr>
        <p:spPr>
          <a:xfrm>
            <a:off x="3289301" y="7296711"/>
            <a:ext cx="8834438" cy="584200"/>
          </a:xfrm>
        </p:spPr>
        <p:txBody>
          <a:bodyPr/>
          <a:lstStyle/>
          <a:p>
            <a:r>
              <a:rPr lang="en-US" dirty="0">
                <a:latin typeface="Open Sans" panose="020B0606030504020204" pitchFamily="34" charset="0"/>
                <a:ea typeface="Open Sans" panose="020B0606030504020204" pitchFamily="34" charset="0"/>
                <a:cs typeface="Open Sans" panose="020B0606030504020204" pitchFamily="34" charset="0"/>
              </a:rPr>
              <a:t>A</a:t>
            </a:r>
            <a:endParaRPr lang="en-IN" dirty="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Placeholder 5">
            <a:extLst>
              <a:ext uri="{FF2B5EF4-FFF2-40B4-BE49-F238E27FC236}">
                <a16:creationId xmlns:a16="http://schemas.microsoft.com/office/drawing/2014/main" id="{44F177DE-35B9-09E0-4FDB-8C14584D9D1D}"/>
              </a:ext>
            </a:extLst>
          </p:cNvPr>
          <p:cNvSpPr>
            <a:spLocks noGrp="1"/>
          </p:cNvSpPr>
          <p:nvPr>
            <p:ph type="body" sz="quarter" idx="16"/>
          </p:nvPr>
        </p:nvSpPr>
        <p:spPr>
          <a:xfrm>
            <a:off x="669924" y="7935913"/>
            <a:ext cx="13211175" cy="1004887"/>
          </a:xfrm>
        </p:spPr>
        <p:txBody>
          <a:bodyPr/>
          <a:lstStyle/>
          <a:p>
            <a:pPr marL="0" lvl="1">
              <a:spcBef>
                <a:spcPts val="0"/>
              </a:spcBef>
              <a:buClr>
                <a:srgbClr val="3F3F3F"/>
              </a:buClr>
              <a:buSzPts val="2000"/>
            </a:pPr>
            <a:r>
              <a:rPr lang="en-US" sz="2000" b="1" dirty="0">
                <a:solidFill>
                  <a:srgbClr val="3F3F3F"/>
                </a:solidFill>
                <a:latin typeface="Open Sans"/>
                <a:ea typeface="Open Sans"/>
                <a:cs typeface="Open Sans"/>
              </a:rPr>
              <a:t>The num parameter defines the number of map tasks for this job. This is only a hint at the framework. The actual number of spawned map tasks depends on the number of </a:t>
            </a:r>
            <a:r>
              <a:rPr lang="en-US" sz="2000" b="1" dirty="0" err="1">
                <a:solidFill>
                  <a:srgbClr val="3F3F3F"/>
                </a:solidFill>
                <a:latin typeface="Open Sans"/>
                <a:ea typeface="Open Sans"/>
                <a:cs typeface="Open Sans"/>
              </a:rPr>
              <a:t>InputSplits</a:t>
            </a:r>
            <a:r>
              <a:rPr lang="en-US" sz="2000" b="1" dirty="0">
                <a:solidFill>
                  <a:srgbClr val="3F3F3F"/>
                </a:solidFill>
                <a:latin typeface="Open Sans"/>
                <a:ea typeface="Open Sans"/>
                <a:cs typeface="Open Sans"/>
              </a:rPr>
              <a:t> generated by the job.</a:t>
            </a:r>
          </a:p>
        </p:txBody>
      </p:sp>
      <p:sp>
        <p:nvSpPr>
          <p:cNvPr id="14" name="Text Placeholder 7">
            <a:extLst>
              <a:ext uri="{FF2B5EF4-FFF2-40B4-BE49-F238E27FC236}">
                <a16:creationId xmlns:a16="http://schemas.microsoft.com/office/drawing/2014/main" id="{B645444A-6395-3A89-44FD-364E2AA9B9D3}"/>
              </a:ext>
            </a:extLst>
          </p:cNvPr>
          <p:cNvSpPr txBox="1">
            <a:spLocks/>
          </p:cNvSpPr>
          <p:nvPr/>
        </p:nvSpPr>
        <p:spPr>
          <a:xfrm>
            <a:off x="1562390" y="1193800"/>
            <a:ext cx="1135063" cy="83026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ctr" rtl="0">
              <a:lnSpc>
                <a:spcPct val="90000"/>
              </a:lnSpc>
              <a:spcBef>
                <a:spcPts val="0"/>
              </a:spcBef>
              <a:spcAft>
                <a:spcPts val="0"/>
              </a:spcAft>
              <a:buClr>
                <a:schemeClr val="dk1"/>
              </a:buClr>
              <a:buSzPts val="2800"/>
              <a:buFont typeface="Arial"/>
              <a:buNone/>
              <a:defRPr sz="2800" b="1" i="0" u="none" strike="noStrike" cap="none">
                <a:solidFill>
                  <a:schemeClr val="bg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r>
              <a:rPr lang="en-US" sz="2200" dirty="0">
                <a:latin typeface="Open Sans" panose="020B0606030504020204" pitchFamily="34" charset="0"/>
                <a:ea typeface="Open Sans" panose="020B0606030504020204" pitchFamily="34" charset="0"/>
                <a:cs typeface="Open Sans" panose="020B0606030504020204" pitchFamily="34" charset="0"/>
              </a:rPr>
              <a:t>2</a:t>
            </a:r>
            <a:endParaRPr lang="en-IN" sz="2200" dirty="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Placeholder 8">
            <a:extLst>
              <a:ext uri="{FF2B5EF4-FFF2-40B4-BE49-F238E27FC236}">
                <a16:creationId xmlns:a16="http://schemas.microsoft.com/office/drawing/2014/main" id="{D7090042-7197-AF88-F94C-D2E46907C7DF}"/>
              </a:ext>
            </a:extLst>
          </p:cNvPr>
          <p:cNvSpPr txBox="1">
            <a:spLocks/>
          </p:cNvSpPr>
          <p:nvPr/>
        </p:nvSpPr>
        <p:spPr>
          <a:xfrm>
            <a:off x="2967015" y="580287"/>
            <a:ext cx="12401573" cy="1447009"/>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l" rtl="0">
              <a:lnSpc>
                <a:spcPct val="114000"/>
              </a:lnSpc>
              <a:spcBef>
                <a:spcPts val="0"/>
              </a:spcBef>
              <a:spcAft>
                <a:spcPts val="0"/>
              </a:spcAft>
              <a:buClr>
                <a:schemeClr val="dk1"/>
              </a:buClr>
              <a:buSzPts val="2800"/>
              <a:buFont typeface="Arial"/>
              <a:buNone/>
              <a:defRPr sz="2800" b="1" i="0" u="none" strike="noStrike" cap="none">
                <a:solidFill>
                  <a:schemeClr val="tx1">
                    <a:lumMod val="75000"/>
                    <a:lumOff val="25000"/>
                  </a:schemeClr>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r>
              <a:rPr lang="en-US" sz="2200" dirty="0">
                <a:latin typeface="Open Sans" panose="020B0606030504020204" pitchFamily="34" charset="0"/>
                <a:ea typeface="Open Sans" panose="020B0606030504020204" pitchFamily="34" charset="0"/>
                <a:cs typeface="Open Sans" panose="020B0606030504020204" pitchFamily="34" charset="0"/>
              </a:rPr>
              <a:t>What is the num parameter in the below line of code:</a:t>
            </a:r>
          </a:p>
          <a:p>
            <a:r>
              <a:rPr lang="en-US" sz="2200" dirty="0" err="1">
                <a:latin typeface="Open Sans" panose="020B0606030504020204" pitchFamily="34" charset="0"/>
                <a:ea typeface="Open Sans" panose="020B0606030504020204" pitchFamily="34" charset="0"/>
                <a:cs typeface="Open Sans" panose="020B0606030504020204" pitchFamily="34" charset="0"/>
              </a:rPr>
              <a:t>conf.setNumMapTasks</a:t>
            </a:r>
            <a:r>
              <a:rPr lang="en-US" sz="2200" dirty="0">
                <a:latin typeface="Open Sans" panose="020B0606030504020204" pitchFamily="34" charset="0"/>
                <a:ea typeface="Open Sans" panose="020B0606030504020204" pitchFamily="34" charset="0"/>
                <a:cs typeface="Open Sans" panose="020B0606030504020204" pitchFamily="34" charset="0"/>
              </a:rPr>
              <a:t>(int num)</a:t>
            </a:r>
          </a:p>
        </p:txBody>
      </p:sp>
      <p:sp>
        <p:nvSpPr>
          <p:cNvPr id="23" name="Text Placeholder 9">
            <a:extLst>
              <a:ext uri="{FF2B5EF4-FFF2-40B4-BE49-F238E27FC236}">
                <a16:creationId xmlns:a16="http://schemas.microsoft.com/office/drawing/2014/main" id="{706E4065-7DF6-A6C6-37A0-FD9E8F799E0A}"/>
              </a:ext>
            </a:extLst>
          </p:cNvPr>
          <p:cNvSpPr txBox="1">
            <a:spLocks/>
          </p:cNvSpPr>
          <p:nvPr/>
        </p:nvSpPr>
        <p:spPr>
          <a:xfrm>
            <a:off x="2330450" y="2698180"/>
            <a:ext cx="11250613" cy="83661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0" marR="0" lvl="0" indent="0" algn="l" rtl="0">
              <a:lnSpc>
                <a:spcPct val="114000"/>
              </a:lnSpc>
              <a:spcBef>
                <a:spcPts val="0"/>
              </a:spcBef>
              <a:spcAft>
                <a:spcPts val="0"/>
              </a:spcAft>
              <a:buClr>
                <a:schemeClr val="dk1"/>
              </a:buClr>
              <a:buSzPts val="2800"/>
              <a:buFont typeface="Arial"/>
              <a:buNone/>
              <a:defRPr sz="2000" b="0" i="0" u="none" strike="noStrike" cap="none">
                <a:solidFill>
                  <a:schemeClr val="tx1">
                    <a:lumMod val="75000"/>
                    <a:lumOff val="25000"/>
                  </a:schemeClr>
                </a:solidFill>
                <a:latin typeface="Arial"/>
                <a:ea typeface="Arial"/>
                <a:cs typeface="Arial"/>
                <a:sym typeface="Arial"/>
              </a:defRPr>
            </a:lvl1pPr>
            <a:lvl2pPr marL="457200" marR="0" lvl="1" indent="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L="914400" marR="0" lvl="2" indent="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371600" marR="0" lvl="3"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1828800" marR="0" lvl="4"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r>
              <a:rPr lang="en-US">
                <a:latin typeface="Open Sans" panose="020B0606030504020204" pitchFamily="34" charset="0"/>
                <a:ea typeface="Open Sans" panose="020B0606030504020204" pitchFamily="34" charset="0"/>
                <a:cs typeface="Open Sans" panose="020B0606030504020204" pitchFamily="34" charset="0"/>
              </a:rPr>
              <a:t>Number of map tasks for this job</a:t>
            </a:r>
            <a:endParaRPr 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24" name="Text Placeholder 10">
            <a:extLst>
              <a:ext uri="{FF2B5EF4-FFF2-40B4-BE49-F238E27FC236}">
                <a16:creationId xmlns:a16="http://schemas.microsoft.com/office/drawing/2014/main" id="{2A865FD4-E7D1-172E-9C73-85006DA11277}"/>
              </a:ext>
            </a:extLst>
          </p:cNvPr>
          <p:cNvSpPr txBox="1">
            <a:spLocks/>
          </p:cNvSpPr>
          <p:nvPr/>
        </p:nvSpPr>
        <p:spPr>
          <a:xfrm>
            <a:off x="2334566" y="3629064"/>
            <a:ext cx="11250613" cy="83661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0" marR="0" lvl="0" indent="0" algn="l" rtl="0">
              <a:lnSpc>
                <a:spcPct val="114000"/>
              </a:lnSpc>
              <a:spcBef>
                <a:spcPts val="0"/>
              </a:spcBef>
              <a:spcAft>
                <a:spcPts val="0"/>
              </a:spcAft>
              <a:buClr>
                <a:schemeClr val="dk1"/>
              </a:buClr>
              <a:buSzPts val="2800"/>
              <a:buFont typeface="Arial"/>
              <a:buNone/>
              <a:defRPr sz="2000" b="0" i="0" u="none" strike="noStrike" cap="none">
                <a:solidFill>
                  <a:schemeClr val="tx1">
                    <a:lumMod val="75000"/>
                    <a:lumOff val="25000"/>
                  </a:schemeClr>
                </a:solidFill>
                <a:latin typeface="Arial"/>
                <a:ea typeface="Arial"/>
                <a:cs typeface="Arial"/>
                <a:sym typeface="Arial"/>
              </a:defRPr>
            </a:lvl1pPr>
            <a:lvl2pPr marL="457200" marR="0" lvl="1" indent="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L="914400" marR="0" lvl="2" indent="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371600" marR="0" lvl="3"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1828800" marR="0" lvl="4"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r>
              <a:rPr lang="en-US">
                <a:latin typeface="Open Sans" panose="020B0606030504020204" pitchFamily="34" charset="0"/>
                <a:ea typeface="Open Sans" panose="020B0606030504020204" pitchFamily="34" charset="0"/>
                <a:cs typeface="Open Sans" panose="020B0606030504020204" pitchFamily="34" charset="0"/>
                <a:sym typeface="Open Sans"/>
              </a:rPr>
              <a:t>Number of reducer tasks for this job</a:t>
            </a:r>
            <a:endParaRPr lang="en-US" dirty="0">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25" name="Text Placeholder 11">
            <a:extLst>
              <a:ext uri="{FF2B5EF4-FFF2-40B4-BE49-F238E27FC236}">
                <a16:creationId xmlns:a16="http://schemas.microsoft.com/office/drawing/2014/main" id="{F916A054-95A4-717B-B0F6-93FC4AEA28BA}"/>
              </a:ext>
            </a:extLst>
          </p:cNvPr>
          <p:cNvSpPr txBox="1">
            <a:spLocks/>
          </p:cNvSpPr>
          <p:nvPr/>
        </p:nvSpPr>
        <p:spPr>
          <a:xfrm>
            <a:off x="2334566" y="4568181"/>
            <a:ext cx="11250613" cy="83661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0" marR="0" lvl="0" indent="0" algn="l" rtl="0">
              <a:lnSpc>
                <a:spcPct val="114000"/>
              </a:lnSpc>
              <a:spcBef>
                <a:spcPts val="0"/>
              </a:spcBef>
              <a:spcAft>
                <a:spcPts val="0"/>
              </a:spcAft>
              <a:buClr>
                <a:schemeClr val="dk1"/>
              </a:buClr>
              <a:buSzPts val="2800"/>
              <a:buFont typeface="Arial"/>
              <a:buNone/>
              <a:defRPr sz="2000" b="0" i="0" u="none" strike="noStrike" cap="none">
                <a:solidFill>
                  <a:schemeClr val="tx1">
                    <a:lumMod val="75000"/>
                    <a:lumOff val="25000"/>
                  </a:schemeClr>
                </a:solidFill>
                <a:latin typeface="Arial"/>
                <a:ea typeface="Arial"/>
                <a:cs typeface="Arial"/>
                <a:sym typeface="Arial"/>
              </a:defRPr>
            </a:lvl1pPr>
            <a:lvl2pPr marL="457200" marR="0" lvl="1" indent="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L="914400" marR="0" lvl="2" indent="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371600" marR="0" lvl="3"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1828800" marR="0" lvl="4"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r>
              <a:rPr lang="en-US">
                <a:latin typeface="Open Sans" panose="020B0606030504020204" pitchFamily="34" charset="0"/>
                <a:ea typeface="Open Sans" panose="020B0606030504020204" pitchFamily="34" charset="0"/>
                <a:cs typeface="Open Sans" panose="020B0606030504020204" pitchFamily="34" charset="0"/>
              </a:rPr>
              <a:t>Number of splits for this job</a:t>
            </a:r>
            <a:endParaRPr 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26" name="Text Placeholder 12">
            <a:extLst>
              <a:ext uri="{FF2B5EF4-FFF2-40B4-BE49-F238E27FC236}">
                <a16:creationId xmlns:a16="http://schemas.microsoft.com/office/drawing/2014/main" id="{8EB7FA9E-229D-98EA-1E83-E07C0E6E7B50}"/>
              </a:ext>
            </a:extLst>
          </p:cNvPr>
          <p:cNvSpPr>
            <a:spLocks noGrp="1"/>
          </p:cNvSpPr>
          <p:nvPr>
            <p:ph type="body" sz="quarter" idx="15"/>
          </p:nvPr>
        </p:nvSpPr>
        <p:spPr>
          <a:xfrm>
            <a:off x="2338682" y="5511422"/>
            <a:ext cx="11250613" cy="836613"/>
          </a:xfrm>
        </p:spPr>
        <p:txBody>
          <a:bodyPr/>
          <a:lstStyle/>
          <a:p>
            <a:r>
              <a:rPr lang="en-US" dirty="0">
                <a:latin typeface="Open Sans" panose="020B0606030504020204" pitchFamily="34" charset="0"/>
                <a:ea typeface="Open Sans" panose="020B0606030504020204" pitchFamily="34" charset="0"/>
                <a:cs typeface="Open Sans" panose="020B0606030504020204" pitchFamily="34" charset="0"/>
                <a:sym typeface="Open Sans"/>
              </a:rPr>
              <a:t>None of the above</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497"/>
        <p:cNvGrpSpPr/>
        <p:nvPr/>
      </p:nvGrpSpPr>
      <p:grpSpPr>
        <a:xfrm>
          <a:off x="0" y="0"/>
          <a:ext cx="0" cy="0"/>
          <a:chOff x="0" y="0"/>
          <a:chExt cx="0" cy="0"/>
        </a:xfrm>
      </p:grpSpPr>
      <p:sp>
        <p:nvSpPr>
          <p:cNvPr id="16" name="Text Placeholder 7">
            <a:extLst>
              <a:ext uri="{FF2B5EF4-FFF2-40B4-BE49-F238E27FC236}">
                <a16:creationId xmlns:a16="http://schemas.microsoft.com/office/drawing/2014/main" id="{89FD4160-E653-0791-6793-F637F7DD4C52}"/>
              </a:ext>
            </a:extLst>
          </p:cNvPr>
          <p:cNvSpPr txBox="1">
            <a:spLocks/>
          </p:cNvSpPr>
          <p:nvPr/>
        </p:nvSpPr>
        <p:spPr>
          <a:xfrm>
            <a:off x="1562390" y="1193800"/>
            <a:ext cx="1135063" cy="83026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ctr" rtl="0">
              <a:lnSpc>
                <a:spcPct val="90000"/>
              </a:lnSpc>
              <a:spcBef>
                <a:spcPts val="0"/>
              </a:spcBef>
              <a:spcAft>
                <a:spcPts val="0"/>
              </a:spcAft>
              <a:buClr>
                <a:schemeClr val="dk1"/>
              </a:buClr>
              <a:buSzPts val="2800"/>
              <a:buFont typeface="Arial"/>
              <a:buNone/>
              <a:defRPr sz="2800" b="1" i="0" u="none" strike="noStrike" cap="none">
                <a:solidFill>
                  <a:schemeClr val="bg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r>
              <a:rPr lang="en-US" sz="2200" dirty="0">
                <a:latin typeface="Open Sans" panose="020B0606030504020204" pitchFamily="34" charset="0"/>
                <a:ea typeface="Open Sans" panose="020B0606030504020204" pitchFamily="34" charset="0"/>
                <a:cs typeface="Open Sans" panose="020B0606030504020204" pitchFamily="34" charset="0"/>
              </a:rPr>
              <a:t>3</a:t>
            </a:r>
            <a:endParaRPr lang="en-IN" sz="2200" dirty="0">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Placeholder 8">
            <a:extLst>
              <a:ext uri="{FF2B5EF4-FFF2-40B4-BE49-F238E27FC236}">
                <a16:creationId xmlns:a16="http://schemas.microsoft.com/office/drawing/2014/main" id="{9ABF0A82-9E0A-C9DE-9700-204D6039EF01}"/>
              </a:ext>
            </a:extLst>
          </p:cNvPr>
          <p:cNvSpPr txBox="1">
            <a:spLocks/>
          </p:cNvSpPr>
          <p:nvPr/>
        </p:nvSpPr>
        <p:spPr>
          <a:xfrm>
            <a:off x="2967015" y="580287"/>
            <a:ext cx="12401573" cy="1447009"/>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l" rtl="0">
              <a:lnSpc>
                <a:spcPct val="114000"/>
              </a:lnSpc>
              <a:spcBef>
                <a:spcPts val="0"/>
              </a:spcBef>
              <a:spcAft>
                <a:spcPts val="0"/>
              </a:spcAft>
              <a:buClr>
                <a:schemeClr val="dk1"/>
              </a:buClr>
              <a:buSzPts val="2800"/>
              <a:buFont typeface="Arial"/>
              <a:buNone/>
              <a:defRPr sz="2800" b="1" i="0" u="none" strike="noStrike" cap="none">
                <a:solidFill>
                  <a:schemeClr val="tx1">
                    <a:lumMod val="75000"/>
                    <a:lumOff val="25000"/>
                  </a:schemeClr>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r>
              <a:rPr lang="en-US" sz="2200" dirty="0">
                <a:latin typeface="Open Sans" panose="020B0606030504020204" pitchFamily="34" charset="0"/>
                <a:ea typeface="Open Sans" panose="020B0606030504020204" pitchFamily="34" charset="0"/>
                <a:cs typeface="Open Sans" panose="020B0606030504020204" pitchFamily="34" charset="0"/>
              </a:rPr>
              <a:t>How many phases exist in MapReduce?</a:t>
            </a:r>
          </a:p>
        </p:txBody>
      </p:sp>
      <p:sp>
        <p:nvSpPr>
          <p:cNvPr id="18" name="Text Placeholder 9">
            <a:extLst>
              <a:ext uri="{FF2B5EF4-FFF2-40B4-BE49-F238E27FC236}">
                <a16:creationId xmlns:a16="http://schemas.microsoft.com/office/drawing/2014/main" id="{2DB085A2-C86D-F927-4D29-1ABFC3192754}"/>
              </a:ext>
            </a:extLst>
          </p:cNvPr>
          <p:cNvSpPr>
            <a:spLocks noGrp="1"/>
          </p:cNvSpPr>
          <p:nvPr>
            <p:ph type="body" sz="quarter" idx="12"/>
          </p:nvPr>
        </p:nvSpPr>
        <p:spPr>
          <a:xfrm>
            <a:off x="2330450" y="2698180"/>
            <a:ext cx="11250613" cy="836613"/>
          </a:xfrm>
        </p:spPr>
        <p:txBody>
          <a:bodyPr/>
          <a:lstStyle/>
          <a:p>
            <a:r>
              <a:rPr lang="en-US" dirty="0">
                <a:latin typeface="Open Sans" panose="020B0606030504020204" pitchFamily="34" charset="0"/>
                <a:ea typeface="Open Sans" panose="020B0606030504020204" pitchFamily="34" charset="0"/>
                <a:cs typeface="Open Sans" panose="020B0606030504020204" pitchFamily="34" charset="0"/>
              </a:rPr>
              <a:t>4</a:t>
            </a:r>
          </a:p>
        </p:txBody>
      </p:sp>
      <p:sp>
        <p:nvSpPr>
          <p:cNvPr id="19" name="Text Placeholder 10">
            <a:extLst>
              <a:ext uri="{FF2B5EF4-FFF2-40B4-BE49-F238E27FC236}">
                <a16:creationId xmlns:a16="http://schemas.microsoft.com/office/drawing/2014/main" id="{1C3B15AE-B4A3-6BAE-209D-A88C881D6AC1}"/>
              </a:ext>
            </a:extLst>
          </p:cNvPr>
          <p:cNvSpPr>
            <a:spLocks noGrp="1"/>
          </p:cNvSpPr>
          <p:nvPr>
            <p:ph type="body" sz="quarter" idx="13"/>
          </p:nvPr>
        </p:nvSpPr>
        <p:spPr>
          <a:xfrm>
            <a:off x="2334566" y="3629064"/>
            <a:ext cx="11250613" cy="836613"/>
          </a:xfrm>
        </p:spPr>
        <p:txBody>
          <a:bodyPr/>
          <a:lstStyle/>
          <a:p>
            <a:r>
              <a:rPr lang="en-US" dirty="0">
                <a:latin typeface="Open Sans" panose="020B0606030504020204" pitchFamily="34" charset="0"/>
                <a:ea typeface="Open Sans" panose="020B0606030504020204" pitchFamily="34" charset="0"/>
                <a:cs typeface="Open Sans" panose="020B0606030504020204" pitchFamily="34" charset="0"/>
                <a:sym typeface="Open Sans"/>
              </a:rPr>
              <a:t>5</a:t>
            </a:r>
          </a:p>
        </p:txBody>
      </p:sp>
      <p:sp>
        <p:nvSpPr>
          <p:cNvPr id="20" name="Text Placeholder 11">
            <a:extLst>
              <a:ext uri="{FF2B5EF4-FFF2-40B4-BE49-F238E27FC236}">
                <a16:creationId xmlns:a16="http://schemas.microsoft.com/office/drawing/2014/main" id="{C6E205EE-2661-B2C3-6ADA-DFBA49DE4BA5}"/>
              </a:ext>
            </a:extLst>
          </p:cNvPr>
          <p:cNvSpPr>
            <a:spLocks noGrp="1"/>
          </p:cNvSpPr>
          <p:nvPr>
            <p:ph type="body" sz="quarter" idx="14"/>
          </p:nvPr>
        </p:nvSpPr>
        <p:spPr>
          <a:xfrm>
            <a:off x="2334566" y="4568181"/>
            <a:ext cx="11250613" cy="836613"/>
          </a:xfrm>
        </p:spPr>
        <p:txBody>
          <a:bodyPr/>
          <a:lstStyle/>
          <a:p>
            <a:r>
              <a:rPr lang="en-US" dirty="0">
                <a:latin typeface="Open Sans" panose="020B0606030504020204" pitchFamily="34" charset="0"/>
                <a:ea typeface="Open Sans" panose="020B0606030504020204" pitchFamily="34" charset="0"/>
                <a:cs typeface="Open Sans" panose="020B0606030504020204" pitchFamily="34" charset="0"/>
              </a:rPr>
              <a:t>6</a:t>
            </a:r>
          </a:p>
        </p:txBody>
      </p:sp>
      <p:sp>
        <p:nvSpPr>
          <p:cNvPr id="21" name="Text Placeholder 12">
            <a:extLst>
              <a:ext uri="{FF2B5EF4-FFF2-40B4-BE49-F238E27FC236}">
                <a16:creationId xmlns:a16="http://schemas.microsoft.com/office/drawing/2014/main" id="{6EC754FB-96E6-FDC1-2B69-722CFB29D60A}"/>
              </a:ext>
            </a:extLst>
          </p:cNvPr>
          <p:cNvSpPr>
            <a:spLocks noGrp="1"/>
          </p:cNvSpPr>
          <p:nvPr>
            <p:ph type="body" sz="quarter" idx="15"/>
          </p:nvPr>
        </p:nvSpPr>
        <p:spPr>
          <a:xfrm>
            <a:off x="2338682" y="5511422"/>
            <a:ext cx="11250613" cy="836613"/>
          </a:xfrm>
        </p:spPr>
        <p:txBody>
          <a:bodyPr/>
          <a:lstStyle/>
          <a:p>
            <a:r>
              <a:rPr lang="en-US" dirty="0">
                <a:latin typeface="Open Sans" panose="020B0606030504020204" pitchFamily="34" charset="0"/>
                <a:ea typeface="Open Sans" panose="020B0606030504020204" pitchFamily="34" charset="0"/>
                <a:cs typeface="Open Sans" panose="020B0606030504020204" pitchFamily="34" charset="0"/>
                <a:sym typeface="Open Sans"/>
              </a:rPr>
              <a:t>2</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507"/>
        <p:cNvGrpSpPr/>
        <p:nvPr/>
      </p:nvGrpSpPr>
      <p:grpSpPr>
        <a:xfrm>
          <a:off x="0" y="0"/>
          <a:ext cx="0" cy="0"/>
          <a:chOff x="0" y="0"/>
          <a:chExt cx="0" cy="0"/>
        </a:xfrm>
      </p:grpSpPr>
      <p:sp>
        <p:nvSpPr>
          <p:cNvPr id="10" name="Text Placeholder 6">
            <a:extLst>
              <a:ext uri="{FF2B5EF4-FFF2-40B4-BE49-F238E27FC236}">
                <a16:creationId xmlns:a16="http://schemas.microsoft.com/office/drawing/2014/main" id="{C4575057-D81B-C426-008C-D6C6F3DCAA5F}"/>
              </a:ext>
            </a:extLst>
          </p:cNvPr>
          <p:cNvSpPr>
            <a:spLocks noGrp="1"/>
          </p:cNvSpPr>
          <p:nvPr>
            <p:ph type="body" sz="quarter" idx="18"/>
          </p:nvPr>
        </p:nvSpPr>
        <p:spPr>
          <a:xfrm>
            <a:off x="3289301" y="7296711"/>
            <a:ext cx="8834438" cy="584200"/>
          </a:xfrm>
        </p:spPr>
        <p:txBody>
          <a:bodyPr/>
          <a:lstStyle/>
          <a:p>
            <a:r>
              <a:rPr lang="en-US" dirty="0">
                <a:latin typeface="Open Sans" panose="020B0606030504020204" pitchFamily="34" charset="0"/>
                <a:ea typeface="Open Sans" panose="020B0606030504020204" pitchFamily="34" charset="0"/>
                <a:cs typeface="Open Sans" panose="020B0606030504020204" pitchFamily="34" charset="0"/>
              </a:rPr>
              <a:t>B</a:t>
            </a:r>
            <a:endParaRPr lang="en-IN" dirty="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Placeholder 5">
            <a:extLst>
              <a:ext uri="{FF2B5EF4-FFF2-40B4-BE49-F238E27FC236}">
                <a16:creationId xmlns:a16="http://schemas.microsoft.com/office/drawing/2014/main" id="{43355961-EC6D-C75D-3BC8-2D610870F391}"/>
              </a:ext>
            </a:extLst>
          </p:cNvPr>
          <p:cNvSpPr>
            <a:spLocks noGrp="1"/>
          </p:cNvSpPr>
          <p:nvPr>
            <p:ph type="body" sz="quarter" idx="16"/>
          </p:nvPr>
        </p:nvSpPr>
        <p:spPr>
          <a:xfrm>
            <a:off x="669924" y="7935913"/>
            <a:ext cx="13211176" cy="1004887"/>
          </a:xfrm>
        </p:spPr>
        <p:txBody>
          <a:bodyPr/>
          <a:lstStyle/>
          <a:p>
            <a:pPr marL="0" lvl="1">
              <a:spcBef>
                <a:spcPts val="0"/>
              </a:spcBef>
              <a:buClr>
                <a:srgbClr val="3F3F3F"/>
              </a:buClr>
              <a:buSzPts val="2000"/>
            </a:pPr>
            <a:r>
              <a:rPr lang="en-US" sz="2000" b="1" dirty="0">
                <a:solidFill>
                  <a:srgbClr val="3F3F3F"/>
                </a:solidFill>
                <a:latin typeface="Open Sans"/>
                <a:ea typeface="Open Sans"/>
                <a:cs typeface="Open Sans"/>
              </a:rPr>
              <a:t>MapReduce consists of five phases: map phase, partition phase, shuffle phase, sort phase, and </a:t>
            </a:r>
            <a:br>
              <a:rPr lang="en-US" sz="2000" b="1" dirty="0">
                <a:solidFill>
                  <a:srgbClr val="3F3F3F"/>
                </a:solidFill>
                <a:latin typeface="Open Sans"/>
                <a:ea typeface="Open Sans"/>
                <a:cs typeface="Open Sans"/>
              </a:rPr>
            </a:br>
            <a:r>
              <a:rPr lang="en-US" sz="2000" b="1" dirty="0">
                <a:solidFill>
                  <a:srgbClr val="3F3F3F"/>
                </a:solidFill>
                <a:latin typeface="Open Sans"/>
                <a:ea typeface="Open Sans"/>
                <a:cs typeface="Open Sans"/>
              </a:rPr>
              <a:t>reduce phase.</a:t>
            </a:r>
          </a:p>
          <a:p>
            <a:pPr marL="0" lvl="1">
              <a:spcBef>
                <a:spcPts val="0"/>
              </a:spcBef>
              <a:buClr>
                <a:srgbClr val="3F3F3F"/>
              </a:buClr>
              <a:buSzPts val="2000"/>
            </a:pPr>
            <a:endParaRPr lang="en-US" sz="2000" b="1" dirty="0">
              <a:solidFill>
                <a:srgbClr val="3F3F3F"/>
              </a:solidFill>
              <a:latin typeface="Open Sans"/>
              <a:ea typeface="Open Sans"/>
              <a:cs typeface="Open Sans"/>
            </a:endParaRPr>
          </a:p>
        </p:txBody>
      </p:sp>
      <p:sp>
        <p:nvSpPr>
          <p:cNvPr id="20" name="Text Placeholder 7">
            <a:extLst>
              <a:ext uri="{FF2B5EF4-FFF2-40B4-BE49-F238E27FC236}">
                <a16:creationId xmlns:a16="http://schemas.microsoft.com/office/drawing/2014/main" id="{9BC5B353-48EE-2FA5-09D1-65EE2D8A50C6}"/>
              </a:ext>
            </a:extLst>
          </p:cNvPr>
          <p:cNvSpPr txBox="1">
            <a:spLocks/>
          </p:cNvSpPr>
          <p:nvPr/>
        </p:nvSpPr>
        <p:spPr>
          <a:xfrm>
            <a:off x="1562390" y="1193800"/>
            <a:ext cx="1135063" cy="83026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ctr" rtl="0">
              <a:lnSpc>
                <a:spcPct val="90000"/>
              </a:lnSpc>
              <a:spcBef>
                <a:spcPts val="0"/>
              </a:spcBef>
              <a:spcAft>
                <a:spcPts val="0"/>
              </a:spcAft>
              <a:buClr>
                <a:schemeClr val="dk1"/>
              </a:buClr>
              <a:buSzPts val="2800"/>
              <a:buFont typeface="Arial"/>
              <a:buNone/>
              <a:defRPr sz="2800" b="1" i="0" u="none" strike="noStrike" cap="none">
                <a:solidFill>
                  <a:schemeClr val="bg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r>
              <a:rPr lang="en-US" sz="2200" dirty="0">
                <a:latin typeface="Open Sans" panose="020B0606030504020204" pitchFamily="34" charset="0"/>
                <a:ea typeface="Open Sans" panose="020B0606030504020204" pitchFamily="34" charset="0"/>
                <a:cs typeface="Open Sans" panose="020B0606030504020204" pitchFamily="34" charset="0"/>
              </a:rPr>
              <a:t>3</a:t>
            </a:r>
            <a:endParaRPr lang="en-IN" sz="2200" dirty="0">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Placeholder 8">
            <a:extLst>
              <a:ext uri="{FF2B5EF4-FFF2-40B4-BE49-F238E27FC236}">
                <a16:creationId xmlns:a16="http://schemas.microsoft.com/office/drawing/2014/main" id="{F02105E2-DE03-E371-A310-42158519122C}"/>
              </a:ext>
            </a:extLst>
          </p:cNvPr>
          <p:cNvSpPr txBox="1">
            <a:spLocks/>
          </p:cNvSpPr>
          <p:nvPr/>
        </p:nvSpPr>
        <p:spPr>
          <a:xfrm>
            <a:off x="2967015" y="580287"/>
            <a:ext cx="12401573" cy="1447009"/>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l" rtl="0">
              <a:lnSpc>
                <a:spcPct val="114000"/>
              </a:lnSpc>
              <a:spcBef>
                <a:spcPts val="0"/>
              </a:spcBef>
              <a:spcAft>
                <a:spcPts val="0"/>
              </a:spcAft>
              <a:buClr>
                <a:schemeClr val="dk1"/>
              </a:buClr>
              <a:buSzPts val="2800"/>
              <a:buFont typeface="Arial"/>
              <a:buNone/>
              <a:defRPr sz="2800" b="1" i="0" u="none" strike="noStrike" cap="none">
                <a:solidFill>
                  <a:schemeClr val="tx1">
                    <a:lumMod val="75000"/>
                    <a:lumOff val="25000"/>
                  </a:schemeClr>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r>
              <a:rPr lang="en-US" sz="2200" dirty="0">
                <a:latin typeface="Open Sans" panose="020B0606030504020204" pitchFamily="34" charset="0"/>
                <a:ea typeface="Open Sans" panose="020B0606030504020204" pitchFamily="34" charset="0"/>
                <a:cs typeface="Open Sans" panose="020B0606030504020204" pitchFamily="34" charset="0"/>
              </a:rPr>
              <a:t>How many phases exist in MapReduce?</a:t>
            </a:r>
          </a:p>
        </p:txBody>
      </p:sp>
      <p:sp>
        <p:nvSpPr>
          <p:cNvPr id="22" name="Text Placeholder 9">
            <a:extLst>
              <a:ext uri="{FF2B5EF4-FFF2-40B4-BE49-F238E27FC236}">
                <a16:creationId xmlns:a16="http://schemas.microsoft.com/office/drawing/2014/main" id="{7B357A43-3C13-760A-E3AB-18B50528C4FC}"/>
              </a:ext>
            </a:extLst>
          </p:cNvPr>
          <p:cNvSpPr txBox="1">
            <a:spLocks/>
          </p:cNvSpPr>
          <p:nvPr/>
        </p:nvSpPr>
        <p:spPr>
          <a:xfrm>
            <a:off x="2330450" y="2698180"/>
            <a:ext cx="11250613" cy="83661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0" marR="0" lvl="0" indent="0" algn="l" rtl="0">
              <a:lnSpc>
                <a:spcPct val="114000"/>
              </a:lnSpc>
              <a:spcBef>
                <a:spcPts val="0"/>
              </a:spcBef>
              <a:spcAft>
                <a:spcPts val="0"/>
              </a:spcAft>
              <a:buClr>
                <a:schemeClr val="dk1"/>
              </a:buClr>
              <a:buSzPts val="2800"/>
              <a:buFont typeface="Arial"/>
              <a:buNone/>
              <a:defRPr sz="2000" b="0" i="0" u="none" strike="noStrike" cap="none">
                <a:solidFill>
                  <a:schemeClr val="tx1">
                    <a:lumMod val="75000"/>
                    <a:lumOff val="25000"/>
                  </a:schemeClr>
                </a:solidFill>
                <a:latin typeface="Arial"/>
                <a:ea typeface="Arial"/>
                <a:cs typeface="Arial"/>
                <a:sym typeface="Arial"/>
              </a:defRPr>
            </a:lvl1pPr>
            <a:lvl2pPr marL="457200" marR="0" lvl="1" indent="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L="914400" marR="0" lvl="2" indent="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371600" marR="0" lvl="3"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1828800" marR="0" lvl="4"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r>
              <a:rPr lang="en-US">
                <a:latin typeface="Open Sans" panose="020B0606030504020204" pitchFamily="34" charset="0"/>
                <a:ea typeface="Open Sans" panose="020B0606030504020204" pitchFamily="34" charset="0"/>
                <a:cs typeface="Open Sans" panose="020B0606030504020204" pitchFamily="34" charset="0"/>
              </a:rPr>
              <a:t>4</a:t>
            </a:r>
            <a:endParaRPr 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Placeholder 10">
            <a:extLst>
              <a:ext uri="{FF2B5EF4-FFF2-40B4-BE49-F238E27FC236}">
                <a16:creationId xmlns:a16="http://schemas.microsoft.com/office/drawing/2014/main" id="{B93BE35E-DB3F-52ED-690A-2AECF9883D6B}"/>
              </a:ext>
            </a:extLst>
          </p:cNvPr>
          <p:cNvSpPr txBox="1">
            <a:spLocks/>
          </p:cNvSpPr>
          <p:nvPr/>
        </p:nvSpPr>
        <p:spPr>
          <a:xfrm>
            <a:off x="2334566" y="3629064"/>
            <a:ext cx="11250613" cy="83661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0" marR="0" lvl="0" indent="0" algn="l" rtl="0">
              <a:lnSpc>
                <a:spcPct val="114000"/>
              </a:lnSpc>
              <a:spcBef>
                <a:spcPts val="0"/>
              </a:spcBef>
              <a:spcAft>
                <a:spcPts val="0"/>
              </a:spcAft>
              <a:buClr>
                <a:schemeClr val="dk1"/>
              </a:buClr>
              <a:buSzPts val="2800"/>
              <a:buFont typeface="Arial"/>
              <a:buNone/>
              <a:defRPr sz="2000" b="0" i="0" u="none" strike="noStrike" cap="none">
                <a:solidFill>
                  <a:schemeClr val="tx1">
                    <a:lumMod val="75000"/>
                    <a:lumOff val="25000"/>
                  </a:schemeClr>
                </a:solidFill>
                <a:latin typeface="Arial"/>
                <a:ea typeface="Arial"/>
                <a:cs typeface="Arial"/>
                <a:sym typeface="Arial"/>
              </a:defRPr>
            </a:lvl1pPr>
            <a:lvl2pPr marL="457200" marR="0" lvl="1" indent="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L="914400" marR="0" lvl="2" indent="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371600" marR="0" lvl="3"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1828800" marR="0" lvl="4"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r>
              <a:rPr lang="en-US">
                <a:latin typeface="Open Sans" panose="020B0606030504020204" pitchFamily="34" charset="0"/>
                <a:ea typeface="Open Sans" panose="020B0606030504020204" pitchFamily="34" charset="0"/>
                <a:cs typeface="Open Sans" panose="020B0606030504020204" pitchFamily="34" charset="0"/>
                <a:sym typeface="Open Sans"/>
              </a:rPr>
              <a:t>5</a:t>
            </a:r>
            <a:endParaRPr lang="en-US" dirty="0">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24" name="Text Placeholder 11">
            <a:extLst>
              <a:ext uri="{FF2B5EF4-FFF2-40B4-BE49-F238E27FC236}">
                <a16:creationId xmlns:a16="http://schemas.microsoft.com/office/drawing/2014/main" id="{3284C41B-7834-1CDE-4AA3-7A13B166E0BC}"/>
              </a:ext>
            </a:extLst>
          </p:cNvPr>
          <p:cNvSpPr txBox="1">
            <a:spLocks/>
          </p:cNvSpPr>
          <p:nvPr/>
        </p:nvSpPr>
        <p:spPr>
          <a:xfrm>
            <a:off x="2334566" y="4568181"/>
            <a:ext cx="11250613" cy="83661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0" marR="0" lvl="0" indent="0" algn="l" rtl="0">
              <a:lnSpc>
                <a:spcPct val="114000"/>
              </a:lnSpc>
              <a:spcBef>
                <a:spcPts val="0"/>
              </a:spcBef>
              <a:spcAft>
                <a:spcPts val="0"/>
              </a:spcAft>
              <a:buClr>
                <a:schemeClr val="dk1"/>
              </a:buClr>
              <a:buSzPts val="2800"/>
              <a:buFont typeface="Arial"/>
              <a:buNone/>
              <a:defRPr sz="2000" b="0" i="0" u="none" strike="noStrike" cap="none">
                <a:solidFill>
                  <a:schemeClr val="tx1">
                    <a:lumMod val="75000"/>
                    <a:lumOff val="25000"/>
                  </a:schemeClr>
                </a:solidFill>
                <a:latin typeface="Arial"/>
                <a:ea typeface="Arial"/>
                <a:cs typeface="Arial"/>
                <a:sym typeface="Arial"/>
              </a:defRPr>
            </a:lvl1pPr>
            <a:lvl2pPr marL="457200" marR="0" lvl="1" indent="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L="914400" marR="0" lvl="2" indent="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371600" marR="0" lvl="3"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1828800" marR="0" lvl="4"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r>
              <a:rPr lang="en-US">
                <a:latin typeface="Open Sans" panose="020B0606030504020204" pitchFamily="34" charset="0"/>
                <a:ea typeface="Open Sans" panose="020B0606030504020204" pitchFamily="34" charset="0"/>
                <a:cs typeface="Open Sans" panose="020B0606030504020204" pitchFamily="34" charset="0"/>
              </a:rPr>
              <a:t>6</a:t>
            </a:r>
            <a:endParaRPr 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Placeholder 12">
            <a:extLst>
              <a:ext uri="{FF2B5EF4-FFF2-40B4-BE49-F238E27FC236}">
                <a16:creationId xmlns:a16="http://schemas.microsoft.com/office/drawing/2014/main" id="{FEEB3DC9-305E-DE9E-F60E-78E852546F3F}"/>
              </a:ext>
            </a:extLst>
          </p:cNvPr>
          <p:cNvSpPr>
            <a:spLocks noGrp="1"/>
          </p:cNvSpPr>
          <p:nvPr>
            <p:ph type="body" sz="quarter" idx="15"/>
          </p:nvPr>
        </p:nvSpPr>
        <p:spPr>
          <a:xfrm>
            <a:off x="2338682" y="5511422"/>
            <a:ext cx="11250613" cy="836613"/>
          </a:xfrm>
        </p:spPr>
        <p:txBody>
          <a:bodyPr/>
          <a:lstStyle/>
          <a:p>
            <a:r>
              <a:rPr lang="en-US" dirty="0">
                <a:latin typeface="Open Sans" panose="020B0606030504020204" pitchFamily="34" charset="0"/>
                <a:ea typeface="Open Sans" panose="020B0606030504020204" pitchFamily="34" charset="0"/>
                <a:cs typeface="Open Sans" panose="020B0606030504020204" pitchFamily="34" charset="0"/>
                <a:sym typeface="Open Sans"/>
              </a:rPr>
              <a:t>2</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519"/>
        <p:cNvGrpSpPr/>
        <p:nvPr/>
      </p:nvGrpSpPr>
      <p:grpSpPr>
        <a:xfrm>
          <a:off x="0" y="0"/>
          <a:ext cx="0" cy="0"/>
          <a:chOff x="0" y="0"/>
          <a:chExt cx="0" cy="0"/>
        </a:xfrm>
      </p:grpSpPr>
      <p:sp>
        <p:nvSpPr>
          <p:cNvPr id="8" name="Text Placeholder 7">
            <a:extLst>
              <a:ext uri="{FF2B5EF4-FFF2-40B4-BE49-F238E27FC236}">
                <a16:creationId xmlns:a16="http://schemas.microsoft.com/office/drawing/2014/main" id="{DE3A55DD-0882-5EBC-9EEB-20E81816BD16}"/>
              </a:ext>
            </a:extLst>
          </p:cNvPr>
          <p:cNvSpPr txBox="1">
            <a:spLocks/>
          </p:cNvSpPr>
          <p:nvPr/>
        </p:nvSpPr>
        <p:spPr>
          <a:xfrm>
            <a:off x="1562390" y="1193800"/>
            <a:ext cx="1135063" cy="83026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ctr" rtl="0">
              <a:lnSpc>
                <a:spcPct val="90000"/>
              </a:lnSpc>
              <a:spcBef>
                <a:spcPts val="0"/>
              </a:spcBef>
              <a:spcAft>
                <a:spcPts val="0"/>
              </a:spcAft>
              <a:buClr>
                <a:schemeClr val="dk1"/>
              </a:buClr>
              <a:buSzPts val="2800"/>
              <a:buFont typeface="Arial"/>
              <a:buNone/>
              <a:defRPr sz="2800" b="1" i="0" u="none" strike="noStrike" cap="none">
                <a:solidFill>
                  <a:schemeClr val="bg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r>
              <a:rPr lang="en-US" sz="2200" dirty="0">
                <a:latin typeface="Open Sans" panose="020B0606030504020204" pitchFamily="34" charset="0"/>
                <a:ea typeface="Open Sans" panose="020B0606030504020204" pitchFamily="34" charset="0"/>
                <a:cs typeface="Open Sans" panose="020B0606030504020204" pitchFamily="34" charset="0"/>
              </a:rPr>
              <a:t>4</a:t>
            </a:r>
            <a:endParaRPr lang="en-IN" sz="2200"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Placeholder 8">
            <a:extLst>
              <a:ext uri="{FF2B5EF4-FFF2-40B4-BE49-F238E27FC236}">
                <a16:creationId xmlns:a16="http://schemas.microsoft.com/office/drawing/2014/main" id="{2DADF7BD-5F15-4BF3-976E-11B32773E1CF}"/>
              </a:ext>
            </a:extLst>
          </p:cNvPr>
          <p:cNvSpPr txBox="1">
            <a:spLocks/>
          </p:cNvSpPr>
          <p:nvPr/>
        </p:nvSpPr>
        <p:spPr>
          <a:xfrm>
            <a:off x="2967015" y="580287"/>
            <a:ext cx="12401573" cy="1447009"/>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l" rtl="0">
              <a:lnSpc>
                <a:spcPct val="114000"/>
              </a:lnSpc>
              <a:spcBef>
                <a:spcPts val="0"/>
              </a:spcBef>
              <a:spcAft>
                <a:spcPts val="0"/>
              </a:spcAft>
              <a:buClr>
                <a:schemeClr val="dk1"/>
              </a:buClr>
              <a:buSzPts val="2800"/>
              <a:buFont typeface="Arial"/>
              <a:buNone/>
              <a:defRPr sz="2800" b="1" i="0" u="none" strike="noStrike" cap="none">
                <a:solidFill>
                  <a:schemeClr val="tx1">
                    <a:lumMod val="75000"/>
                    <a:lumOff val="25000"/>
                  </a:schemeClr>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r>
              <a:rPr lang="en-US" sz="2200" dirty="0">
                <a:latin typeface="Open Sans" panose="020B0606030504020204" pitchFamily="34" charset="0"/>
                <a:ea typeface="Open Sans" panose="020B0606030504020204" pitchFamily="34" charset="0"/>
                <a:cs typeface="Open Sans" panose="020B0606030504020204" pitchFamily="34" charset="0"/>
              </a:rPr>
              <a:t>Which of the following cannot be used as an optimization technique in MapReduce?</a:t>
            </a:r>
          </a:p>
        </p:txBody>
      </p:sp>
      <p:sp>
        <p:nvSpPr>
          <p:cNvPr id="10" name="Text Placeholder 9">
            <a:extLst>
              <a:ext uri="{FF2B5EF4-FFF2-40B4-BE49-F238E27FC236}">
                <a16:creationId xmlns:a16="http://schemas.microsoft.com/office/drawing/2014/main" id="{1753B5EC-DD77-9317-E4E7-A53ADDC4EA31}"/>
              </a:ext>
            </a:extLst>
          </p:cNvPr>
          <p:cNvSpPr>
            <a:spLocks noGrp="1"/>
          </p:cNvSpPr>
          <p:nvPr>
            <p:ph type="body" sz="quarter" idx="12"/>
          </p:nvPr>
        </p:nvSpPr>
        <p:spPr>
          <a:xfrm>
            <a:off x="2330450" y="2698180"/>
            <a:ext cx="11250613" cy="836613"/>
          </a:xfrm>
        </p:spPr>
        <p:txBody>
          <a:bodyPr/>
          <a:lstStyle/>
          <a:p>
            <a:r>
              <a:rPr lang="en-US" dirty="0">
                <a:latin typeface="Open Sans" panose="020B0606030504020204" pitchFamily="34" charset="0"/>
                <a:ea typeface="Open Sans" panose="020B0606030504020204" pitchFamily="34" charset="0"/>
                <a:cs typeface="Open Sans" panose="020B0606030504020204" pitchFamily="34" charset="0"/>
              </a:rPr>
              <a:t>Use of combiners</a:t>
            </a:r>
          </a:p>
        </p:txBody>
      </p:sp>
      <p:sp>
        <p:nvSpPr>
          <p:cNvPr id="11" name="Text Placeholder 10">
            <a:extLst>
              <a:ext uri="{FF2B5EF4-FFF2-40B4-BE49-F238E27FC236}">
                <a16:creationId xmlns:a16="http://schemas.microsoft.com/office/drawing/2014/main" id="{432A7793-4AA8-ADC3-24BC-9D771A29ABFC}"/>
              </a:ext>
            </a:extLst>
          </p:cNvPr>
          <p:cNvSpPr>
            <a:spLocks noGrp="1"/>
          </p:cNvSpPr>
          <p:nvPr>
            <p:ph type="body" sz="quarter" idx="13"/>
          </p:nvPr>
        </p:nvSpPr>
        <p:spPr>
          <a:xfrm>
            <a:off x="2334566" y="3629064"/>
            <a:ext cx="11250613" cy="836613"/>
          </a:xfrm>
        </p:spPr>
        <p:txBody>
          <a:bodyPr/>
          <a:lstStyle/>
          <a:p>
            <a:r>
              <a:rPr lang="en-US" dirty="0">
                <a:latin typeface="Open Sans" panose="020B0606030504020204" pitchFamily="34" charset="0"/>
                <a:ea typeface="Open Sans" panose="020B0606030504020204" pitchFamily="34" charset="0"/>
                <a:cs typeface="Open Sans" panose="020B0606030504020204" pitchFamily="34" charset="0"/>
                <a:sym typeface="Open Sans"/>
              </a:rPr>
              <a:t>LZO compression </a:t>
            </a:r>
          </a:p>
        </p:txBody>
      </p:sp>
      <p:sp>
        <p:nvSpPr>
          <p:cNvPr id="12" name="Text Placeholder 11">
            <a:extLst>
              <a:ext uri="{FF2B5EF4-FFF2-40B4-BE49-F238E27FC236}">
                <a16:creationId xmlns:a16="http://schemas.microsoft.com/office/drawing/2014/main" id="{4C4D7669-53B9-C9E5-D0F5-0A282FA91174}"/>
              </a:ext>
            </a:extLst>
          </p:cNvPr>
          <p:cNvSpPr>
            <a:spLocks noGrp="1"/>
          </p:cNvSpPr>
          <p:nvPr>
            <p:ph type="body" sz="quarter" idx="14"/>
          </p:nvPr>
        </p:nvSpPr>
        <p:spPr>
          <a:xfrm>
            <a:off x="2334566" y="4568181"/>
            <a:ext cx="11250613" cy="836613"/>
          </a:xfrm>
        </p:spPr>
        <p:txBody>
          <a:bodyPr/>
          <a:lstStyle/>
          <a:p>
            <a:r>
              <a:rPr lang="en-US" dirty="0">
                <a:latin typeface="Open Sans" panose="020B0606030504020204" pitchFamily="34" charset="0"/>
                <a:ea typeface="Open Sans" panose="020B0606030504020204" pitchFamily="34" charset="0"/>
                <a:cs typeface="Open Sans" panose="020B0606030504020204" pitchFamily="34" charset="0"/>
              </a:rPr>
              <a:t>Prefer not to use writable interface for data</a:t>
            </a:r>
          </a:p>
        </p:txBody>
      </p:sp>
      <p:sp>
        <p:nvSpPr>
          <p:cNvPr id="13" name="Text Placeholder 12">
            <a:extLst>
              <a:ext uri="{FF2B5EF4-FFF2-40B4-BE49-F238E27FC236}">
                <a16:creationId xmlns:a16="http://schemas.microsoft.com/office/drawing/2014/main" id="{DE0ECB8A-EEEA-6617-C57D-5951EE5454D7}"/>
              </a:ext>
            </a:extLst>
          </p:cNvPr>
          <p:cNvSpPr>
            <a:spLocks noGrp="1"/>
          </p:cNvSpPr>
          <p:nvPr>
            <p:ph type="body" sz="quarter" idx="15"/>
          </p:nvPr>
        </p:nvSpPr>
        <p:spPr>
          <a:xfrm>
            <a:off x="2338682" y="5511422"/>
            <a:ext cx="11250613" cy="836613"/>
          </a:xfrm>
        </p:spPr>
        <p:txBody>
          <a:bodyPr/>
          <a:lstStyle/>
          <a:p>
            <a:r>
              <a:rPr lang="en-US" dirty="0">
                <a:latin typeface="Open Sans" panose="020B0606030504020204" pitchFamily="34" charset="0"/>
                <a:ea typeface="Open Sans" panose="020B0606030504020204" pitchFamily="34" charset="0"/>
                <a:cs typeface="Open Sans" panose="020B0606030504020204" pitchFamily="34" charset="0"/>
                <a:sym typeface="Open Sans"/>
              </a:rPr>
              <a:t>Proper configuration of cluster</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529"/>
        <p:cNvGrpSpPr/>
        <p:nvPr/>
      </p:nvGrpSpPr>
      <p:grpSpPr>
        <a:xfrm>
          <a:off x="0" y="0"/>
          <a:ext cx="0" cy="0"/>
          <a:chOff x="0" y="0"/>
          <a:chExt cx="0" cy="0"/>
        </a:xfrm>
      </p:grpSpPr>
      <p:sp>
        <p:nvSpPr>
          <p:cNvPr id="12" name="Text Placeholder 6">
            <a:extLst>
              <a:ext uri="{FF2B5EF4-FFF2-40B4-BE49-F238E27FC236}">
                <a16:creationId xmlns:a16="http://schemas.microsoft.com/office/drawing/2014/main" id="{08C0722A-B3A9-A4FB-65B5-B7793A2FA0A1}"/>
              </a:ext>
            </a:extLst>
          </p:cNvPr>
          <p:cNvSpPr>
            <a:spLocks noGrp="1"/>
          </p:cNvSpPr>
          <p:nvPr>
            <p:ph type="body" sz="quarter" idx="18"/>
          </p:nvPr>
        </p:nvSpPr>
        <p:spPr>
          <a:xfrm>
            <a:off x="3289301" y="7296711"/>
            <a:ext cx="8834438" cy="584200"/>
          </a:xfrm>
        </p:spPr>
        <p:txBody>
          <a:bodyPr/>
          <a:lstStyle/>
          <a:p>
            <a:r>
              <a:rPr lang="en-US" dirty="0">
                <a:latin typeface="Open Sans" panose="020B0606030504020204" pitchFamily="34" charset="0"/>
                <a:ea typeface="Open Sans" panose="020B0606030504020204" pitchFamily="34" charset="0"/>
                <a:cs typeface="Open Sans" panose="020B0606030504020204" pitchFamily="34" charset="0"/>
              </a:rPr>
              <a:t>C</a:t>
            </a:r>
            <a:endParaRPr lang="en-IN" dirty="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Placeholder 5">
            <a:extLst>
              <a:ext uri="{FF2B5EF4-FFF2-40B4-BE49-F238E27FC236}">
                <a16:creationId xmlns:a16="http://schemas.microsoft.com/office/drawing/2014/main" id="{8BFC1C58-F5ED-F64D-9E69-9339A4B716ED}"/>
              </a:ext>
            </a:extLst>
          </p:cNvPr>
          <p:cNvSpPr>
            <a:spLocks noGrp="1"/>
          </p:cNvSpPr>
          <p:nvPr>
            <p:ph type="body" sz="quarter" idx="16"/>
          </p:nvPr>
        </p:nvSpPr>
        <p:spPr>
          <a:xfrm>
            <a:off x="669924" y="7935913"/>
            <a:ext cx="13211176" cy="1004887"/>
          </a:xfrm>
        </p:spPr>
        <p:txBody>
          <a:bodyPr/>
          <a:lstStyle/>
          <a:p>
            <a:pPr marL="0" lvl="1">
              <a:spcBef>
                <a:spcPts val="0"/>
              </a:spcBef>
              <a:buClr>
                <a:srgbClr val="3F3F3F"/>
              </a:buClr>
              <a:buSzPts val="2000"/>
            </a:pPr>
            <a:r>
              <a:rPr lang="en-US" sz="2000" b="1" dirty="0">
                <a:solidFill>
                  <a:srgbClr val="3F3F3F"/>
                </a:solidFill>
                <a:latin typeface="Open Sans"/>
                <a:ea typeface="Open Sans"/>
                <a:cs typeface="Open Sans"/>
              </a:rPr>
              <a:t>Prefer not to use writable interface in MapReduce is the correct option as it is not used as an optimization technique in MapReduce.</a:t>
            </a:r>
          </a:p>
          <a:p>
            <a:pPr marL="0" lvl="1">
              <a:spcBef>
                <a:spcPts val="0"/>
              </a:spcBef>
              <a:buClr>
                <a:srgbClr val="3F3F3F"/>
              </a:buClr>
              <a:buSzPts val="2000"/>
            </a:pPr>
            <a:endParaRPr lang="en-US" sz="2000" b="1" dirty="0">
              <a:solidFill>
                <a:srgbClr val="3F3F3F"/>
              </a:solidFill>
              <a:latin typeface="Open Sans"/>
              <a:ea typeface="Open Sans"/>
              <a:cs typeface="Open Sans"/>
            </a:endParaRPr>
          </a:p>
        </p:txBody>
      </p:sp>
      <p:sp>
        <p:nvSpPr>
          <p:cNvPr id="14" name="Text Placeholder 7">
            <a:extLst>
              <a:ext uri="{FF2B5EF4-FFF2-40B4-BE49-F238E27FC236}">
                <a16:creationId xmlns:a16="http://schemas.microsoft.com/office/drawing/2014/main" id="{F9DD7F2D-4054-2954-E6E1-2253BC0104B5}"/>
              </a:ext>
            </a:extLst>
          </p:cNvPr>
          <p:cNvSpPr txBox="1">
            <a:spLocks/>
          </p:cNvSpPr>
          <p:nvPr/>
        </p:nvSpPr>
        <p:spPr>
          <a:xfrm>
            <a:off x="1562390" y="1193800"/>
            <a:ext cx="1135063" cy="83026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ctr" rtl="0">
              <a:lnSpc>
                <a:spcPct val="90000"/>
              </a:lnSpc>
              <a:spcBef>
                <a:spcPts val="0"/>
              </a:spcBef>
              <a:spcAft>
                <a:spcPts val="0"/>
              </a:spcAft>
              <a:buClr>
                <a:schemeClr val="dk1"/>
              </a:buClr>
              <a:buSzPts val="2800"/>
              <a:buFont typeface="Arial"/>
              <a:buNone/>
              <a:defRPr sz="2800" b="1" i="0" u="none" strike="noStrike" cap="none">
                <a:solidFill>
                  <a:schemeClr val="bg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r>
              <a:rPr lang="en-US" sz="2200" dirty="0">
                <a:latin typeface="Open Sans" panose="020B0606030504020204" pitchFamily="34" charset="0"/>
                <a:ea typeface="Open Sans" panose="020B0606030504020204" pitchFamily="34" charset="0"/>
                <a:cs typeface="Open Sans" panose="020B0606030504020204" pitchFamily="34" charset="0"/>
              </a:rPr>
              <a:t>4</a:t>
            </a:r>
            <a:endParaRPr lang="en-IN" sz="2200" dirty="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Placeholder 8">
            <a:extLst>
              <a:ext uri="{FF2B5EF4-FFF2-40B4-BE49-F238E27FC236}">
                <a16:creationId xmlns:a16="http://schemas.microsoft.com/office/drawing/2014/main" id="{8908A382-374E-10E1-8384-CD180252ACB9}"/>
              </a:ext>
            </a:extLst>
          </p:cNvPr>
          <p:cNvSpPr txBox="1">
            <a:spLocks/>
          </p:cNvSpPr>
          <p:nvPr/>
        </p:nvSpPr>
        <p:spPr>
          <a:xfrm>
            <a:off x="2967015" y="580287"/>
            <a:ext cx="12401573" cy="1447009"/>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l" rtl="0">
              <a:lnSpc>
                <a:spcPct val="114000"/>
              </a:lnSpc>
              <a:spcBef>
                <a:spcPts val="0"/>
              </a:spcBef>
              <a:spcAft>
                <a:spcPts val="0"/>
              </a:spcAft>
              <a:buClr>
                <a:schemeClr val="dk1"/>
              </a:buClr>
              <a:buSzPts val="2800"/>
              <a:buFont typeface="Arial"/>
              <a:buNone/>
              <a:defRPr sz="2800" b="1" i="0" u="none" strike="noStrike" cap="none">
                <a:solidFill>
                  <a:schemeClr val="tx1">
                    <a:lumMod val="75000"/>
                    <a:lumOff val="25000"/>
                  </a:schemeClr>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r>
              <a:rPr lang="en-US" sz="2200" dirty="0">
                <a:latin typeface="Open Sans" panose="020B0606030504020204" pitchFamily="34" charset="0"/>
                <a:ea typeface="Open Sans" panose="020B0606030504020204" pitchFamily="34" charset="0"/>
                <a:cs typeface="Open Sans" panose="020B0606030504020204" pitchFamily="34" charset="0"/>
              </a:rPr>
              <a:t>Which of the following cannot be used as an optimization technique in MapReduce?</a:t>
            </a:r>
          </a:p>
        </p:txBody>
      </p:sp>
      <p:sp>
        <p:nvSpPr>
          <p:cNvPr id="16" name="Text Placeholder 9">
            <a:extLst>
              <a:ext uri="{FF2B5EF4-FFF2-40B4-BE49-F238E27FC236}">
                <a16:creationId xmlns:a16="http://schemas.microsoft.com/office/drawing/2014/main" id="{017A126E-47B5-A3CC-9453-C2CB4BB76AF8}"/>
              </a:ext>
            </a:extLst>
          </p:cNvPr>
          <p:cNvSpPr txBox="1">
            <a:spLocks/>
          </p:cNvSpPr>
          <p:nvPr/>
        </p:nvSpPr>
        <p:spPr>
          <a:xfrm>
            <a:off x="2330450" y="2698180"/>
            <a:ext cx="11250613" cy="83661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0" marR="0" lvl="0" indent="0" algn="l" rtl="0">
              <a:lnSpc>
                <a:spcPct val="114000"/>
              </a:lnSpc>
              <a:spcBef>
                <a:spcPts val="0"/>
              </a:spcBef>
              <a:spcAft>
                <a:spcPts val="0"/>
              </a:spcAft>
              <a:buClr>
                <a:schemeClr val="dk1"/>
              </a:buClr>
              <a:buSzPts val="2800"/>
              <a:buFont typeface="Arial"/>
              <a:buNone/>
              <a:defRPr sz="2000" b="0" i="0" u="none" strike="noStrike" cap="none">
                <a:solidFill>
                  <a:schemeClr val="tx1">
                    <a:lumMod val="75000"/>
                    <a:lumOff val="25000"/>
                  </a:schemeClr>
                </a:solidFill>
                <a:latin typeface="Arial"/>
                <a:ea typeface="Arial"/>
                <a:cs typeface="Arial"/>
                <a:sym typeface="Arial"/>
              </a:defRPr>
            </a:lvl1pPr>
            <a:lvl2pPr marL="457200" marR="0" lvl="1" indent="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L="914400" marR="0" lvl="2" indent="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371600" marR="0" lvl="3"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1828800" marR="0" lvl="4"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r>
              <a:rPr lang="en-US">
                <a:latin typeface="Open Sans" panose="020B0606030504020204" pitchFamily="34" charset="0"/>
                <a:ea typeface="Open Sans" panose="020B0606030504020204" pitchFamily="34" charset="0"/>
                <a:cs typeface="Open Sans" panose="020B0606030504020204" pitchFamily="34" charset="0"/>
              </a:rPr>
              <a:t>Use of combiners</a:t>
            </a:r>
            <a:endParaRPr 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Placeholder 10">
            <a:extLst>
              <a:ext uri="{FF2B5EF4-FFF2-40B4-BE49-F238E27FC236}">
                <a16:creationId xmlns:a16="http://schemas.microsoft.com/office/drawing/2014/main" id="{AF59E14F-EA2A-E5FE-F488-0E8465D31791}"/>
              </a:ext>
            </a:extLst>
          </p:cNvPr>
          <p:cNvSpPr txBox="1">
            <a:spLocks/>
          </p:cNvSpPr>
          <p:nvPr/>
        </p:nvSpPr>
        <p:spPr>
          <a:xfrm>
            <a:off x="2334566" y="3629064"/>
            <a:ext cx="11250613" cy="83661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0" marR="0" lvl="0" indent="0" algn="l" rtl="0">
              <a:lnSpc>
                <a:spcPct val="114000"/>
              </a:lnSpc>
              <a:spcBef>
                <a:spcPts val="0"/>
              </a:spcBef>
              <a:spcAft>
                <a:spcPts val="0"/>
              </a:spcAft>
              <a:buClr>
                <a:schemeClr val="dk1"/>
              </a:buClr>
              <a:buSzPts val="2800"/>
              <a:buFont typeface="Arial"/>
              <a:buNone/>
              <a:defRPr sz="2000" b="0" i="0" u="none" strike="noStrike" cap="none">
                <a:solidFill>
                  <a:schemeClr val="tx1">
                    <a:lumMod val="75000"/>
                    <a:lumOff val="25000"/>
                  </a:schemeClr>
                </a:solidFill>
                <a:latin typeface="Arial"/>
                <a:ea typeface="Arial"/>
                <a:cs typeface="Arial"/>
                <a:sym typeface="Arial"/>
              </a:defRPr>
            </a:lvl1pPr>
            <a:lvl2pPr marL="457200" marR="0" lvl="1" indent="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L="914400" marR="0" lvl="2" indent="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371600" marR="0" lvl="3"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1828800" marR="0" lvl="4"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r>
              <a:rPr lang="en-US">
                <a:latin typeface="Open Sans" panose="020B0606030504020204" pitchFamily="34" charset="0"/>
                <a:ea typeface="Open Sans" panose="020B0606030504020204" pitchFamily="34" charset="0"/>
                <a:cs typeface="Open Sans" panose="020B0606030504020204" pitchFamily="34" charset="0"/>
                <a:sym typeface="Open Sans"/>
              </a:rPr>
              <a:t>LZO compression </a:t>
            </a:r>
            <a:endParaRPr lang="en-US" dirty="0">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18" name="Text Placeholder 11">
            <a:extLst>
              <a:ext uri="{FF2B5EF4-FFF2-40B4-BE49-F238E27FC236}">
                <a16:creationId xmlns:a16="http://schemas.microsoft.com/office/drawing/2014/main" id="{AD38BC33-4CDC-B3CF-0BD5-B53D2977B729}"/>
              </a:ext>
            </a:extLst>
          </p:cNvPr>
          <p:cNvSpPr txBox="1">
            <a:spLocks/>
          </p:cNvSpPr>
          <p:nvPr/>
        </p:nvSpPr>
        <p:spPr>
          <a:xfrm>
            <a:off x="2334566" y="4568181"/>
            <a:ext cx="11250613" cy="83661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0" marR="0" lvl="0" indent="0" algn="l" rtl="0">
              <a:lnSpc>
                <a:spcPct val="114000"/>
              </a:lnSpc>
              <a:spcBef>
                <a:spcPts val="0"/>
              </a:spcBef>
              <a:spcAft>
                <a:spcPts val="0"/>
              </a:spcAft>
              <a:buClr>
                <a:schemeClr val="dk1"/>
              </a:buClr>
              <a:buSzPts val="2800"/>
              <a:buFont typeface="Arial"/>
              <a:buNone/>
              <a:defRPr sz="2000" b="0" i="0" u="none" strike="noStrike" cap="none">
                <a:solidFill>
                  <a:schemeClr val="tx1">
                    <a:lumMod val="75000"/>
                    <a:lumOff val="25000"/>
                  </a:schemeClr>
                </a:solidFill>
                <a:latin typeface="Arial"/>
                <a:ea typeface="Arial"/>
                <a:cs typeface="Arial"/>
                <a:sym typeface="Arial"/>
              </a:defRPr>
            </a:lvl1pPr>
            <a:lvl2pPr marL="457200" marR="0" lvl="1" indent="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L="914400" marR="0" lvl="2" indent="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371600" marR="0" lvl="3"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1828800" marR="0" lvl="4"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r>
              <a:rPr lang="en-US">
                <a:latin typeface="Open Sans" panose="020B0606030504020204" pitchFamily="34" charset="0"/>
                <a:ea typeface="Open Sans" panose="020B0606030504020204" pitchFamily="34" charset="0"/>
                <a:cs typeface="Open Sans" panose="020B0606030504020204" pitchFamily="34" charset="0"/>
              </a:rPr>
              <a:t>Prefer not to use writable interface for data</a:t>
            </a:r>
            <a:endParaRPr 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Placeholder 12">
            <a:extLst>
              <a:ext uri="{FF2B5EF4-FFF2-40B4-BE49-F238E27FC236}">
                <a16:creationId xmlns:a16="http://schemas.microsoft.com/office/drawing/2014/main" id="{7E0C90EF-3B32-8B06-B0FA-D4545D9853AC}"/>
              </a:ext>
            </a:extLst>
          </p:cNvPr>
          <p:cNvSpPr>
            <a:spLocks noGrp="1"/>
          </p:cNvSpPr>
          <p:nvPr>
            <p:ph type="body" sz="quarter" idx="15"/>
          </p:nvPr>
        </p:nvSpPr>
        <p:spPr>
          <a:xfrm>
            <a:off x="2338682" y="5511422"/>
            <a:ext cx="11250613" cy="836613"/>
          </a:xfrm>
        </p:spPr>
        <p:txBody>
          <a:bodyPr/>
          <a:lstStyle/>
          <a:p>
            <a:r>
              <a:rPr lang="en-US" dirty="0">
                <a:latin typeface="Open Sans" panose="020B0606030504020204" pitchFamily="34" charset="0"/>
                <a:ea typeface="Open Sans" panose="020B0606030504020204" pitchFamily="34" charset="0"/>
                <a:cs typeface="Open Sans" panose="020B0606030504020204" pitchFamily="34" charset="0"/>
                <a:sym typeface="Open Sans"/>
              </a:rPr>
              <a:t>Proper configuration of cluster</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542"/>
        <p:cNvGrpSpPr/>
        <p:nvPr/>
      </p:nvGrpSpPr>
      <p:grpSpPr>
        <a:xfrm>
          <a:off x="0" y="0"/>
          <a:ext cx="0" cy="0"/>
          <a:chOff x="0" y="0"/>
          <a:chExt cx="0" cy="0"/>
        </a:xfrm>
      </p:grpSpPr>
      <p:sp>
        <p:nvSpPr>
          <p:cNvPr id="1543" name="Google Shape;1543;p111"/>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3F3F3F"/>
              </a:buClr>
              <a:buSzPts val="3200"/>
              <a:buFont typeface="Open Sans ExtraBold"/>
              <a:buNone/>
            </a:pPr>
            <a:br>
              <a:rPr lang="en-US">
                <a:latin typeface="Open Sans"/>
                <a:ea typeface="Open Sans"/>
                <a:cs typeface="Open Sans"/>
                <a:sym typeface="Open Sans"/>
              </a:rPr>
            </a:br>
            <a:r>
              <a:rPr lang="en-US">
                <a:latin typeface="Open Sans"/>
                <a:ea typeface="Open Sans"/>
                <a:cs typeface="Open Sans"/>
                <a:sym typeface="Open Sans"/>
              </a:rPr>
              <a:t>Lesson-End Project: Count the Number of Words Using MapReduce </a:t>
            </a:r>
            <a:br>
              <a:rPr lang="en-US">
                <a:latin typeface="Open Sans"/>
                <a:ea typeface="Open Sans"/>
                <a:cs typeface="Open Sans"/>
                <a:sym typeface="Open Sans"/>
              </a:rPr>
            </a:br>
            <a:endParaRPr/>
          </a:p>
        </p:txBody>
      </p:sp>
      <p:sp>
        <p:nvSpPr>
          <p:cNvPr id="1544" name="Google Shape;1544;p111"/>
          <p:cNvSpPr txBox="1"/>
          <p:nvPr/>
        </p:nvSpPr>
        <p:spPr>
          <a:xfrm>
            <a:off x="4819650" y="1962151"/>
            <a:ext cx="10267950" cy="5498754"/>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3F3F3F"/>
              </a:buClr>
              <a:buSzPts val="3200"/>
              <a:buFont typeface="Open Sans ExtraBold"/>
              <a:buNone/>
            </a:pPr>
            <a:r>
              <a:rPr lang="en-US" sz="2200" b="1" i="0" u="none" strike="noStrike" cap="none" dirty="0">
                <a:solidFill>
                  <a:srgbClr val="3F3F3F"/>
                </a:solidFill>
                <a:latin typeface="Open Sans"/>
                <a:ea typeface="Open Sans"/>
                <a:cs typeface="Open Sans"/>
                <a:sym typeface="Open Sans"/>
              </a:rPr>
              <a:t>Problem Scenario: </a:t>
            </a:r>
            <a:endParaRPr dirty="0"/>
          </a:p>
          <a:p>
            <a:pPr marL="0" marR="0" lvl="0" indent="0" algn="l" rtl="0">
              <a:lnSpc>
                <a:spcPct val="90000"/>
              </a:lnSpc>
              <a:spcBef>
                <a:spcPts val="0"/>
              </a:spcBef>
              <a:spcAft>
                <a:spcPts val="0"/>
              </a:spcAft>
              <a:buClr>
                <a:srgbClr val="3F3F3F"/>
              </a:buClr>
              <a:buSzPts val="3200"/>
              <a:buFont typeface="Open Sans ExtraBold"/>
              <a:buNone/>
            </a:pPr>
            <a:endParaRPr sz="2200" b="1" i="0" u="none" strike="noStrike" cap="none" dirty="0">
              <a:solidFill>
                <a:srgbClr val="3F3F3F"/>
              </a:solidFill>
              <a:latin typeface="Open Sans"/>
              <a:ea typeface="Open Sans"/>
              <a:cs typeface="Open Sans"/>
              <a:sym typeface="Open Sans"/>
            </a:endParaRPr>
          </a:p>
          <a:p>
            <a:pPr marL="0" marR="0" lvl="0" indent="0" algn="l" rtl="0">
              <a:lnSpc>
                <a:spcPct val="115000"/>
              </a:lnSpc>
              <a:spcBef>
                <a:spcPts val="0"/>
              </a:spcBef>
              <a:spcAft>
                <a:spcPts val="0"/>
              </a:spcAft>
              <a:buNone/>
            </a:pPr>
            <a:r>
              <a:rPr lang="en-US" sz="2200" b="0" i="0" u="none" strike="noStrike" cap="none" dirty="0">
                <a:solidFill>
                  <a:srgbClr val="404040"/>
                </a:solidFill>
                <a:latin typeface="Open Sans"/>
                <a:ea typeface="Open Sans"/>
                <a:cs typeface="Open Sans"/>
                <a:sym typeface="Open Sans"/>
              </a:rPr>
              <a:t>Philip is working in a company as a Data Engineer whose focus is to count the number of times a word occurs in a corpus. He has a copy of sample data from the internet. He wants to perform a computation with a list of words and understand how many times it occurred. This can be achieved using MapReduce.</a:t>
            </a:r>
            <a:endParaRPr sz="2200" b="0" i="0" u="none" strike="noStrike" cap="none" dirty="0">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3F3F3F"/>
              </a:buClr>
              <a:buSzPts val="3200"/>
              <a:buFont typeface="Open Sans ExtraBold"/>
              <a:buNone/>
            </a:pPr>
            <a:endParaRPr sz="2200" b="1" i="0" u="none" strike="noStrike" cap="none" dirty="0">
              <a:solidFill>
                <a:srgbClr val="3F3F3F"/>
              </a:solidFill>
              <a:latin typeface="Open Sans"/>
              <a:ea typeface="Open Sans"/>
              <a:cs typeface="Open Sans"/>
              <a:sym typeface="Open Sans"/>
            </a:endParaRPr>
          </a:p>
          <a:p>
            <a:pPr marL="0" marR="0" lvl="0" indent="0" algn="l" rtl="0">
              <a:lnSpc>
                <a:spcPct val="115000"/>
              </a:lnSpc>
              <a:spcBef>
                <a:spcPts val="0"/>
              </a:spcBef>
              <a:spcAft>
                <a:spcPts val="0"/>
              </a:spcAft>
              <a:buNone/>
            </a:pPr>
            <a:r>
              <a:rPr lang="en-US" sz="2200" b="0" i="0" u="none" strike="noStrike" cap="none" dirty="0">
                <a:solidFill>
                  <a:srgbClr val="3F3F3F"/>
                </a:solidFill>
                <a:latin typeface="Open Sans"/>
                <a:ea typeface="Open Sans"/>
                <a:cs typeface="Open Sans"/>
                <a:sym typeface="Open Sans"/>
              </a:rPr>
              <a:t> </a:t>
            </a:r>
            <a:r>
              <a:rPr lang="en-US" sz="2200" b="1" i="0" u="none" strike="noStrike" cap="none" dirty="0">
                <a:solidFill>
                  <a:srgbClr val="404040"/>
                </a:solidFill>
                <a:latin typeface="Open Sans"/>
                <a:ea typeface="Open Sans"/>
                <a:cs typeface="Open Sans"/>
                <a:sym typeface="Open Sans"/>
              </a:rPr>
              <a:t>Objective:</a:t>
            </a:r>
            <a:endParaRPr dirty="0"/>
          </a:p>
          <a:p>
            <a:pPr marL="0" marR="0" lvl="0" indent="0" algn="l" rtl="0">
              <a:lnSpc>
                <a:spcPct val="115000"/>
              </a:lnSpc>
              <a:spcBef>
                <a:spcPts val="0"/>
              </a:spcBef>
              <a:spcAft>
                <a:spcPts val="0"/>
              </a:spcAft>
              <a:buNone/>
            </a:pPr>
            <a:endParaRPr sz="22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None/>
            </a:pPr>
            <a:r>
              <a:rPr lang="en-US" sz="2200" b="0" i="0" u="none" strike="noStrike" cap="none" dirty="0">
                <a:solidFill>
                  <a:srgbClr val="404040"/>
                </a:solidFill>
                <a:latin typeface="Open Sans"/>
                <a:ea typeface="Open Sans"/>
                <a:cs typeface="Open Sans"/>
                <a:sym typeface="Open Sans"/>
              </a:rPr>
              <a:t>The objective is to use MapReduce to count the number of words from a text file.</a:t>
            </a:r>
            <a:endParaRPr sz="22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None/>
            </a:pPr>
            <a:r>
              <a:rPr lang="en-US" sz="2200" b="0" i="0" u="none" strike="noStrike" cap="none" dirty="0">
                <a:solidFill>
                  <a:srgbClr val="404040"/>
                </a:solidFill>
                <a:latin typeface="Arial"/>
                <a:ea typeface="Arial"/>
                <a:cs typeface="Arial"/>
                <a:sym typeface="Arial"/>
              </a:rPr>
              <a:t> </a:t>
            </a:r>
            <a:endParaRPr sz="22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None/>
            </a:pPr>
            <a:r>
              <a:rPr lang="en-US" sz="2200" b="0" i="0" u="none" strike="noStrike" cap="none" dirty="0">
                <a:solidFill>
                  <a:srgbClr val="404040"/>
                </a:solidFill>
                <a:latin typeface="Arial"/>
                <a:ea typeface="Arial"/>
                <a:cs typeface="Arial"/>
                <a:sym typeface="Arial"/>
              </a:rPr>
              <a:t> </a:t>
            </a:r>
            <a:endParaRPr sz="22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2200" b="1" i="0" u="none" strike="noStrike" cap="none" dirty="0">
                <a:solidFill>
                  <a:srgbClr val="404040"/>
                </a:solidFill>
                <a:latin typeface="Open Sans"/>
                <a:ea typeface="Open Sans"/>
                <a:cs typeface="Open Sans"/>
                <a:sym typeface="Open Sans"/>
              </a:rPr>
              <a:t>Dataset Name</a:t>
            </a:r>
            <a:r>
              <a:rPr lang="en-US" sz="2200" b="0" i="0" u="none" strike="noStrike" cap="none" dirty="0">
                <a:solidFill>
                  <a:srgbClr val="404040"/>
                </a:solidFill>
                <a:latin typeface="Open Sans"/>
                <a:ea typeface="Open Sans"/>
                <a:cs typeface="Open Sans"/>
                <a:sym typeface="Open Sans"/>
              </a:rPr>
              <a:t>: wordcount.txt</a:t>
            </a:r>
            <a:endParaRPr sz="2200" b="0"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2200" b="0" i="0" u="none" strike="noStrike" cap="none" dirty="0">
                <a:solidFill>
                  <a:srgbClr val="404040"/>
                </a:solidFill>
                <a:latin typeface="Open Sans"/>
                <a:ea typeface="Open Sans"/>
                <a:cs typeface="Open Sans"/>
                <a:sym typeface="Open Sans"/>
              </a:rPr>
              <a:t>                              hadoop-mapreduce-example.jar</a:t>
            </a:r>
            <a:endParaRPr sz="2200" b="0" i="0" u="none" strike="noStrike" cap="none" dirty="0">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3F3F3F"/>
              </a:buClr>
              <a:buSzPts val="3200"/>
              <a:buFont typeface="Open Sans ExtraBold"/>
              <a:buNone/>
            </a:pPr>
            <a:endParaRPr sz="2200" b="0" i="0" u="none" strike="noStrike" cap="none" dirty="0">
              <a:solidFill>
                <a:srgbClr val="3F3F3F"/>
              </a:solidFill>
              <a:latin typeface="Open Sans"/>
              <a:ea typeface="Open Sans"/>
              <a:cs typeface="Open Sans"/>
              <a:sym typeface="Open Sans"/>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549"/>
        <p:cNvGrpSpPr/>
        <p:nvPr/>
      </p:nvGrpSpPr>
      <p:grpSpPr>
        <a:xfrm>
          <a:off x="0" y="0"/>
          <a:ext cx="0" cy="0"/>
          <a:chOff x="0" y="0"/>
          <a:chExt cx="0" cy="0"/>
        </a:xfrm>
      </p:grpSpPr>
      <p:sp>
        <p:nvSpPr>
          <p:cNvPr id="1550" name="Google Shape;1550;p11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3F3F3F"/>
              </a:buClr>
              <a:buSzPts val="3200"/>
              <a:buFont typeface="Open Sans ExtraBold"/>
              <a:buNone/>
            </a:pPr>
            <a:br>
              <a:rPr lang="en-US">
                <a:solidFill>
                  <a:srgbClr val="3F3F3F"/>
                </a:solidFill>
                <a:latin typeface="Open Sans"/>
                <a:ea typeface="Open Sans"/>
                <a:cs typeface="Open Sans"/>
                <a:sym typeface="Open Sans"/>
              </a:rPr>
            </a:br>
            <a:r>
              <a:rPr lang="en-US">
                <a:solidFill>
                  <a:srgbClr val="3F3F3F"/>
                </a:solidFill>
                <a:latin typeface="Open Sans"/>
                <a:ea typeface="Open Sans"/>
                <a:cs typeface="Open Sans"/>
                <a:sym typeface="Open Sans"/>
              </a:rPr>
              <a:t>Lesson-End Project: Count the Number of Words Using MapReduce </a:t>
            </a:r>
            <a:br>
              <a:rPr lang="en-US">
                <a:solidFill>
                  <a:srgbClr val="3F3F3F"/>
                </a:solidFill>
                <a:latin typeface="Open Sans"/>
                <a:ea typeface="Open Sans"/>
                <a:cs typeface="Open Sans"/>
                <a:sym typeface="Open Sans"/>
              </a:rPr>
            </a:br>
            <a:endParaRPr>
              <a:solidFill>
                <a:srgbClr val="3F3F3F"/>
              </a:solidFill>
            </a:endParaRPr>
          </a:p>
        </p:txBody>
      </p:sp>
      <p:sp>
        <p:nvSpPr>
          <p:cNvPr id="1551" name="Google Shape;1551;p112"/>
          <p:cNvSpPr txBox="1"/>
          <p:nvPr/>
        </p:nvSpPr>
        <p:spPr>
          <a:xfrm>
            <a:off x="4800600" y="1562101"/>
            <a:ext cx="10306050" cy="5498754"/>
          </a:xfrm>
          <a:prstGeom prst="rect">
            <a:avLst/>
          </a:prstGeom>
          <a:no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r>
              <a:rPr lang="en-US" sz="2200" b="1" i="0" u="none" strike="noStrike" cap="none" dirty="0">
                <a:solidFill>
                  <a:srgbClr val="3F3F3F"/>
                </a:solidFill>
                <a:latin typeface="Open Sans"/>
                <a:ea typeface="Open Sans"/>
                <a:cs typeface="Open Sans"/>
                <a:sym typeface="Open Sans"/>
              </a:rPr>
              <a:t>Tasks to Perform:</a:t>
            </a:r>
            <a:endParaRPr dirty="0"/>
          </a:p>
          <a:p>
            <a:pPr marL="0" marR="0" lvl="0" indent="0" algn="l" rtl="0">
              <a:lnSpc>
                <a:spcPct val="115000"/>
              </a:lnSpc>
              <a:spcBef>
                <a:spcPts val="0"/>
              </a:spcBef>
              <a:spcAft>
                <a:spcPts val="0"/>
              </a:spcAft>
              <a:buNone/>
            </a:pPr>
            <a:endParaRPr sz="2200" b="1" i="0" u="none" strike="noStrike" cap="none" dirty="0">
              <a:solidFill>
                <a:srgbClr val="3F3F3F"/>
              </a:solidFill>
              <a:latin typeface="Open Sans"/>
              <a:ea typeface="Open Sans"/>
              <a:cs typeface="Open Sans"/>
              <a:sym typeface="Open Sans"/>
            </a:endParaRPr>
          </a:p>
          <a:p>
            <a:pPr marL="457200" marR="0" lvl="0" indent="-457200" algn="l" rtl="0">
              <a:lnSpc>
                <a:spcPct val="115000"/>
              </a:lnSpc>
              <a:spcBef>
                <a:spcPts val="0"/>
              </a:spcBef>
              <a:spcAft>
                <a:spcPts val="0"/>
              </a:spcAft>
              <a:buClr>
                <a:srgbClr val="3F3F3F"/>
              </a:buClr>
              <a:buSzPts val="2200"/>
              <a:buFont typeface="Arial"/>
              <a:buAutoNum type="arabicPeriod"/>
            </a:pPr>
            <a:r>
              <a:rPr lang="en-US" sz="2200" b="0" i="0" u="none" strike="noStrike" cap="none" dirty="0">
                <a:solidFill>
                  <a:srgbClr val="3F3F3F"/>
                </a:solidFill>
                <a:latin typeface="Open Sans"/>
                <a:ea typeface="Open Sans"/>
                <a:cs typeface="Open Sans"/>
                <a:sym typeface="Open Sans"/>
              </a:rPr>
              <a:t>Create a sample file with the name mapreducedemo.java</a:t>
            </a:r>
            <a:endParaRPr sz="2200" b="0" i="0" u="none" strike="noStrike" cap="none" dirty="0">
              <a:solidFill>
                <a:srgbClr val="3F3F3F"/>
              </a:solidFill>
              <a:latin typeface="Open Sans"/>
              <a:ea typeface="Open Sans"/>
              <a:cs typeface="Open Sans"/>
              <a:sym typeface="Open Sans"/>
            </a:endParaRPr>
          </a:p>
          <a:p>
            <a:pPr marL="457200" marR="0" lvl="0" indent="-457200" algn="l" rtl="0">
              <a:lnSpc>
                <a:spcPct val="115000"/>
              </a:lnSpc>
              <a:spcBef>
                <a:spcPts val="0"/>
              </a:spcBef>
              <a:spcAft>
                <a:spcPts val="0"/>
              </a:spcAft>
              <a:buClr>
                <a:srgbClr val="3F3F3F"/>
              </a:buClr>
              <a:buSzPts val="2200"/>
              <a:buFont typeface="Arial"/>
              <a:buAutoNum type="arabicPeriod"/>
            </a:pPr>
            <a:r>
              <a:rPr lang="en-US" sz="2200" b="0" i="0" u="none" strike="noStrike" cap="none" dirty="0">
                <a:solidFill>
                  <a:srgbClr val="3F3F3F"/>
                </a:solidFill>
                <a:latin typeface="Open Sans"/>
                <a:ea typeface="Open Sans"/>
                <a:cs typeface="Open Sans"/>
                <a:sym typeface="Open Sans"/>
              </a:rPr>
              <a:t>Create two functions Mapper and Reduce with the main method </a:t>
            </a:r>
            <a:endParaRPr sz="2200" b="0" i="0" u="none" strike="noStrike" cap="none" dirty="0">
              <a:solidFill>
                <a:srgbClr val="3F3F3F"/>
              </a:solidFill>
              <a:latin typeface="Open Sans"/>
              <a:ea typeface="Open Sans"/>
              <a:cs typeface="Open Sans"/>
              <a:sym typeface="Open Sans"/>
            </a:endParaRPr>
          </a:p>
          <a:p>
            <a:pPr marL="457200" marR="0" lvl="0" indent="-457200" algn="l" rtl="0">
              <a:lnSpc>
                <a:spcPct val="115000"/>
              </a:lnSpc>
              <a:spcBef>
                <a:spcPts val="0"/>
              </a:spcBef>
              <a:spcAft>
                <a:spcPts val="0"/>
              </a:spcAft>
              <a:buClr>
                <a:srgbClr val="3F3F3F"/>
              </a:buClr>
              <a:buSzPts val="2200"/>
              <a:buFont typeface="Arial"/>
              <a:buAutoNum type="arabicPeriod"/>
            </a:pPr>
            <a:r>
              <a:rPr lang="en-US" sz="2200" b="0" i="0" u="none" strike="noStrike" cap="none" dirty="0">
                <a:solidFill>
                  <a:srgbClr val="3F3F3F"/>
                </a:solidFill>
                <a:latin typeface="Open Sans"/>
                <a:ea typeface="Open Sans"/>
                <a:cs typeface="Open Sans"/>
                <a:sym typeface="Open Sans"/>
              </a:rPr>
              <a:t>Now, convert JAVA files into JAR files and give it the name </a:t>
            </a:r>
            <a:br>
              <a:rPr lang="en-US" sz="2200" b="0" i="0" u="none" strike="noStrike" cap="none" dirty="0">
                <a:solidFill>
                  <a:srgbClr val="3F3F3F"/>
                </a:solidFill>
                <a:latin typeface="Open Sans"/>
                <a:ea typeface="Open Sans"/>
                <a:cs typeface="Open Sans"/>
                <a:sym typeface="Open Sans"/>
              </a:rPr>
            </a:br>
            <a:r>
              <a:rPr lang="en-US" sz="2200" b="1" i="0" u="none" strike="noStrike" cap="none" dirty="0">
                <a:solidFill>
                  <a:srgbClr val="3F3F3F"/>
                </a:solidFill>
                <a:latin typeface="Open Sans"/>
                <a:ea typeface="Open Sans"/>
                <a:cs typeface="Open Sans"/>
                <a:sym typeface="Open Sans"/>
              </a:rPr>
              <a:t>“hadoop-mapreduce-example.jar”</a:t>
            </a:r>
            <a:r>
              <a:rPr lang="en-US" sz="2200" b="0" i="0" u="none" strike="noStrike" cap="none" dirty="0">
                <a:solidFill>
                  <a:srgbClr val="3F3F3F"/>
                </a:solidFill>
                <a:latin typeface="Open Sans"/>
                <a:ea typeface="Open Sans"/>
                <a:cs typeface="Open Sans"/>
                <a:sym typeface="Open Sans"/>
              </a:rPr>
              <a:t>  </a:t>
            </a:r>
            <a:endParaRPr sz="2200" b="0" i="0" u="none" strike="noStrike" cap="none" dirty="0">
              <a:solidFill>
                <a:srgbClr val="3F3F3F"/>
              </a:solidFill>
              <a:latin typeface="Open Sans"/>
              <a:ea typeface="Open Sans"/>
              <a:cs typeface="Open Sans"/>
              <a:sym typeface="Open Sans"/>
            </a:endParaRPr>
          </a:p>
          <a:p>
            <a:pPr marL="457200" marR="0" lvl="0" indent="-457200" algn="l" rtl="0">
              <a:lnSpc>
                <a:spcPct val="115000"/>
              </a:lnSpc>
              <a:spcBef>
                <a:spcPts val="0"/>
              </a:spcBef>
              <a:spcAft>
                <a:spcPts val="0"/>
              </a:spcAft>
              <a:buClr>
                <a:srgbClr val="3F3F3F"/>
              </a:buClr>
              <a:buSzPts val="2200"/>
              <a:buFont typeface="Arial"/>
              <a:buAutoNum type="arabicPeriod"/>
            </a:pPr>
            <a:r>
              <a:rPr lang="en-US" sz="2200" b="0" i="0" u="none" strike="noStrike" cap="none" dirty="0">
                <a:solidFill>
                  <a:srgbClr val="3F3F3F"/>
                </a:solidFill>
                <a:latin typeface="Open Sans"/>
                <a:ea typeface="Open Sans"/>
                <a:cs typeface="Open Sans"/>
                <a:sym typeface="Open Sans"/>
              </a:rPr>
              <a:t>After this, upload the JAR file into FTP   </a:t>
            </a:r>
            <a:endParaRPr sz="2200" b="0" i="0" u="none" strike="noStrike" cap="none" dirty="0">
              <a:solidFill>
                <a:srgbClr val="3F3F3F"/>
              </a:solidFill>
              <a:latin typeface="Open Sans"/>
              <a:ea typeface="Open Sans"/>
              <a:cs typeface="Open Sans"/>
              <a:sym typeface="Open Sans"/>
            </a:endParaRPr>
          </a:p>
          <a:p>
            <a:pPr marL="457200" marR="0" lvl="0" indent="-457200" algn="l" rtl="0">
              <a:lnSpc>
                <a:spcPct val="115000"/>
              </a:lnSpc>
              <a:spcBef>
                <a:spcPts val="0"/>
              </a:spcBef>
              <a:spcAft>
                <a:spcPts val="0"/>
              </a:spcAft>
              <a:buClr>
                <a:srgbClr val="3F3F3F"/>
              </a:buClr>
              <a:buSzPts val="2200"/>
              <a:buFont typeface="Arial"/>
              <a:buAutoNum type="arabicPeriod"/>
            </a:pPr>
            <a:r>
              <a:rPr lang="en-US" sz="2200" b="0" i="0" u="none" strike="noStrike" cap="none" dirty="0">
                <a:solidFill>
                  <a:srgbClr val="3F3F3F"/>
                </a:solidFill>
                <a:latin typeface="Open Sans"/>
                <a:ea typeface="Open Sans"/>
                <a:cs typeface="Open Sans"/>
                <a:sym typeface="Open Sans"/>
              </a:rPr>
              <a:t>Upload the </a:t>
            </a:r>
            <a:r>
              <a:rPr lang="en-US" sz="2200" b="1" i="0" u="none" strike="noStrike" cap="none" dirty="0">
                <a:solidFill>
                  <a:srgbClr val="3F3F3F"/>
                </a:solidFill>
                <a:latin typeface="Open Sans"/>
                <a:ea typeface="Open Sans"/>
                <a:cs typeface="Open Sans"/>
                <a:sym typeface="Open Sans"/>
              </a:rPr>
              <a:t>“wordcount.txt”</a:t>
            </a:r>
            <a:r>
              <a:rPr lang="en-US" sz="2200" b="0" i="0" u="none" strike="noStrike" cap="none" dirty="0">
                <a:solidFill>
                  <a:srgbClr val="3F3F3F"/>
                </a:solidFill>
                <a:latin typeface="Open Sans"/>
                <a:ea typeface="Open Sans"/>
                <a:cs typeface="Open Sans"/>
                <a:sym typeface="Open Sans"/>
              </a:rPr>
              <a:t> file into HDFS and ensure to copy the path where it has been uploaded</a:t>
            </a:r>
            <a:endParaRPr sz="2200" b="0" i="0" u="none" strike="noStrike" cap="none" dirty="0">
              <a:solidFill>
                <a:srgbClr val="3F3F3F"/>
              </a:solidFill>
              <a:latin typeface="Open Sans"/>
              <a:ea typeface="Open Sans"/>
              <a:cs typeface="Open Sans"/>
              <a:sym typeface="Open Sans"/>
            </a:endParaRPr>
          </a:p>
          <a:p>
            <a:pPr marL="457200" marR="0" lvl="0" indent="-457200" algn="l" rtl="0">
              <a:lnSpc>
                <a:spcPct val="115000"/>
              </a:lnSpc>
              <a:spcBef>
                <a:spcPts val="0"/>
              </a:spcBef>
              <a:spcAft>
                <a:spcPts val="0"/>
              </a:spcAft>
              <a:buClr>
                <a:srgbClr val="3F3F3F"/>
              </a:buClr>
              <a:buSzPts val="2200"/>
              <a:buFont typeface="Arial"/>
              <a:buAutoNum type="arabicPeriod"/>
            </a:pPr>
            <a:r>
              <a:rPr lang="en-US" sz="2200" b="0" i="0" u="none" strike="noStrike" cap="none" dirty="0">
                <a:solidFill>
                  <a:srgbClr val="3F3F3F"/>
                </a:solidFill>
                <a:latin typeface="Open Sans"/>
                <a:ea typeface="Open Sans"/>
                <a:cs typeface="Open Sans"/>
                <a:sym typeface="Open Sans"/>
              </a:rPr>
              <a:t>Run the MapReduce code in </a:t>
            </a:r>
            <a:r>
              <a:rPr lang="en-US" sz="2200" dirty="0">
                <a:solidFill>
                  <a:srgbClr val="3F3F3F"/>
                </a:solidFill>
                <a:latin typeface="Open Sans"/>
                <a:ea typeface="Open Sans"/>
                <a:cs typeface="Open Sans"/>
                <a:sym typeface="Open Sans"/>
              </a:rPr>
              <a:t>Terminal</a:t>
            </a:r>
            <a:endParaRPr sz="2200" b="0" i="0" u="none" strike="noStrike" cap="none" dirty="0">
              <a:solidFill>
                <a:srgbClr val="3F3F3F"/>
              </a:solidFill>
              <a:latin typeface="Open Sans"/>
              <a:ea typeface="Open Sans"/>
              <a:cs typeface="Open Sans"/>
              <a:sym typeface="Open Sans"/>
            </a:endParaRPr>
          </a:p>
          <a:p>
            <a:pPr marL="0" marR="0" lvl="0" indent="0" algn="l" rtl="0">
              <a:lnSpc>
                <a:spcPct val="115000"/>
              </a:lnSpc>
              <a:spcBef>
                <a:spcPts val="0"/>
              </a:spcBef>
              <a:spcAft>
                <a:spcPts val="0"/>
              </a:spcAft>
              <a:buClr>
                <a:srgbClr val="3F3F3F"/>
              </a:buClr>
              <a:buSzPts val="3200"/>
              <a:buFont typeface="Open Sans ExtraBold"/>
              <a:buNone/>
            </a:pPr>
            <a:endParaRPr sz="2200" b="0" i="0" u="none" strike="noStrike" cap="none" dirty="0">
              <a:solidFill>
                <a:srgbClr val="3F3F3F"/>
              </a:solidFill>
              <a:latin typeface="Open Sans"/>
              <a:ea typeface="Open Sans"/>
              <a:cs typeface="Open Sans"/>
              <a:sym typeface="Open San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555"/>
        <p:cNvGrpSpPr/>
        <p:nvPr/>
      </p:nvGrpSpPr>
      <p:grpSpPr>
        <a:xfrm>
          <a:off x="0" y="0"/>
          <a:ext cx="0" cy="0"/>
          <a:chOff x="0" y="0"/>
          <a:chExt cx="0" cy="0"/>
        </a:xfrm>
      </p:grpSpPr>
      <p:sp>
        <p:nvSpPr>
          <p:cNvPr id="1556" name="Google Shape;1556;p113"/>
          <p:cNvSpPr txBox="1">
            <a:spLocks noGrp="1"/>
          </p:cNvSpPr>
          <p:nvPr>
            <p:ph type="body" idx="10"/>
          </p:nvPr>
        </p:nvSpPr>
        <p:spPr>
          <a:xfrm>
            <a:off x="0" y="4234070"/>
            <a:ext cx="16256000" cy="675860"/>
          </a:xfrm>
          <a:noFill/>
          <a:ln>
            <a:noFill/>
          </a:ln>
        </p:spPr>
        <p:txBody>
          <a:bodyPr spcFirstLastPara="1" wrap="square" lIns="91425" tIns="91425" rIns="91425" bIns="91425" anchor="ctr" anchorCtr="0">
            <a:spAutoFit/>
          </a:bodyPr>
          <a:lstStyle/>
          <a:p>
            <a:pPr lvl="0"/>
            <a:r>
              <a:rPr lang="en-US" dirty="0"/>
              <a:t>Thank You</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UNDERLINE" val="YES"/>
</p:tagLst>
</file>

<file path=ppt/theme/theme1.xml><?xml version="1.0" encoding="utf-8"?>
<a:theme xmlns:a="http://schemas.openxmlformats.org/drawingml/2006/main" name="Digital Marketing">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TotalTime>
  <Words>4454</Words>
  <Application>Microsoft Office PowerPoint</Application>
  <PresentationFormat>Custom</PresentationFormat>
  <Paragraphs>723</Paragraphs>
  <Slides>64</Slides>
  <Notes>64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64</vt:i4>
      </vt:variant>
    </vt:vector>
  </HeadingPairs>
  <TitlesOfParts>
    <vt:vector size="71" baseType="lpstr">
      <vt:lpstr>Open Sans ExtraBold</vt:lpstr>
      <vt:lpstr>Calibri</vt:lpstr>
      <vt:lpstr>Open Sans</vt:lpstr>
      <vt:lpstr>Times New Roman</vt:lpstr>
      <vt:lpstr>Arial</vt:lpstr>
      <vt:lpstr>Courier New</vt:lpstr>
      <vt:lpstr>Digital Marketing</vt:lpstr>
      <vt:lpstr>PowerPoint Presentation</vt:lpstr>
      <vt:lpstr>PowerPoint Presentation</vt:lpstr>
      <vt:lpstr>PowerPoint Presentation</vt:lpstr>
      <vt:lpstr>PowerPoint Presentation</vt:lpstr>
      <vt:lpstr>Introduction to MapReduce</vt:lpstr>
      <vt:lpstr>Why MapReduce?</vt:lpstr>
      <vt:lpstr>MapReduce: Analogy</vt:lpstr>
      <vt:lpstr>MapReduce: Analogy</vt:lpstr>
      <vt:lpstr>MapReduce: Word Count Example</vt:lpstr>
      <vt:lpstr>PowerPoint Presentation</vt:lpstr>
      <vt:lpstr>Case Study: Flipkart Dodged WannaCry Ransomware</vt:lpstr>
      <vt:lpstr>Case Study: Flipkart Dodged WannaCry Ransomware</vt:lpstr>
      <vt:lpstr>Case Study: Flipkart Dodged WannaCry Ransomware</vt:lpstr>
      <vt:lpstr>Case Study: Flipkart Dodged WannaCry Ransomware</vt:lpstr>
      <vt:lpstr>Case Study: Flipkart Dodged WannaCry Ransomware</vt:lpstr>
      <vt:lpstr>PowerPoint Presentation</vt:lpstr>
      <vt:lpstr>MapReduce Terminologies</vt:lpstr>
      <vt:lpstr>MapReduce Terminologies</vt:lpstr>
      <vt:lpstr>MapReduce Terminologies</vt:lpstr>
      <vt:lpstr>MapReduce Essentials</vt:lpstr>
      <vt:lpstr>MapReduce Essentials</vt:lpstr>
      <vt:lpstr>PowerPoint Presentation</vt:lpstr>
      <vt:lpstr>Map Execution Phases</vt:lpstr>
      <vt:lpstr>Map Execution: Distributed Two-Node Environment</vt:lpstr>
      <vt:lpstr>PowerPoint Presentation</vt:lpstr>
      <vt:lpstr>MapReduce Jobs</vt:lpstr>
      <vt:lpstr>MapReduce and Associated Tasks</vt:lpstr>
      <vt:lpstr>Hadoop MapReduce Job Work Interaction</vt:lpstr>
      <vt:lpstr>Characteristics of MapReduce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Controlling the Flow of Mapper and Reducer</vt:lpstr>
      <vt:lpstr>Optimization of MapReduce Jobs</vt:lpstr>
      <vt:lpstr>Fault-Tolerance and Data Locality</vt:lpstr>
      <vt:lpstr>Working with Map-Only Jobs</vt:lpstr>
      <vt:lpstr>Combiners in MapReduce</vt:lpstr>
      <vt:lpstr>Combiners in MapReduce</vt:lpstr>
      <vt:lpstr>MapReduce Program with Combiner</vt:lpstr>
      <vt:lpstr>Assisted Practice: Execution of MapReduce Job</vt:lpstr>
      <vt:lpstr>Assisted Practice: Execution of MapReduce Job</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Lesson-End Project: Count the Number of Words Using MapReduce  </vt:lpstr>
      <vt:lpstr> Lesson-End Project: Count the Number of Words Using MapReduce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Naveen Kumar D</dc:creator>
  <cp:lastModifiedBy>Rashi Jain</cp:lastModifiedBy>
  <cp:revision>6</cp:revision>
  <dcterms:modified xsi:type="dcterms:W3CDTF">2024-03-14T12:05:51Z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0x010100730F2DDABBDF49409AAC83A5FD91EC22</vt:lpwstr>
  </property>
</Properties>
</file>