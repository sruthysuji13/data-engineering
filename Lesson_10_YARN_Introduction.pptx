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7"/>
  </p:notesMasterIdLst>
  <p:handoutMasterIdLst>
    <p:handoutMasterId r:id="rId68"/>
  </p:handout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4" r:id="rId58"/>
    <p:sldId id="315" r:id="rId59"/>
    <p:sldId id="316" r:id="rId60"/>
    <p:sldId id="317" r:id="rId61"/>
    <p:sldId id="318" r:id="rId62"/>
    <p:sldId id="319" r:id="rId63"/>
    <p:sldId id="320" r:id="rId64"/>
    <p:sldId id="321" r:id="rId65"/>
    <p:sldId id="322" r:id="rId66"/>
  </p:sldIdLst>
  <p:sldSz cx="16256000" cy="9144000"/>
  <p:notesSz cx="6858000" cy="9144000"/>
  <p:embeddedFontLst>
    <p:embeddedFont>
      <p:font typeface="Open Sans" pitchFamily="2" charset="0"/>
      <p:regular r:id="rId69"/>
      <p:bold r:id="rId70"/>
      <p:italic r:id="rId71"/>
      <p:boldItalic r:id="rId72"/>
    </p:embeddedFont>
    <p:embeddedFont>
      <p:font typeface="Open Sans ExtraBold" pitchFamily="2" charset="0"/>
      <p:bold r:id="rId73"/>
      <p:boldItalic r:id="rId74"/>
    </p:embeddedFont>
    <p:embeddedFont>
      <p:font typeface="Open Sans Light" pitchFamily="2"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modifyVerifier cryptProviderType="rsaAES" cryptAlgorithmClass="hash" cryptAlgorithmType="typeAny" cryptAlgorithmSid="14" spinCount="100000" saltData="Zrzll5bg23xwiw5zcQ9P2g==" hashData="rckdzOAHgNzodBm/rypbJviY9FA1n+EkuWeUFR/CIa/sglQcM/yyQlJ8ReTyR4JkXvDsh33TQmTKqgTKV6DtvQ=="/>
  <p:extLst>
    <p:ext uri="{EFAFB233-063F-42B5-8137-9DF3F51BA10A}">
      <p15:sldGuideLst xmlns:p15="http://schemas.microsoft.com/office/powerpoint/2012/main">
        <p15:guide id="2" orient="horz" pos="431" userDrawn="1">
          <p15:clr>
            <a:srgbClr val="A4A3A4"/>
          </p15:clr>
        </p15:guide>
        <p15:guide id="3" orient="horz" pos="567" userDrawn="1">
          <p15:clr>
            <a:srgbClr val="A4A3A4"/>
          </p15:clr>
        </p15:guide>
        <p15:guide id="4" orient="horz" pos="1020" userDrawn="1">
          <p15:clr>
            <a:srgbClr val="A4A3A4"/>
          </p15:clr>
        </p15:guide>
        <p15:guide id="5" pos="5120">
          <p15:clr>
            <a:srgbClr val="A4A3A4"/>
          </p15:clr>
        </p15:guide>
      </p15:sldGuideLst>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5" roundtripDataSignature="AMtx7mhHs0Ep88INrW9wnboEyXPGbDAP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5A059-C3C8-444A-9255-88F0203CDC6E}" v="7" dt="2024-02-08T05:39:10.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9" d="100"/>
          <a:sy n="49" d="100"/>
        </p:scale>
        <p:origin x="78" y="42"/>
      </p:cViewPr>
      <p:guideLst>
        <p:guide orient="horz" pos="431"/>
        <p:guide orient="horz" pos="567"/>
        <p:guide orient="horz" pos="1020"/>
        <p:guide pos="5120"/>
      </p:guideLst>
    </p:cSldViewPr>
  </p:slideViewPr>
  <p:notesTextViewPr>
    <p:cViewPr>
      <p:scale>
        <a:sx n="1" d="1"/>
        <a:sy n="1" d="1"/>
      </p:scale>
      <p:origin x="0" y="0"/>
    </p:cViewPr>
  </p:notesTextViewPr>
  <p:notesViewPr>
    <p:cSldViewPr snapToGrid="0" showGuides="1">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slide" Target="slides/slide60.xml"/><Relationship Id="rId90"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3C0319-307D-7F14-0984-A16D1B97CB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E8CA5C7-4855-2566-FF70-D47E71D63C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E34AF-E1D7-499F-AAA8-D642C9A20CE6}" type="datetimeFigureOut">
              <a:rPr lang="en-IN" smtClean="0"/>
              <a:t>07-03-2024</a:t>
            </a:fld>
            <a:endParaRPr lang="en-IN"/>
          </a:p>
        </p:txBody>
      </p:sp>
      <p:sp>
        <p:nvSpPr>
          <p:cNvPr id="4" name="Footer Placeholder 3">
            <a:extLst>
              <a:ext uri="{FF2B5EF4-FFF2-40B4-BE49-F238E27FC236}">
                <a16:creationId xmlns:a16="http://schemas.microsoft.com/office/drawing/2014/main" id="{7ED12479-8192-6EC5-ADCA-203434CDDE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F0FB59D-3F6B-6793-7A13-1F751D04218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23BFC1-0248-4419-8F3F-CC7C991633DD}" type="slidenum">
              <a:rPr lang="en-IN" smtClean="0"/>
              <a:t>‹#›</a:t>
            </a:fld>
            <a:endParaRPr lang="en-IN"/>
          </a:p>
        </p:txBody>
      </p:sp>
    </p:spTree>
    <p:extLst>
      <p:ext uri="{BB962C8B-B14F-4D97-AF65-F5344CB8AC3E}">
        <p14:creationId xmlns:p14="http://schemas.microsoft.com/office/powerpoint/2010/main" val="245972370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r>
              <a:rPr lang="en-US"/>
              <a:t>Explain the learning objectives at the start of the session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rgbClr val="000000"/>
              </a:buClr>
              <a:buSzPts val="1400"/>
              <a:buFont typeface="Arial"/>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a:t>
            </a:r>
            <a:r>
              <a:rPr lang="en-US" sz="1200">
                <a:solidFill>
                  <a:srgbClr val="3F3F3F"/>
                </a:solidFill>
                <a:latin typeface="Open Sans"/>
                <a:ea typeface="Open Sans"/>
                <a:cs typeface="Open Sans"/>
                <a:sym typeface="Open Sans"/>
              </a:rPr>
              <a:t>what is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27" name="Google Shape;127;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a:t>
            </a:r>
            <a:r>
              <a:rPr lang="en-US" sz="1200">
                <a:solidFill>
                  <a:srgbClr val="3F3F3F"/>
                </a:solidFill>
                <a:latin typeface="Open Sans"/>
                <a:ea typeface="Open Sans"/>
                <a:cs typeface="Open Sans"/>
                <a:sym typeface="Open Sans"/>
              </a:rPr>
              <a:t>why was YARN implemented?</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49" name="Google Shape;14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t>
            </a:r>
            <a:r>
              <a:rPr lang="en-US" sz="1200">
                <a:solidFill>
                  <a:srgbClr val="3F3F3F"/>
                </a:solidFill>
                <a:latin typeface="Open Sans"/>
                <a:ea typeface="Open Sans"/>
                <a:cs typeface="Open Sans"/>
                <a:sym typeface="Open Sans"/>
              </a:rPr>
              <a:t>why was YARN implemented?</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65" name="Google Shape;165;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t>
            </a:r>
            <a:r>
              <a:rPr lang="en-US" sz="1200">
                <a:solidFill>
                  <a:srgbClr val="3F3F3F"/>
                </a:solidFill>
                <a:latin typeface="Open Sans"/>
                <a:ea typeface="Open Sans"/>
                <a:cs typeface="Open Sans"/>
                <a:sym typeface="Open Sans"/>
              </a:rPr>
              <a:t>why was YARN implemented?</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74" name="Google Shape;174;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a:t>
            </a:r>
            <a:r>
              <a:rPr lang="en-US" sz="1200">
                <a:latin typeface="Open Sans"/>
                <a:ea typeface="Open Sans"/>
                <a:cs typeface="Open Sans"/>
                <a:sym typeface="Open Sans"/>
              </a:rPr>
              <a:t>advantages of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83" name="Google Shape;18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t>
            </a:r>
            <a:r>
              <a:rPr lang="en-US" sz="1200">
                <a:latin typeface="Open Sans"/>
                <a:ea typeface="Open Sans"/>
                <a:cs typeface="Open Sans"/>
                <a:sym typeface="Open Sans"/>
              </a:rPr>
              <a:t>advantages of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223" name="Google Shape;223;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t>
            </a:r>
            <a:r>
              <a:rPr lang="en-US" sz="1200">
                <a:latin typeface="Open Sans"/>
                <a:ea typeface="Open Sans"/>
                <a:cs typeface="Open Sans"/>
                <a:sym typeface="Open Sans"/>
              </a:rPr>
              <a:t>advantages of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248" name="Google Shape;248;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a:t>
            </a:r>
            <a:r>
              <a:rPr lang="en-US" sz="1200">
                <a:solidFill>
                  <a:srgbClr val="3F3F3F"/>
                </a:solidFill>
                <a:latin typeface="Open Sans"/>
                <a:ea typeface="Open Sans"/>
                <a:cs typeface="Open Sans"/>
                <a:sym typeface="Open Sans"/>
              </a:rPr>
              <a:t>need for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273" name="Google Shape;273;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t>
            </a:r>
            <a:r>
              <a:rPr lang="en-US" sz="1200">
                <a:solidFill>
                  <a:srgbClr val="3F3F3F"/>
                </a:solidFill>
                <a:latin typeface="Open Sans"/>
                <a:ea typeface="Open Sans"/>
                <a:cs typeface="Open Sans"/>
                <a:sym typeface="Open Sans"/>
              </a:rPr>
              <a:t>need for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430" name="Google Shape;430;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the Use case of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464" name="Google Shape;464;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the Use case of YARN.</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500" name="Google Shape;500;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YARN infrastructure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541" name="Google Shape;541;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YARN infrastructure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560" name="Google Shape;560;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YARN architecture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573" name="Google Shape;573;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YARN architecture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609" name="Google Shape;609;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2" name="Google Shape;632;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client</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633" name="Google Shape;633;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resource manager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659" name="Google Shape;659;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resource manager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682" name="Google Shape;682;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Schedular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705" name="Google Shape;705;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Schedular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725" name="Google Shape;725;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application manager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745" name="Google Shape;745;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node manager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764" name="Google Shape;764;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node manager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775" name="Google Shape;775;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master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788" name="Google Shape;788;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master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829" name="Google Shape;829;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container</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846" name="Google Shape;846;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857" name="Google Shape;857;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901" name="Google Shape;901;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923" name="Google Shape;923;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939" name="Google Shape;939;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992" name="Google Shape;992;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001" name="Google Shape;1001;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055" name="Google Shape;1055;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064" name="Google Shape;1064;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073" name="Google Shape;1073;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0" name="Google Shape;1130;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131" name="Google Shape;1131;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9" name="Google Shape;1139;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140" name="Google Shape;1140;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7" name="Google Shape;1197;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198" name="Google Shape;1198;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6" name="Google Shape;1206;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207" name="Google Shape;1207;p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0" name="Google Shape;1260;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application workflow stepwise</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261" name="Google Shape;1261;p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9" name="Google Shape;1269;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4" name="Google Shape;1274;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275" name="Google Shape;1275;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8" name="Google Shape;1298;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299" name="Google Shape;1299;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0" name="Google Shape;1320;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321" name="Google Shape;1321;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0" name="Google Shape;1330;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331" name="Google Shape;1331;p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9" name="Google Shape;1339;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340" name="Google Shape;1340;p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6"/>
        <p:cNvGrpSpPr/>
        <p:nvPr/>
      </p:nvGrpSpPr>
      <p:grpSpPr>
        <a:xfrm>
          <a:off x="0" y="0"/>
          <a:ext cx="0" cy="0"/>
          <a:chOff x="0" y="0"/>
          <a:chExt cx="0" cy="0"/>
        </a:xfrm>
      </p:grpSpPr>
      <p:sp>
        <p:nvSpPr>
          <p:cNvPr id="1347" name="Google Shape;1347;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8" name="Google Shape;1348;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349" name="Google Shape;1349;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0" name="Google Shape;1380;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381" name="Google Shape;1381;p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2" name="Google Shape;1402;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Explain Tools for YARN developers</a:t>
            </a: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1403" name="Google Shape;1403;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28" name="Google Shape;1428;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1" name="Google Shape;14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5" name="Google Shape;144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5" name="Google Shape;145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7" name="Google Shape;1467;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p:cNvGrpSpPr/>
        <p:nvPr/>
      </p:nvGrpSpPr>
      <p:grpSpPr>
        <a:xfrm>
          <a:off x="0" y="0"/>
          <a:ext cx="0" cy="0"/>
          <a:chOff x="0" y="0"/>
          <a:chExt cx="0" cy="0"/>
        </a:xfrm>
      </p:grpSpPr>
      <p:sp>
        <p:nvSpPr>
          <p:cNvPr id="1476" name="Google Shape;1476;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7" name="Google Shape;147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7"/>
        <p:cNvGrpSpPr/>
        <p:nvPr/>
      </p:nvGrpSpPr>
      <p:grpSpPr>
        <a:xfrm>
          <a:off x="0" y="0"/>
          <a:ext cx="0" cy="0"/>
          <a:chOff x="0" y="0"/>
          <a:chExt cx="0" cy="0"/>
        </a:xfrm>
      </p:grpSpPr>
      <p:sp>
        <p:nvSpPr>
          <p:cNvPr id="1488" name="Google Shape;1488;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9" name="Google Shape;1489;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5" name="Google Shape;1495;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1" name="Google Shape;1501;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urse Name">
    <p:spTree>
      <p:nvGrpSpPr>
        <p:cNvPr id="1" name=""/>
        <p:cNvGrpSpPr/>
        <p:nvPr/>
      </p:nvGrpSpPr>
      <p:grpSpPr>
        <a:xfrm>
          <a:off x="0" y="0"/>
          <a:ext cx="0" cy="0"/>
          <a:chOff x="0" y="0"/>
          <a:chExt cx="0" cy="0"/>
        </a:xfrm>
      </p:grpSpPr>
      <p:pic>
        <p:nvPicPr>
          <p:cNvPr id="7" name="Google Shape;18;p22">
            <a:extLst>
              <a:ext uri="{FF2B5EF4-FFF2-40B4-BE49-F238E27FC236}">
                <a16:creationId xmlns:a16="http://schemas.microsoft.com/office/drawing/2014/main" id="{7B4145C4-EE9A-4056-4B60-0881CACD0193}"/>
              </a:ext>
            </a:extLst>
          </p:cNvPr>
          <p:cNvPicPr preferRelativeResize="0"/>
          <p:nvPr userDrawn="1"/>
        </p:nvPicPr>
        <p:blipFill>
          <a:blip r:embed="rId3"/>
          <a:srcRect/>
          <a:stretch/>
        </p:blipFill>
        <p:spPr>
          <a:xfrm>
            <a:off x="0" y="0"/>
            <a:ext cx="16255998" cy="9143999"/>
          </a:xfrm>
          <a:prstGeom prst="rect">
            <a:avLst/>
          </a:prstGeom>
          <a:noFill/>
          <a:ln>
            <a:noFill/>
          </a:ln>
        </p:spPr>
      </p:pic>
      <p:sp>
        <p:nvSpPr>
          <p:cNvPr id="8" name="Google Shape;24;p23">
            <a:extLst>
              <a:ext uri="{FF2B5EF4-FFF2-40B4-BE49-F238E27FC236}">
                <a16:creationId xmlns:a16="http://schemas.microsoft.com/office/drawing/2014/main" id="{CE57947D-DBAC-21DB-73BE-F78F1726973A}"/>
              </a:ext>
            </a:extLst>
          </p:cNvPr>
          <p:cNvSpPr txBox="1">
            <a:spLocks noGrp="1"/>
          </p:cNvSpPr>
          <p:nvPr>
            <p:ph type="body" idx="10"/>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ustDataLst>
      <p:tags r:id="rId1"/>
    </p:custDataLst>
    <p:extLst>
      <p:ext uri="{BB962C8B-B14F-4D97-AF65-F5344CB8AC3E}">
        <p14:creationId xmlns:p14="http://schemas.microsoft.com/office/powerpoint/2010/main" val="1532353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sson Name" preserve="1" userDrawn="1">
  <p:cSld name="1_Lesson Name">
    <p:spTree>
      <p:nvGrpSpPr>
        <p:cNvPr id="1" name="Shape 20"/>
        <p:cNvGrpSpPr/>
        <p:nvPr/>
      </p:nvGrpSpPr>
      <p:grpSpPr>
        <a:xfrm>
          <a:off x="0" y="0"/>
          <a:ext cx="0" cy="0"/>
          <a:chOff x="0" y="0"/>
          <a:chExt cx="0" cy="0"/>
        </a:xfrm>
      </p:grpSpPr>
      <p:pic>
        <p:nvPicPr>
          <p:cNvPr id="21" name="Google Shape;21;p23"/>
          <p:cNvPicPr preferRelativeResize="0"/>
          <p:nvPr/>
        </p:nvPicPr>
        <p:blipFill>
          <a:blip r:embed="rId2"/>
          <a:srcRect/>
          <a:stretch/>
        </p:blipFill>
        <p:spPr>
          <a:xfrm>
            <a:off x="0" y="0"/>
            <a:ext cx="16255999" cy="9143999"/>
          </a:xfrm>
          <a:prstGeom prst="rect">
            <a:avLst/>
          </a:prstGeom>
          <a:noFill/>
          <a:ln>
            <a:noFill/>
          </a:ln>
        </p:spPr>
      </p:pic>
      <p:sp>
        <p:nvSpPr>
          <p:cNvPr id="2" name="Google Shape;24;p23">
            <a:extLst>
              <a:ext uri="{FF2B5EF4-FFF2-40B4-BE49-F238E27FC236}">
                <a16:creationId xmlns:a16="http://schemas.microsoft.com/office/drawing/2014/main" id="{0FE0BEE1-B2B3-D8AE-8B21-7B4BAC91C142}"/>
              </a:ext>
            </a:extLst>
          </p:cNvPr>
          <p:cNvSpPr txBox="1">
            <a:spLocks noGrp="1"/>
          </p:cNvSpPr>
          <p:nvPr>
            <p:ph type="body" idx="10"/>
          </p:nvPr>
        </p:nvSpPr>
        <p:spPr>
          <a:xfrm>
            <a:off x="653386" y="4114800"/>
            <a:ext cx="7835706"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871991534"/>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You Already Know" preserve="1" userDrawn="1">
  <p:cSld name="You Already Know">
    <p:spTree>
      <p:nvGrpSpPr>
        <p:cNvPr id="1" name="Shape 25"/>
        <p:cNvGrpSpPr/>
        <p:nvPr/>
      </p:nvGrpSpPr>
      <p:grpSpPr>
        <a:xfrm>
          <a:off x="0" y="0"/>
          <a:ext cx="0" cy="0"/>
          <a:chOff x="0" y="0"/>
          <a:chExt cx="0" cy="0"/>
        </a:xfrm>
      </p:grpSpPr>
      <p:pic>
        <p:nvPicPr>
          <p:cNvPr id="26" name="Google Shape;26;p24"/>
          <p:cNvPicPr preferRelativeResize="0"/>
          <p:nvPr/>
        </p:nvPicPr>
        <p:blipFill>
          <a:blip r:embed="rId2"/>
          <a:srcRect/>
          <a:stretch/>
        </p:blipFill>
        <p:spPr>
          <a:xfrm>
            <a:off x="0" y="0"/>
            <a:ext cx="16255999" cy="9143999"/>
          </a:xfrm>
          <a:prstGeom prst="rect">
            <a:avLst/>
          </a:prstGeom>
          <a:noFill/>
          <a:ln>
            <a:noFill/>
          </a:ln>
        </p:spPr>
      </p:pic>
      <p:sp>
        <p:nvSpPr>
          <p:cNvPr id="30" name="Google Shape;30;p24"/>
          <p:cNvSpPr/>
          <p:nvPr/>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2" name="Google Shape;29;p24">
            <a:extLst>
              <a:ext uri="{FF2B5EF4-FFF2-40B4-BE49-F238E27FC236}">
                <a16:creationId xmlns:a16="http://schemas.microsoft.com/office/drawing/2014/main" id="{45805213-5148-C374-0B6A-FBC7DF66B880}"/>
              </a:ext>
            </a:extLst>
          </p:cNvPr>
          <p:cNvSpPr txBox="1">
            <a:spLocks noGrp="1"/>
          </p:cNvSpPr>
          <p:nvPr>
            <p:ph type="body" idx="1"/>
          </p:nvPr>
        </p:nvSpPr>
        <p:spPr>
          <a:xfrm>
            <a:off x="1291858" y="2603120"/>
            <a:ext cx="13696998"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lvl="0" algn="ctr">
              <a:lnSpc>
                <a:spcPct val="115000"/>
              </a:lnSpc>
              <a:spcBef>
                <a:spcPts val="0"/>
              </a:spcBef>
              <a:spcAft>
                <a:spcPts val="0"/>
              </a:spcAft>
              <a:buSzPts val="2800"/>
              <a:buFont typeface="Arial"/>
            </a:pPr>
            <a:endParaRPr/>
          </a:p>
        </p:txBody>
      </p:sp>
      <p:sp>
        <p:nvSpPr>
          <p:cNvPr id="5" name="Google Shape;73;p29">
            <a:extLst>
              <a:ext uri="{FF2B5EF4-FFF2-40B4-BE49-F238E27FC236}">
                <a16:creationId xmlns:a16="http://schemas.microsoft.com/office/drawing/2014/main" id="{A329659F-8931-D1BF-F644-B58CEC7A819F}"/>
              </a:ext>
            </a:extLst>
          </p:cNvPr>
          <p:cNvSpPr txBox="1">
            <a:spLocks noGrp="1"/>
          </p:cNvSpPr>
          <p:nvPr>
            <p:ph type="body" idx="10"/>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extLst>
      <p:ext uri="{BB962C8B-B14F-4D97-AF65-F5344CB8AC3E}">
        <p14:creationId xmlns:p14="http://schemas.microsoft.com/office/powerpoint/2010/main" val="1376875917"/>
      </p:ext>
    </p:extLst>
  </p:cSld>
  <p:clrMapOvr>
    <a:masterClrMapping/>
  </p:clrMapOvr>
  <p:extLst>
    <p:ext uri="{DCECCB84-F9BA-43D5-87BE-67443E8EF086}">
      <p15:sldGuideLst xmlns:p15="http://schemas.microsoft.com/office/powerpoint/2012/main">
        <p15:guide id="2" pos="5120">
          <p15:clr>
            <a:srgbClr val="000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_You_already_know">
    <p:spTree>
      <p:nvGrpSpPr>
        <p:cNvPr id="1" name=""/>
        <p:cNvGrpSpPr/>
        <p:nvPr/>
      </p:nvGrpSpPr>
      <p:grpSpPr>
        <a:xfrm>
          <a:off x="0" y="0"/>
          <a:ext cx="0" cy="0"/>
          <a:chOff x="0" y="0"/>
          <a:chExt cx="0" cy="0"/>
        </a:xfrm>
      </p:grpSpPr>
      <p:pic>
        <p:nvPicPr>
          <p:cNvPr id="3" name="Google Shape;26;p24">
            <a:extLst>
              <a:ext uri="{FF2B5EF4-FFF2-40B4-BE49-F238E27FC236}">
                <a16:creationId xmlns:a16="http://schemas.microsoft.com/office/drawing/2014/main" id="{6F1C32AD-6E65-45D9-86A4-DCDE0D32768F}"/>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4" name="Google Shape;30;p24">
            <a:extLst>
              <a:ext uri="{FF2B5EF4-FFF2-40B4-BE49-F238E27FC236}">
                <a16:creationId xmlns:a16="http://schemas.microsoft.com/office/drawing/2014/main" id="{26A301A2-0292-1A51-1C40-16AB99F30AB7}"/>
              </a:ext>
            </a:extLst>
          </p:cNvPr>
          <p:cNvSpPr/>
          <p:nvPr userDrawn="1"/>
        </p:nvSpPr>
        <p:spPr>
          <a:xfrm>
            <a:off x="5718038" y="322216"/>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You Already Know</a:t>
            </a:r>
            <a:endParaRPr sz="1400" b="0" i="0" u="none" strike="noStrike" cap="none">
              <a:solidFill>
                <a:srgbClr val="000000"/>
              </a:solidFill>
              <a:latin typeface="Arial"/>
              <a:ea typeface="Arial"/>
              <a:cs typeface="Arial"/>
              <a:sym typeface="Arial"/>
            </a:endParaRPr>
          </a:p>
        </p:txBody>
      </p:sp>
      <p:sp>
        <p:nvSpPr>
          <p:cNvPr id="2" name="Text Placeholder 4">
            <a:extLst>
              <a:ext uri="{FF2B5EF4-FFF2-40B4-BE49-F238E27FC236}">
                <a16:creationId xmlns:a16="http://schemas.microsoft.com/office/drawing/2014/main" id="{80BBD519-6780-E29A-51F9-BC84AACECBB8}"/>
              </a:ext>
            </a:extLst>
          </p:cNvPr>
          <p:cNvSpPr>
            <a:spLocks noGrp="1"/>
          </p:cNvSpPr>
          <p:nvPr>
            <p:ph type="body" sz="quarter" idx="13"/>
          </p:nvPr>
        </p:nvSpPr>
        <p:spPr>
          <a:xfrm>
            <a:off x="1250783" y="1512887"/>
            <a:ext cx="13732042" cy="6618287"/>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3817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cap" preserve="1" userDrawn="1">
  <p:cSld name="Recap">
    <p:spTree>
      <p:nvGrpSpPr>
        <p:cNvPr id="1" name="Shape 31"/>
        <p:cNvGrpSpPr/>
        <p:nvPr/>
      </p:nvGrpSpPr>
      <p:grpSpPr>
        <a:xfrm>
          <a:off x="0" y="0"/>
          <a:ext cx="0" cy="0"/>
          <a:chOff x="0" y="0"/>
          <a:chExt cx="0" cy="0"/>
        </a:xfrm>
      </p:grpSpPr>
      <p:pic>
        <p:nvPicPr>
          <p:cNvPr id="32" name="Google Shape;32;p25"/>
          <p:cNvPicPr preferRelativeResize="0"/>
          <p:nvPr/>
        </p:nvPicPr>
        <p:blipFill>
          <a:blip r:embed="rId2"/>
          <a:srcRect/>
          <a:stretch/>
        </p:blipFill>
        <p:spPr>
          <a:xfrm>
            <a:off x="0" y="0"/>
            <a:ext cx="16255999" cy="9143999"/>
          </a:xfrm>
          <a:prstGeom prst="rect">
            <a:avLst/>
          </a:prstGeom>
          <a:noFill/>
          <a:ln>
            <a:noFill/>
          </a:ln>
        </p:spPr>
      </p:pic>
      <p:pic>
        <p:nvPicPr>
          <p:cNvPr id="33" name="Google Shape;33;p25"/>
          <p:cNvPicPr preferRelativeResize="0"/>
          <p:nvPr/>
        </p:nvPicPr>
        <p:blipFill rotWithShape="1">
          <a:blip r:embed="rId3"/>
          <a:srcRect/>
          <a:stretch/>
        </p:blipFill>
        <p:spPr>
          <a:xfrm>
            <a:off x="0" y="0"/>
            <a:ext cx="16256000" cy="9144000"/>
          </a:xfrm>
          <a:prstGeom prst="rect">
            <a:avLst/>
          </a:prstGeom>
        </p:spPr>
      </p:pic>
      <p:sp>
        <p:nvSpPr>
          <p:cNvPr id="36" name="Google Shape;36;p25"/>
          <p:cNvSpPr/>
          <p:nvPr/>
        </p:nvSpPr>
        <p:spPr>
          <a:xfrm>
            <a:off x="352712" y="438867"/>
            <a:ext cx="2404969"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Open Sans"/>
                <a:ea typeface="Open Sans"/>
                <a:cs typeface="Open Sans"/>
                <a:sym typeface="Open Sans"/>
              </a:rPr>
              <a:t>Recap</a:t>
            </a:r>
            <a:endParaRPr sz="1400" b="0" i="0" u="none" strike="noStrike" cap="none">
              <a:solidFill>
                <a:srgbClr val="000000"/>
              </a:solidFill>
              <a:latin typeface="Arial"/>
              <a:ea typeface="Arial"/>
              <a:cs typeface="Arial"/>
              <a:sym typeface="Arial"/>
            </a:endParaRPr>
          </a:p>
        </p:txBody>
      </p:sp>
      <p:sp>
        <p:nvSpPr>
          <p:cNvPr id="12" name="Google Shape;73;p29">
            <a:extLst>
              <a:ext uri="{FF2B5EF4-FFF2-40B4-BE49-F238E27FC236}">
                <a16:creationId xmlns:a16="http://schemas.microsoft.com/office/drawing/2014/main" id="{BA8E9C16-575E-F214-D660-349F8CD58800}"/>
              </a:ext>
            </a:extLst>
          </p:cNvPr>
          <p:cNvSpPr txBox="1">
            <a:spLocks noGrp="1"/>
          </p:cNvSpPr>
          <p:nvPr>
            <p:ph type="body" idx="10"/>
          </p:nvPr>
        </p:nvSpPr>
        <p:spPr>
          <a:xfrm>
            <a:off x="844889" y="1622017"/>
            <a:ext cx="10807533"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13" name="Google Shape;29;p24">
            <a:extLst>
              <a:ext uri="{FF2B5EF4-FFF2-40B4-BE49-F238E27FC236}">
                <a16:creationId xmlns:a16="http://schemas.microsoft.com/office/drawing/2014/main" id="{A8352C58-E1B7-7AF5-20DA-4A18ECBF310C}"/>
              </a:ext>
            </a:extLst>
          </p:cNvPr>
          <p:cNvSpPr txBox="1">
            <a:spLocks noGrp="1"/>
          </p:cNvSpPr>
          <p:nvPr>
            <p:ph type="body" idx="11"/>
          </p:nvPr>
        </p:nvSpPr>
        <p:spPr>
          <a:xfrm>
            <a:off x="812800" y="2712304"/>
            <a:ext cx="10839622"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Tree>
    <p:extLst>
      <p:ext uri="{BB962C8B-B14F-4D97-AF65-F5344CB8AC3E}">
        <p14:creationId xmlns:p14="http://schemas.microsoft.com/office/powerpoint/2010/main" val="28370920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 day in the life" preserve="1" userDrawn="1">
  <p:cSld name="A day in the life">
    <p:spTree>
      <p:nvGrpSpPr>
        <p:cNvPr id="1" name="Shape 37"/>
        <p:cNvGrpSpPr/>
        <p:nvPr/>
      </p:nvGrpSpPr>
      <p:grpSpPr>
        <a:xfrm>
          <a:off x="0" y="0"/>
          <a:ext cx="0" cy="0"/>
          <a:chOff x="0" y="0"/>
          <a:chExt cx="0" cy="0"/>
        </a:xfrm>
      </p:grpSpPr>
      <p:pic>
        <p:nvPicPr>
          <p:cNvPr id="3" name="Picture 2">
            <a:extLst>
              <a:ext uri="{FF2B5EF4-FFF2-40B4-BE49-F238E27FC236}">
                <a16:creationId xmlns:a16="http://schemas.microsoft.com/office/drawing/2014/main" id="{CB03379F-6615-3946-F3DC-84DD58EC0F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6255998" cy="9143999"/>
          </a:xfrm>
          <a:prstGeom prst="rect">
            <a:avLst/>
          </a:prstGeom>
        </p:spPr>
      </p:pic>
      <p:sp>
        <p:nvSpPr>
          <p:cNvPr id="6" name="Google Shape;73;p29">
            <a:extLst>
              <a:ext uri="{FF2B5EF4-FFF2-40B4-BE49-F238E27FC236}">
                <a16:creationId xmlns:a16="http://schemas.microsoft.com/office/drawing/2014/main" id="{47D8B3EC-6FC1-1D8C-89C7-6C535510F2DE}"/>
              </a:ext>
            </a:extLst>
          </p:cNvPr>
          <p:cNvSpPr txBox="1">
            <a:spLocks noGrp="1"/>
          </p:cNvSpPr>
          <p:nvPr>
            <p:ph type="body" idx="10"/>
          </p:nvPr>
        </p:nvSpPr>
        <p:spPr>
          <a:xfrm>
            <a:off x="844889" y="1622017"/>
            <a:ext cx="10807533"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7" name="Google Shape;29;p24">
            <a:extLst>
              <a:ext uri="{FF2B5EF4-FFF2-40B4-BE49-F238E27FC236}">
                <a16:creationId xmlns:a16="http://schemas.microsoft.com/office/drawing/2014/main" id="{1D6B2300-6D1F-B115-8FF6-63B469079D08}"/>
              </a:ext>
            </a:extLst>
          </p:cNvPr>
          <p:cNvSpPr txBox="1">
            <a:spLocks noGrp="1"/>
          </p:cNvSpPr>
          <p:nvPr>
            <p:ph type="body" idx="11"/>
          </p:nvPr>
        </p:nvSpPr>
        <p:spPr>
          <a:xfrm>
            <a:off x="812800" y="2712304"/>
            <a:ext cx="10839622" cy="5527418"/>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gn="ctr">
              <a:lnSpc>
                <a:spcPct val="115000"/>
              </a:lnSpc>
              <a:spcBef>
                <a:spcPts val="0"/>
              </a:spcBef>
              <a:spcAft>
                <a:spcPts val="0"/>
              </a:spcAft>
              <a:buSzPts val="2800"/>
            </a:pPr>
            <a:endParaRPr/>
          </a:p>
        </p:txBody>
      </p:sp>
      <p:sp>
        <p:nvSpPr>
          <p:cNvPr id="2" name="Google Shape;62;p29">
            <a:extLst>
              <a:ext uri="{FF2B5EF4-FFF2-40B4-BE49-F238E27FC236}">
                <a16:creationId xmlns:a16="http://schemas.microsoft.com/office/drawing/2014/main" id="{A8ED1C70-09C3-3416-0187-C1611F8017B4}"/>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12698198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s_for_Aday_Recap">
    <p:spTree>
      <p:nvGrpSpPr>
        <p:cNvPr id="1" name=""/>
        <p:cNvGrpSpPr/>
        <p:nvPr/>
      </p:nvGrpSpPr>
      <p:grpSpPr>
        <a:xfrm>
          <a:off x="0" y="0"/>
          <a:ext cx="0" cy="0"/>
          <a:chOff x="0" y="0"/>
          <a:chExt cx="0" cy="0"/>
        </a:xfrm>
      </p:grpSpPr>
      <p:sp>
        <p:nvSpPr>
          <p:cNvPr id="11" name="Google Shape;73;p29">
            <a:extLst>
              <a:ext uri="{FF2B5EF4-FFF2-40B4-BE49-F238E27FC236}">
                <a16:creationId xmlns:a16="http://schemas.microsoft.com/office/drawing/2014/main" id="{B3939B18-51C6-B760-9847-DBF969067996}"/>
              </a:ext>
            </a:extLst>
          </p:cNvPr>
          <p:cNvSpPr txBox="1">
            <a:spLocks noGrp="1"/>
          </p:cNvSpPr>
          <p:nvPr>
            <p:ph type="body" idx="10"/>
          </p:nvPr>
        </p:nvSpPr>
        <p:spPr>
          <a:xfrm>
            <a:off x="844889" y="1512833"/>
            <a:ext cx="10807533" cy="903776"/>
          </a:xfrm>
          <a:prstGeom prst="rect">
            <a:avLst/>
          </a:prstGeom>
        </p:spPr>
        <p:txBody>
          <a:bodyPr vert="horz" lIns="91440" tIns="45720" rIns="91440" bIns="45720" rtlCol="0">
            <a:normAutofit/>
          </a:bodyPr>
          <a:lstStyle>
            <a:lvl1pPr marL="0" indent="0">
              <a:buFont typeface="Arial" panose="020B0604020202020204" pitchFamily="34" charset="0"/>
              <a:buNone/>
              <a:defRPr dirty="0">
                <a:solidFill>
                  <a:schemeClr val="tx1">
                    <a:lumMod val="75000"/>
                    <a:lumOff val="25000"/>
                  </a:schemeClr>
                </a:solidFill>
              </a:defRPr>
            </a:lvl1pPr>
          </a:lstStyle>
          <a:p>
            <a:pPr marL="228600" lvl="0" indent="-228600"/>
            <a:endParaRPr/>
          </a:p>
        </p:txBody>
      </p:sp>
      <p:sp>
        <p:nvSpPr>
          <p:cNvPr id="5" name="Text Placeholder 4">
            <a:extLst>
              <a:ext uri="{FF2B5EF4-FFF2-40B4-BE49-F238E27FC236}">
                <a16:creationId xmlns:a16="http://schemas.microsoft.com/office/drawing/2014/main" id="{964B5EF1-B91C-9C3A-2571-75C7A1B0B8AF}"/>
              </a:ext>
            </a:extLst>
          </p:cNvPr>
          <p:cNvSpPr>
            <a:spLocks noGrp="1"/>
          </p:cNvSpPr>
          <p:nvPr>
            <p:ph type="body" sz="quarter" idx="12"/>
          </p:nvPr>
        </p:nvSpPr>
        <p:spPr>
          <a:xfrm>
            <a:off x="844550" y="2603500"/>
            <a:ext cx="10807700" cy="5538468"/>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78764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arning Objectives" preserve="1" userDrawn="1">
  <p:cSld name="1_Learning Objectives">
    <p:spTree>
      <p:nvGrpSpPr>
        <p:cNvPr id="1" name="Shape 44"/>
        <p:cNvGrpSpPr/>
        <p:nvPr/>
      </p:nvGrpSpPr>
      <p:grpSpPr>
        <a:xfrm>
          <a:off x="0" y="0"/>
          <a:ext cx="0" cy="0"/>
          <a:chOff x="0" y="0"/>
          <a:chExt cx="0" cy="0"/>
        </a:xfrm>
      </p:grpSpPr>
      <p:pic>
        <p:nvPicPr>
          <p:cNvPr id="45" name="Google Shape;45;p27"/>
          <p:cNvPicPr preferRelativeResize="0">
            <a:picLocks noGrp="1" noRot="1" noMove="1" noResize="1" noEditPoints="1" noAdjustHandles="1" noChangeArrowheads="1" noChangeShapeType="1" noCrop="1"/>
          </p:cNvPicPr>
          <p:nvPr/>
        </p:nvPicPr>
        <p:blipFill>
          <a:blip r:embed="rId2"/>
          <a:srcRect/>
          <a:stretch/>
        </p:blipFill>
        <p:spPr>
          <a:xfrm>
            <a:off x="0" y="0"/>
            <a:ext cx="16255999" cy="9143999"/>
          </a:xfrm>
          <a:prstGeom prst="rect">
            <a:avLst/>
          </a:prstGeom>
        </p:spPr>
      </p:pic>
      <p:sp>
        <p:nvSpPr>
          <p:cNvPr id="47" name="Google Shape;47;p27"/>
          <p:cNvSpPr>
            <a:spLocks noGrp="1" noRot="1" noMove="1" noResize="1" noEditPoints="1" noAdjustHandles="1" noChangeArrowheads="1" noChangeShapeType="1"/>
          </p:cNvSpPr>
          <p:nvPr/>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Learning Objectives</a:t>
            </a:r>
            <a:endParaRPr sz="1400" b="0" i="0" u="none" strike="noStrike" cap="none">
              <a:solidFill>
                <a:schemeClr val="tx1">
                  <a:lumMod val="75000"/>
                  <a:lumOff val="25000"/>
                </a:schemeClr>
              </a:solidFill>
              <a:latin typeface="Arial"/>
              <a:ea typeface="Arial"/>
              <a:cs typeface="Arial"/>
              <a:sym typeface="Arial"/>
            </a:endParaRPr>
          </a:p>
        </p:txBody>
      </p:sp>
      <p:sp>
        <p:nvSpPr>
          <p:cNvPr id="53" name="Google Shape;53;p27"/>
          <p:cNvSpPr>
            <a:spLocks noGrp="1" noRot="1" noMove="1" noResize="1" noEditPoints="1" noAdjustHandles="1" noChangeArrowheads="1" noChangeShapeType="1"/>
          </p:cNvSpPr>
          <p:nvPr/>
        </p:nvSpPr>
        <p:spPr>
          <a:xfrm>
            <a:off x="718944" y="1933649"/>
            <a:ext cx="7888027" cy="553212"/>
          </a:xfrm>
          <a:prstGeom prst="rect">
            <a:avLst/>
          </a:prstGeom>
          <a:noFill/>
          <a:ln>
            <a:noFill/>
          </a:ln>
        </p:spPr>
        <p:txBody>
          <a:bodyPr spcFirstLastPara="1" wrap="square" lIns="91425" tIns="0" rIns="91425" bIns="0" anchor="t" anchorCtr="0">
            <a:normAutofit/>
          </a:bodyPr>
          <a:lstStyle/>
          <a:p>
            <a:pPr marL="342900" marR="0" lvl="0" indent="-342900" algn="l" rtl="0">
              <a:lnSpc>
                <a:spcPct val="90000"/>
              </a:lnSpc>
              <a:spcBef>
                <a:spcPts val="1000"/>
              </a:spcBef>
              <a:spcAft>
                <a:spcPts val="0"/>
              </a:spcAft>
              <a:buClr>
                <a:schemeClr val="dk1"/>
              </a:buClr>
              <a:buSzPts val="2800"/>
              <a:buFont typeface="Arial"/>
              <a:buNone/>
            </a:pPr>
            <a:r>
              <a:rPr lang="en-US" sz="2200" b="0" i="0" u="none" strike="noStrike" cap="none">
                <a:solidFill>
                  <a:schemeClr val="tx1">
                    <a:lumMod val="75000"/>
                    <a:lumOff val="25000"/>
                  </a:schemeClr>
                </a:solidFill>
                <a:latin typeface="Open Sans"/>
                <a:ea typeface="Open Sans"/>
                <a:cs typeface="Open Sans"/>
                <a:sym typeface="Open Sans"/>
              </a:rPr>
              <a:t>By the end of this lesson, you will be able to:</a:t>
            </a:r>
            <a:endParaRPr>
              <a:solidFill>
                <a:schemeClr val="tx1">
                  <a:lumMod val="75000"/>
                  <a:lumOff val="25000"/>
                </a:schemeClr>
              </a:solidFill>
            </a:endParaRPr>
          </a:p>
        </p:txBody>
      </p:sp>
      <p:sp>
        <p:nvSpPr>
          <p:cNvPr id="5" name="Brandline_LVC">
            <a:extLst>
              <a:ext uri="{FF2B5EF4-FFF2-40B4-BE49-F238E27FC236}">
                <a16:creationId xmlns:a16="http://schemas.microsoft.com/office/drawing/2014/main" id="{78567AD7-7BF8-45E8-DB3F-F2D6FE361A28}"/>
              </a:ext>
            </a:extLst>
          </p:cNvPr>
          <p:cNvSpPr>
            <a:spLocks noGrp="1" noRot="1" noMove="1" noResize="1" noEditPoints="1" noAdjustHandles="1" noChangeArrowheads="1" noChangeShapeType="1"/>
          </p:cNvSpPr>
          <p:nvPr userDrawn="1"/>
        </p:nvSpPr>
        <p:spPr>
          <a:xfrm>
            <a:off x="2967652" y="837660"/>
            <a:ext cx="43915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4">
            <a:extLst>
              <a:ext uri="{FF2B5EF4-FFF2-40B4-BE49-F238E27FC236}">
                <a16:creationId xmlns:a16="http://schemas.microsoft.com/office/drawing/2014/main" id="{6384E7AB-95CF-3870-72EE-80D1C6CB172C}"/>
              </a:ext>
            </a:extLst>
          </p:cNvPr>
          <p:cNvSpPr>
            <a:spLocks noGrp="1"/>
          </p:cNvSpPr>
          <p:nvPr>
            <p:ph type="body" sz="quarter" idx="11" hasCustomPrompt="1"/>
          </p:nvPr>
        </p:nvSpPr>
        <p:spPr>
          <a:xfrm>
            <a:off x="1332875" y="2758746"/>
            <a:ext cx="9036000" cy="1011600"/>
          </a:xfrm>
        </p:spPr>
        <p:txBody>
          <a:bodyPr vert="horz" lIns="91440" tIns="45720" rIns="91440" bIns="45720" rtlCol="0" anchor="t">
            <a:normAutofit/>
          </a:bodyPr>
          <a:lstStyle>
            <a:lvl1pPr marL="0" indent="0">
              <a:buNone/>
              <a:defRPr lang="en-GB" dirty="0">
                <a:solidFill>
                  <a:schemeClr val="tx1">
                    <a:lumMod val="75000"/>
                    <a:lumOff val="25000"/>
                  </a:schemeClr>
                </a:solidFill>
              </a:defRPr>
            </a:lvl1pPr>
          </a:lstStyle>
          <a:p>
            <a:pPr marL="228600" lvl="0" indent="-228600">
              <a:spcBef>
                <a:spcPts val="0"/>
              </a:spcBef>
            </a:pPr>
            <a:r>
              <a:rPr lang="en-GB"/>
              <a:t>Click to add text</a:t>
            </a:r>
          </a:p>
        </p:txBody>
      </p:sp>
      <p:sp>
        <p:nvSpPr>
          <p:cNvPr id="7" name="Text Placeholder 4">
            <a:extLst>
              <a:ext uri="{FF2B5EF4-FFF2-40B4-BE49-F238E27FC236}">
                <a16:creationId xmlns:a16="http://schemas.microsoft.com/office/drawing/2014/main" id="{50792C23-1841-F349-D944-8E77CAED48FD}"/>
              </a:ext>
            </a:extLst>
          </p:cNvPr>
          <p:cNvSpPr>
            <a:spLocks noGrp="1"/>
          </p:cNvSpPr>
          <p:nvPr>
            <p:ph type="body" sz="quarter" idx="12" hasCustomPrompt="1"/>
          </p:nvPr>
        </p:nvSpPr>
        <p:spPr>
          <a:xfrm>
            <a:off x="1332356" y="3558751"/>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8" name="Text Placeholder 4">
            <a:extLst>
              <a:ext uri="{FF2B5EF4-FFF2-40B4-BE49-F238E27FC236}">
                <a16:creationId xmlns:a16="http://schemas.microsoft.com/office/drawing/2014/main" id="{7746234C-6D4D-7050-90E1-5A68C852394F}"/>
              </a:ext>
            </a:extLst>
          </p:cNvPr>
          <p:cNvSpPr>
            <a:spLocks noGrp="1"/>
          </p:cNvSpPr>
          <p:nvPr>
            <p:ph type="body" sz="quarter" idx="13" hasCustomPrompt="1"/>
          </p:nvPr>
        </p:nvSpPr>
        <p:spPr>
          <a:xfrm>
            <a:off x="1331837" y="4383470"/>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9" name="Text Placeholder 4">
            <a:extLst>
              <a:ext uri="{FF2B5EF4-FFF2-40B4-BE49-F238E27FC236}">
                <a16:creationId xmlns:a16="http://schemas.microsoft.com/office/drawing/2014/main" id="{DF9AB914-01CE-78D6-02EB-58EA39C5A159}"/>
              </a:ext>
            </a:extLst>
          </p:cNvPr>
          <p:cNvSpPr>
            <a:spLocks noGrp="1"/>
          </p:cNvSpPr>
          <p:nvPr>
            <p:ph type="body" sz="quarter" idx="14" hasCustomPrompt="1"/>
          </p:nvPr>
        </p:nvSpPr>
        <p:spPr>
          <a:xfrm>
            <a:off x="1332873" y="5195833"/>
            <a:ext cx="9034445" cy="1010072"/>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Tree>
    <p:extLst>
      <p:ext uri="{BB962C8B-B14F-4D97-AF65-F5344CB8AC3E}">
        <p14:creationId xmlns:p14="http://schemas.microsoft.com/office/powerpoint/2010/main" val="1027493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opic Name" preserve="1" userDrawn="1">
  <p:cSld name="1_Topic Name">
    <p:spTree>
      <p:nvGrpSpPr>
        <p:cNvPr id="1" name="Shape 54"/>
        <p:cNvGrpSpPr/>
        <p:nvPr/>
      </p:nvGrpSpPr>
      <p:grpSpPr>
        <a:xfrm>
          <a:off x="0" y="0"/>
          <a:ext cx="0" cy="0"/>
          <a:chOff x="0" y="0"/>
          <a:chExt cx="0" cy="0"/>
        </a:xfrm>
      </p:grpSpPr>
      <p:pic>
        <p:nvPicPr>
          <p:cNvPr id="55" name="Google Shape;55;p28"/>
          <p:cNvPicPr preferRelativeResize="0"/>
          <p:nvPr/>
        </p:nvPicPr>
        <p:blipFill>
          <a:blip r:embed="rId3"/>
          <a:srcRect/>
          <a:stretch/>
        </p:blipFill>
        <p:spPr>
          <a:xfrm>
            <a:off x="0" y="0"/>
            <a:ext cx="16255998" cy="9143999"/>
          </a:xfrm>
          <a:prstGeom prst="rect">
            <a:avLst/>
          </a:prstGeom>
          <a:noFill/>
          <a:ln>
            <a:noFill/>
          </a:ln>
        </p:spPr>
      </p:pic>
      <p:sp>
        <p:nvSpPr>
          <p:cNvPr id="3" name="Google Shape;57;p28">
            <a:extLst>
              <a:ext uri="{FF2B5EF4-FFF2-40B4-BE49-F238E27FC236}">
                <a16:creationId xmlns:a16="http://schemas.microsoft.com/office/drawing/2014/main" id="{B82D352B-96E6-AAAA-F1D6-C3BB62225E8B}"/>
              </a:ext>
            </a:extLst>
          </p:cNvPr>
          <p:cNvSpPr txBox="1">
            <a:spLocks noGrp="1"/>
          </p:cNvSpPr>
          <p:nvPr>
            <p:ph type="body" idx="10"/>
          </p:nvPr>
        </p:nvSpPr>
        <p:spPr>
          <a:xfrm>
            <a:off x="0" y="4114800"/>
            <a:ext cx="16256001" cy="914400"/>
          </a:xfrm>
          <a:prstGeom prst="rect">
            <a:avLst/>
          </a:prstGeom>
          <a:noFill/>
          <a:ln>
            <a:noFill/>
          </a:ln>
        </p:spPr>
        <p:txBody>
          <a:bodyPr spcFirstLastPara="1" wrap="square" lIns="91425" tIns="91425" rIns="91425" bIns="91425" anchor="ctr" anchorCtr="0">
            <a:noAutofit/>
          </a:bodyPr>
          <a:lstStyle>
            <a:lvl1pPr marL="0" lvl="0" indent="0" algn="ctr">
              <a:lnSpc>
                <a:spcPct val="114000"/>
              </a:lnSpc>
              <a:spcBef>
                <a:spcPts val="0"/>
              </a:spcBef>
              <a:spcAft>
                <a:spcPts val="0"/>
              </a:spcAft>
              <a:buSzPts val="2800"/>
              <a:buNone/>
              <a:defRPr sz="2800" b="1" i="0" u="none" strike="noStrike" cap="none">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ustDataLst>
      <p:tags r:id="rId1"/>
    </p:custDataLst>
    <p:extLst>
      <p:ext uri="{BB962C8B-B14F-4D97-AF65-F5344CB8AC3E}">
        <p14:creationId xmlns:p14="http://schemas.microsoft.com/office/powerpoint/2010/main" val="401973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Slide" preserve="1" userDrawn="1">
  <p:cSld name="1_Content Slide">
    <p:spTree>
      <p:nvGrpSpPr>
        <p:cNvPr id="1" name="Shape 59"/>
        <p:cNvGrpSpPr/>
        <p:nvPr/>
      </p:nvGrpSpPr>
      <p:grpSpPr>
        <a:xfrm>
          <a:off x="0" y="0"/>
          <a:ext cx="0" cy="0"/>
          <a:chOff x="0" y="0"/>
          <a:chExt cx="0" cy="0"/>
        </a:xfrm>
      </p:grpSpPr>
      <p:pic>
        <p:nvPicPr>
          <p:cNvPr id="60" name="Google Shape;60;p29"/>
          <p:cNvPicPr preferRelativeResize="0"/>
          <p:nvPr/>
        </p:nvPicPr>
        <p:blipFill>
          <a:blip r:embed="rId2"/>
          <a:srcRect/>
          <a:stretch/>
        </p:blipFill>
        <p:spPr>
          <a:xfrm>
            <a:off x="0" y="0"/>
            <a:ext cx="16255999" cy="9143999"/>
          </a:xfrm>
          <a:prstGeom prst="rect">
            <a:avLst/>
          </a:prstGeom>
          <a:noFill/>
          <a:ln>
            <a:noFill/>
          </a:ln>
        </p:spPr>
      </p:pic>
      <p:sp>
        <p:nvSpPr>
          <p:cNvPr id="2" name="Google Shape;29;p24">
            <a:extLst>
              <a:ext uri="{FF2B5EF4-FFF2-40B4-BE49-F238E27FC236}">
                <a16:creationId xmlns:a16="http://schemas.microsoft.com/office/drawing/2014/main" id="{9DE67C09-DDD5-F518-3695-E699DFE5CC4F}"/>
              </a:ext>
            </a:extLst>
          </p:cNvPr>
          <p:cNvSpPr txBox="1">
            <a:spLocks noGrp="1"/>
          </p:cNvSpPr>
          <p:nvPr>
            <p:ph type="body" idx="1"/>
          </p:nvPr>
        </p:nvSpPr>
        <p:spPr>
          <a:xfrm>
            <a:off x="1291858" y="2603120"/>
            <a:ext cx="13696998" cy="5527418"/>
          </a:xfrm>
          <a:prstGeom prst="rect">
            <a:avLst/>
          </a:prstGeom>
          <a:noFill/>
          <a:ln>
            <a:noFill/>
          </a:ln>
        </p:spPr>
        <p:txBody>
          <a:bodyPr spcFirstLastPara="1" wrap="square" lIns="91425" tIns="0" rIns="91425" bIns="0" anchor="t" anchorCtr="0">
            <a:normAutofit/>
          </a:bodyPr>
          <a:lstStyle>
            <a:lvl1pPr marL="0" indent="0">
              <a:spcBef>
                <a:spcPts val="0"/>
              </a:spcBef>
              <a:buNone/>
              <a:defRPr sz="2200" dirty="0">
                <a:solidFill>
                  <a:schemeClr val="tx1">
                    <a:lumMod val="75000"/>
                    <a:lumOff val="25000"/>
                  </a:schemeClr>
                </a:solidFill>
                <a:latin typeface="Open Sans"/>
                <a:ea typeface="Open Sans"/>
                <a:cs typeface="Open Sans"/>
              </a:defRPr>
            </a:lvl1pPr>
          </a:lstStyle>
          <a:p>
            <a:pPr marL="342900" lvl="0" indent="-342900" algn="ctr">
              <a:lnSpc>
                <a:spcPct val="115000"/>
              </a:lnSpc>
            </a:pPr>
            <a:endParaRPr/>
          </a:p>
        </p:txBody>
      </p:sp>
      <p:sp>
        <p:nvSpPr>
          <p:cNvPr id="3" name="Google Shape;73;p29">
            <a:extLst>
              <a:ext uri="{FF2B5EF4-FFF2-40B4-BE49-F238E27FC236}">
                <a16:creationId xmlns:a16="http://schemas.microsoft.com/office/drawing/2014/main" id="{38354FE8-D9C0-5D1E-6102-5F329424ACA2}"/>
              </a:ext>
            </a:extLst>
          </p:cNvPr>
          <p:cNvSpPr txBox="1">
            <a:spLocks noGrp="1"/>
          </p:cNvSpPr>
          <p:nvPr>
            <p:ph type="body" idx="10"/>
          </p:nvPr>
        </p:nvSpPr>
        <p:spPr>
          <a:xfrm>
            <a:off x="1291857" y="1512833"/>
            <a:ext cx="13696999" cy="903776"/>
          </a:xfrm>
          <a:prstGeom prst="rect">
            <a:avLst/>
          </a:prstGeom>
          <a:noFill/>
          <a:ln>
            <a:noFill/>
          </a:ln>
        </p:spPr>
        <p:txBody>
          <a:bodyPr spcFirstLastPara="1" wrap="square" lIns="91425" tIns="0" rIns="91425" bIns="0" anchor="t" anchorCtr="0">
            <a:normAutofit/>
          </a:bodyPr>
          <a:lstStyle>
            <a:lvl1pPr marL="0" lvl="0" indent="0" algn="ctr">
              <a:lnSpc>
                <a:spcPct val="115000"/>
              </a:lnSpc>
              <a:spcBef>
                <a:spcPts val="0"/>
              </a:spcBef>
              <a:spcAft>
                <a:spcPts val="0"/>
              </a:spcAft>
              <a:buSzPts val="2800"/>
              <a:buFont typeface="Arial" panose="020B0604020202020204" pitchFamily="34" charset="0"/>
              <a:buNone/>
              <a:defRPr sz="2200">
                <a:solidFill>
                  <a:schemeClr val="tx1">
                    <a:lumMod val="75000"/>
                    <a:lumOff val="25000"/>
                  </a:schemeClr>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pic>
        <p:nvPicPr>
          <p:cNvPr id="4" name="Picture 3" descr="A picture containing colorfulness, pattern, rectangle, screenshot&#10;&#10;Description automatically generated">
            <a:extLst>
              <a:ext uri="{FF2B5EF4-FFF2-40B4-BE49-F238E27FC236}">
                <a16:creationId xmlns:a16="http://schemas.microsoft.com/office/drawing/2014/main" id="{E2A3B44F-361D-277C-1049-456D3197569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66008" y="913238"/>
            <a:ext cx="1219478" cy="7291461"/>
          </a:xfrm>
          <a:prstGeom prst="rect">
            <a:avLst/>
          </a:prstGeom>
        </p:spPr>
      </p:pic>
      <p:sp>
        <p:nvSpPr>
          <p:cNvPr id="5" name="Google Shape;62;p29">
            <a:extLst>
              <a:ext uri="{FF2B5EF4-FFF2-40B4-BE49-F238E27FC236}">
                <a16:creationId xmlns:a16="http://schemas.microsoft.com/office/drawing/2014/main" id="{AB337D6E-8449-CC57-E216-03FFF7FCAE69}"/>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56819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_Content_Slide">
    <p:spTree>
      <p:nvGrpSpPr>
        <p:cNvPr id="1" name=""/>
        <p:cNvGrpSpPr/>
        <p:nvPr/>
      </p:nvGrpSpPr>
      <p:grpSpPr>
        <a:xfrm>
          <a:off x="0" y="0"/>
          <a:ext cx="0" cy="0"/>
          <a:chOff x="0" y="0"/>
          <a:chExt cx="0" cy="0"/>
        </a:xfrm>
      </p:grpSpPr>
      <p:pic>
        <p:nvPicPr>
          <p:cNvPr id="3" name="Google Shape;60;p29">
            <a:extLst>
              <a:ext uri="{FF2B5EF4-FFF2-40B4-BE49-F238E27FC236}">
                <a16:creationId xmlns:a16="http://schemas.microsoft.com/office/drawing/2014/main" id="{F32A8D92-D03F-CBD0-6218-23FF67B0B49F}"/>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15" name="Google Shape;73;p29">
            <a:extLst>
              <a:ext uri="{FF2B5EF4-FFF2-40B4-BE49-F238E27FC236}">
                <a16:creationId xmlns:a16="http://schemas.microsoft.com/office/drawing/2014/main" id="{E6FEAC37-04A1-A80A-3380-E02111EDE62B}"/>
              </a:ext>
            </a:extLst>
          </p:cNvPr>
          <p:cNvSpPr txBox="1">
            <a:spLocks noGrp="1"/>
          </p:cNvSpPr>
          <p:nvPr>
            <p:ph type="body" idx="10"/>
          </p:nvPr>
        </p:nvSpPr>
        <p:spPr>
          <a:xfrm>
            <a:off x="1291857" y="1512833"/>
            <a:ext cx="13696999" cy="903776"/>
          </a:xfrm>
          <a:prstGeom prst="rect">
            <a:avLst/>
          </a:prstGeom>
          <a:noFill/>
          <a:ln>
            <a:noFill/>
          </a:ln>
        </p:spPr>
        <p:txBody>
          <a:bodyPr spcFirstLastPara="1" vert="horz" wrap="square" lIns="91425" tIns="0" rIns="91425" bIns="0" rtlCol="0" anchor="t" anchorCtr="0">
            <a:normAutofit/>
          </a:bodyPr>
          <a:lstStyle>
            <a:lvl1pPr marL="0" indent="0">
              <a:buFont typeface="Arial" panose="020B0604020202020204" pitchFamily="34" charset="0"/>
              <a:buNone/>
              <a:defRPr dirty="0">
                <a:solidFill>
                  <a:schemeClr val="tx1">
                    <a:lumMod val="75000"/>
                    <a:lumOff val="25000"/>
                  </a:schemeClr>
                </a:solidFill>
                <a:latin typeface="Open Sans"/>
                <a:ea typeface="Open Sans"/>
                <a:cs typeface="Open Sans"/>
              </a:defRPr>
            </a:lvl1pPr>
          </a:lstStyle>
          <a:p>
            <a:pPr marL="228600" lvl="0" indent="-228600">
              <a:lnSpc>
                <a:spcPct val="115000"/>
              </a:lnSpc>
              <a:spcBef>
                <a:spcPts val="0"/>
              </a:spcBef>
              <a:spcAft>
                <a:spcPts val="0"/>
              </a:spcAft>
              <a:buSzPts val="2800"/>
            </a:pPr>
            <a:endParaRPr/>
          </a:p>
        </p:txBody>
      </p:sp>
      <p:pic>
        <p:nvPicPr>
          <p:cNvPr id="2" name="Picture 1" descr="A picture containing colorfulness, pattern, rectangle, screenshot&#10;&#10;Description automatically generated">
            <a:extLst>
              <a:ext uri="{FF2B5EF4-FFF2-40B4-BE49-F238E27FC236}">
                <a16:creationId xmlns:a16="http://schemas.microsoft.com/office/drawing/2014/main" id="{CE904573-2F71-0E73-120D-C3CFB365EE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566008" y="897196"/>
            <a:ext cx="1219478" cy="7291461"/>
          </a:xfrm>
          <a:prstGeom prst="rect">
            <a:avLst/>
          </a:prstGeom>
        </p:spPr>
      </p:pic>
      <p:sp>
        <p:nvSpPr>
          <p:cNvPr id="6" name="Text Placeholder 4">
            <a:extLst>
              <a:ext uri="{FF2B5EF4-FFF2-40B4-BE49-F238E27FC236}">
                <a16:creationId xmlns:a16="http://schemas.microsoft.com/office/drawing/2014/main" id="{F3E84CA6-4EC8-7CAF-7B14-1E891A95D9DF}"/>
              </a:ext>
            </a:extLst>
          </p:cNvPr>
          <p:cNvSpPr>
            <a:spLocks noGrp="1"/>
          </p:cNvSpPr>
          <p:nvPr>
            <p:ph type="body" sz="quarter" idx="13"/>
          </p:nvPr>
        </p:nvSpPr>
        <p:spPr>
          <a:xfrm>
            <a:off x="1285825" y="2612636"/>
            <a:ext cx="13697000" cy="5517901"/>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
        <p:nvSpPr>
          <p:cNvPr id="7" name="Google Shape;62;p29">
            <a:extLst>
              <a:ext uri="{FF2B5EF4-FFF2-40B4-BE49-F238E27FC236}">
                <a16:creationId xmlns:a16="http://schemas.microsoft.com/office/drawing/2014/main" id="{AC975B08-1151-8CCE-4012-72257845E88A}"/>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80860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nowledge Check " preserve="1">
  <p:cSld name="Knowledge Check ">
    <p:spTree>
      <p:nvGrpSpPr>
        <p:cNvPr id="1" name="Shape 74"/>
        <p:cNvGrpSpPr/>
        <p:nvPr/>
      </p:nvGrpSpPr>
      <p:grpSpPr>
        <a:xfrm>
          <a:off x="0" y="0"/>
          <a:ext cx="0" cy="0"/>
          <a:chOff x="0" y="0"/>
          <a:chExt cx="0" cy="0"/>
        </a:xfrm>
      </p:grpSpPr>
      <p:pic>
        <p:nvPicPr>
          <p:cNvPr id="2" name="Google Shape;75;p30">
            <a:extLst>
              <a:ext uri="{FF2B5EF4-FFF2-40B4-BE49-F238E27FC236}">
                <a16:creationId xmlns:a16="http://schemas.microsoft.com/office/drawing/2014/main" id="{DBF002C0-AEB4-C534-B92D-91D67E6C1306}"/>
              </a:ext>
            </a:extLst>
          </p:cNvPr>
          <p:cNvPicPr preferRelativeResize="0"/>
          <p:nvPr userDrawn="1"/>
        </p:nvPicPr>
        <p:blipFill>
          <a:blip r:embed="rId2"/>
          <a:srcRect/>
          <a:stretch/>
        </p:blipFill>
        <p:spPr>
          <a:xfrm>
            <a:off x="0" y="0"/>
            <a:ext cx="16255998" cy="9143998"/>
          </a:xfrm>
          <a:prstGeom prst="rect">
            <a:avLst/>
          </a:prstGeom>
          <a:noFill/>
          <a:ln>
            <a:noFill/>
          </a:ln>
        </p:spPr>
      </p:pic>
      <p:pic>
        <p:nvPicPr>
          <p:cNvPr id="4" name="Picture 3" descr="A picture containing arrow&#10;&#10;Description automatically generated">
            <a:extLst>
              <a:ext uri="{FF2B5EF4-FFF2-40B4-BE49-F238E27FC236}">
                <a16:creationId xmlns:a16="http://schemas.microsoft.com/office/drawing/2014/main" id="{72D68FFF-4E46-2E6B-67FA-3692374CF001}"/>
              </a:ext>
            </a:extLst>
          </p:cNvPr>
          <p:cNvPicPr>
            <a:picLocks noChangeAspect="1"/>
          </p:cNvPicPr>
          <p:nvPr userDrawn="1"/>
        </p:nvPicPr>
        <p:blipFill>
          <a:blip r:embed="rId3"/>
          <a:stretch>
            <a:fillRect/>
          </a:stretch>
        </p:blipFill>
        <p:spPr>
          <a:xfrm>
            <a:off x="0" y="0"/>
            <a:ext cx="16256000" cy="9144000"/>
          </a:xfrm>
          <a:prstGeom prst="rect">
            <a:avLst/>
          </a:prstGeom>
        </p:spPr>
      </p:pic>
      <p:sp>
        <p:nvSpPr>
          <p:cNvPr id="3" name="Google Shape;77;p30">
            <a:extLst>
              <a:ext uri="{FF2B5EF4-FFF2-40B4-BE49-F238E27FC236}">
                <a16:creationId xmlns:a16="http://schemas.microsoft.com/office/drawing/2014/main" id="{6A084776-D363-88F2-5A8F-FF2A63DFFD9D}"/>
              </a:ext>
            </a:extLst>
          </p:cNvPr>
          <p:cNvSpPr/>
          <p:nvPr userDrawn="1"/>
        </p:nvSpPr>
        <p:spPr>
          <a:xfrm>
            <a:off x="8955907" y="4310390"/>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pitchFamily="34" charset="0"/>
              <a:buNone/>
            </a:pPr>
            <a:r>
              <a:rPr lang="en-US" sz="2800" b="1" i="0" u="none" strike="noStrike" cap="none" dirty="0">
                <a:solidFill>
                  <a:schemeClr val="tx1">
                    <a:lumMod val="75000"/>
                    <a:lumOff val="25000"/>
                  </a:schemeClr>
                </a:solidFill>
                <a:latin typeface="Open Sans"/>
                <a:ea typeface="Open Sans"/>
                <a:cs typeface="Open Sans"/>
                <a:sym typeface="Open Sans"/>
              </a:rPr>
              <a:t>Knowledge Check</a:t>
            </a:r>
            <a:endParaRPr sz="1400" b="0" i="0" u="none" strike="noStrike" cap="none" dirty="0">
              <a:solidFill>
                <a:schemeClr val="tx1">
                  <a:lumMod val="75000"/>
                  <a:lumOff val="25000"/>
                </a:schemeClr>
              </a:solidFill>
              <a:latin typeface="Arial"/>
              <a:ea typeface="Arial"/>
              <a:cs typeface="Arial"/>
              <a:sym typeface="Arial"/>
            </a:endParaRPr>
          </a:p>
        </p:txBody>
      </p:sp>
    </p:spTree>
    <p:extLst>
      <p:ext uri="{BB962C8B-B14F-4D97-AF65-F5344CB8AC3E}">
        <p14:creationId xmlns:p14="http://schemas.microsoft.com/office/powerpoint/2010/main" val="2784529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2CCF119B-BE71-CB96-2E2D-4D70E3379D0F}"/>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Box">
            <a:extLst>
              <a:ext uri="{FF2B5EF4-FFF2-40B4-BE49-F238E27FC236}">
                <a16:creationId xmlns:a16="http://schemas.microsoft.com/office/drawing/2014/main" id="{E7B51B66-9EEF-5EF8-EAC3-1AA2FA35C688}"/>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KT_Text">
            <a:extLst>
              <a:ext uri="{FF2B5EF4-FFF2-40B4-BE49-F238E27FC236}">
                <a16:creationId xmlns:a16="http://schemas.microsoft.com/office/drawing/2014/main" id="{9E09D2CD-8815-6873-76A0-750613A9B008}"/>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6" name="Rec_Box">
            <a:extLst>
              <a:ext uri="{FF2B5EF4-FFF2-40B4-BE49-F238E27FC236}">
                <a16:creationId xmlns:a16="http://schemas.microsoft.com/office/drawing/2014/main" id="{0E9A9157-9B5D-B020-50FD-5C124440F36A}"/>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
            <a:extLst>
              <a:ext uri="{FF2B5EF4-FFF2-40B4-BE49-F238E27FC236}">
                <a16:creationId xmlns:a16="http://schemas.microsoft.com/office/drawing/2014/main" id="{FDF40B25-39B3-30ED-29BE-9F1AD527FCEE}"/>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A.</a:t>
            </a:r>
          </a:p>
        </p:txBody>
      </p:sp>
      <p:sp>
        <p:nvSpPr>
          <p:cNvPr id="8" name="Opt_A">
            <a:extLst>
              <a:ext uri="{FF2B5EF4-FFF2-40B4-BE49-F238E27FC236}">
                <a16:creationId xmlns:a16="http://schemas.microsoft.com/office/drawing/2014/main" id="{2FFD20E1-904E-7B1C-E7A2-1A99877EE0D7}"/>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
            <a:extLst>
              <a:ext uri="{FF2B5EF4-FFF2-40B4-BE49-F238E27FC236}">
                <a16:creationId xmlns:a16="http://schemas.microsoft.com/office/drawing/2014/main" id="{DB253624-90B8-4C2B-CA21-11904E51AA4D}"/>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B.</a:t>
            </a:r>
          </a:p>
        </p:txBody>
      </p:sp>
      <p:sp>
        <p:nvSpPr>
          <p:cNvPr id="10" name="Opt_B">
            <a:extLst>
              <a:ext uri="{FF2B5EF4-FFF2-40B4-BE49-F238E27FC236}">
                <a16:creationId xmlns:a16="http://schemas.microsoft.com/office/drawing/2014/main" id="{497E5D63-1C02-9A8F-6921-B4CF2B94E4A1}"/>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1" name="C">
            <a:extLst>
              <a:ext uri="{FF2B5EF4-FFF2-40B4-BE49-F238E27FC236}">
                <a16:creationId xmlns:a16="http://schemas.microsoft.com/office/drawing/2014/main" id="{92E01BA2-8854-8B22-5E3B-BD48CB6419FD}"/>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C.</a:t>
            </a:r>
          </a:p>
        </p:txBody>
      </p:sp>
      <p:sp>
        <p:nvSpPr>
          <p:cNvPr id="12" name="Opt_C">
            <a:extLst>
              <a:ext uri="{FF2B5EF4-FFF2-40B4-BE49-F238E27FC236}">
                <a16:creationId xmlns:a16="http://schemas.microsoft.com/office/drawing/2014/main" id="{231483CE-CEF9-6644-5D62-34D212C6AC67}"/>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3" name="D">
            <a:extLst>
              <a:ext uri="{FF2B5EF4-FFF2-40B4-BE49-F238E27FC236}">
                <a16:creationId xmlns:a16="http://schemas.microsoft.com/office/drawing/2014/main" id="{29F7EC89-820C-671D-8F62-46D0543D5E13}"/>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D.</a:t>
            </a:r>
          </a:p>
        </p:txBody>
      </p:sp>
      <p:sp>
        <p:nvSpPr>
          <p:cNvPr id="14" name="Opt_D">
            <a:extLst>
              <a:ext uri="{FF2B5EF4-FFF2-40B4-BE49-F238E27FC236}">
                <a16:creationId xmlns:a16="http://schemas.microsoft.com/office/drawing/2014/main" id="{D10DFBE0-864B-7031-13FD-BF42F6452ABB}"/>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5" name="Q">
            <a:extLst>
              <a:ext uri="{FF2B5EF4-FFF2-40B4-BE49-F238E27FC236}">
                <a16:creationId xmlns:a16="http://schemas.microsoft.com/office/drawing/2014/main" id="{48CDC350-FF9D-82C7-1731-756BBBD2CE0D}"/>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solidFill>
                  <a:schemeClr val="tx1">
                    <a:lumMod val="75000"/>
                    <a:lumOff val="25000"/>
                  </a:schemeClr>
                </a:solidFill>
              </a:defRPr>
            </a:lvl1pPr>
          </a:lstStyle>
          <a:p>
            <a:pPr lvl="0"/>
            <a:r>
              <a:rPr lang="en-GB" dirty="0"/>
              <a:t>Click to add text</a:t>
            </a:r>
            <a:endParaRPr lang="en-US" dirty="0"/>
          </a:p>
        </p:txBody>
      </p:sp>
      <p:sp>
        <p:nvSpPr>
          <p:cNvPr id="2" name="Q_No">
            <a:extLst>
              <a:ext uri="{FF2B5EF4-FFF2-40B4-BE49-F238E27FC236}">
                <a16:creationId xmlns:a16="http://schemas.microsoft.com/office/drawing/2014/main" id="{60E48CF6-ADFB-CA4C-5E8B-AE3CD5F217B1}"/>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1691867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es_Ans_IS">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EF08981F-95F3-6867-209A-E2A49BEB7AC3}"/>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C_Ans">
            <a:extLst>
              <a:ext uri="{FF2B5EF4-FFF2-40B4-BE49-F238E27FC236}">
                <a16:creationId xmlns:a16="http://schemas.microsoft.com/office/drawing/2014/main" id="{C5585E79-E8D7-0597-1980-9449B5FE0292}"/>
              </a:ext>
            </a:extLst>
          </p:cNvPr>
          <p:cNvSpPr txBox="1"/>
          <p:nvPr userDrawn="1"/>
        </p:nvSpPr>
        <p:spPr>
          <a:xfrm>
            <a:off x="670034" y="7369706"/>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5" name="Ans_Line_2">
            <a:extLst>
              <a:ext uri="{FF2B5EF4-FFF2-40B4-BE49-F238E27FC236}">
                <a16:creationId xmlns:a16="http://schemas.microsoft.com/office/drawing/2014/main" id="{55D1669A-D9BB-F86C-6916-C74581CEC093}"/>
              </a:ext>
            </a:extLst>
          </p:cNvPr>
          <p:cNvCxnSpPr/>
          <p:nvPr userDrawn="1"/>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6" name="Ans_Line">
            <a:extLst>
              <a:ext uri="{FF2B5EF4-FFF2-40B4-BE49-F238E27FC236}">
                <a16:creationId xmlns:a16="http://schemas.microsoft.com/office/drawing/2014/main" id="{25B26E89-236B-925D-2F8A-FDAD4518B1D0}"/>
              </a:ext>
            </a:extLst>
          </p:cNvPr>
          <p:cNvCxnSpPr/>
          <p:nvPr userDrawn="1"/>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 name="Ans_text">
            <a:extLst>
              <a:ext uri="{FF2B5EF4-FFF2-40B4-BE49-F238E27FC236}">
                <a16:creationId xmlns:a16="http://schemas.microsoft.com/office/drawing/2014/main" id="{FE57084E-D5CD-4D1D-AD6B-B0A29FBA4D52}"/>
              </a:ext>
            </a:extLst>
          </p:cNvPr>
          <p:cNvSpPr>
            <a:spLocks noGrp="1"/>
          </p:cNvSpPr>
          <p:nvPr>
            <p:ph type="body" sz="quarter" idx="18" hasCustomPrompt="1"/>
          </p:nvPr>
        </p:nvSpPr>
        <p:spPr>
          <a:xfrm>
            <a:off x="3251201" y="7277661"/>
            <a:ext cx="8834438" cy="584200"/>
          </a:xfrm>
        </p:spPr>
        <p:txBody>
          <a:bodyPr anchor="ctr">
            <a:normAutofit/>
          </a:bodyPr>
          <a:lstStyle>
            <a:lvl1pPr marL="0" indent="0">
              <a:spcBef>
                <a:spcPts val="0"/>
              </a:spcBef>
              <a:buNone/>
              <a:defRPr sz="2000" b="1">
                <a:solidFill>
                  <a:srgbClr val="024F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8" name="Ans_Desc_Text_Box">
            <a:extLst>
              <a:ext uri="{FF2B5EF4-FFF2-40B4-BE49-F238E27FC236}">
                <a16:creationId xmlns:a16="http://schemas.microsoft.com/office/drawing/2014/main" id="{7CBBC3EA-7B88-E6C6-BE6B-D41D2C647AAB}"/>
              </a:ext>
            </a:extLst>
          </p:cNvPr>
          <p:cNvSpPr>
            <a:spLocks noGrp="1"/>
          </p:cNvSpPr>
          <p:nvPr>
            <p:ph type="body" sz="quarter" idx="16" hasCustomPrompt="1"/>
          </p:nvPr>
        </p:nvSpPr>
        <p:spPr>
          <a:xfrm>
            <a:off x="669925" y="7935913"/>
            <a:ext cx="13095288" cy="1004887"/>
          </a:xfrm>
        </p:spPr>
        <p:txBody>
          <a:bodyPr>
            <a:normAutofit/>
          </a:bodyPr>
          <a:lstStyle>
            <a:lvl1pPr marL="0" indent="0">
              <a:spcBef>
                <a:spcPts val="0"/>
              </a:spcBef>
              <a:buNone/>
              <a:defRPr sz="2000" b="1"/>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text</a:t>
            </a:r>
            <a:endParaRPr lang="en-US" dirty="0"/>
          </a:p>
        </p:txBody>
      </p:sp>
      <p:sp>
        <p:nvSpPr>
          <p:cNvPr id="9" name="Box">
            <a:extLst>
              <a:ext uri="{FF2B5EF4-FFF2-40B4-BE49-F238E27FC236}">
                <a16:creationId xmlns:a16="http://schemas.microsoft.com/office/drawing/2014/main" id="{CDEDD483-9F61-36CD-8536-63FB8C1D1DC9}"/>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KT_Text">
            <a:extLst>
              <a:ext uri="{FF2B5EF4-FFF2-40B4-BE49-F238E27FC236}">
                <a16:creationId xmlns:a16="http://schemas.microsoft.com/office/drawing/2014/main" id="{BA405B45-EFAB-0D57-ADA9-DD1F4FD2F9B7}"/>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1" name="Rec_Box">
            <a:extLst>
              <a:ext uri="{FF2B5EF4-FFF2-40B4-BE49-F238E27FC236}">
                <a16:creationId xmlns:a16="http://schemas.microsoft.com/office/drawing/2014/main" id="{C6D60610-3ED0-B3DE-F0C6-1E2E0C6FC1CE}"/>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
            <a:extLst>
              <a:ext uri="{FF2B5EF4-FFF2-40B4-BE49-F238E27FC236}">
                <a16:creationId xmlns:a16="http://schemas.microsoft.com/office/drawing/2014/main" id="{C6A04807-31DA-6E4E-AAB1-C5EB073355C4}"/>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D.</a:t>
            </a:r>
          </a:p>
        </p:txBody>
      </p:sp>
      <p:sp>
        <p:nvSpPr>
          <p:cNvPr id="16" name="C">
            <a:extLst>
              <a:ext uri="{FF2B5EF4-FFF2-40B4-BE49-F238E27FC236}">
                <a16:creationId xmlns:a16="http://schemas.microsoft.com/office/drawing/2014/main" id="{19EED400-005F-8BFC-0381-17F5410E8424}"/>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C.</a:t>
            </a:r>
          </a:p>
        </p:txBody>
      </p:sp>
      <p:sp>
        <p:nvSpPr>
          <p:cNvPr id="14" name="B">
            <a:extLst>
              <a:ext uri="{FF2B5EF4-FFF2-40B4-BE49-F238E27FC236}">
                <a16:creationId xmlns:a16="http://schemas.microsoft.com/office/drawing/2014/main" id="{21CD75C6-F639-739D-B089-020EF5CBFA3A}"/>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B.</a:t>
            </a:r>
          </a:p>
        </p:txBody>
      </p:sp>
      <p:sp>
        <p:nvSpPr>
          <p:cNvPr id="12" name="A">
            <a:extLst>
              <a:ext uri="{FF2B5EF4-FFF2-40B4-BE49-F238E27FC236}">
                <a16:creationId xmlns:a16="http://schemas.microsoft.com/office/drawing/2014/main" id="{76DB4DA8-CC10-506C-D27B-9B1CE227D9B0}"/>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A.</a:t>
            </a:r>
          </a:p>
        </p:txBody>
      </p:sp>
      <p:sp>
        <p:nvSpPr>
          <p:cNvPr id="19" name="Opt_D">
            <a:extLst>
              <a:ext uri="{FF2B5EF4-FFF2-40B4-BE49-F238E27FC236}">
                <a16:creationId xmlns:a16="http://schemas.microsoft.com/office/drawing/2014/main" id="{F320B7DB-043B-B1AC-2976-FCB6609BE238}"/>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7" name="Opt_C">
            <a:extLst>
              <a:ext uri="{FF2B5EF4-FFF2-40B4-BE49-F238E27FC236}">
                <a16:creationId xmlns:a16="http://schemas.microsoft.com/office/drawing/2014/main" id="{DF544E43-096D-AD15-9CFA-70A320AE0272}"/>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5" name="Opt_B">
            <a:extLst>
              <a:ext uri="{FF2B5EF4-FFF2-40B4-BE49-F238E27FC236}">
                <a16:creationId xmlns:a16="http://schemas.microsoft.com/office/drawing/2014/main" id="{0969321A-3DCC-F52F-8C1B-6E04397531A7}"/>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3" name="Opt_A">
            <a:extLst>
              <a:ext uri="{FF2B5EF4-FFF2-40B4-BE49-F238E27FC236}">
                <a16:creationId xmlns:a16="http://schemas.microsoft.com/office/drawing/2014/main" id="{5A890064-C69C-0664-8FC1-9D4423FC9A34}"/>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20" name="Q">
            <a:extLst>
              <a:ext uri="{FF2B5EF4-FFF2-40B4-BE49-F238E27FC236}">
                <a16:creationId xmlns:a16="http://schemas.microsoft.com/office/drawing/2014/main" id="{F963B27F-8F18-67BB-B561-399E9B718B77}"/>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solidFill>
                  <a:schemeClr val="tx1">
                    <a:lumMod val="75000"/>
                    <a:lumOff val="25000"/>
                  </a:schemeClr>
                </a:solidFill>
              </a:defRPr>
            </a:lvl1pPr>
          </a:lstStyle>
          <a:p>
            <a:pPr lvl="0"/>
            <a:r>
              <a:rPr lang="en-GB"/>
              <a:t>Click to add text</a:t>
            </a:r>
            <a:endParaRPr lang="en-US"/>
          </a:p>
        </p:txBody>
      </p:sp>
      <p:sp>
        <p:nvSpPr>
          <p:cNvPr id="22" name="Q_No">
            <a:extLst>
              <a:ext uri="{FF2B5EF4-FFF2-40B4-BE49-F238E27FC236}">
                <a16:creationId xmlns:a16="http://schemas.microsoft.com/office/drawing/2014/main" id="{56C84790-83B0-039F-DB11-90A54FCA41D6}"/>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42134096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es_Ans_Are">
    <p:spTree>
      <p:nvGrpSpPr>
        <p:cNvPr id="1" name=""/>
        <p:cNvGrpSpPr/>
        <p:nvPr/>
      </p:nvGrpSpPr>
      <p:grpSpPr>
        <a:xfrm>
          <a:off x="0" y="0"/>
          <a:ext cx="0" cy="0"/>
          <a:chOff x="0" y="0"/>
          <a:chExt cx="0" cy="0"/>
        </a:xfrm>
      </p:grpSpPr>
      <p:pic>
        <p:nvPicPr>
          <p:cNvPr id="3" name="BG">
            <a:extLst>
              <a:ext uri="{FF2B5EF4-FFF2-40B4-BE49-F238E27FC236}">
                <a16:creationId xmlns:a16="http://schemas.microsoft.com/office/drawing/2014/main" id="{2F8347C9-CC7D-0DF8-C02A-47B5723D8572}"/>
              </a:ext>
            </a:extLst>
          </p:cNvPr>
          <p:cNvPicPr preferRelativeResize="0"/>
          <p:nvPr userDrawn="1"/>
        </p:nvPicPr>
        <p:blipFill>
          <a:blip r:embed="rId2"/>
          <a:srcRect/>
          <a:stretch/>
        </p:blipFill>
        <p:spPr>
          <a:xfrm>
            <a:off x="1" y="1"/>
            <a:ext cx="16255999" cy="9143999"/>
          </a:xfrm>
          <a:prstGeom prst="rect">
            <a:avLst/>
          </a:prstGeom>
          <a:noFill/>
          <a:ln>
            <a:noFill/>
          </a:ln>
        </p:spPr>
      </p:pic>
      <p:sp>
        <p:nvSpPr>
          <p:cNvPr id="4" name="C_Ans">
            <a:extLst>
              <a:ext uri="{FF2B5EF4-FFF2-40B4-BE49-F238E27FC236}">
                <a16:creationId xmlns:a16="http://schemas.microsoft.com/office/drawing/2014/main" id="{06DF12F7-7FC3-A6A0-1F9D-2B31AAB76C62}"/>
              </a:ext>
            </a:extLst>
          </p:cNvPr>
          <p:cNvSpPr txBox="1"/>
          <p:nvPr userDrawn="1"/>
        </p:nvSpPr>
        <p:spPr>
          <a:xfrm>
            <a:off x="670034" y="7369706"/>
            <a:ext cx="2913425"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are</a:t>
            </a:r>
            <a:endParaRPr sz="1400" b="0" i="0" u="none" strike="noStrike" cap="none">
              <a:solidFill>
                <a:srgbClr val="000000"/>
              </a:solidFill>
              <a:latin typeface="Open Sans"/>
              <a:ea typeface="Open Sans"/>
              <a:cs typeface="Open Sans"/>
              <a:sym typeface="Open Sans"/>
            </a:endParaRPr>
          </a:p>
        </p:txBody>
      </p:sp>
      <p:cxnSp>
        <p:nvCxnSpPr>
          <p:cNvPr id="5" name="Ans_Line_2">
            <a:extLst>
              <a:ext uri="{FF2B5EF4-FFF2-40B4-BE49-F238E27FC236}">
                <a16:creationId xmlns:a16="http://schemas.microsoft.com/office/drawing/2014/main" id="{B75A6E75-5672-578C-B075-BA07AABDEC08}"/>
              </a:ext>
            </a:extLst>
          </p:cNvPr>
          <p:cNvCxnSpPr/>
          <p:nvPr userDrawn="1"/>
        </p:nvCxnSpPr>
        <p:spPr>
          <a:xfrm>
            <a:off x="670034" y="7854368"/>
            <a:ext cx="13167360" cy="0"/>
          </a:xfrm>
          <a:prstGeom prst="straightConnector1">
            <a:avLst/>
          </a:prstGeom>
          <a:noFill/>
          <a:ln w="9525" cap="flat" cmpd="sng">
            <a:solidFill>
              <a:schemeClr val="dk1"/>
            </a:solidFill>
            <a:prstDash val="solid"/>
            <a:round/>
            <a:headEnd type="none" w="sm" len="sm"/>
            <a:tailEnd type="none" w="sm" len="sm"/>
          </a:ln>
        </p:spPr>
      </p:cxnSp>
      <p:cxnSp>
        <p:nvCxnSpPr>
          <p:cNvPr id="6" name="Ans_Line">
            <a:extLst>
              <a:ext uri="{FF2B5EF4-FFF2-40B4-BE49-F238E27FC236}">
                <a16:creationId xmlns:a16="http://schemas.microsoft.com/office/drawing/2014/main" id="{B67B1844-0936-2346-DC2D-072812F8FF82}"/>
              </a:ext>
            </a:extLst>
          </p:cNvPr>
          <p:cNvCxnSpPr/>
          <p:nvPr userDrawn="1"/>
        </p:nvCxnSpPr>
        <p:spPr>
          <a:xfrm>
            <a:off x="649436" y="7265358"/>
            <a:ext cx="13167360" cy="0"/>
          </a:xfrm>
          <a:prstGeom prst="straightConnector1">
            <a:avLst/>
          </a:prstGeom>
          <a:noFill/>
          <a:ln w="9525" cap="flat" cmpd="sng">
            <a:solidFill>
              <a:schemeClr val="dk1"/>
            </a:solidFill>
            <a:prstDash val="solid"/>
            <a:round/>
            <a:headEnd type="none" w="sm" len="sm"/>
            <a:tailEnd type="none" w="sm" len="sm"/>
          </a:ln>
        </p:spPr>
      </p:cxnSp>
      <p:sp>
        <p:nvSpPr>
          <p:cNvPr id="7" name="Ans_text">
            <a:extLst>
              <a:ext uri="{FF2B5EF4-FFF2-40B4-BE49-F238E27FC236}">
                <a16:creationId xmlns:a16="http://schemas.microsoft.com/office/drawing/2014/main" id="{505D6B31-CF67-8AE8-6D6C-1AE10E434FE3}"/>
              </a:ext>
            </a:extLst>
          </p:cNvPr>
          <p:cNvSpPr>
            <a:spLocks noGrp="1"/>
          </p:cNvSpPr>
          <p:nvPr>
            <p:ph type="body" sz="quarter" idx="18" hasCustomPrompt="1"/>
          </p:nvPr>
        </p:nvSpPr>
        <p:spPr>
          <a:xfrm>
            <a:off x="3484605" y="7277661"/>
            <a:ext cx="8601033" cy="584200"/>
          </a:xfrm>
        </p:spPr>
        <p:txBody>
          <a:bodyPr anchor="ctr">
            <a:normAutofit/>
          </a:bodyPr>
          <a:lstStyle>
            <a:lvl1pPr marL="0" indent="0">
              <a:spcBef>
                <a:spcPts val="0"/>
              </a:spcBef>
              <a:buNone/>
              <a:defRPr sz="2000" b="1">
                <a:solidFill>
                  <a:srgbClr val="024F9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8" name="Ans_Desc_Text_Box">
            <a:extLst>
              <a:ext uri="{FF2B5EF4-FFF2-40B4-BE49-F238E27FC236}">
                <a16:creationId xmlns:a16="http://schemas.microsoft.com/office/drawing/2014/main" id="{2AA669A4-854E-BC52-A6EB-CEC258CCD135}"/>
              </a:ext>
            </a:extLst>
          </p:cNvPr>
          <p:cNvSpPr>
            <a:spLocks noGrp="1"/>
          </p:cNvSpPr>
          <p:nvPr>
            <p:ph type="body" sz="quarter" idx="16" hasCustomPrompt="1"/>
          </p:nvPr>
        </p:nvSpPr>
        <p:spPr>
          <a:xfrm>
            <a:off x="669925" y="7935913"/>
            <a:ext cx="13095288" cy="1004887"/>
          </a:xfrm>
        </p:spPr>
        <p:txBody>
          <a:bodyPr>
            <a:normAutofit/>
          </a:bodyPr>
          <a:lstStyle>
            <a:lvl1pPr marL="0" indent="0">
              <a:spcBef>
                <a:spcPts val="0"/>
              </a:spcBef>
              <a:buNone/>
              <a:defRPr sz="2000" b="1"/>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9" name="Box">
            <a:extLst>
              <a:ext uri="{FF2B5EF4-FFF2-40B4-BE49-F238E27FC236}">
                <a16:creationId xmlns:a16="http://schemas.microsoft.com/office/drawing/2014/main" id="{4ADF7E3A-81A0-2B00-A3DE-320BBA3EAADC}"/>
              </a:ext>
            </a:extLst>
          </p:cNvPr>
          <p:cNvSpPr/>
          <p:nvPr userDrawn="1"/>
        </p:nvSpPr>
        <p:spPr>
          <a:xfrm>
            <a:off x="1281113" y="584654"/>
            <a:ext cx="1685902" cy="1438275"/>
          </a:xfrm>
          <a:prstGeom prst="rect">
            <a:avLst/>
          </a:prstGeom>
          <a:solidFill>
            <a:srgbClr val="3D9C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KT_Text">
            <a:extLst>
              <a:ext uri="{FF2B5EF4-FFF2-40B4-BE49-F238E27FC236}">
                <a16:creationId xmlns:a16="http://schemas.microsoft.com/office/drawing/2014/main" id="{65E260BD-9AEB-3002-A10D-0ED784F237CC}"/>
              </a:ext>
            </a:extLst>
          </p:cNvPr>
          <p:cNvSpPr txBox="1"/>
          <p:nvPr userDrawn="1"/>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1" name="Rec_Box">
            <a:extLst>
              <a:ext uri="{FF2B5EF4-FFF2-40B4-BE49-F238E27FC236}">
                <a16:creationId xmlns:a16="http://schemas.microsoft.com/office/drawing/2014/main" id="{667E1C0D-1A8F-3FEE-62D2-1CF59B597F36}"/>
              </a:ext>
            </a:extLst>
          </p:cNvPr>
          <p:cNvSpPr/>
          <p:nvPr userDrawn="1"/>
        </p:nvSpPr>
        <p:spPr>
          <a:xfrm>
            <a:off x="1275907" y="580480"/>
            <a:ext cx="14093455" cy="1446622"/>
          </a:xfrm>
          <a:prstGeom prst="rect">
            <a:avLst/>
          </a:prstGeom>
          <a:noFill/>
          <a:ln w="12700">
            <a:solidFill>
              <a:srgbClr val="3D9C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
            <a:extLst>
              <a:ext uri="{FF2B5EF4-FFF2-40B4-BE49-F238E27FC236}">
                <a16:creationId xmlns:a16="http://schemas.microsoft.com/office/drawing/2014/main" id="{A40B7AF7-3696-C4FB-D945-5436FC8398CE}"/>
              </a:ext>
            </a:extLst>
          </p:cNvPr>
          <p:cNvSpPr txBox="1"/>
          <p:nvPr userDrawn="1"/>
        </p:nvSpPr>
        <p:spPr>
          <a:xfrm>
            <a:off x="1708922" y="2698180"/>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A.</a:t>
            </a:r>
          </a:p>
        </p:txBody>
      </p:sp>
      <p:sp>
        <p:nvSpPr>
          <p:cNvPr id="13" name="Opt_A">
            <a:extLst>
              <a:ext uri="{FF2B5EF4-FFF2-40B4-BE49-F238E27FC236}">
                <a16:creationId xmlns:a16="http://schemas.microsoft.com/office/drawing/2014/main" id="{1494EC36-DEF5-5104-F8EA-E3D4B2BBD8E4}"/>
              </a:ext>
            </a:extLst>
          </p:cNvPr>
          <p:cNvSpPr>
            <a:spLocks noGrp="1"/>
          </p:cNvSpPr>
          <p:nvPr>
            <p:ph type="body" sz="quarter" idx="12" hasCustomPrompt="1"/>
          </p:nvPr>
        </p:nvSpPr>
        <p:spPr>
          <a:xfrm>
            <a:off x="2330450" y="2698180"/>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4" name="B">
            <a:extLst>
              <a:ext uri="{FF2B5EF4-FFF2-40B4-BE49-F238E27FC236}">
                <a16:creationId xmlns:a16="http://schemas.microsoft.com/office/drawing/2014/main" id="{9AFF282F-7CD2-660E-F6FB-6A6841171D6F}"/>
              </a:ext>
            </a:extLst>
          </p:cNvPr>
          <p:cNvSpPr txBox="1"/>
          <p:nvPr userDrawn="1"/>
        </p:nvSpPr>
        <p:spPr>
          <a:xfrm>
            <a:off x="1713038" y="3629064"/>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B.</a:t>
            </a:r>
          </a:p>
        </p:txBody>
      </p:sp>
      <p:sp>
        <p:nvSpPr>
          <p:cNvPr id="15" name="Opt_B">
            <a:extLst>
              <a:ext uri="{FF2B5EF4-FFF2-40B4-BE49-F238E27FC236}">
                <a16:creationId xmlns:a16="http://schemas.microsoft.com/office/drawing/2014/main" id="{01ADAF17-D7DF-669F-96A4-A5A66652F7E4}"/>
              </a:ext>
            </a:extLst>
          </p:cNvPr>
          <p:cNvSpPr>
            <a:spLocks noGrp="1"/>
          </p:cNvSpPr>
          <p:nvPr>
            <p:ph type="body" sz="quarter" idx="13" hasCustomPrompt="1"/>
          </p:nvPr>
        </p:nvSpPr>
        <p:spPr>
          <a:xfrm>
            <a:off x="2334566" y="3629064"/>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6" name="C">
            <a:extLst>
              <a:ext uri="{FF2B5EF4-FFF2-40B4-BE49-F238E27FC236}">
                <a16:creationId xmlns:a16="http://schemas.microsoft.com/office/drawing/2014/main" id="{E0054334-AE0D-D3F5-C186-9EAB001CEBAA}"/>
              </a:ext>
            </a:extLst>
          </p:cNvPr>
          <p:cNvSpPr txBox="1"/>
          <p:nvPr userDrawn="1"/>
        </p:nvSpPr>
        <p:spPr>
          <a:xfrm>
            <a:off x="1713038" y="4568181"/>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C.</a:t>
            </a:r>
          </a:p>
        </p:txBody>
      </p:sp>
      <p:sp>
        <p:nvSpPr>
          <p:cNvPr id="17" name="Opt_C">
            <a:extLst>
              <a:ext uri="{FF2B5EF4-FFF2-40B4-BE49-F238E27FC236}">
                <a16:creationId xmlns:a16="http://schemas.microsoft.com/office/drawing/2014/main" id="{98DDCBFB-B945-8ADF-F3B2-02F8E9E10B08}"/>
              </a:ext>
            </a:extLst>
          </p:cNvPr>
          <p:cNvSpPr>
            <a:spLocks noGrp="1"/>
          </p:cNvSpPr>
          <p:nvPr>
            <p:ph type="body" sz="quarter" idx="14" hasCustomPrompt="1"/>
          </p:nvPr>
        </p:nvSpPr>
        <p:spPr>
          <a:xfrm>
            <a:off x="2334566" y="4568181"/>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18" name="D">
            <a:extLst>
              <a:ext uri="{FF2B5EF4-FFF2-40B4-BE49-F238E27FC236}">
                <a16:creationId xmlns:a16="http://schemas.microsoft.com/office/drawing/2014/main" id="{A5C29CAE-D65C-162C-E28E-5C00B6BF49E6}"/>
              </a:ext>
            </a:extLst>
          </p:cNvPr>
          <p:cNvSpPr txBox="1"/>
          <p:nvPr userDrawn="1"/>
        </p:nvSpPr>
        <p:spPr>
          <a:xfrm>
            <a:off x="1717154" y="5511422"/>
            <a:ext cx="465463" cy="421719"/>
          </a:xfrm>
          <a:prstGeom prst="rect">
            <a:avLst/>
          </a:prstGeom>
        </p:spPr>
        <p:txBody>
          <a:bodyPr vert="horz" lIns="91440" tIns="45720" rIns="91440" bIns="45720" rtlCol="0" anchor="ctr">
            <a:normAutofit/>
          </a:bodyPr>
          <a:lstStyle>
            <a:lvl1pPr lvl="0" indent="0" defTabSz="914400">
              <a:lnSpc>
                <a:spcPct val="114000"/>
              </a:lnSpc>
              <a:spcBef>
                <a:spcPts val="0"/>
              </a:spcBef>
              <a:buFont typeface="Arial" panose="020B0604020202020204" pitchFamily="34" charset="0"/>
              <a:buNone/>
              <a:defRPr lang="en-GB"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2pPr>
            <a:lvl3pPr indent="0" defTabSz="914400">
              <a:lnSpc>
                <a:spcPct val="114000"/>
              </a:lnSpc>
              <a:spcBef>
                <a:spcPts val="500"/>
              </a:spcBef>
              <a:buFont typeface="Arial" panose="020B0604020202020204" pitchFamily="34" charset="0"/>
              <a:buNone/>
              <a:defRPr lang="en-GB"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3pPr>
            <a:lvl4pPr indent="0" defTabSz="914400">
              <a:lnSpc>
                <a:spcPct val="90000"/>
              </a:lnSpc>
              <a:spcBef>
                <a:spcPts val="500"/>
              </a:spcBef>
              <a:buFont typeface="Arial" panose="020B0604020202020204" pitchFamily="34" charset="0"/>
              <a:buNone/>
            </a:lvl4pPr>
            <a:lvl5pPr indent="0" defTabSz="914400">
              <a:lnSpc>
                <a:spcPct val="90000"/>
              </a:lnSpc>
              <a:spcBef>
                <a:spcPts val="500"/>
              </a:spcBef>
              <a:buFont typeface="Arial" panose="020B0604020202020204" pitchFamily="34" charset="0"/>
              <a:buNone/>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lgn="ctr"/>
            <a:r>
              <a:rPr lang="en-US">
                <a:solidFill>
                  <a:schemeClr val="tx1">
                    <a:lumMod val="75000"/>
                    <a:lumOff val="25000"/>
                  </a:schemeClr>
                </a:solidFill>
              </a:rPr>
              <a:t>D.</a:t>
            </a:r>
          </a:p>
        </p:txBody>
      </p:sp>
      <p:sp>
        <p:nvSpPr>
          <p:cNvPr id="19" name="Opt_D">
            <a:extLst>
              <a:ext uri="{FF2B5EF4-FFF2-40B4-BE49-F238E27FC236}">
                <a16:creationId xmlns:a16="http://schemas.microsoft.com/office/drawing/2014/main" id="{787DB315-5654-6FF4-4775-BE435BA1CC23}"/>
              </a:ext>
            </a:extLst>
          </p:cNvPr>
          <p:cNvSpPr>
            <a:spLocks noGrp="1"/>
          </p:cNvSpPr>
          <p:nvPr>
            <p:ph type="body" sz="quarter" idx="15" hasCustomPrompt="1"/>
          </p:nvPr>
        </p:nvSpPr>
        <p:spPr>
          <a:xfrm>
            <a:off x="2338682" y="5511422"/>
            <a:ext cx="11250613" cy="836613"/>
          </a:xfrm>
        </p:spPr>
        <p:txBody>
          <a:bodyPr anchor="t">
            <a:normAutofit/>
          </a:bodyPr>
          <a:lstStyle>
            <a:lvl1pPr marL="0" indent="0">
              <a:lnSpc>
                <a:spcPct val="114000"/>
              </a:lnSpc>
              <a:spcBef>
                <a:spcPts val="0"/>
              </a:spcBef>
              <a:buNone/>
              <a:defRPr sz="2000">
                <a:solidFill>
                  <a:schemeClr val="tx1">
                    <a:lumMod val="75000"/>
                    <a:lumOff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text</a:t>
            </a:r>
            <a:endParaRPr lang="en-US"/>
          </a:p>
        </p:txBody>
      </p:sp>
      <p:sp>
        <p:nvSpPr>
          <p:cNvPr id="21" name="Q">
            <a:extLst>
              <a:ext uri="{FF2B5EF4-FFF2-40B4-BE49-F238E27FC236}">
                <a16:creationId xmlns:a16="http://schemas.microsoft.com/office/drawing/2014/main" id="{32B26A31-7ADA-92C4-0EC9-7FBCC4B0F2B6}"/>
              </a:ext>
            </a:extLst>
          </p:cNvPr>
          <p:cNvSpPr>
            <a:spLocks noGrp="1"/>
          </p:cNvSpPr>
          <p:nvPr>
            <p:ph type="body" sz="quarter" idx="11" hasCustomPrompt="1"/>
          </p:nvPr>
        </p:nvSpPr>
        <p:spPr>
          <a:xfrm>
            <a:off x="2967015" y="580287"/>
            <a:ext cx="12401573" cy="1447009"/>
          </a:xfrm>
        </p:spPr>
        <p:txBody>
          <a:bodyPr anchor="ctr"/>
          <a:lstStyle>
            <a:lvl1pPr marL="0" indent="0">
              <a:lnSpc>
                <a:spcPct val="114000"/>
              </a:lnSpc>
              <a:spcBef>
                <a:spcPts val="0"/>
              </a:spcBef>
              <a:buNone/>
              <a:defRPr b="1">
                <a:solidFill>
                  <a:schemeClr val="tx1">
                    <a:lumMod val="75000"/>
                    <a:lumOff val="25000"/>
                  </a:schemeClr>
                </a:solidFill>
              </a:defRPr>
            </a:lvl1pPr>
          </a:lstStyle>
          <a:p>
            <a:pPr lvl="0"/>
            <a:r>
              <a:rPr lang="en-GB"/>
              <a:t>Click to add text</a:t>
            </a:r>
            <a:endParaRPr lang="en-US"/>
          </a:p>
        </p:txBody>
      </p:sp>
      <p:sp>
        <p:nvSpPr>
          <p:cNvPr id="22" name="Q_No">
            <a:extLst>
              <a:ext uri="{FF2B5EF4-FFF2-40B4-BE49-F238E27FC236}">
                <a16:creationId xmlns:a16="http://schemas.microsoft.com/office/drawing/2014/main" id="{6AEFDC33-934D-D32C-A2F5-91C510E8C696}"/>
              </a:ext>
            </a:extLst>
          </p:cNvPr>
          <p:cNvSpPr>
            <a:spLocks noGrp="1"/>
          </p:cNvSpPr>
          <p:nvPr>
            <p:ph type="body" sz="quarter" idx="10" hasCustomPrompt="1"/>
          </p:nvPr>
        </p:nvSpPr>
        <p:spPr>
          <a:xfrm>
            <a:off x="1562390" y="1193800"/>
            <a:ext cx="1135063" cy="830263"/>
          </a:xfrm>
        </p:spPr>
        <p:txBody>
          <a:bodyPr anchor="ctr"/>
          <a:lstStyle>
            <a:lvl1pPr marL="0" indent="0" algn="ctr">
              <a:spcBef>
                <a:spcPts val="0"/>
              </a:spcBef>
              <a:buNone/>
              <a:defRPr b="1">
                <a:solidFill>
                  <a:schemeClr val="bg1"/>
                </a:solidFill>
              </a:defRPr>
            </a:lvl1pPr>
          </a:lstStyle>
          <a:p>
            <a:pPr lvl="0"/>
            <a:r>
              <a:rPr lang="en-US"/>
              <a:t>1</a:t>
            </a:r>
          </a:p>
        </p:txBody>
      </p:sp>
    </p:spTree>
    <p:extLst>
      <p:ext uri="{BB962C8B-B14F-4D97-AF65-F5344CB8AC3E}">
        <p14:creationId xmlns:p14="http://schemas.microsoft.com/office/powerpoint/2010/main" val="2866767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Key Takeaways" preserve="1" userDrawn="1">
  <p:cSld name="Key Takeaways">
    <p:spTree>
      <p:nvGrpSpPr>
        <p:cNvPr id="1" name="Shape 129"/>
        <p:cNvGrpSpPr/>
        <p:nvPr/>
      </p:nvGrpSpPr>
      <p:grpSpPr>
        <a:xfrm>
          <a:off x="0" y="0"/>
          <a:ext cx="0" cy="0"/>
          <a:chOff x="0" y="0"/>
          <a:chExt cx="0" cy="0"/>
        </a:xfrm>
      </p:grpSpPr>
      <p:pic>
        <p:nvPicPr>
          <p:cNvPr id="130" name="Google Shape;130;p33"/>
          <p:cNvPicPr preferRelativeResize="0"/>
          <p:nvPr/>
        </p:nvPicPr>
        <p:blipFill>
          <a:blip r:embed="rId2"/>
          <a:srcRect/>
          <a:stretch/>
        </p:blipFill>
        <p:spPr>
          <a:xfrm>
            <a:off x="0" y="0"/>
            <a:ext cx="16255999" cy="9143999"/>
          </a:xfrm>
          <a:prstGeom prst="rect">
            <a:avLst/>
          </a:prstGeom>
          <a:noFill/>
          <a:ln>
            <a:noFill/>
          </a:ln>
        </p:spPr>
      </p:pic>
      <p:sp>
        <p:nvSpPr>
          <p:cNvPr id="2" name="Google Shape;47;p27">
            <a:extLst>
              <a:ext uri="{FF2B5EF4-FFF2-40B4-BE49-F238E27FC236}">
                <a16:creationId xmlns:a16="http://schemas.microsoft.com/office/drawing/2014/main" id="{DFADBA2E-0E91-C8B8-3A16-37E16A8024BC}"/>
              </a:ext>
            </a:extLst>
          </p:cNvPr>
          <p:cNvSpPr/>
          <p:nvPr userDrawn="1"/>
        </p:nvSpPr>
        <p:spPr>
          <a:xfrm>
            <a:off x="2747395" y="274390"/>
            <a:ext cx="4819800" cy="523200"/>
          </a:xfrm>
          <a:prstGeom prst="rect">
            <a:avLst/>
          </a:prstGeom>
          <a:noFill/>
          <a:ln>
            <a:noFill/>
          </a:ln>
        </p:spPr>
        <p:txBody>
          <a:bodyPr spcFirstLastPara="1" wrap="square" lIns="91425" tIns="45700" rIns="91425" bIns="45700" anchor="t" anchorCtr="0">
            <a:spAutoFit/>
          </a:bodyPr>
          <a:lstStyle/>
          <a:p>
            <a:pPr marL="228600" marR="0" lvl="0" indent="0" algn="ctr" rtl="0">
              <a:lnSpc>
                <a:spcPct val="100000"/>
              </a:lnSpc>
              <a:spcBef>
                <a:spcPts val="0"/>
              </a:spcBef>
              <a:spcAft>
                <a:spcPts val="0"/>
              </a:spcAft>
              <a:buClr>
                <a:srgbClr val="3F3F3F"/>
              </a:buClr>
              <a:buSzPts val="2200"/>
              <a:buFont typeface="Arial"/>
              <a:buNone/>
            </a:pPr>
            <a:r>
              <a:rPr lang="en-US" sz="2800" b="1" i="0" u="none" strike="noStrike" cap="none">
                <a:solidFill>
                  <a:schemeClr val="tx1">
                    <a:lumMod val="75000"/>
                    <a:lumOff val="25000"/>
                  </a:schemeClr>
                </a:solidFill>
                <a:latin typeface="Open Sans"/>
                <a:ea typeface="Open Sans"/>
                <a:cs typeface="Open Sans"/>
                <a:sym typeface="Open Sans"/>
              </a:rPr>
              <a:t>Key Takeaways</a:t>
            </a:r>
            <a:endParaRPr lang="en-US" sz="1400" b="0" i="0" u="none" strike="noStrike" cap="none">
              <a:solidFill>
                <a:schemeClr val="tx1">
                  <a:lumMod val="75000"/>
                  <a:lumOff val="25000"/>
                </a:schemeClr>
              </a:solidFill>
              <a:latin typeface="Arial"/>
              <a:ea typeface="Arial"/>
              <a:cs typeface="Arial"/>
              <a:sym typeface="Arial"/>
            </a:endParaRPr>
          </a:p>
        </p:txBody>
      </p:sp>
      <p:sp>
        <p:nvSpPr>
          <p:cNvPr id="4" name="Brandline_LVC">
            <a:extLst>
              <a:ext uri="{FF2B5EF4-FFF2-40B4-BE49-F238E27FC236}">
                <a16:creationId xmlns:a16="http://schemas.microsoft.com/office/drawing/2014/main" id="{F274DB65-9471-8FF1-5F67-3A8B02FBF3BD}"/>
              </a:ext>
            </a:extLst>
          </p:cNvPr>
          <p:cNvSpPr/>
          <p:nvPr userDrawn="1"/>
        </p:nvSpPr>
        <p:spPr>
          <a:xfrm>
            <a:off x="3559993" y="837660"/>
            <a:ext cx="3377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 name="Text Placeholder 4">
            <a:extLst>
              <a:ext uri="{FF2B5EF4-FFF2-40B4-BE49-F238E27FC236}">
                <a16:creationId xmlns:a16="http://schemas.microsoft.com/office/drawing/2014/main" id="{96AF3B2F-06F8-C0B9-F594-763BF82CAEE1}"/>
              </a:ext>
            </a:extLst>
          </p:cNvPr>
          <p:cNvSpPr>
            <a:spLocks noGrp="1"/>
          </p:cNvSpPr>
          <p:nvPr>
            <p:ph type="body" sz="quarter" idx="15" hasCustomPrompt="1"/>
          </p:nvPr>
        </p:nvSpPr>
        <p:spPr>
          <a:xfrm>
            <a:off x="1332875" y="1967907"/>
            <a:ext cx="9036000" cy="1011600"/>
          </a:xfrm>
        </p:spPr>
        <p:txBody>
          <a:bodyPr vert="horz" lIns="91440" tIns="45720" rIns="91440" bIns="45720" rtlCol="0" anchor="t">
            <a:normAutofit/>
          </a:bodyPr>
          <a:lstStyle>
            <a:lvl1pPr marL="0" indent="0">
              <a:buNone/>
              <a:defRPr lang="en-GB" dirty="0">
                <a:solidFill>
                  <a:schemeClr val="tx1">
                    <a:lumMod val="75000"/>
                    <a:lumOff val="25000"/>
                  </a:schemeClr>
                </a:solidFill>
              </a:defRPr>
            </a:lvl1pPr>
          </a:lstStyle>
          <a:p>
            <a:pPr marL="228600" lvl="0" indent="-228600">
              <a:spcBef>
                <a:spcPts val="0"/>
              </a:spcBef>
            </a:pPr>
            <a:r>
              <a:rPr lang="en-GB"/>
              <a:t>Click to add text</a:t>
            </a:r>
          </a:p>
        </p:txBody>
      </p:sp>
      <p:sp>
        <p:nvSpPr>
          <p:cNvPr id="5" name="Text Placeholder 4">
            <a:extLst>
              <a:ext uri="{FF2B5EF4-FFF2-40B4-BE49-F238E27FC236}">
                <a16:creationId xmlns:a16="http://schemas.microsoft.com/office/drawing/2014/main" id="{887B16BD-1678-AAEB-705C-ACC6F4E638BB}"/>
              </a:ext>
            </a:extLst>
          </p:cNvPr>
          <p:cNvSpPr>
            <a:spLocks noGrp="1"/>
          </p:cNvSpPr>
          <p:nvPr>
            <p:ph type="body" sz="quarter" idx="16" hasCustomPrompt="1"/>
          </p:nvPr>
        </p:nvSpPr>
        <p:spPr>
          <a:xfrm>
            <a:off x="1332356" y="2755555"/>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6" name="Text Placeholder 4">
            <a:extLst>
              <a:ext uri="{FF2B5EF4-FFF2-40B4-BE49-F238E27FC236}">
                <a16:creationId xmlns:a16="http://schemas.microsoft.com/office/drawing/2014/main" id="{9DA0B994-BAF5-3871-1AE2-2955090941D6}"/>
              </a:ext>
            </a:extLst>
          </p:cNvPr>
          <p:cNvSpPr>
            <a:spLocks noGrp="1"/>
          </p:cNvSpPr>
          <p:nvPr>
            <p:ph type="body" sz="quarter" idx="17" hasCustomPrompt="1"/>
          </p:nvPr>
        </p:nvSpPr>
        <p:spPr>
          <a:xfrm>
            <a:off x="1331837" y="3567917"/>
            <a:ext cx="9036000" cy="1011600"/>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sp>
        <p:nvSpPr>
          <p:cNvPr id="7" name="Text Placeholder 4">
            <a:extLst>
              <a:ext uri="{FF2B5EF4-FFF2-40B4-BE49-F238E27FC236}">
                <a16:creationId xmlns:a16="http://schemas.microsoft.com/office/drawing/2014/main" id="{9153C8D8-C81D-C688-AD6D-054C831ED8FF}"/>
              </a:ext>
            </a:extLst>
          </p:cNvPr>
          <p:cNvSpPr>
            <a:spLocks noGrp="1"/>
          </p:cNvSpPr>
          <p:nvPr>
            <p:ph type="body" sz="quarter" idx="18" hasCustomPrompt="1"/>
          </p:nvPr>
        </p:nvSpPr>
        <p:spPr>
          <a:xfrm>
            <a:off x="1332873" y="4392637"/>
            <a:ext cx="9034445" cy="1010072"/>
          </a:xfrm>
        </p:spPr>
        <p:txBody>
          <a:bodyPr anchor="t"/>
          <a:lstStyle>
            <a:lvl1pPr marL="0" indent="0">
              <a:lnSpc>
                <a:spcPct val="114000"/>
              </a:lnSpc>
              <a:spcBef>
                <a:spcPts val="0"/>
              </a:spcBef>
              <a:buFont typeface="Arial" panose="020B0604020202020204" pitchFamily="34" charset="0"/>
              <a:buNone/>
              <a:defRPr>
                <a:solidFill>
                  <a:schemeClr val="tx1">
                    <a:lumMod val="75000"/>
                    <a:lumOff val="25000"/>
                  </a:schemeClr>
                </a:solidFill>
              </a:defRPr>
            </a:lvl1pPr>
            <a:lvl2pPr>
              <a:spcBef>
                <a:spcPts val="0"/>
              </a:spcBef>
              <a:defRPr/>
            </a:lvl2pPr>
            <a:lvl3pPr>
              <a:spcBef>
                <a:spcPts val="0"/>
              </a:spcBef>
              <a:defRPr/>
            </a:lvl3pPr>
          </a:lstStyle>
          <a:p>
            <a:pPr lvl="0"/>
            <a:r>
              <a:rPr lang="en-GB"/>
              <a:t>Click to add text</a:t>
            </a:r>
          </a:p>
        </p:txBody>
      </p:sp>
      <p:grpSp>
        <p:nvGrpSpPr>
          <p:cNvPr id="23" name="Group 22" hidden="1">
            <a:extLst>
              <a:ext uri="{FF2B5EF4-FFF2-40B4-BE49-F238E27FC236}">
                <a16:creationId xmlns:a16="http://schemas.microsoft.com/office/drawing/2014/main" id="{7D3CB7FC-1EE6-F753-459E-16D565CC72D5}"/>
              </a:ext>
            </a:extLst>
          </p:cNvPr>
          <p:cNvGrpSpPr>
            <a:grpSpLocks noGrp="1" noUngrp="1" noRot="1" noMove="1" noResize="1"/>
          </p:cNvGrpSpPr>
          <p:nvPr userDrawn="1"/>
        </p:nvGrpSpPr>
        <p:grpSpPr>
          <a:xfrm>
            <a:off x="1239953" y="642551"/>
            <a:ext cx="4011669" cy="4670397"/>
            <a:chOff x="1239953" y="642551"/>
            <a:chExt cx="4011669" cy="4670397"/>
          </a:xfrm>
        </p:grpSpPr>
        <p:sp>
          <p:nvSpPr>
            <p:cNvPr id="24" name="Rectangle 23">
              <a:extLst>
                <a:ext uri="{FF2B5EF4-FFF2-40B4-BE49-F238E27FC236}">
                  <a16:creationId xmlns:a16="http://schemas.microsoft.com/office/drawing/2014/main" id="{7938B2B5-F7D2-93C4-4B9B-2A8705CFBB0D}"/>
                </a:ext>
              </a:extLst>
            </p:cNvPr>
            <p:cNvSpPr>
              <a:spLocks noGrp="1" noRot="1" noMove="1" noResize="1" noEditPoints="1" noAdjustHandles="1" noChangeArrowheads="1" noChangeShapeType="1"/>
            </p:cNvSpPr>
            <p:nvPr userDrawn="1"/>
          </p:nvSpPr>
          <p:spPr>
            <a:xfrm>
              <a:off x="2967652" y="642551"/>
              <a:ext cx="2283970" cy="1495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C60516D-1A86-E05D-CDB5-234F5B190421}"/>
                </a:ext>
              </a:extLst>
            </p:cNvPr>
            <p:cNvSpPr>
              <a:spLocks noGrp="1" noRot="1" noMove="1" noResize="1" noEditPoints="1" noAdjustHandles="1" noChangeArrowheads="1" noChangeShapeType="1"/>
            </p:cNvSpPr>
            <p:nvPr userDrawn="1"/>
          </p:nvSpPr>
          <p:spPr>
            <a:xfrm>
              <a:off x="1239953" y="2290530"/>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049D24-171C-A4CE-5C84-362BCAE9D2EF}"/>
                </a:ext>
              </a:extLst>
            </p:cNvPr>
            <p:cNvSpPr>
              <a:spLocks noGrp="1" noRot="1" noMove="1" noResize="1" noEditPoints="1" noAdjustHandles="1" noChangeArrowheads="1" noChangeShapeType="1"/>
            </p:cNvSpPr>
            <p:nvPr userDrawn="1"/>
          </p:nvSpPr>
          <p:spPr>
            <a:xfrm>
              <a:off x="1332872" y="3094469"/>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B4E1D9-0180-437B-334A-07F7823362C0}"/>
                </a:ext>
              </a:extLst>
            </p:cNvPr>
            <p:cNvSpPr>
              <a:spLocks noGrp="1" noRot="1" noMove="1" noResize="1" noEditPoints="1" noAdjustHandles="1" noChangeArrowheads="1" noChangeShapeType="1"/>
            </p:cNvSpPr>
            <p:nvPr userDrawn="1"/>
          </p:nvSpPr>
          <p:spPr>
            <a:xfrm>
              <a:off x="1332872" y="3903123"/>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0CFBF9F-0A86-F779-0E1B-EE628909727A}"/>
                </a:ext>
              </a:extLst>
            </p:cNvPr>
            <p:cNvSpPr>
              <a:spLocks noGrp="1" noRot="1" noMove="1" noResize="1" noEditPoints="1" noAdjustHandles="1" noChangeArrowheads="1" noChangeShapeType="1"/>
            </p:cNvSpPr>
            <p:nvPr userDrawn="1"/>
          </p:nvSpPr>
          <p:spPr>
            <a:xfrm>
              <a:off x="1332872" y="4718948"/>
              <a:ext cx="594000" cy="59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22020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Assisted Practice">
    <p:spTree>
      <p:nvGrpSpPr>
        <p:cNvPr id="1" name=""/>
        <p:cNvGrpSpPr/>
        <p:nvPr/>
      </p:nvGrpSpPr>
      <p:grpSpPr>
        <a:xfrm>
          <a:off x="0" y="0"/>
          <a:ext cx="0" cy="0"/>
          <a:chOff x="0" y="0"/>
          <a:chExt cx="0" cy="0"/>
        </a:xfrm>
      </p:grpSpPr>
      <p:pic>
        <p:nvPicPr>
          <p:cNvPr id="3" name="Google Shape;145;p35">
            <a:extLst>
              <a:ext uri="{FF2B5EF4-FFF2-40B4-BE49-F238E27FC236}">
                <a16:creationId xmlns:a16="http://schemas.microsoft.com/office/drawing/2014/main" id="{3DE6C980-51B8-EAB6-D92E-2C853D6EBC40}"/>
              </a:ext>
            </a:extLst>
          </p:cNvPr>
          <p:cNvPicPr preferRelativeResize="0"/>
          <p:nvPr userDrawn="1"/>
        </p:nvPicPr>
        <p:blipFill>
          <a:blip r:embed="rId2"/>
          <a:srcRect/>
          <a:stretch/>
        </p:blipFill>
        <p:spPr>
          <a:xfrm>
            <a:off x="0" y="0"/>
            <a:ext cx="16255998" cy="9143999"/>
          </a:xfrm>
          <a:prstGeom prst="rect">
            <a:avLst/>
          </a:prstGeom>
          <a:noFill/>
          <a:ln>
            <a:noFill/>
          </a:ln>
        </p:spPr>
      </p:pic>
      <p:pic>
        <p:nvPicPr>
          <p:cNvPr id="4" name="Google Shape;113;p27">
            <a:extLst>
              <a:ext uri="{FF2B5EF4-FFF2-40B4-BE49-F238E27FC236}">
                <a16:creationId xmlns:a16="http://schemas.microsoft.com/office/drawing/2014/main" id="{734849E0-7011-DCAE-0132-1322B2CB68DB}"/>
              </a:ext>
            </a:extLst>
          </p:cNvPr>
          <p:cNvPicPr preferRelativeResize="0"/>
          <p:nvPr userDrawn="1"/>
        </p:nvPicPr>
        <p:blipFill>
          <a:blip r:embed="rId3">
            <a:extLst>
              <a:ext uri="{28A0092B-C50C-407E-A947-70E740481C1C}">
                <a14:useLocalDpi xmlns:a14="http://schemas.microsoft.com/office/drawing/2010/main" val="0"/>
              </a:ext>
            </a:extLst>
          </a:blip>
          <a:srcRect/>
          <a:stretch/>
        </p:blipFill>
        <p:spPr>
          <a:xfrm>
            <a:off x="0" y="0"/>
            <a:ext cx="16255999" cy="9144000"/>
          </a:xfrm>
          <a:prstGeom prst="rect">
            <a:avLst/>
          </a:prstGeom>
          <a:noFill/>
          <a:ln>
            <a:noFill/>
          </a:ln>
        </p:spPr>
      </p:pic>
      <p:sp>
        <p:nvSpPr>
          <p:cNvPr id="5" name="Google Shape;149;p35">
            <a:extLst>
              <a:ext uri="{FF2B5EF4-FFF2-40B4-BE49-F238E27FC236}">
                <a16:creationId xmlns:a16="http://schemas.microsoft.com/office/drawing/2014/main" id="{7948A9B8-596D-80F3-DBBD-D7EDD89ABE09}"/>
              </a:ext>
            </a:extLst>
          </p:cNvPr>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 name="Text Placeholder 6">
            <a:extLst>
              <a:ext uri="{FF2B5EF4-FFF2-40B4-BE49-F238E27FC236}">
                <a16:creationId xmlns:a16="http://schemas.microsoft.com/office/drawing/2014/main" id="{D6E140C6-C70A-C947-7711-0BA4214D3E0D}"/>
              </a:ext>
            </a:extLst>
          </p:cNvPr>
          <p:cNvSpPr>
            <a:spLocks noGrp="1"/>
          </p:cNvSpPr>
          <p:nvPr>
            <p:ph type="body" sz="quarter" idx="11"/>
          </p:nvPr>
        </p:nvSpPr>
        <p:spPr>
          <a:xfrm>
            <a:off x="1291857" y="2854366"/>
            <a:ext cx="13696999" cy="5389521"/>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7" name="Text Placeholder 6">
            <a:extLst>
              <a:ext uri="{FF2B5EF4-FFF2-40B4-BE49-F238E27FC236}">
                <a16:creationId xmlns:a16="http://schemas.microsoft.com/office/drawing/2014/main" id="{CB5683BC-C8F7-FCBC-E768-137F5B5152C9}"/>
              </a:ext>
            </a:extLst>
          </p:cNvPr>
          <p:cNvSpPr>
            <a:spLocks noGrp="1"/>
          </p:cNvSpPr>
          <p:nvPr>
            <p:ph type="body" sz="quarter" idx="12"/>
          </p:nvPr>
        </p:nvSpPr>
        <p:spPr>
          <a:xfrm>
            <a:off x="1291857" y="1795807"/>
            <a:ext cx="13696999" cy="814506"/>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2096138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Unassisted Practice" preserve="1" userDrawn="1">
  <p:cSld name="Unassisted Practice">
    <p:spTree>
      <p:nvGrpSpPr>
        <p:cNvPr id="1" name="Shape 144"/>
        <p:cNvGrpSpPr/>
        <p:nvPr/>
      </p:nvGrpSpPr>
      <p:grpSpPr>
        <a:xfrm>
          <a:off x="0" y="0"/>
          <a:ext cx="0" cy="0"/>
          <a:chOff x="0" y="0"/>
          <a:chExt cx="0" cy="0"/>
        </a:xfrm>
      </p:grpSpPr>
      <p:pic>
        <p:nvPicPr>
          <p:cNvPr id="145" name="Google Shape;145;p35"/>
          <p:cNvPicPr preferRelativeResize="0"/>
          <p:nvPr/>
        </p:nvPicPr>
        <p:blipFill>
          <a:blip r:embed="rId2"/>
          <a:srcRect/>
          <a:stretch/>
        </p:blipFill>
        <p:spPr>
          <a:xfrm>
            <a:off x="0" y="0"/>
            <a:ext cx="16255998" cy="9143999"/>
          </a:xfrm>
          <a:prstGeom prst="rect">
            <a:avLst/>
          </a:prstGeom>
          <a:noFill/>
          <a:ln>
            <a:noFill/>
          </a:ln>
        </p:spPr>
      </p:pic>
      <p:pic>
        <p:nvPicPr>
          <p:cNvPr id="147" name="Google Shape;147;p35"/>
          <p:cNvPicPr preferRelativeResize="0"/>
          <p:nvPr/>
        </p:nvPicPr>
        <p:blipFill>
          <a:blip r:embed="rId3">
            <a:extLst>
              <a:ext uri="{28A0092B-C50C-407E-A947-70E740481C1C}">
                <a14:useLocalDpi xmlns:a14="http://schemas.microsoft.com/office/drawing/2010/main" val="0"/>
              </a:ext>
            </a:extLst>
          </a:blip>
          <a:srcRect/>
          <a:stretch/>
        </p:blipFill>
        <p:spPr>
          <a:xfrm>
            <a:off x="0" y="0"/>
            <a:ext cx="16255999" cy="9144000"/>
          </a:xfrm>
          <a:prstGeom prst="rect">
            <a:avLst/>
          </a:prstGeom>
          <a:noFill/>
          <a:ln>
            <a:noFill/>
          </a:ln>
        </p:spPr>
      </p:pic>
      <p:sp>
        <p:nvSpPr>
          <p:cNvPr id="149" name="Google Shape;149;p35"/>
          <p:cNvSpPr txBox="1">
            <a:spLocks noGrp="1"/>
          </p:cNvSpPr>
          <p:nvPr>
            <p:ph type="title"/>
          </p:nvPr>
        </p:nvSpPr>
        <p:spPr>
          <a:xfrm>
            <a:off x="1297626" y="436395"/>
            <a:ext cx="9696532" cy="665045"/>
          </a:xfrm>
          <a:prstGeom prst="rect">
            <a:avLst/>
          </a:prstGeom>
          <a:noFill/>
          <a:ln>
            <a:noFill/>
          </a:ln>
        </p:spPr>
        <p:txBody>
          <a:bodyPr spcFirstLastPara="1" wrap="square" lIns="91425" tIns="45700" rIns="91425" bIns="45700" anchor="ctr" anchorCtr="0">
            <a:noAutofit/>
          </a:bodyPr>
          <a:lstStyle>
            <a:lvl1pPr marL="0" lvl="0" indent="0" algn="l">
              <a:lnSpc>
                <a:spcPct val="114000"/>
              </a:lnSpc>
              <a:spcBef>
                <a:spcPts val="0"/>
              </a:spcBef>
              <a:spcAft>
                <a:spcPts val="0"/>
              </a:spcAft>
              <a:buSzPts val="4400"/>
              <a:buFont typeface="Arial" panose="020B0604020202020204" pitchFamily="34" charset="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 name="Text Placeholder 6">
            <a:extLst>
              <a:ext uri="{FF2B5EF4-FFF2-40B4-BE49-F238E27FC236}">
                <a16:creationId xmlns:a16="http://schemas.microsoft.com/office/drawing/2014/main" id="{4DC99CB9-B9F0-7414-1AF5-045EF855FDA1}"/>
              </a:ext>
            </a:extLst>
          </p:cNvPr>
          <p:cNvSpPr>
            <a:spLocks noGrp="1"/>
          </p:cNvSpPr>
          <p:nvPr>
            <p:ph type="body" sz="quarter" idx="11"/>
          </p:nvPr>
        </p:nvSpPr>
        <p:spPr>
          <a:xfrm>
            <a:off x="1291857" y="2854366"/>
            <a:ext cx="13696999" cy="5389521"/>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
        <p:nvSpPr>
          <p:cNvPr id="5" name="Text Placeholder 6">
            <a:extLst>
              <a:ext uri="{FF2B5EF4-FFF2-40B4-BE49-F238E27FC236}">
                <a16:creationId xmlns:a16="http://schemas.microsoft.com/office/drawing/2014/main" id="{CF61395D-ECD0-5341-1B2E-8C1937098D4C}"/>
              </a:ext>
            </a:extLst>
          </p:cNvPr>
          <p:cNvSpPr>
            <a:spLocks noGrp="1"/>
          </p:cNvSpPr>
          <p:nvPr>
            <p:ph type="body" sz="quarter" idx="12"/>
          </p:nvPr>
        </p:nvSpPr>
        <p:spPr>
          <a:xfrm>
            <a:off x="1291857" y="1795807"/>
            <a:ext cx="13696999" cy="814506"/>
          </a:xfrm>
          <a:prstGeom prst="rect">
            <a:avLst/>
          </a:prstGeom>
        </p:spPr>
        <p:txBody>
          <a:bodyPr/>
          <a:lstStyle>
            <a:lvl1pPr marL="0" indent="0" algn="ctr">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973924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ullet_for_Practise">
    <p:spTree>
      <p:nvGrpSpPr>
        <p:cNvPr id="1" name=""/>
        <p:cNvGrpSpPr/>
        <p:nvPr/>
      </p:nvGrpSpPr>
      <p:grpSpPr>
        <a:xfrm>
          <a:off x="0" y="0"/>
          <a:ext cx="0" cy="0"/>
          <a:chOff x="0" y="0"/>
          <a:chExt cx="0" cy="0"/>
        </a:xfrm>
      </p:grpSpPr>
      <p:sp>
        <p:nvSpPr>
          <p:cNvPr id="6" name="Google Shape;73;p29">
            <a:extLst>
              <a:ext uri="{FF2B5EF4-FFF2-40B4-BE49-F238E27FC236}">
                <a16:creationId xmlns:a16="http://schemas.microsoft.com/office/drawing/2014/main" id="{D1405CDE-CE1A-9CEE-B0C9-004F72CAF344}"/>
              </a:ext>
            </a:extLst>
          </p:cNvPr>
          <p:cNvSpPr txBox="1">
            <a:spLocks noGrp="1"/>
          </p:cNvSpPr>
          <p:nvPr>
            <p:ph type="body" idx="11"/>
          </p:nvPr>
        </p:nvSpPr>
        <p:spPr>
          <a:xfrm>
            <a:off x="1291857" y="1788696"/>
            <a:ext cx="13696999" cy="821615"/>
          </a:xfrm>
          <a:prstGeom prst="rect">
            <a:avLst/>
          </a:prstGeom>
          <a:noFill/>
          <a:ln>
            <a:noFill/>
          </a:ln>
        </p:spPr>
        <p:txBody>
          <a:bodyPr spcFirstLastPara="1" vert="horz" wrap="square" lIns="91425" tIns="0" rIns="91425" bIns="0" rtlCol="0" anchor="t" anchorCtr="0">
            <a:normAutofit/>
          </a:bodyPr>
          <a:lstStyle>
            <a:lvl1pPr marL="0" indent="0">
              <a:buNone/>
              <a:defRPr>
                <a:solidFill>
                  <a:schemeClr val="tx1">
                    <a:lumMod val="75000"/>
                    <a:lumOff val="25000"/>
                  </a:schemeClr>
                </a:solidFill>
                <a:latin typeface="Open Sans"/>
                <a:ea typeface="Open Sans"/>
                <a:cs typeface="Open Sans"/>
              </a:defRPr>
            </a:lvl1pPr>
          </a:lstStyle>
          <a:p>
            <a:pPr marL="228600" lvl="0" indent="-228600">
              <a:lnSpc>
                <a:spcPct val="115000"/>
              </a:lnSpc>
              <a:spcBef>
                <a:spcPts val="0"/>
              </a:spcBef>
              <a:spcAft>
                <a:spcPts val="0"/>
              </a:spcAft>
              <a:buSzPts val="2800"/>
            </a:pPr>
            <a:endParaRPr/>
          </a:p>
        </p:txBody>
      </p:sp>
      <p:sp>
        <p:nvSpPr>
          <p:cNvPr id="3" name="Text Placeholder 4">
            <a:extLst>
              <a:ext uri="{FF2B5EF4-FFF2-40B4-BE49-F238E27FC236}">
                <a16:creationId xmlns:a16="http://schemas.microsoft.com/office/drawing/2014/main" id="{6659D141-D5AB-CB0E-32C4-D683A6B3D762}"/>
              </a:ext>
            </a:extLst>
          </p:cNvPr>
          <p:cNvSpPr>
            <a:spLocks noGrp="1"/>
          </p:cNvSpPr>
          <p:nvPr>
            <p:ph type="body" sz="quarter" idx="13"/>
          </p:nvPr>
        </p:nvSpPr>
        <p:spPr>
          <a:xfrm>
            <a:off x="1285825" y="2872126"/>
            <a:ext cx="13697000" cy="5406695"/>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87305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End Project" preserve="1" userDrawn="1">
  <p:cSld name="Section-End Project">
    <p:spTree>
      <p:nvGrpSpPr>
        <p:cNvPr id="1" name="Shape 150"/>
        <p:cNvGrpSpPr/>
        <p:nvPr/>
      </p:nvGrpSpPr>
      <p:grpSpPr>
        <a:xfrm>
          <a:off x="0" y="0"/>
          <a:ext cx="0" cy="0"/>
          <a:chOff x="0" y="0"/>
          <a:chExt cx="0" cy="0"/>
        </a:xfrm>
      </p:grpSpPr>
      <p:pic>
        <p:nvPicPr>
          <p:cNvPr id="151" name="Google Shape;151;p53"/>
          <p:cNvPicPr preferRelativeResize="0"/>
          <p:nvPr/>
        </p:nvPicPr>
        <p:blipFill>
          <a:blip r:embed="rId2"/>
          <a:srcRect/>
          <a:stretch/>
        </p:blipFill>
        <p:spPr>
          <a:xfrm>
            <a:off x="0" y="0"/>
            <a:ext cx="16255998" cy="9143999"/>
          </a:xfrm>
          <a:prstGeom prst="rect">
            <a:avLst/>
          </a:prstGeom>
          <a:noFill/>
          <a:ln>
            <a:noFill/>
          </a:ln>
        </p:spPr>
      </p:pic>
      <p:sp>
        <p:nvSpPr>
          <p:cNvPr id="3" name="Google Shape;62;p29">
            <a:extLst>
              <a:ext uri="{FF2B5EF4-FFF2-40B4-BE49-F238E27FC236}">
                <a16:creationId xmlns:a16="http://schemas.microsoft.com/office/drawing/2014/main" id="{C8B862E1-9541-C73F-B4E1-7205F5F0B55E}"/>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 name="Text Placeholder 6">
            <a:extLst>
              <a:ext uri="{FF2B5EF4-FFF2-40B4-BE49-F238E27FC236}">
                <a16:creationId xmlns:a16="http://schemas.microsoft.com/office/drawing/2014/main" id="{EA35605C-2EDD-0BD1-F3BC-5BCA7F763AE8}"/>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2772834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esson-end Project" preserve="1" userDrawn="1">
  <p:cSld name="1_Lesson-end Project">
    <p:spTree>
      <p:nvGrpSpPr>
        <p:cNvPr id="1" name="Shape 156"/>
        <p:cNvGrpSpPr/>
        <p:nvPr/>
      </p:nvGrpSpPr>
      <p:grpSpPr>
        <a:xfrm>
          <a:off x="0" y="0"/>
          <a:ext cx="0" cy="0"/>
          <a:chOff x="0" y="0"/>
          <a:chExt cx="0" cy="0"/>
        </a:xfrm>
      </p:grpSpPr>
      <p:pic>
        <p:nvPicPr>
          <p:cNvPr id="157" name="Google Shape;157;p36"/>
          <p:cNvPicPr preferRelativeResize="0"/>
          <p:nvPr/>
        </p:nvPicPr>
        <p:blipFill>
          <a:blip r:embed="rId2"/>
          <a:srcRect/>
          <a:stretch/>
        </p:blipFill>
        <p:spPr>
          <a:xfrm>
            <a:off x="0" y="0"/>
            <a:ext cx="16255998" cy="9143999"/>
          </a:xfrm>
          <a:prstGeom prst="rect">
            <a:avLst/>
          </a:prstGeom>
          <a:noFill/>
          <a:ln>
            <a:noFill/>
          </a:ln>
        </p:spPr>
      </p:pic>
      <p:sp>
        <p:nvSpPr>
          <p:cNvPr id="2" name="Google Shape;62;p29">
            <a:extLst>
              <a:ext uri="{FF2B5EF4-FFF2-40B4-BE49-F238E27FC236}">
                <a16:creationId xmlns:a16="http://schemas.microsoft.com/office/drawing/2014/main" id="{3E86479C-5EE1-09E2-3000-A2B690B93C33}"/>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 name="Text Placeholder 6">
            <a:extLst>
              <a:ext uri="{FF2B5EF4-FFF2-40B4-BE49-F238E27FC236}">
                <a16:creationId xmlns:a16="http://schemas.microsoft.com/office/drawing/2014/main" id="{012C144F-B154-93C1-CFA0-EFC58EC80E5A}"/>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1399988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hase-End Project" preserve="1" userDrawn="1">
  <p:cSld name="Phase-End Project">
    <p:spTree>
      <p:nvGrpSpPr>
        <p:cNvPr id="1" name="Shape 162"/>
        <p:cNvGrpSpPr/>
        <p:nvPr/>
      </p:nvGrpSpPr>
      <p:grpSpPr>
        <a:xfrm>
          <a:off x="0" y="0"/>
          <a:ext cx="0" cy="0"/>
          <a:chOff x="0" y="0"/>
          <a:chExt cx="0" cy="0"/>
        </a:xfrm>
      </p:grpSpPr>
      <p:pic>
        <p:nvPicPr>
          <p:cNvPr id="163" name="Google Shape;163;p52"/>
          <p:cNvPicPr preferRelativeResize="0"/>
          <p:nvPr/>
        </p:nvPicPr>
        <p:blipFill>
          <a:blip r:embed="rId2"/>
          <a:srcRect/>
          <a:stretch/>
        </p:blipFill>
        <p:spPr>
          <a:xfrm>
            <a:off x="0" y="0"/>
            <a:ext cx="16255998" cy="9143999"/>
          </a:xfrm>
          <a:prstGeom prst="rect">
            <a:avLst/>
          </a:prstGeom>
          <a:noFill/>
          <a:ln>
            <a:noFill/>
          </a:ln>
        </p:spPr>
      </p:pic>
      <p:sp>
        <p:nvSpPr>
          <p:cNvPr id="2" name="Google Shape;62;p29">
            <a:extLst>
              <a:ext uri="{FF2B5EF4-FFF2-40B4-BE49-F238E27FC236}">
                <a16:creationId xmlns:a16="http://schemas.microsoft.com/office/drawing/2014/main" id="{A829CD2D-82CE-C005-D724-CC0A723196CF}"/>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 name="Text Placeholder 6">
            <a:extLst>
              <a:ext uri="{FF2B5EF4-FFF2-40B4-BE49-F238E27FC236}">
                <a16:creationId xmlns:a16="http://schemas.microsoft.com/office/drawing/2014/main" id="{809861E1-DB64-D3D1-CB74-AB30BEF481B3}"/>
              </a:ext>
            </a:extLst>
          </p:cNvPr>
          <p:cNvSpPr>
            <a:spLocks noGrp="1"/>
          </p:cNvSpPr>
          <p:nvPr>
            <p:ph type="body" sz="quarter" idx="10"/>
          </p:nvPr>
        </p:nvSpPr>
        <p:spPr>
          <a:xfrm>
            <a:off x="4834890" y="1364776"/>
            <a:ext cx="10314124"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2913307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ullet_for_projects">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E5D05C5A-9735-BDF2-45FB-ECA0E61F3FE0}"/>
              </a:ext>
            </a:extLst>
          </p:cNvPr>
          <p:cNvSpPr>
            <a:spLocks noGrp="1"/>
          </p:cNvSpPr>
          <p:nvPr>
            <p:ph type="body" sz="quarter" idx="13"/>
          </p:nvPr>
        </p:nvSpPr>
        <p:spPr>
          <a:xfrm>
            <a:off x="4834890" y="1377162"/>
            <a:ext cx="10314607" cy="6815160"/>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10311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pic>
        <p:nvPicPr>
          <p:cNvPr id="6" name="Google Shape;169;p16">
            <a:extLst>
              <a:ext uri="{FF2B5EF4-FFF2-40B4-BE49-F238E27FC236}">
                <a16:creationId xmlns:a16="http://schemas.microsoft.com/office/drawing/2014/main" id="{136CAA0F-DD7B-0995-4200-59792701A9ED}"/>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9" name="Text Placeholder 3">
            <a:extLst>
              <a:ext uri="{FF2B5EF4-FFF2-40B4-BE49-F238E27FC236}">
                <a16:creationId xmlns:a16="http://schemas.microsoft.com/office/drawing/2014/main" id="{7FAA6052-B67C-D403-9614-DC0C0FDBAAB1}"/>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0" indent="0" algn="ctr">
              <a:spcBef>
                <a:spcPts val="0"/>
              </a:spcBef>
              <a:buNone/>
              <a:defRPr lang="en-US" sz="2800" b="1" dirty="0">
                <a:solidFill>
                  <a:schemeClr val="tx1">
                    <a:lumMod val="75000"/>
                    <a:lumOff val="25000"/>
                  </a:schemeClr>
                </a:solidFill>
                <a:latin typeface="Open Sans"/>
                <a:ea typeface="Open Sans"/>
                <a:cs typeface="Open Sans"/>
              </a:defRPr>
            </a:lvl1pPr>
          </a:lstStyle>
          <a:p>
            <a:pPr marL="457200" lvl="0" indent="-457200" algn="ctr"/>
            <a:r>
              <a:rPr lang="en-US"/>
              <a:t>Topic Name</a:t>
            </a:r>
          </a:p>
        </p:txBody>
      </p:sp>
      <p:pic>
        <p:nvPicPr>
          <p:cNvPr id="4" name="Picture 3" descr="A picture containing child art, table, illustration, design&#10;&#10;Description automatically generated">
            <a:extLst>
              <a:ext uri="{FF2B5EF4-FFF2-40B4-BE49-F238E27FC236}">
                <a16:creationId xmlns:a16="http://schemas.microsoft.com/office/drawing/2014/main" id="{46A1F55C-8226-40C3-1D94-8C75609932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22176" y="2171113"/>
            <a:ext cx="4823955" cy="4555588"/>
          </a:xfrm>
          <a:prstGeom prst="rect">
            <a:avLst/>
          </a:prstGeom>
        </p:spPr>
      </p:pic>
    </p:spTree>
    <p:extLst>
      <p:ext uri="{BB962C8B-B14F-4D97-AF65-F5344CB8AC3E}">
        <p14:creationId xmlns:p14="http://schemas.microsoft.com/office/powerpoint/2010/main" val="2899519039"/>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cussion" preserve="1" userDrawn="1">
  <p:cSld name="Discussion">
    <p:spTree>
      <p:nvGrpSpPr>
        <p:cNvPr id="1" name="Shape 168"/>
        <p:cNvGrpSpPr/>
        <p:nvPr/>
      </p:nvGrpSpPr>
      <p:grpSpPr>
        <a:xfrm>
          <a:off x="0" y="0"/>
          <a:ext cx="0" cy="0"/>
          <a:chOff x="0" y="0"/>
          <a:chExt cx="0" cy="0"/>
        </a:xfrm>
      </p:grpSpPr>
      <p:pic>
        <p:nvPicPr>
          <p:cNvPr id="169" name="Google Shape;169;p16"/>
          <p:cNvPicPr preferRelativeResize="0"/>
          <p:nvPr/>
        </p:nvPicPr>
        <p:blipFill>
          <a:blip r:embed="rId2"/>
          <a:srcRect/>
          <a:stretch/>
        </p:blipFill>
        <p:spPr>
          <a:xfrm>
            <a:off x="0" y="0"/>
            <a:ext cx="16255999" cy="9144000"/>
          </a:xfrm>
          <a:prstGeom prst="rect">
            <a:avLst/>
          </a:prstGeom>
          <a:noFill/>
          <a:ln>
            <a:noFill/>
          </a:ln>
        </p:spPr>
      </p:pic>
      <p:pic>
        <p:nvPicPr>
          <p:cNvPr id="2" name="Picture 1">
            <a:extLst>
              <a:ext uri="{FF2B5EF4-FFF2-40B4-BE49-F238E27FC236}">
                <a16:creationId xmlns:a16="http://schemas.microsoft.com/office/drawing/2014/main" id="{F4AA18AE-0804-BDBB-3D58-9BEC7C3955F3}"/>
              </a:ext>
            </a:extLst>
          </p:cNvPr>
          <p:cNvPicPr>
            <a:picLocks noChangeAspect="1"/>
          </p:cNvPicPr>
          <p:nvPr userDrawn="1"/>
        </p:nvPicPr>
        <p:blipFill>
          <a:blip r:embed="rId3"/>
          <a:srcRect/>
          <a:stretch/>
        </p:blipFill>
        <p:spPr>
          <a:xfrm>
            <a:off x="1303264" y="2051538"/>
            <a:ext cx="4661781" cy="4794738"/>
          </a:xfrm>
          <a:prstGeom prst="rect">
            <a:avLst/>
          </a:prstGeom>
        </p:spPr>
      </p:pic>
      <p:sp>
        <p:nvSpPr>
          <p:cNvPr id="4" name="Text Placeholder 3">
            <a:extLst>
              <a:ext uri="{FF2B5EF4-FFF2-40B4-BE49-F238E27FC236}">
                <a16:creationId xmlns:a16="http://schemas.microsoft.com/office/drawing/2014/main" id="{95138432-77B6-A0DB-E9D4-05C1ED62A6FF}"/>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ctr" anchorCtr="0">
            <a:noAutofit/>
          </a:bodyPr>
          <a:lstStyle>
            <a:lvl1pPr marL="0" indent="0" algn="ctr">
              <a:spcBef>
                <a:spcPts val="0"/>
              </a:spcBef>
              <a:buNone/>
              <a:defRPr lang="en-US" sz="2800" b="1" dirty="0">
                <a:solidFill>
                  <a:schemeClr val="tx1">
                    <a:lumMod val="75000"/>
                    <a:lumOff val="25000"/>
                  </a:schemeClr>
                </a:solidFill>
                <a:latin typeface="Open Sans"/>
                <a:ea typeface="Open Sans"/>
                <a:cs typeface="Open Sans"/>
              </a:defRPr>
            </a:lvl1pPr>
          </a:lstStyle>
          <a:p>
            <a:pPr marL="457200" lvl="0" indent="-457200" algn="ctr"/>
            <a:r>
              <a:rPr lang="en-US"/>
              <a:t>Topic Name</a:t>
            </a:r>
          </a:p>
        </p:txBody>
      </p:sp>
    </p:spTree>
    <p:extLst>
      <p:ext uri="{BB962C8B-B14F-4D97-AF65-F5344CB8AC3E}">
        <p14:creationId xmlns:p14="http://schemas.microsoft.com/office/powerpoint/2010/main" val="3804380800"/>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ussion-Content" preserve="1" userDrawn="1">
  <p:cSld name="Discussion-Content">
    <p:spTree>
      <p:nvGrpSpPr>
        <p:cNvPr id="1" name="Shape 174"/>
        <p:cNvGrpSpPr/>
        <p:nvPr/>
      </p:nvGrpSpPr>
      <p:grpSpPr>
        <a:xfrm>
          <a:off x="0" y="0"/>
          <a:ext cx="0" cy="0"/>
          <a:chOff x="0" y="0"/>
          <a:chExt cx="0" cy="0"/>
        </a:xfrm>
      </p:grpSpPr>
      <p:pic>
        <p:nvPicPr>
          <p:cNvPr id="175" name="Google Shape;175;p17"/>
          <p:cNvPicPr preferRelativeResize="0"/>
          <p:nvPr/>
        </p:nvPicPr>
        <p:blipFill>
          <a:blip r:embed="rId2"/>
          <a:srcRect/>
          <a:stretch/>
        </p:blipFill>
        <p:spPr>
          <a:xfrm>
            <a:off x="0" y="0"/>
            <a:ext cx="16255999" cy="9144000"/>
          </a:xfrm>
          <a:prstGeom prst="rect">
            <a:avLst/>
          </a:prstGeom>
          <a:noFill/>
          <a:ln>
            <a:noFill/>
          </a:ln>
        </p:spPr>
      </p:pic>
      <p:sp>
        <p:nvSpPr>
          <p:cNvPr id="177" name="Google Shape;177;p17"/>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9" name="Google Shape;189;p17"/>
          <p:cNvPicPr preferRelativeResize="0"/>
          <p:nvPr/>
        </p:nvPicPr>
        <p:blipFill rotWithShape="1">
          <a:blip r:embed="rId3">
            <a:alphaModFix/>
          </a:blip>
          <a:srcRect/>
          <a:stretch/>
        </p:blipFill>
        <p:spPr>
          <a:xfrm>
            <a:off x="752450" y="2249238"/>
            <a:ext cx="4290990" cy="4413372"/>
          </a:xfrm>
          <a:prstGeom prst="rect">
            <a:avLst/>
          </a:prstGeom>
          <a:noFill/>
          <a:ln>
            <a:noFill/>
          </a:ln>
        </p:spPr>
      </p:pic>
      <p:sp>
        <p:nvSpPr>
          <p:cNvPr id="2" name="Text Placeholder 6">
            <a:extLst>
              <a:ext uri="{FF2B5EF4-FFF2-40B4-BE49-F238E27FC236}">
                <a16:creationId xmlns:a16="http://schemas.microsoft.com/office/drawing/2014/main" id="{2190EDBE-42C7-8577-2262-B01D520296F0}"/>
              </a:ext>
            </a:extLst>
          </p:cNvPr>
          <p:cNvSpPr>
            <a:spLocks noGrp="1"/>
          </p:cNvSpPr>
          <p:nvPr>
            <p:ph type="body" sz="quarter" idx="10"/>
          </p:nvPr>
        </p:nvSpPr>
        <p:spPr>
          <a:xfrm>
            <a:off x="5394960" y="1761785"/>
            <a:ext cx="10346786" cy="6260127"/>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700481487"/>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ole-Play Activities">
    <p:spTree>
      <p:nvGrpSpPr>
        <p:cNvPr id="1" name=""/>
        <p:cNvGrpSpPr/>
        <p:nvPr/>
      </p:nvGrpSpPr>
      <p:grpSpPr>
        <a:xfrm>
          <a:off x="0" y="0"/>
          <a:ext cx="0" cy="0"/>
          <a:chOff x="0" y="0"/>
          <a:chExt cx="0" cy="0"/>
        </a:xfrm>
      </p:grpSpPr>
      <p:pic>
        <p:nvPicPr>
          <p:cNvPr id="6" name="Google Shape;169;p16">
            <a:extLst>
              <a:ext uri="{FF2B5EF4-FFF2-40B4-BE49-F238E27FC236}">
                <a16:creationId xmlns:a16="http://schemas.microsoft.com/office/drawing/2014/main" id="{2444B81E-A7F2-DD03-1F7C-99ED49FAF882}"/>
              </a:ext>
            </a:extLst>
          </p:cNvPr>
          <p:cNvPicPr preferRelativeResize="0"/>
          <p:nvPr userDrawn="1"/>
        </p:nvPicPr>
        <p:blipFill>
          <a:blip r:embed="rId2"/>
          <a:srcRect/>
          <a:stretch/>
        </p:blipFill>
        <p:spPr>
          <a:xfrm>
            <a:off x="0" y="0"/>
            <a:ext cx="16255999" cy="9143999"/>
          </a:xfrm>
          <a:prstGeom prst="rect">
            <a:avLst/>
          </a:prstGeom>
          <a:noFill/>
          <a:ln>
            <a:noFill/>
          </a:ln>
        </p:spPr>
      </p:pic>
      <p:sp>
        <p:nvSpPr>
          <p:cNvPr id="2" name="Text Placeholder 3">
            <a:extLst>
              <a:ext uri="{FF2B5EF4-FFF2-40B4-BE49-F238E27FC236}">
                <a16:creationId xmlns:a16="http://schemas.microsoft.com/office/drawing/2014/main" id="{8C918EE9-73C7-114C-7405-846E29EB7AEA}"/>
              </a:ext>
            </a:extLst>
          </p:cNvPr>
          <p:cNvSpPr>
            <a:spLocks noGrp="1"/>
          </p:cNvSpPr>
          <p:nvPr>
            <p:ph type="body" sz="quarter" idx="36" hasCustomPrompt="1"/>
          </p:nvPr>
        </p:nvSpPr>
        <p:spPr>
          <a:xfrm>
            <a:off x="9752023" y="4114800"/>
            <a:ext cx="4348077" cy="914400"/>
          </a:xfrm>
          <a:prstGeom prst="rect">
            <a:avLst/>
          </a:prstGeom>
          <a:noFill/>
          <a:ln>
            <a:noFill/>
          </a:ln>
        </p:spPr>
        <p:txBody>
          <a:bodyPr spcFirstLastPara="1" wrap="square" lIns="91425" tIns="91425" rIns="91425" bIns="91425" anchor="t" anchorCtr="0">
            <a:noAutofit/>
          </a:bodyPr>
          <a:lstStyle>
            <a:lvl1pPr marL="0" indent="0" algn="ctr">
              <a:buFont typeface="Arial" panose="020B0604020202020204" pitchFamily="34" charset="0"/>
              <a:buNone/>
              <a:defRPr lang="en-US" sz="2800" b="1" dirty="0">
                <a:solidFill>
                  <a:schemeClr val="tx1">
                    <a:lumMod val="75000"/>
                    <a:lumOff val="25000"/>
                  </a:schemeClr>
                </a:solidFill>
                <a:latin typeface="Open Sans"/>
                <a:ea typeface="Open Sans"/>
                <a:cs typeface="Open Sans"/>
              </a:defRPr>
            </a:lvl1pPr>
          </a:lstStyle>
          <a:p>
            <a:pPr marL="228600" lvl="0" indent="-228600" algn="ctr"/>
            <a:r>
              <a:rPr lang="en-US"/>
              <a:t>Topic Name</a:t>
            </a:r>
          </a:p>
        </p:txBody>
      </p:sp>
      <p:pic>
        <p:nvPicPr>
          <p:cNvPr id="9" name="Picture 8" descr="A group of people reading books&#10;&#10;Description automatically generated with low confidence">
            <a:extLst>
              <a:ext uri="{FF2B5EF4-FFF2-40B4-BE49-F238E27FC236}">
                <a16:creationId xmlns:a16="http://schemas.microsoft.com/office/drawing/2014/main" id="{F1D10771-AD41-E153-2D96-91B7FA5508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37129" y="2323120"/>
            <a:ext cx="5664389" cy="4497760"/>
          </a:xfrm>
          <a:prstGeom prst="rect">
            <a:avLst/>
          </a:prstGeom>
        </p:spPr>
      </p:pic>
    </p:spTree>
    <p:extLst>
      <p:ext uri="{BB962C8B-B14F-4D97-AF65-F5344CB8AC3E}">
        <p14:creationId xmlns:p14="http://schemas.microsoft.com/office/powerpoint/2010/main" val="2007669553"/>
      </p:ext>
    </p:extLst>
  </p:cSld>
  <p:clrMapOvr>
    <a:masterClrMapping/>
  </p:clrMapOvr>
  <p:extLst>
    <p:ext uri="{DCECCB84-F9BA-43D5-87BE-67443E8EF086}">
      <p15:sldGuideLst xmlns:p15="http://schemas.microsoft.com/office/powerpoint/2012/main">
        <p15:guide id="1" orient="horz" pos="2880">
          <p15:clr>
            <a:srgbClr val="000000"/>
          </p15:clr>
        </p15:guide>
        <p15:guide id="2" pos="5120">
          <p15:clr>
            <a:srgbClr val="00000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urse-end Project" preserve="1" userDrawn="1">
  <p:cSld name="Course-end Project">
    <p:spTree>
      <p:nvGrpSpPr>
        <p:cNvPr id="1" name="Shape 190"/>
        <p:cNvGrpSpPr/>
        <p:nvPr/>
      </p:nvGrpSpPr>
      <p:grpSpPr>
        <a:xfrm>
          <a:off x="0" y="0"/>
          <a:ext cx="0" cy="0"/>
          <a:chOff x="0" y="0"/>
          <a:chExt cx="0" cy="0"/>
        </a:xfrm>
      </p:grpSpPr>
      <p:pic>
        <p:nvPicPr>
          <p:cNvPr id="191" name="Google Shape;191;p37"/>
          <p:cNvPicPr preferRelativeResize="0"/>
          <p:nvPr/>
        </p:nvPicPr>
        <p:blipFill>
          <a:blip r:embed="rId2"/>
          <a:srcRect/>
          <a:stretch/>
        </p:blipFill>
        <p:spPr>
          <a:xfrm>
            <a:off x="2" y="0"/>
            <a:ext cx="16255996" cy="9143998"/>
          </a:xfrm>
          <a:prstGeom prst="rect">
            <a:avLst/>
          </a:prstGeom>
          <a:noFill/>
          <a:ln>
            <a:noFill/>
          </a:ln>
        </p:spPr>
      </p:pic>
      <p:sp>
        <p:nvSpPr>
          <p:cNvPr id="2" name="Google Shape;177;p17">
            <a:extLst>
              <a:ext uri="{FF2B5EF4-FFF2-40B4-BE49-F238E27FC236}">
                <a16:creationId xmlns:a16="http://schemas.microsoft.com/office/drawing/2014/main" id="{662DC3C5-12CB-1B7D-A0D6-88DA0A6525F3}"/>
              </a:ext>
            </a:extLst>
          </p:cNvPr>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marL="0" lvl="0" indent="0" algn="ctr">
              <a:lnSpc>
                <a:spcPct val="90000"/>
              </a:lnSpc>
              <a:spcBef>
                <a:spcPts val="0"/>
              </a:spcBef>
              <a:spcAft>
                <a:spcPts val="0"/>
              </a:spcAft>
              <a:buSzPts val="4400"/>
              <a:buFont typeface="Arial" panose="020B0604020202020204" pitchFamily="34" charset="0"/>
              <a:buNone/>
              <a:defRPr sz="2800" b="1">
                <a:solidFill>
                  <a:schemeClr val="tx1">
                    <a:lumMod val="75000"/>
                    <a:lumOff val="25000"/>
                  </a:schemeClr>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 name="Text Placeholder 6">
            <a:extLst>
              <a:ext uri="{FF2B5EF4-FFF2-40B4-BE49-F238E27FC236}">
                <a16:creationId xmlns:a16="http://schemas.microsoft.com/office/drawing/2014/main" id="{2F575C20-C035-6B61-875E-DFDF9C3950C5}"/>
              </a:ext>
            </a:extLst>
          </p:cNvPr>
          <p:cNvSpPr>
            <a:spLocks noGrp="1"/>
          </p:cNvSpPr>
          <p:nvPr>
            <p:ph type="body" sz="quarter" idx="10"/>
          </p:nvPr>
        </p:nvSpPr>
        <p:spPr>
          <a:xfrm>
            <a:off x="4845052" y="1364776"/>
            <a:ext cx="10303962" cy="6823881"/>
          </a:xfrm>
          <a:prstGeom prst="rect">
            <a:avLst/>
          </a:prstGeom>
        </p:spPr>
        <p:txBody>
          <a:bodyPr/>
          <a:lstStyle>
            <a:lvl1pPr marL="0" indent="0" algn="l">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3749433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efore the Next Class" preserve="1" userDrawn="1">
  <p:cSld name="Before the Next Class">
    <p:spTree>
      <p:nvGrpSpPr>
        <p:cNvPr id="1" name="Shape 196"/>
        <p:cNvGrpSpPr/>
        <p:nvPr/>
      </p:nvGrpSpPr>
      <p:grpSpPr>
        <a:xfrm>
          <a:off x="0" y="0"/>
          <a:ext cx="0" cy="0"/>
          <a:chOff x="0" y="0"/>
          <a:chExt cx="0" cy="0"/>
        </a:xfrm>
      </p:grpSpPr>
      <p:pic>
        <p:nvPicPr>
          <p:cNvPr id="197" name="Google Shape;197;p40"/>
          <p:cNvPicPr preferRelativeResize="0"/>
          <p:nvPr/>
        </p:nvPicPr>
        <p:blipFill>
          <a:blip r:embed="rId2"/>
          <a:srcRect/>
          <a:stretch/>
        </p:blipFill>
        <p:spPr>
          <a:xfrm>
            <a:off x="0" y="0"/>
            <a:ext cx="16255999" cy="9143999"/>
          </a:xfrm>
          <a:prstGeom prst="rect">
            <a:avLst/>
          </a:prstGeom>
          <a:noFill/>
          <a:ln>
            <a:noFill/>
          </a:ln>
        </p:spPr>
      </p:pic>
      <p:sp>
        <p:nvSpPr>
          <p:cNvPr id="201" name="Google Shape;201;p40"/>
          <p:cNvSpPr/>
          <p:nvPr userDrawn="1"/>
        </p:nvSpPr>
        <p:spPr>
          <a:xfrm>
            <a:off x="2464058" y="7627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chemeClr val="tx1">
                    <a:lumMod val="75000"/>
                    <a:lumOff val="25000"/>
                  </a:schemeClr>
                </a:solidFill>
                <a:latin typeface="Open Sans"/>
                <a:ea typeface="Open Sans"/>
                <a:cs typeface="Open Sans"/>
                <a:sym typeface="Open Sans"/>
              </a:rPr>
              <a:t>Before the Next Class</a:t>
            </a:r>
            <a:endParaRPr sz="2800" b="1">
              <a:solidFill>
                <a:schemeClr val="tx1">
                  <a:lumMod val="75000"/>
                  <a:lumOff val="25000"/>
                </a:schemeClr>
              </a:solidFill>
              <a:latin typeface="Open Sans"/>
              <a:ea typeface="Open Sans"/>
              <a:cs typeface="Open Sans"/>
              <a:sym typeface="Arial"/>
            </a:endParaRPr>
          </a:p>
        </p:txBody>
      </p:sp>
      <p:sp>
        <p:nvSpPr>
          <p:cNvPr id="3" name="Text Placeholder 6">
            <a:extLst>
              <a:ext uri="{FF2B5EF4-FFF2-40B4-BE49-F238E27FC236}">
                <a16:creationId xmlns:a16="http://schemas.microsoft.com/office/drawing/2014/main" id="{9A8AA2E1-D889-F5D4-9C7E-C1EBB432455A}"/>
              </a:ext>
            </a:extLst>
          </p:cNvPr>
          <p:cNvSpPr>
            <a:spLocks noGrp="1"/>
          </p:cNvSpPr>
          <p:nvPr>
            <p:ph type="body" sz="quarter" idx="11"/>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476199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at Next?" preserve="1" userDrawn="1">
  <p:cSld name="What Next?">
    <p:spTree>
      <p:nvGrpSpPr>
        <p:cNvPr id="1" name="Shape 202"/>
        <p:cNvGrpSpPr/>
        <p:nvPr/>
      </p:nvGrpSpPr>
      <p:grpSpPr>
        <a:xfrm>
          <a:off x="0" y="0"/>
          <a:ext cx="0" cy="0"/>
          <a:chOff x="0" y="0"/>
          <a:chExt cx="0" cy="0"/>
        </a:xfrm>
      </p:grpSpPr>
      <p:pic>
        <p:nvPicPr>
          <p:cNvPr id="203" name="Google Shape;203;p41"/>
          <p:cNvPicPr preferRelativeResize="0"/>
          <p:nvPr/>
        </p:nvPicPr>
        <p:blipFill>
          <a:blip r:embed="rId2"/>
          <a:srcRect/>
          <a:stretch/>
        </p:blipFill>
        <p:spPr>
          <a:xfrm>
            <a:off x="0" y="0"/>
            <a:ext cx="16255999" cy="9143999"/>
          </a:xfrm>
          <a:prstGeom prst="rect">
            <a:avLst/>
          </a:prstGeom>
          <a:noFill/>
          <a:ln>
            <a:noFill/>
          </a:ln>
        </p:spPr>
      </p:pic>
      <p:sp>
        <p:nvSpPr>
          <p:cNvPr id="207" name="Google Shape;207;p41"/>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lvl="0" indent="0" algn="ctr">
              <a:buSzPts val="2800"/>
              <a:buNone/>
            </a:pPr>
            <a:r>
              <a:rPr lang="en-US" sz="2800" b="1">
                <a:solidFill>
                  <a:schemeClr val="tx1">
                    <a:lumMod val="75000"/>
                    <a:lumOff val="25000"/>
                  </a:schemeClr>
                </a:solidFill>
                <a:latin typeface="Open Sans"/>
                <a:ea typeface="Open Sans"/>
                <a:cs typeface="Open Sans"/>
                <a:sym typeface="Open Sans"/>
              </a:rPr>
              <a:t>What’s Next?</a:t>
            </a:r>
            <a:endParaRPr sz="2800" b="1">
              <a:solidFill>
                <a:schemeClr val="tx1">
                  <a:lumMod val="75000"/>
                  <a:lumOff val="25000"/>
                </a:schemeClr>
              </a:solidFill>
              <a:latin typeface="Open Sans"/>
              <a:ea typeface="Open Sans"/>
              <a:cs typeface="Open Sans"/>
              <a:sym typeface="Arial"/>
            </a:endParaRPr>
          </a:p>
        </p:txBody>
      </p:sp>
      <p:sp>
        <p:nvSpPr>
          <p:cNvPr id="3" name="Text Placeholder 6">
            <a:extLst>
              <a:ext uri="{FF2B5EF4-FFF2-40B4-BE49-F238E27FC236}">
                <a16:creationId xmlns:a16="http://schemas.microsoft.com/office/drawing/2014/main" id="{57DB387E-1A29-1EE9-8E02-0C57BA6B68C2}"/>
              </a:ext>
            </a:extLst>
          </p:cNvPr>
          <p:cNvSpPr>
            <a:spLocks noGrp="1"/>
          </p:cNvSpPr>
          <p:nvPr>
            <p:ph type="body" sz="quarter" idx="10"/>
          </p:nvPr>
        </p:nvSpPr>
        <p:spPr>
          <a:xfrm>
            <a:off x="655084" y="1364776"/>
            <a:ext cx="8439490" cy="6823881"/>
          </a:xfrm>
          <a:prstGeom prst="rect">
            <a:avLst/>
          </a:prstGeom>
        </p:spPr>
        <p:txBody>
          <a:bodyPr/>
          <a:lstStyle>
            <a:lvl1pPr marL="0" indent="0">
              <a:lnSpc>
                <a:spcPct val="114000"/>
              </a:lnSpc>
              <a:spcBef>
                <a:spcPts val="0"/>
              </a:spcBef>
              <a:buFont typeface="Arial" panose="020B0604020202020204" pitchFamily="34" charset="0"/>
              <a:buNone/>
              <a:defRPr sz="22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2pPr>
            <a:lvl3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3pPr>
            <a:lvl4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4pPr>
            <a:lvl5pPr marL="457200" indent="0">
              <a:lnSpc>
                <a:spcPct val="114000"/>
              </a:lnSpc>
              <a:spcBef>
                <a:spcPts val="1000"/>
              </a:spcBef>
              <a:buFontTx/>
              <a:buNone/>
              <a:defRPr sz="2200">
                <a:solidFill>
                  <a:srgbClr val="404040"/>
                </a:solidFill>
                <a:latin typeface="Open Sans" panose="020B0606030504020204" pitchFamily="34" charset="0"/>
                <a:ea typeface="Open Sans" panose="020B0606030504020204" pitchFamily="34" charset="0"/>
                <a:cs typeface="Open Sans" panose="020B0606030504020204" pitchFamily="34" charset="0"/>
              </a:defRPr>
            </a:lvl5pPr>
          </a:lstStyle>
          <a:p>
            <a:pPr lvl="0"/>
            <a:endParaRPr lang="en-US"/>
          </a:p>
        </p:txBody>
      </p:sp>
    </p:spTree>
    <p:extLst>
      <p:ext uri="{BB962C8B-B14F-4D97-AF65-F5344CB8AC3E}">
        <p14:creationId xmlns:p14="http://schemas.microsoft.com/office/powerpoint/2010/main" val="10555045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ullets_for_whatnext_nextclass">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FEACA45-46CE-3149-F1F8-368C0B35FE06}"/>
              </a:ext>
            </a:extLst>
          </p:cNvPr>
          <p:cNvSpPr>
            <a:spLocks noGrp="1"/>
          </p:cNvSpPr>
          <p:nvPr>
            <p:ph type="body" sz="quarter" idx="13"/>
          </p:nvPr>
        </p:nvSpPr>
        <p:spPr>
          <a:xfrm>
            <a:off x="670649" y="1377162"/>
            <a:ext cx="8439490" cy="6815160"/>
          </a:xfrm>
        </p:spPr>
        <p:txBody>
          <a:bodyPr/>
          <a:lstStyle>
            <a:lvl1pPr marL="0" indent="0">
              <a:buNone/>
              <a:defRPr>
                <a:solidFill>
                  <a:schemeClr val="tx1">
                    <a:lumMod val="75000"/>
                    <a:lumOff val="25000"/>
                  </a:schemeClr>
                </a:solidFill>
              </a:defRPr>
            </a:lvl1pPr>
            <a:lvl2pPr>
              <a:defRPr>
                <a:solidFill>
                  <a:schemeClr val="tx1">
                    <a:lumMod val="75000"/>
                    <a:lumOff val="25000"/>
                  </a:schemeClr>
                </a:solidFill>
              </a:defRPr>
            </a:lvl2pPr>
            <a:lvl3pPr marL="1143000" indent="-228600">
              <a:buFont typeface="Courier New" panose="02070309020205020404" pitchFamily="49" charset="0"/>
              <a:buChar char="o"/>
              <a:defRPr>
                <a:solidFill>
                  <a:schemeClr val="tx1">
                    <a:lumMod val="75000"/>
                    <a:lumOff val="25000"/>
                  </a:schemeClr>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74053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1117600" y="487363"/>
            <a:ext cx="14020801" cy="1766887"/>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1117600" y="2433638"/>
            <a:ext cx="14020801" cy="58023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1117600" y="8475663"/>
            <a:ext cx="3657600" cy="4857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5384800" y="8475663"/>
            <a:ext cx="5486400" cy="4857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11480800" y="8475663"/>
            <a:ext cx="3657600" cy="4857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80" userDrawn="1">
          <p15:clr>
            <a:srgbClr val="F26B43"/>
          </p15:clr>
        </p15:guide>
        <p15:guide id="2" pos="5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body" idx="10"/>
          </p:nvPr>
        </p:nvSpPr>
        <p:spPr>
          <a:xfrm>
            <a:off x="653386" y="4114800"/>
            <a:ext cx="7835706" cy="914400"/>
          </a:xfrm>
          <a:noFill/>
          <a:ln>
            <a:noFill/>
          </a:ln>
        </p:spPr>
        <p:txBody>
          <a:bodyPr spcFirstLastPara="1" wrap="square" lIns="91425" tIns="45700" rIns="91425" bIns="45700" anchor="ctr" anchorCtr="0">
            <a:normAutofit/>
          </a:bodyPr>
          <a:lstStyle/>
          <a:p>
            <a:pPr lvl="0"/>
            <a:r>
              <a:rPr lang="en-US" dirty="0">
                <a:sym typeface="Open Sans"/>
              </a:rPr>
              <a:t>Big Data Hadoop and Spark Developer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body" idx="10"/>
          </p:nvPr>
        </p:nvSpPr>
        <p:spPr>
          <a:xfrm>
            <a:off x="653386" y="4114800"/>
            <a:ext cx="7835706" cy="914400"/>
          </a:xfrm>
          <a:noFill/>
          <a:ln>
            <a:noFill/>
          </a:ln>
        </p:spPr>
        <p:txBody>
          <a:bodyPr spcFirstLastPara="1" wrap="square" lIns="91425" tIns="45700" rIns="91425" bIns="45700" anchor="ctr" anchorCtr="0">
            <a:noAutofit/>
          </a:bodyPr>
          <a:lstStyle/>
          <a:p>
            <a:pPr lvl="0"/>
            <a:r>
              <a:rPr lang="en-US" dirty="0">
                <a:sym typeface="Open Sans"/>
              </a:rPr>
              <a:t>YARN: Introduction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p:nvPr/>
        </p:nvSpPr>
        <p:spPr>
          <a:xfrm>
            <a:off x="1166036" y="2988039"/>
            <a:ext cx="7751638" cy="439686"/>
          </a:xfrm>
          <a:prstGeom prst="rect">
            <a:avLst/>
          </a:prstGeom>
          <a:noFill/>
          <a:ln>
            <a:noFill/>
          </a:ln>
        </p:spPr>
        <p:txBody>
          <a:bodyPr spcFirstLastPara="1" wrap="square" lIns="68550" tIns="34275" rIns="68550" bIns="34275" anchor="ctr" anchorCtr="0">
            <a:noAutofit/>
          </a:bodyPr>
          <a:lstStyle/>
          <a:p>
            <a:pPr marL="0" marR="0" lvl="0" indent="0" algn="l" rtl="0">
              <a:lnSpc>
                <a:spcPct val="115000"/>
              </a:lnSpc>
              <a:spcBef>
                <a:spcPts val="1000"/>
              </a:spcBef>
              <a:spcAft>
                <a:spcPts val="0"/>
              </a:spcAft>
              <a:buClr>
                <a:srgbClr val="3F3F3F"/>
              </a:buClr>
              <a:buSzPts val="2800"/>
              <a:buFont typeface="Arial"/>
              <a:buNone/>
            </a:pPr>
            <a:r>
              <a:rPr lang="en-US" sz="2200" b="0" i="0" u="none" strike="noStrike" cap="none" dirty="0">
                <a:solidFill>
                  <a:srgbClr val="3F3F3F"/>
                </a:solidFill>
                <a:latin typeface="Open Sans"/>
                <a:ea typeface="Open Sans"/>
                <a:cs typeface="Open Sans"/>
                <a:sym typeface="Open Sans"/>
              </a:rPr>
              <a:t>Describe YARN and its features along with advantages</a:t>
            </a:r>
            <a:endParaRPr dirty="0"/>
          </a:p>
        </p:txBody>
      </p:sp>
      <p:sp>
        <p:nvSpPr>
          <p:cNvPr id="106" name="Google Shape;106;p3"/>
          <p:cNvSpPr txBox="1"/>
          <p:nvPr/>
        </p:nvSpPr>
        <p:spPr>
          <a:xfrm>
            <a:off x="1166036" y="3870679"/>
            <a:ext cx="5869051" cy="439686"/>
          </a:xfrm>
          <a:prstGeom prst="rect">
            <a:avLst/>
          </a:prstGeom>
          <a:noFill/>
          <a:ln>
            <a:noFill/>
          </a:ln>
        </p:spPr>
        <p:txBody>
          <a:bodyPr spcFirstLastPara="1" wrap="square" lIns="68550" tIns="34275" rIns="68550" bIns="34275" anchor="ctr" anchorCtr="0">
            <a:noAutofit/>
          </a:bodyPr>
          <a:lstStyle/>
          <a:p>
            <a:pPr marL="0" marR="0" lvl="0" indent="0" algn="l" rtl="0">
              <a:lnSpc>
                <a:spcPct val="115000"/>
              </a:lnSpc>
              <a:spcBef>
                <a:spcPts val="1000"/>
              </a:spcBef>
              <a:spcAft>
                <a:spcPts val="0"/>
              </a:spcAft>
              <a:buClr>
                <a:srgbClr val="3F3F3F"/>
              </a:buClr>
              <a:buSzPts val="2800"/>
              <a:buFont typeface="Arial"/>
              <a:buNone/>
            </a:pPr>
            <a:r>
              <a:rPr lang="en-US" sz="2200" b="0" i="0" u="none" strike="noStrike" cap="none" dirty="0">
                <a:solidFill>
                  <a:srgbClr val="3F3F3F"/>
                </a:solidFill>
                <a:latin typeface="Open Sans"/>
                <a:ea typeface="Open Sans"/>
                <a:cs typeface="Open Sans"/>
                <a:sym typeface="Open Sans"/>
              </a:rPr>
              <a:t>Explain the elements of YARN architecture</a:t>
            </a:r>
            <a:endParaRPr dirty="0"/>
          </a:p>
        </p:txBody>
      </p:sp>
      <p:sp>
        <p:nvSpPr>
          <p:cNvPr id="107" name="Google Shape;107;p3"/>
          <p:cNvSpPr txBox="1"/>
          <p:nvPr/>
        </p:nvSpPr>
        <p:spPr>
          <a:xfrm>
            <a:off x="1127041" y="4781349"/>
            <a:ext cx="5485774" cy="439686"/>
          </a:xfrm>
          <a:prstGeom prst="rect">
            <a:avLst/>
          </a:prstGeom>
          <a:noFill/>
          <a:ln>
            <a:noFill/>
          </a:ln>
        </p:spPr>
        <p:txBody>
          <a:bodyPr spcFirstLastPara="1" wrap="square" lIns="68550" tIns="34275" rIns="68550" bIns="34275" anchor="ctr" anchorCtr="0">
            <a:noAutofit/>
          </a:bodyPr>
          <a:lstStyle/>
          <a:p>
            <a:pPr marL="0" marR="0" lvl="0" indent="0" algn="l" rtl="0">
              <a:lnSpc>
                <a:spcPct val="115000"/>
              </a:lnSpc>
              <a:spcBef>
                <a:spcPts val="1000"/>
              </a:spcBef>
              <a:spcAft>
                <a:spcPts val="0"/>
              </a:spcAft>
              <a:buClr>
                <a:srgbClr val="3F3F3F"/>
              </a:buClr>
              <a:buSzPts val="2800"/>
              <a:buFont typeface="Arial"/>
              <a:buNone/>
            </a:pPr>
            <a:r>
              <a:rPr lang="en-US" sz="2200" b="0" i="0" u="none" strike="noStrike" cap="none" dirty="0">
                <a:solidFill>
                  <a:srgbClr val="3F3F3F"/>
                </a:solidFill>
                <a:latin typeface="Open Sans"/>
                <a:ea typeface="Open Sans"/>
                <a:cs typeface="Open Sans"/>
                <a:sym typeface="Open Sans"/>
              </a:rPr>
              <a:t> Identify how YARN runs on applications</a:t>
            </a:r>
            <a:endParaRPr dirty="0"/>
          </a:p>
        </p:txBody>
      </p:sp>
      <p:sp>
        <p:nvSpPr>
          <p:cNvPr id="108" name="Google Shape;108;p3"/>
          <p:cNvSpPr txBox="1"/>
          <p:nvPr/>
        </p:nvSpPr>
        <p:spPr>
          <a:xfrm>
            <a:off x="1127041" y="5672969"/>
            <a:ext cx="4983751" cy="439686"/>
          </a:xfrm>
          <a:prstGeom prst="rect">
            <a:avLst/>
          </a:prstGeom>
          <a:noFill/>
          <a:ln>
            <a:noFill/>
          </a:ln>
        </p:spPr>
        <p:txBody>
          <a:bodyPr spcFirstLastPara="1" wrap="square" lIns="68550" tIns="34275" rIns="68550" bIns="34275" anchor="ctr" anchorCtr="0">
            <a:noAutofit/>
          </a:bodyPr>
          <a:lstStyle/>
          <a:p>
            <a:pPr marL="0" marR="0" lvl="0" indent="0" algn="l" rtl="0">
              <a:lnSpc>
                <a:spcPct val="115000"/>
              </a:lnSpc>
              <a:spcBef>
                <a:spcPts val="1000"/>
              </a:spcBef>
              <a:spcAft>
                <a:spcPts val="0"/>
              </a:spcAft>
              <a:buClr>
                <a:srgbClr val="3F3F3F"/>
              </a:buClr>
              <a:buSzPts val="2800"/>
              <a:buFont typeface="Arial"/>
              <a:buNone/>
            </a:pPr>
            <a:r>
              <a:rPr lang="en-US" sz="2200" b="0" i="0" u="none" strike="noStrike" cap="none" dirty="0">
                <a:solidFill>
                  <a:srgbClr val="3F3F3F"/>
                </a:solidFill>
                <a:latin typeface="Open Sans"/>
                <a:ea typeface="Open Sans"/>
                <a:cs typeface="Open Sans"/>
                <a:sym typeface="Open Sans"/>
              </a:rPr>
              <a:t> Classify tools for YARN developers</a:t>
            </a:r>
            <a:endParaRPr dirty="0"/>
          </a:p>
        </p:txBody>
      </p:sp>
      <p:sp>
        <p:nvSpPr>
          <p:cNvPr id="110" name="Google Shape;110;p3"/>
          <p:cNvSpPr txBox="1"/>
          <p:nvPr/>
        </p:nvSpPr>
        <p:spPr>
          <a:xfrm>
            <a:off x="1129063" y="6583592"/>
            <a:ext cx="7924174" cy="439686"/>
          </a:xfrm>
          <a:prstGeom prst="rect">
            <a:avLst/>
          </a:prstGeom>
          <a:noFill/>
          <a:ln>
            <a:noFill/>
          </a:ln>
        </p:spPr>
        <p:txBody>
          <a:bodyPr spcFirstLastPara="1" wrap="square" lIns="68550" tIns="34275" rIns="68550" bIns="34275" anchor="ctr" anchorCtr="0">
            <a:noAutofit/>
          </a:bodyPr>
          <a:lstStyle/>
          <a:p>
            <a:pPr marL="0" marR="0" lvl="0" indent="0" algn="l" rtl="0">
              <a:lnSpc>
                <a:spcPct val="115000"/>
              </a:lnSpc>
              <a:spcBef>
                <a:spcPts val="1000"/>
              </a:spcBef>
              <a:spcAft>
                <a:spcPts val="0"/>
              </a:spcAft>
              <a:buClr>
                <a:srgbClr val="3F3F3F"/>
              </a:buClr>
              <a:buSzPts val="2800"/>
              <a:buFont typeface="Arial"/>
              <a:buNone/>
            </a:pPr>
            <a:r>
              <a:rPr lang="en-US" sz="2200" b="0" i="0" u="none" strike="noStrike" cap="none" dirty="0">
                <a:solidFill>
                  <a:srgbClr val="3F3F3F"/>
                </a:solidFill>
                <a:latin typeface="Open Sans"/>
                <a:ea typeface="Open Sans"/>
                <a:cs typeface="Open Sans"/>
                <a:sym typeface="Open Sans"/>
              </a:rPr>
              <a:t> List useful YARN commands</a:t>
            </a:r>
            <a:endParaRPr dirty="0"/>
          </a:p>
        </p:txBody>
      </p:sp>
      <p:pic>
        <p:nvPicPr>
          <p:cNvPr id="111" name="Google Shape;111;p3"/>
          <p:cNvPicPr preferRelativeResize="0"/>
          <p:nvPr/>
        </p:nvPicPr>
        <p:blipFill>
          <a:blip r:embed="rId3"/>
          <a:srcRect/>
          <a:stretch/>
        </p:blipFill>
        <p:spPr>
          <a:xfrm>
            <a:off x="647760" y="3037394"/>
            <a:ext cx="489335" cy="479068"/>
          </a:xfrm>
          <a:prstGeom prst="rect">
            <a:avLst/>
          </a:prstGeom>
          <a:noFill/>
          <a:ln>
            <a:noFill/>
          </a:ln>
        </p:spPr>
      </p:pic>
      <p:pic>
        <p:nvPicPr>
          <p:cNvPr id="112" name="Google Shape;112;p3"/>
          <p:cNvPicPr preferRelativeResize="0"/>
          <p:nvPr/>
        </p:nvPicPr>
        <p:blipFill>
          <a:blip r:embed="rId3"/>
          <a:srcRect/>
          <a:stretch/>
        </p:blipFill>
        <p:spPr>
          <a:xfrm>
            <a:off x="658771" y="4819390"/>
            <a:ext cx="489335" cy="479068"/>
          </a:xfrm>
          <a:prstGeom prst="rect">
            <a:avLst/>
          </a:prstGeom>
          <a:noFill/>
          <a:ln>
            <a:noFill/>
          </a:ln>
        </p:spPr>
      </p:pic>
      <p:pic>
        <p:nvPicPr>
          <p:cNvPr id="113" name="Google Shape;113;p3"/>
          <p:cNvPicPr preferRelativeResize="0"/>
          <p:nvPr/>
        </p:nvPicPr>
        <p:blipFill>
          <a:blip r:embed="rId3"/>
          <a:srcRect/>
          <a:stretch/>
        </p:blipFill>
        <p:spPr>
          <a:xfrm>
            <a:off x="658771" y="5715195"/>
            <a:ext cx="489335" cy="479068"/>
          </a:xfrm>
          <a:prstGeom prst="rect">
            <a:avLst/>
          </a:prstGeom>
          <a:noFill/>
          <a:ln>
            <a:noFill/>
          </a:ln>
        </p:spPr>
      </p:pic>
      <p:pic>
        <p:nvPicPr>
          <p:cNvPr id="114" name="Google Shape;114;p3"/>
          <p:cNvPicPr preferRelativeResize="0"/>
          <p:nvPr/>
        </p:nvPicPr>
        <p:blipFill>
          <a:blip r:embed="rId3"/>
          <a:srcRect/>
          <a:stretch/>
        </p:blipFill>
        <p:spPr>
          <a:xfrm>
            <a:off x="658772" y="6647884"/>
            <a:ext cx="489335" cy="479068"/>
          </a:xfrm>
          <a:prstGeom prst="rect">
            <a:avLst/>
          </a:prstGeom>
          <a:noFill/>
          <a:ln>
            <a:noFill/>
          </a:ln>
        </p:spPr>
      </p:pic>
      <p:pic>
        <p:nvPicPr>
          <p:cNvPr id="115" name="Google Shape;115;p3"/>
          <p:cNvPicPr preferRelativeResize="0"/>
          <p:nvPr/>
        </p:nvPicPr>
        <p:blipFill>
          <a:blip r:embed="rId3"/>
          <a:srcRect/>
          <a:stretch/>
        </p:blipFill>
        <p:spPr>
          <a:xfrm>
            <a:off x="647760" y="3916268"/>
            <a:ext cx="489335" cy="4790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Autofit/>
          </a:bodyPr>
          <a:lstStyle/>
          <a:p>
            <a:pPr lvl="0"/>
            <a:r>
              <a:rPr lang="en-US" dirty="0">
                <a:sym typeface="Open Sans"/>
              </a:rPr>
              <a:t>YARN: Yet Another Resource Negotiator</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solidFill>
                  <a:srgbClr val="3F3F3F"/>
                </a:solidFill>
                <a:latin typeface="Open Sans"/>
                <a:ea typeface="Open Sans"/>
                <a:cs typeface="Open Sans"/>
                <a:sym typeface="Open Sans"/>
              </a:rPr>
              <a:t>What Is YARN?</a:t>
            </a:r>
            <a:endParaRPr sz="2800">
              <a:solidFill>
                <a:srgbClr val="3F3F3F"/>
              </a:solidFill>
            </a:endParaRPr>
          </a:p>
        </p:txBody>
      </p:sp>
      <p:grpSp>
        <p:nvGrpSpPr>
          <p:cNvPr id="130" name="Google Shape;130;p33"/>
          <p:cNvGrpSpPr/>
          <p:nvPr/>
        </p:nvGrpSpPr>
        <p:grpSpPr>
          <a:xfrm>
            <a:off x="6499742" y="2982568"/>
            <a:ext cx="8381167" cy="3283763"/>
            <a:chOff x="1000204" y="3085369"/>
            <a:chExt cx="8899043" cy="2788117"/>
          </a:xfrm>
        </p:grpSpPr>
        <p:sp>
          <p:nvSpPr>
            <p:cNvPr id="131" name="Google Shape;131;p33"/>
            <p:cNvSpPr/>
            <p:nvPr/>
          </p:nvSpPr>
          <p:spPr>
            <a:xfrm>
              <a:off x="1000204" y="3113206"/>
              <a:ext cx="8899043" cy="2760280"/>
            </a:xfrm>
            <a:prstGeom prst="roundRect">
              <a:avLst>
                <a:gd name="adj" fmla="val 5507"/>
              </a:avLst>
            </a:prstGeom>
            <a:no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2" name="Google Shape;132;p33"/>
            <p:cNvSpPr txBox="1"/>
            <p:nvPr/>
          </p:nvSpPr>
          <p:spPr>
            <a:xfrm>
              <a:off x="1150319" y="3085369"/>
              <a:ext cx="8748928" cy="2719014"/>
            </a:xfrm>
            <a:prstGeom prst="rect">
              <a:avLst/>
            </a:prstGeom>
            <a:noFill/>
            <a:ln>
              <a:noFill/>
            </a:ln>
          </p:spPr>
          <p:txBody>
            <a:bodyPr spcFirstLastPara="1" wrap="square" lIns="91425" tIns="45700" rIns="91425" bIns="45700" anchor="ctr" anchorCtr="0">
              <a:spAutoFit/>
            </a:bodyPr>
            <a:lstStyle/>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YARN is the acronym for </a:t>
              </a:r>
              <a:r>
                <a:rPr lang="en-US" sz="2200" b="0" i="1" u="none" strike="noStrike" cap="none" dirty="0">
                  <a:solidFill>
                    <a:srgbClr val="3F3F3F"/>
                  </a:solidFill>
                  <a:latin typeface="Open Sans"/>
                  <a:ea typeface="Open Sans"/>
                  <a:cs typeface="Open Sans"/>
                  <a:sym typeface="Open Sans"/>
                </a:rPr>
                <a:t>Yet Another Resource Negotiator.</a:t>
              </a:r>
              <a:r>
                <a:rPr lang="en-US" sz="2200" b="0" i="0" u="none" strike="noStrike" cap="none" dirty="0">
                  <a:solidFill>
                    <a:srgbClr val="3F3F3F"/>
                  </a:solidFill>
                  <a:latin typeface="Open Sans"/>
                  <a:ea typeface="Open Sans"/>
                  <a:cs typeface="Open Sans"/>
                  <a:sym typeface="Open Sans"/>
                </a:rPr>
                <a:t> </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YARN is a Hadoop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that was established by dividing the MapReduce processing engine and management function.</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basic idea behind YARN is to separate the resource management and task scheduling, also monitor functions in independent daemons.</a:t>
              </a:r>
              <a:endParaRPr dirty="0"/>
            </a:p>
          </p:txBody>
        </p:sp>
      </p:grpSp>
      <p:pic>
        <p:nvPicPr>
          <p:cNvPr id="134" name="Google Shape;134;p33"/>
          <p:cNvPicPr preferRelativeResize="0"/>
          <p:nvPr/>
        </p:nvPicPr>
        <p:blipFill rotWithShape="1">
          <a:blip r:embed="rId3">
            <a:alphaModFix/>
          </a:blip>
          <a:srcRect/>
          <a:stretch/>
        </p:blipFill>
        <p:spPr>
          <a:xfrm>
            <a:off x="1182567" y="3129775"/>
            <a:ext cx="4937171" cy="3136556"/>
          </a:xfrm>
          <a:prstGeom prst="rect">
            <a:avLst/>
          </a:prstGeom>
          <a:noFill/>
          <a:ln>
            <a:noFill/>
          </a:ln>
        </p:spPr>
      </p:pic>
      <p:sp>
        <p:nvSpPr>
          <p:cNvPr id="3" name="Brandline_LVC">
            <a:extLst>
              <a:ext uri="{FF2B5EF4-FFF2-40B4-BE49-F238E27FC236}">
                <a16:creationId xmlns:a16="http://schemas.microsoft.com/office/drawing/2014/main" id="{F6F3C50D-CE59-31AA-3BBC-915A899F173B}"/>
              </a:ext>
            </a:extLst>
          </p:cNvPr>
          <p:cNvSpPr/>
          <p:nvPr/>
        </p:nvSpPr>
        <p:spPr>
          <a:xfrm>
            <a:off x="6515100" y="816324"/>
            <a:ext cx="3232626"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solidFill>
                  <a:srgbClr val="3F3F3F"/>
                </a:solidFill>
                <a:latin typeface="Open Sans"/>
                <a:ea typeface="Open Sans"/>
                <a:cs typeface="Open Sans"/>
                <a:sym typeface="Open Sans"/>
              </a:rPr>
              <a:t>Why Was YARN Implemented?</a:t>
            </a:r>
            <a:endParaRPr/>
          </a:p>
        </p:txBody>
      </p:sp>
      <p:sp>
        <p:nvSpPr>
          <p:cNvPr id="153" name="Google Shape;153;p35"/>
          <p:cNvSpPr/>
          <p:nvPr/>
        </p:nvSpPr>
        <p:spPr>
          <a:xfrm>
            <a:off x="1858619" y="1223869"/>
            <a:ext cx="12904522" cy="936568"/>
          </a:xfrm>
          <a:prstGeom prst="flowChartAlternateProcess">
            <a:avLst/>
          </a:prstGeom>
          <a:solidFill>
            <a:schemeClr val="lt1"/>
          </a:solid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is essential to know the limitations of the Hadoop 1.0 framework to understand the advantages of YARN.</a:t>
            </a:r>
            <a:endParaRPr/>
          </a:p>
        </p:txBody>
      </p:sp>
      <p:pic>
        <p:nvPicPr>
          <p:cNvPr id="154" name="Google Shape;154;p35" descr="A picture containing graphical user interface&#10;&#10;Description automatically generated"/>
          <p:cNvPicPr preferRelativeResize="0"/>
          <p:nvPr/>
        </p:nvPicPr>
        <p:blipFill rotWithShape="1">
          <a:blip r:embed="rId3">
            <a:alphaModFix/>
          </a:blip>
          <a:srcRect/>
          <a:stretch/>
        </p:blipFill>
        <p:spPr>
          <a:xfrm>
            <a:off x="1420532" y="3349975"/>
            <a:ext cx="2743200" cy="2177415"/>
          </a:xfrm>
          <a:prstGeom prst="rect">
            <a:avLst/>
          </a:prstGeom>
          <a:noFill/>
          <a:ln>
            <a:noFill/>
          </a:ln>
        </p:spPr>
      </p:pic>
      <p:pic>
        <p:nvPicPr>
          <p:cNvPr id="155" name="Google Shape;155;p35" descr="A picture containing text, businesscard&#10;&#10;Description automatically generated"/>
          <p:cNvPicPr preferRelativeResize="0"/>
          <p:nvPr/>
        </p:nvPicPr>
        <p:blipFill rotWithShape="1">
          <a:blip r:embed="rId4">
            <a:alphaModFix/>
          </a:blip>
          <a:srcRect/>
          <a:stretch/>
        </p:blipFill>
        <p:spPr>
          <a:xfrm>
            <a:off x="5020100" y="3349975"/>
            <a:ext cx="2743200" cy="2177415"/>
          </a:xfrm>
          <a:prstGeom prst="rect">
            <a:avLst/>
          </a:prstGeom>
          <a:noFill/>
          <a:ln>
            <a:noFill/>
          </a:ln>
        </p:spPr>
      </p:pic>
      <p:pic>
        <p:nvPicPr>
          <p:cNvPr id="156" name="Google Shape;156;p35" descr="A picture containing text, businesscard&#10;&#10;Description automatically generated"/>
          <p:cNvPicPr preferRelativeResize="0"/>
          <p:nvPr/>
        </p:nvPicPr>
        <p:blipFill rotWithShape="1">
          <a:blip r:embed="rId5">
            <a:alphaModFix/>
          </a:blip>
          <a:srcRect/>
          <a:stretch/>
        </p:blipFill>
        <p:spPr>
          <a:xfrm>
            <a:off x="9057711" y="3349975"/>
            <a:ext cx="2743200" cy="2177415"/>
          </a:xfrm>
          <a:prstGeom prst="rect">
            <a:avLst/>
          </a:prstGeom>
          <a:noFill/>
          <a:ln>
            <a:noFill/>
          </a:ln>
        </p:spPr>
      </p:pic>
      <p:pic>
        <p:nvPicPr>
          <p:cNvPr id="157" name="Google Shape;157;p35" descr="A picture containing graphical user interface&#10;&#10;Description automatically generated"/>
          <p:cNvPicPr preferRelativeResize="0"/>
          <p:nvPr/>
        </p:nvPicPr>
        <p:blipFill rotWithShape="1">
          <a:blip r:embed="rId6">
            <a:alphaModFix/>
          </a:blip>
          <a:srcRect/>
          <a:stretch/>
        </p:blipFill>
        <p:spPr>
          <a:xfrm>
            <a:off x="12828686" y="3349975"/>
            <a:ext cx="2743200" cy="2177415"/>
          </a:xfrm>
          <a:prstGeom prst="rect">
            <a:avLst/>
          </a:prstGeom>
          <a:noFill/>
          <a:ln>
            <a:noFill/>
          </a:ln>
        </p:spPr>
      </p:pic>
      <p:sp>
        <p:nvSpPr>
          <p:cNvPr id="158" name="Google Shape;158;p35"/>
          <p:cNvSpPr txBox="1"/>
          <p:nvPr/>
        </p:nvSpPr>
        <p:spPr>
          <a:xfrm>
            <a:off x="1848739" y="6131325"/>
            <a:ext cx="1889760" cy="457176"/>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Availability</a:t>
            </a:r>
            <a:endParaRPr/>
          </a:p>
        </p:txBody>
      </p:sp>
      <p:sp>
        <p:nvSpPr>
          <p:cNvPr id="159" name="Google Shape;159;p35"/>
          <p:cNvSpPr txBox="1"/>
          <p:nvPr/>
        </p:nvSpPr>
        <p:spPr>
          <a:xfrm>
            <a:off x="5582923" y="5939815"/>
            <a:ext cx="1598594" cy="846514"/>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Resource utilization</a:t>
            </a:r>
            <a:endParaRPr/>
          </a:p>
        </p:txBody>
      </p:sp>
      <p:sp>
        <p:nvSpPr>
          <p:cNvPr id="160" name="Google Shape;160;p35"/>
          <p:cNvSpPr txBox="1"/>
          <p:nvPr/>
        </p:nvSpPr>
        <p:spPr>
          <a:xfrm>
            <a:off x="9645143" y="5936538"/>
            <a:ext cx="1565529" cy="846514"/>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0" i="0" u="none" strike="noStrike" cap="none">
                <a:solidFill>
                  <a:srgbClr val="424242"/>
                </a:solidFill>
                <a:latin typeface="Open Sans"/>
                <a:ea typeface="Open Sans"/>
                <a:cs typeface="Open Sans"/>
                <a:sym typeface="Open Sans"/>
              </a:rPr>
              <a:t>Failure in cascading</a:t>
            </a:r>
            <a:endParaRPr sz="2200" b="0" i="0" u="none" strike="noStrike" cap="none">
              <a:solidFill>
                <a:srgbClr val="000000"/>
              </a:solidFill>
              <a:latin typeface="Open Sans"/>
              <a:ea typeface="Open Sans"/>
              <a:cs typeface="Open Sans"/>
              <a:sym typeface="Open Sans"/>
            </a:endParaRPr>
          </a:p>
        </p:txBody>
      </p:sp>
      <p:sp>
        <p:nvSpPr>
          <p:cNvPr id="161" name="Google Shape;161;p35"/>
          <p:cNvSpPr txBox="1"/>
          <p:nvPr/>
        </p:nvSpPr>
        <p:spPr>
          <a:xfrm>
            <a:off x="13202397" y="5741870"/>
            <a:ext cx="1971040" cy="1235851"/>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0" i="0" u="none" strike="noStrike" cap="none">
                <a:solidFill>
                  <a:srgbClr val="424242"/>
                </a:solidFill>
                <a:latin typeface="Open Sans"/>
                <a:ea typeface="Open Sans"/>
                <a:cs typeface="Open Sans"/>
                <a:sym typeface="Open Sans"/>
              </a:rPr>
              <a:t>Running non-MapReduce applications</a:t>
            </a:r>
            <a:endParaRPr sz="2200" b="0" i="0" u="none" strike="noStrike" cap="none">
              <a:solidFill>
                <a:srgbClr val="000000"/>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46839C71-9BFD-2DE5-6F60-4041D35055E1}"/>
              </a:ext>
            </a:extLst>
          </p:cNvPr>
          <p:cNvSpPr/>
          <p:nvPr/>
        </p:nvSpPr>
        <p:spPr>
          <a:xfrm>
            <a:off x="4787900" y="816324"/>
            <a:ext cx="6679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solidFill>
                  <a:srgbClr val="3F3F3F"/>
                </a:solidFill>
                <a:latin typeface="Open Sans"/>
                <a:ea typeface="Open Sans"/>
                <a:cs typeface="Open Sans"/>
                <a:sym typeface="Open Sans"/>
              </a:rPr>
              <a:t>Why Was YARN Implemented?</a:t>
            </a:r>
            <a:endParaRPr/>
          </a:p>
        </p:txBody>
      </p:sp>
      <p:sp>
        <p:nvSpPr>
          <p:cNvPr id="169" name="Google Shape;169;p36"/>
          <p:cNvSpPr/>
          <p:nvPr/>
        </p:nvSpPr>
        <p:spPr>
          <a:xfrm>
            <a:off x="1341121" y="2402390"/>
            <a:ext cx="13990980" cy="1316170"/>
          </a:xfrm>
          <a:prstGeom prst="roundRect">
            <a:avLst>
              <a:gd name="adj" fmla="val 16667"/>
            </a:avLst>
          </a:prstGeom>
          <a:noFill/>
          <a:ln w="25400" cap="flat" cmpd="sng">
            <a:solidFill>
              <a:srgbClr val="F4B081"/>
            </a:solidFill>
            <a:prstDash val="solid"/>
            <a:round/>
            <a:headEnd type="none" w="sm" len="sm"/>
            <a:tailEnd type="none" w="sm" len="sm"/>
          </a:ln>
        </p:spPr>
        <p:txBody>
          <a:bodyPr spcFirstLastPara="1" wrap="square" lIns="0" tIns="93950" rIns="93950" bIns="93950" anchor="ctr" anchorCtr="0">
            <a:noAutofit/>
          </a:bodyPr>
          <a:lstStyle/>
          <a:p>
            <a:pPr marL="185738"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Availability: </a:t>
            </a:r>
            <a:r>
              <a:rPr lang="en-US" sz="2200" b="0" i="0" u="none" strike="noStrike" cap="none">
                <a:solidFill>
                  <a:srgbClr val="3F3F3F"/>
                </a:solidFill>
                <a:latin typeface="Open Sans"/>
                <a:ea typeface="Open Sans"/>
                <a:cs typeface="Open Sans"/>
                <a:sym typeface="Open Sans"/>
              </a:rPr>
              <a:t>In Hadoop 1.0, the job tracker is the only point of availability. This means if the job tracker fails, all tasks are automatically restarted.</a:t>
            </a:r>
            <a:endParaRPr/>
          </a:p>
        </p:txBody>
      </p:sp>
      <p:sp>
        <p:nvSpPr>
          <p:cNvPr id="170" name="Google Shape;170;p36"/>
          <p:cNvSpPr/>
          <p:nvPr/>
        </p:nvSpPr>
        <p:spPr>
          <a:xfrm>
            <a:off x="1341121" y="4937673"/>
            <a:ext cx="13990980" cy="1523341"/>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0" tIns="93950" rIns="93950" bIns="93950" anchor="ctr" anchorCtr="0">
            <a:noAutofit/>
          </a:bodyPr>
          <a:lstStyle/>
          <a:p>
            <a:pPr marL="185738"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Resource utilization: </a:t>
            </a:r>
            <a:r>
              <a:rPr lang="en-US" sz="2200" b="0" i="0" u="none" strike="noStrike" cap="none">
                <a:solidFill>
                  <a:srgbClr val="3F3F3F"/>
                </a:solidFill>
                <a:latin typeface="Open Sans"/>
                <a:ea typeface="Open Sans"/>
                <a:cs typeface="Open Sans"/>
                <a:sym typeface="Open Sans"/>
              </a:rPr>
              <a:t>There are two predefined slots. If one of the slots is full and the others are empty, the empty slots will be reserved and remain idle. This could result in a resource utilization problem.</a:t>
            </a:r>
            <a:endParaRPr/>
          </a:p>
        </p:txBody>
      </p:sp>
      <p:sp>
        <p:nvSpPr>
          <p:cNvPr id="3" name="Brandline_LVC">
            <a:extLst>
              <a:ext uri="{FF2B5EF4-FFF2-40B4-BE49-F238E27FC236}">
                <a16:creationId xmlns:a16="http://schemas.microsoft.com/office/drawing/2014/main" id="{B5F89967-BB39-F6F5-0F75-EA6BB68A3800}"/>
              </a:ext>
            </a:extLst>
          </p:cNvPr>
          <p:cNvSpPr/>
          <p:nvPr/>
        </p:nvSpPr>
        <p:spPr>
          <a:xfrm>
            <a:off x="4787900" y="816324"/>
            <a:ext cx="6679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solidFill>
                  <a:srgbClr val="3F3F3F"/>
                </a:solidFill>
                <a:latin typeface="Open Sans"/>
                <a:ea typeface="Open Sans"/>
                <a:cs typeface="Open Sans"/>
                <a:sym typeface="Open Sans"/>
              </a:rPr>
              <a:t>Why Was YARN Implemented?</a:t>
            </a:r>
            <a:endParaRPr/>
          </a:p>
        </p:txBody>
      </p:sp>
      <p:sp>
        <p:nvSpPr>
          <p:cNvPr id="178" name="Google Shape;178;p37"/>
          <p:cNvSpPr/>
          <p:nvPr/>
        </p:nvSpPr>
        <p:spPr>
          <a:xfrm>
            <a:off x="1300481" y="5511350"/>
            <a:ext cx="13990980" cy="1506392"/>
          </a:xfrm>
          <a:prstGeom prst="roundRect">
            <a:avLst>
              <a:gd name="adj" fmla="val 16667"/>
            </a:avLst>
          </a:prstGeom>
          <a:noFill/>
          <a:ln w="25400" cap="flat" cmpd="sng">
            <a:solidFill>
              <a:schemeClr val="accent4"/>
            </a:solidFill>
            <a:prstDash val="solid"/>
            <a:round/>
            <a:headEnd type="none" w="sm" len="sm"/>
            <a:tailEnd type="none" w="sm" len="sm"/>
          </a:ln>
        </p:spPr>
        <p:txBody>
          <a:bodyPr spcFirstLastPara="1" wrap="square" lIns="0" tIns="93950" rIns="93950" bIns="93950" anchor="ctr" anchorCtr="0">
            <a:noAutofit/>
          </a:bodyPr>
          <a:lstStyle/>
          <a:p>
            <a:pPr marL="185738" marR="0" lvl="0" indent="0" algn="l" rtl="0">
              <a:lnSpc>
                <a:spcPct val="115000"/>
              </a:lnSpc>
              <a:spcBef>
                <a:spcPts val="0"/>
              </a:spcBef>
              <a:spcAft>
                <a:spcPts val="0"/>
              </a:spcAft>
              <a:buNone/>
            </a:pPr>
            <a:endParaRPr sz="2200" b="1" i="0" u="none" strike="noStrike" cap="none">
              <a:solidFill>
                <a:srgbClr val="3F3F3F"/>
              </a:solidFill>
              <a:latin typeface="Open Sans"/>
              <a:ea typeface="Open Sans"/>
              <a:cs typeface="Open Sans"/>
              <a:sym typeface="Open Sans"/>
            </a:endParaRPr>
          </a:p>
          <a:p>
            <a:pPr marL="185738" marR="0" lvl="0" indent="0" algn="l" rtl="0">
              <a:lnSpc>
                <a:spcPct val="115000"/>
              </a:lnSpc>
              <a:spcBef>
                <a:spcPts val="1000"/>
              </a:spcBef>
              <a:spcAft>
                <a:spcPts val="0"/>
              </a:spcAft>
              <a:buNone/>
            </a:pPr>
            <a:r>
              <a:rPr lang="en-US" sz="2200" b="1" i="0" u="none" strike="noStrike" cap="none">
                <a:solidFill>
                  <a:srgbClr val="3F3F3F"/>
                </a:solidFill>
                <a:latin typeface="Open Sans"/>
                <a:ea typeface="Open Sans"/>
                <a:cs typeface="Open Sans"/>
                <a:sym typeface="Open Sans"/>
              </a:rPr>
              <a:t>Running non-MapReduce applications: </a:t>
            </a:r>
            <a:r>
              <a:rPr lang="en-US" sz="2200" b="0" i="0" u="none" strike="noStrike" cap="none">
                <a:solidFill>
                  <a:srgbClr val="3F3F3F"/>
                </a:solidFill>
                <a:latin typeface="Open Sans"/>
                <a:ea typeface="Open Sans"/>
                <a:cs typeface="Open Sans"/>
                <a:sym typeface="Open Sans"/>
              </a:rPr>
              <a:t>Job tracker is a MapReduce framework-based application. The problem arises when a non-MapReduce application tries to execute in this framework. Some of the most typical challenges that develop will include ad-hoc inquiry and real-time analysis.</a:t>
            </a:r>
            <a:endParaRPr/>
          </a:p>
          <a:p>
            <a:pPr marL="185738" marR="0" lvl="0" indent="0" algn="l" rtl="0">
              <a:lnSpc>
                <a:spcPct val="115000"/>
              </a:lnSpc>
              <a:spcBef>
                <a:spcPts val="100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179" name="Google Shape;179;p37"/>
          <p:cNvSpPr/>
          <p:nvPr/>
        </p:nvSpPr>
        <p:spPr>
          <a:xfrm>
            <a:off x="1148081" y="2480453"/>
            <a:ext cx="13990980" cy="1514843"/>
          </a:xfrm>
          <a:prstGeom prst="roundRect">
            <a:avLst>
              <a:gd name="adj" fmla="val 16667"/>
            </a:avLst>
          </a:prstGeom>
          <a:noFill/>
          <a:ln w="25400" cap="flat" cmpd="sng">
            <a:solidFill>
              <a:schemeClr val="accent3"/>
            </a:solidFill>
            <a:prstDash val="solid"/>
            <a:round/>
            <a:headEnd type="none" w="sm" len="sm"/>
            <a:tailEnd type="none" w="sm" len="sm"/>
          </a:ln>
        </p:spPr>
        <p:txBody>
          <a:bodyPr spcFirstLastPara="1" wrap="square" lIns="0" tIns="93950" rIns="93950" bIns="93950" anchor="ctr" anchorCtr="0">
            <a:noAutofit/>
          </a:bodyPr>
          <a:lstStyle/>
          <a:p>
            <a:pPr marL="185738"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Failure in cascading: </a:t>
            </a:r>
            <a:r>
              <a:rPr lang="en-US" sz="2200" b="0" i="0" u="none" strike="noStrike" cap="none">
                <a:solidFill>
                  <a:srgbClr val="3F3F3F"/>
                </a:solidFill>
                <a:latin typeface="Open Sans"/>
                <a:ea typeface="Open Sans"/>
                <a:cs typeface="Open Sans"/>
                <a:sym typeface="Open Sans"/>
              </a:rPr>
              <a:t>When the number of nodes in this framework exceeds 4000, one of the primary challenges arises. That is cascading failure occurs in this situation.</a:t>
            </a:r>
            <a:endParaRPr/>
          </a:p>
        </p:txBody>
      </p:sp>
      <p:sp>
        <p:nvSpPr>
          <p:cNvPr id="5" name="Brandline_LVC">
            <a:extLst>
              <a:ext uri="{FF2B5EF4-FFF2-40B4-BE49-F238E27FC236}">
                <a16:creationId xmlns:a16="http://schemas.microsoft.com/office/drawing/2014/main" id="{A5FCED7F-0352-5E89-714E-342DCCA4FF84}"/>
              </a:ext>
            </a:extLst>
          </p:cNvPr>
          <p:cNvSpPr/>
          <p:nvPr/>
        </p:nvSpPr>
        <p:spPr>
          <a:xfrm>
            <a:off x="4787900" y="816324"/>
            <a:ext cx="6679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latin typeface="Open Sans"/>
                <a:ea typeface="Open Sans"/>
                <a:cs typeface="Open Sans"/>
                <a:sym typeface="Open Sans"/>
              </a:rPr>
              <a:t>Advantages of YARN</a:t>
            </a:r>
            <a:endParaRPr/>
          </a:p>
        </p:txBody>
      </p:sp>
      <p:cxnSp>
        <p:nvCxnSpPr>
          <p:cNvPr id="187" name="Google Shape;187;p38"/>
          <p:cNvCxnSpPr/>
          <p:nvPr/>
        </p:nvCxnSpPr>
        <p:spPr>
          <a:xfrm>
            <a:off x="7727270" y="7287410"/>
            <a:ext cx="0" cy="0"/>
          </a:xfrm>
          <a:prstGeom prst="straightConnector1">
            <a:avLst/>
          </a:prstGeom>
          <a:noFill/>
          <a:ln w="98425" cap="flat" cmpd="sng">
            <a:solidFill>
              <a:srgbClr val="01ABD0"/>
            </a:solidFill>
            <a:prstDash val="solid"/>
            <a:miter lim="800000"/>
            <a:headEnd type="none" w="med" len="med"/>
            <a:tailEnd type="none" w="med" len="med"/>
          </a:ln>
        </p:spPr>
      </p:cxnSp>
      <p:sp>
        <p:nvSpPr>
          <p:cNvPr id="188" name="Google Shape;188;p38"/>
          <p:cNvSpPr/>
          <p:nvPr/>
        </p:nvSpPr>
        <p:spPr>
          <a:xfrm>
            <a:off x="10392431" y="6811787"/>
            <a:ext cx="2248226" cy="10632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dirty="0">
                <a:solidFill>
                  <a:srgbClr val="222A35"/>
                </a:solidFill>
                <a:latin typeface="Open Sans"/>
                <a:ea typeface="Open Sans"/>
                <a:cs typeface="Open Sans"/>
                <a:sym typeface="Open Sans"/>
              </a:rPr>
              <a:t>Multi-tenancy​</a:t>
            </a:r>
            <a:endParaRPr dirty="0"/>
          </a:p>
        </p:txBody>
      </p:sp>
      <p:grpSp>
        <p:nvGrpSpPr>
          <p:cNvPr id="189" name="Google Shape;189;p38"/>
          <p:cNvGrpSpPr/>
          <p:nvPr/>
        </p:nvGrpSpPr>
        <p:grpSpPr>
          <a:xfrm>
            <a:off x="8441644" y="6381683"/>
            <a:ext cx="1680237" cy="1491001"/>
            <a:chOff x="8441644" y="6000805"/>
            <a:chExt cx="1680237" cy="1491001"/>
          </a:xfrm>
        </p:grpSpPr>
        <p:sp>
          <p:nvSpPr>
            <p:cNvPr id="190" name="Google Shape;190;p38"/>
            <p:cNvSpPr/>
            <p:nvPr/>
          </p:nvSpPr>
          <p:spPr>
            <a:xfrm>
              <a:off x="9623406" y="6433290"/>
              <a:ext cx="498475" cy="1058516"/>
            </a:xfrm>
            <a:prstGeom prst="rect">
              <a:avLst/>
            </a:prstGeom>
            <a:solidFill>
              <a:srgbClr val="FFD9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nvGrpSpPr>
            <p:cNvPr id="191" name="Google Shape;191;p38"/>
            <p:cNvGrpSpPr/>
            <p:nvPr/>
          </p:nvGrpSpPr>
          <p:grpSpPr>
            <a:xfrm>
              <a:off x="8441644" y="6000805"/>
              <a:ext cx="1181671" cy="923304"/>
              <a:chOff x="8441644" y="6000805"/>
              <a:chExt cx="1181671" cy="923304"/>
            </a:xfrm>
          </p:grpSpPr>
          <p:grpSp>
            <p:nvGrpSpPr>
              <p:cNvPr id="192" name="Google Shape;192;p38"/>
              <p:cNvGrpSpPr/>
              <p:nvPr/>
            </p:nvGrpSpPr>
            <p:grpSpPr>
              <a:xfrm rot="10800000">
                <a:off x="8689154" y="6268960"/>
                <a:ext cx="934161" cy="655149"/>
                <a:chOff x="6038817" y="3178754"/>
                <a:chExt cx="1184256" cy="830545"/>
              </a:xfrm>
            </p:grpSpPr>
            <p:cxnSp>
              <p:nvCxnSpPr>
                <p:cNvPr id="193" name="Google Shape;193;p38"/>
                <p:cNvCxnSpPr/>
                <p:nvPr/>
              </p:nvCxnSpPr>
              <p:spPr>
                <a:xfrm rot="10800000">
                  <a:off x="6819348" y="3178754"/>
                  <a:ext cx="403725" cy="830545"/>
                </a:xfrm>
                <a:prstGeom prst="straightConnector1">
                  <a:avLst/>
                </a:prstGeom>
                <a:noFill/>
                <a:ln w="19050" cap="flat" cmpd="sng">
                  <a:solidFill>
                    <a:srgbClr val="FFD966"/>
                  </a:solidFill>
                  <a:prstDash val="solid"/>
                  <a:round/>
                  <a:headEnd type="none" w="sm" len="sm"/>
                  <a:tailEnd type="none" w="sm" len="sm"/>
                </a:ln>
              </p:spPr>
            </p:cxnSp>
            <p:cxnSp>
              <p:nvCxnSpPr>
                <p:cNvPr id="194" name="Google Shape;194;p38"/>
                <p:cNvCxnSpPr/>
                <p:nvPr/>
              </p:nvCxnSpPr>
              <p:spPr>
                <a:xfrm rot="10800000">
                  <a:off x="6038817" y="3178754"/>
                  <a:ext cx="780531" cy="0"/>
                </a:xfrm>
                <a:prstGeom prst="straightConnector1">
                  <a:avLst/>
                </a:prstGeom>
                <a:noFill/>
                <a:ln w="19050" cap="flat" cmpd="sng">
                  <a:solidFill>
                    <a:srgbClr val="FFD966"/>
                  </a:solidFill>
                  <a:prstDash val="solid"/>
                  <a:round/>
                  <a:headEnd type="none" w="sm" len="sm"/>
                  <a:tailEnd type="none" w="sm" len="sm"/>
                </a:ln>
              </p:spPr>
            </p:cxnSp>
          </p:grpSp>
          <p:sp>
            <p:nvSpPr>
              <p:cNvPr id="195" name="Google Shape;195;p38"/>
              <p:cNvSpPr/>
              <p:nvPr/>
            </p:nvSpPr>
            <p:spPr>
              <a:xfrm>
                <a:off x="8441644" y="6000805"/>
                <a:ext cx="327025" cy="327025"/>
              </a:xfrm>
              <a:custGeom>
                <a:avLst/>
                <a:gdLst/>
                <a:ahLst/>
                <a:cxnLst/>
                <a:rect l="l" t="t" r="r" b="b"/>
                <a:pathLst>
                  <a:path w="87" h="87" extrusionOk="0">
                    <a:moveTo>
                      <a:pt x="24" y="77"/>
                    </a:moveTo>
                    <a:cubicBezTo>
                      <a:pt x="43" y="87"/>
                      <a:pt x="66" y="81"/>
                      <a:pt x="77" y="63"/>
                    </a:cubicBezTo>
                    <a:cubicBezTo>
                      <a:pt x="87" y="45"/>
                      <a:pt x="81" y="21"/>
                      <a:pt x="63" y="11"/>
                    </a:cubicBezTo>
                    <a:cubicBezTo>
                      <a:pt x="44" y="0"/>
                      <a:pt x="21" y="6"/>
                      <a:pt x="10" y="25"/>
                    </a:cubicBezTo>
                    <a:cubicBezTo>
                      <a:pt x="0" y="43"/>
                      <a:pt x="6" y="66"/>
                      <a:pt x="24" y="77"/>
                    </a:cubicBezTo>
                  </a:path>
                </a:pathLst>
              </a:custGeom>
              <a:solidFill>
                <a:srgbClr val="FFD9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grpSp>
      <p:sp>
        <p:nvSpPr>
          <p:cNvPr id="196" name="Google Shape;196;p38"/>
          <p:cNvSpPr/>
          <p:nvPr/>
        </p:nvSpPr>
        <p:spPr>
          <a:xfrm>
            <a:off x="10104190" y="3223459"/>
            <a:ext cx="2824709" cy="10632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222A35"/>
                </a:solidFill>
                <a:latin typeface="Open Sans"/>
                <a:ea typeface="Open Sans"/>
                <a:cs typeface="Open Sans"/>
                <a:sym typeface="Open Sans"/>
              </a:rPr>
              <a:t>Cluster utilization​</a:t>
            </a:r>
            <a:endParaRPr/>
          </a:p>
        </p:txBody>
      </p:sp>
      <p:grpSp>
        <p:nvGrpSpPr>
          <p:cNvPr id="197" name="Google Shape;197;p38"/>
          <p:cNvGrpSpPr/>
          <p:nvPr/>
        </p:nvGrpSpPr>
        <p:grpSpPr>
          <a:xfrm>
            <a:off x="8441644" y="3225840"/>
            <a:ext cx="1690380" cy="1471213"/>
            <a:chOff x="8441644" y="2844962"/>
            <a:chExt cx="1690380" cy="1471213"/>
          </a:xfrm>
        </p:grpSpPr>
        <p:sp>
          <p:nvSpPr>
            <p:cNvPr id="198" name="Google Shape;198;p38"/>
            <p:cNvSpPr/>
            <p:nvPr/>
          </p:nvSpPr>
          <p:spPr>
            <a:xfrm>
              <a:off x="8441644" y="3989150"/>
              <a:ext cx="327025" cy="327025"/>
            </a:xfrm>
            <a:custGeom>
              <a:avLst/>
              <a:gdLst/>
              <a:ahLst/>
              <a:cxnLst/>
              <a:rect l="l" t="t" r="r" b="b"/>
              <a:pathLst>
                <a:path w="87" h="87" extrusionOk="0">
                  <a:moveTo>
                    <a:pt x="63" y="76"/>
                  </a:moveTo>
                  <a:cubicBezTo>
                    <a:pt x="81" y="66"/>
                    <a:pt x="87" y="43"/>
                    <a:pt x="77" y="24"/>
                  </a:cubicBezTo>
                  <a:cubicBezTo>
                    <a:pt x="66" y="6"/>
                    <a:pt x="43" y="0"/>
                    <a:pt x="24" y="10"/>
                  </a:cubicBezTo>
                  <a:cubicBezTo>
                    <a:pt x="6" y="21"/>
                    <a:pt x="0" y="44"/>
                    <a:pt x="10" y="62"/>
                  </a:cubicBezTo>
                  <a:cubicBezTo>
                    <a:pt x="21" y="81"/>
                    <a:pt x="44" y="87"/>
                    <a:pt x="63" y="76"/>
                  </a:cubicBezTo>
                </a:path>
              </a:pathLst>
            </a:custGeom>
            <a:solidFill>
              <a:srgbClr val="F4B08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nvGrpSpPr>
            <p:cNvPr id="199" name="Google Shape;199;p38"/>
            <p:cNvGrpSpPr/>
            <p:nvPr/>
          </p:nvGrpSpPr>
          <p:grpSpPr>
            <a:xfrm flipH="1">
              <a:off x="8689154" y="3381791"/>
              <a:ext cx="934161" cy="655149"/>
              <a:chOff x="6038817" y="3178754"/>
              <a:chExt cx="1184256" cy="830545"/>
            </a:xfrm>
          </p:grpSpPr>
          <p:cxnSp>
            <p:nvCxnSpPr>
              <p:cNvPr id="200" name="Google Shape;200;p38"/>
              <p:cNvCxnSpPr/>
              <p:nvPr/>
            </p:nvCxnSpPr>
            <p:spPr>
              <a:xfrm rot="10800000">
                <a:off x="6819348" y="3178754"/>
                <a:ext cx="403725" cy="830545"/>
              </a:xfrm>
              <a:prstGeom prst="straightConnector1">
                <a:avLst/>
              </a:prstGeom>
              <a:noFill/>
              <a:ln w="19050" cap="flat" cmpd="sng">
                <a:solidFill>
                  <a:srgbClr val="F16422"/>
                </a:solidFill>
                <a:prstDash val="solid"/>
                <a:round/>
                <a:headEnd type="none" w="sm" len="sm"/>
                <a:tailEnd type="none" w="sm" len="sm"/>
              </a:ln>
            </p:spPr>
          </p:cxnSp>
          <p:cxnSp>
            <p:nvCxnSpPr>
              <p:cNvPr id="201" name="Google Shape;201;p38"/>
              <p:cNvCxnSpPr/>
              <p:nvPr/>
            </p:nvCxnSpPr>
            <p:spPr>
              <a:xfrm rot="10800000">
                <a:off x="6038817" y="3178754"/>
                <a:ext cx="780531" cy="0"/>
              </a:xfrm>
              <a:prstGeom prst="straightConnector1">
                <a:avLst/>
              </a:prstGeom>
              <a:noFill/>
              <a:ln w="19050" cap="flat" cmpd="sng">
                <a:solidFill>
                  <a:srgbClr val="F16422"/>
                </a:solidFill>
                <a:prstDash val="solid"/>
                <a:round/>
                <a:headEnd type="none" w="sm" len="sm"/>
                <a:tailEnd type="none" w="sm" len="sm"/>
              </a:ln>
            </p:spPr>
          </p:cxnSp>
        </p:grpSp>
        <p:sp>
          <p:nvSpPr>
            <p:cNvPr id="202" name="Google Shape;202;p38"/>
            <p:cNvSpPr/>
            <p:nvPr/>
          </p:nvSpPr>
          <p:spPr>
            <a:xfrm>
              <a:off x="9633549" y="2844962"/>
              <a:ext cx="498475" cy="1058516"/>
            </a:xfrm>
            <a:prstGeom prst="rect">
              <a:avLst/>
            </a:prstGeom>
            <a:solidFill>
              <a:srgbClr val="F4B08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grpSp>
        <p:nvGrpSpPr>
          <p:cNvPr id="203" name="Google Shape;203;p38"/>
          <p:cNvGrpSpPr/>
          <p:nvPr/>
        </p:nvGrpSpPr>
        <p:grpSpPr>
          <a:xfrm>
            <a:off x="5841630" y="6381683"/>
            <a:ext cx="1649748" cy="1491001"/>
            <a:chOff x="5841630" y="6000805"/>
            <a:chExt cx="1649748" cy="1491001"/>
          </a:xfrm>
        </p:grpSpPr>
        <p:grpSp>
          <p:nvGrpSpPr>
            <p:cNvPr id="204" name="Google Shape;204;p38"/>
            <p:cNvGrpSpPr/>
            <p:nvPr/>
          </p:nvGrpSpPr>
          <p:grpSpPr>
            <a:xfrm rot="10800000" flipH="1">
              <a:off x="6340148" y="6269923"/>
              <a:ext cx="934161" cy="655149"/>
              <a:chOff x="6038817" y="3178754"/>
              <a:chExt cx="1184256" cy="830545"/>
            </a:xfrm>
          </p:grpSpPr>
          <p:cxnSp>
            <p:nvCxnSpPr>
              <p:cNvPr id="205" name="Google Shape;205;p38"/>
              <p:cNvCxnSpPr/>
              <p:nvPr/>
            </p:nvCxnSpPr>
            <p:spPr>
              <a:xfrm rot="10800000">
                <a:off x="6819348" y="3178754"/>
                <a:ext cx="403725" cy="830545"/>
              </a:xfrm>
              <a:prstGeom prst="straightConnector1">
                <a:avLst/>
              </a:prstGeom>
              <a:noFill/>
              <a:ln w="19050" cap="flat" cmpd="sng">
                <a:solidFill>
                  <a:srgbClr val="87C656"/>
                </a:solidFill>
                <a:prstDash val="solid"/>
                <a:round/>
                <a:headEnd type="none" w="sm" len="sm"/>
                <a:tailEnd type="none" w="sm" len="sm"/>
              </a:ln>
            </p:spPr>
          </p:cxnSp>
          <p:cxnSp>
            <p:nvCxnSpPr>
              <p:cNvPr id="206" name="Google Shape;206;p38"/>
              <p:cNvCxnSpPr/>
              <p:nvPr/>
            </p:nvCxnSpPr>
            <p:spPr>
              <a:xfrm rot="10800000">
                <a:off x="6038817" y="3178754"/>
                <a:ext cx="780531" cy="0"/>
              </a:xfrm>
              <a:prstGeom prst="straightConnector1">
                <a:avLst/>
              </a:prstGeom>
              <a:noFill/>
              <a:ln w="19050" cap="flat" cmpd="sng">
                <a:solidFill>
                  <a:srgbClr val="87C656"/>
                </a:solidFill>
                <a:prstDash val="solid"/>
                <a:round/>
                <a:headEnd type="none" w="sm" len="sm"/>
                <a:tailEnd type="none" w="sm" len="sm"/>
              </a:ln>
            </p:spPr>
          </p:cxnSp>
        </p:grpSp>
        <p:sp>
          <p:nvSpPr>
            <p:cNvPr id="207" name="Google Shape;207;p38"/>
            <p:cNvSpPr/>
            <p:nvPr/>
          </p:nvSpPr>
          <p:spPr>
            <a:xfrm>
              <a:off x="5841630" y="6433290"/>
              <a:ext cx="498475" cy="1058516"/>
            </a:xfrm>
            <a:prstGeom prst="rect">
              <a:avLst/>
            </a:prstGeom>
            <a:solidFill>
              <a:srgbClr val="A8D08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sp>
          <p:nvSpPr>
            <p:cNvPr id="208" name="Google Shape;208;p38"/>
            <p:cNvSpPr/>
            <p:nvPr/>
          </p:nvSpPr>
          <p:spPr>
            <a:xfrm>
              <a:off x="7164353" y="6000805"/>
              <a:ext cx="327025" cy="327025"/>
            </a:xfrm>
            <a:custGeom>
              <a:avLst/>
              <a:gdLst/>
              <a:ahLst/>
              <a:cxnLst/>
              <a:rect l="l" t="t" r="r" b="b"/>
              <a:pathLst>
                <a:path w="87" h="87" extrusionOk="0">
                  <a:moveTo>
                    <a:pt x="24" y="11"/>
                  </a:moveTo>
                  <a:cubicBezTo>
                    <a:pt x="6" y="21"/>
                    <a:pt x="0" y="45"/>
                    <a:pt x="10" y="63"/>
                  </a:cubicBezTo>
                  <a:cubicBezTo>
                    <a:pt x="21" y="81"/>
                    <a:pt x="44" y="87"/>
                    <a:pt x="63" y="77"/>
                  </a:cubicBezTo>
                  <a:cubicBezTo>
                    <a:pt x="81" y="66"/>
                    <a:pt x="87" y="43"/>
                    <a:pt x="77" y="25"/>
                  </a:cubicBezTo>
                  <a:cubicBezTo>
                    <a:pt x="66" y="6"/>
                    <a:pt x="43" y="0"/>
                    <a:pt x="24" y="11"/>
                  </a:cubicBezTo>
                </a:path>
              </a:pathLst>
            </a:custGeom>
            <a:solidFill>
              <a:srgbClr val="A8D08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sp>
        <p:nvSpPr>
          <p:cNvPr id="209" name="Google Shape;209;p38"/>
          <p:cNvSpPr/>
          <p:nvPr/>
        </p:nvSpPr>
        <p:spPr>
          <a:xfrm>
            <a:off x="3122539" y="6811787"/>
            <a:ext cx="2719792" cy="1063279"/>
          </a:xfrm>
          <a:prstGeom prst="rect">
            <a:avLst/>
          </a:prstGeom>
          <a:solidFill>
            <a:srgbClr val="F2F2F2"/>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2200" b="0" i="0" u="none" strike="noStrike" cap="none" dirty="0">
              <a:solidFill>
                <a:srgbClr val="222A35"/>
              </a:solidFill>
              <a:latin typeface="Open Sans"/>
              <a:ea typeface="Open Sans"/>
              <a:cs typeface="Open Sans"/>
              <a:sym typeface="Open Sans"/>
            </a:endParaRPr>
          </a:p>
          <a:p>
            <a:pPr marL="0" marR="0" lvl="0" indent="0" algn="ctr" rtl="0">
              <a:lnSpc>
                <a:spcPct val="100000"/>
              </a:lnSpc>
              <a:spcBef>
                <a:spcPts val="0"/>
              </a:spcBef>
              <a:spcAft>
                <a:spcPts val="0"/>
              </a:spcAft>
              <a:buNone/>
            </a:pPr>
            <a:r>
              <a:rPr lang="en-US" sz="2200" b="0" i="0" u="none" strike="noStrike" cap="none" dirty="0">
                <a:solidFill>
                  <a:srgbClr val="222A35"/>
                </a:solidFill>
                <a:latin typeface="Open Sans"/>
                <a:ea typeface="Open Sans"/>
                <a:cs typeface="Open Sans"/>
                <a:sym typeface="Open Sans"/>
              </a:rPr>
              <a:t>Compatibility​</a:t>
            </a:r>
            <a:endParaRPr dirty="0"/>
          </a:p>
        </p:txBody>
      </p:sp>
      <p:grpSp>
        <p:nvGrpSpPr>
          <p:cNvPr id="210" name="Google Shape;210;p38"/>
          <p:cNvGrpSpPr/>
          <p:nvPr/>
        </p:nvGrpSpPr>
        <p:grpSpPr>
          <a:xfrm>
            <a:off x="5824419" y="3225840"/>
            <a:ext cx="1666959" cy="1442638"/>
            <a:chOff x="5824419" y="2844962"/>
            <a:chExt cx="1666959" cy="1442638"/>
          </a:xfrm>
        </p:grpSpPr>
        <p:sp>
          <p:nvSpPr>
            <p:cNvPr id="211" name="Google Shape;211;p38"/>
            <p:cNvSpPr/>
            <p:nvPr/>
          </p:nvSpPr>
          <p:spPr>
            <a:xfrm>
              <a:off x="7164353" y="3960575"/>
              <a:ext cx="327025" cy="327025"/>
            </a:xfrm>
            <a:custGeom>
              <a:avLst/>
              <a:gdLst/>
              <a:ahLst/>
              <a:cxnLst/>
              <a:rect l="l" t="t" r="r" b="b"/>
              <a:pathLst>
                <a:path w="87" h="87" extrusionOk="0">
                  <a:moveTo>
                    <a:pt x="63" y="10"/>
                  </a:moveTo>
                  <a:cubicBezTo>
                    <a:pt x="44" y="0"/>
                    <a:pt x="21" y="6"/>
                    <a:pt x="10" y="24"/>
                  </a:cubicBezTo>
                  <a:cubicBezTo>
                    <a:pt x="0" y="43"/>
                    <a:pt x="6" y="66"/>
                    <a:pt x="24" y="76"/>
                  </a:cubicBezTo>
                  <a:cubicBezTo>
                    <a:pt x="43" y="87"/>
                    <a:pt x="66" y="81"/>
                    <a:pt x="77" y="62"/>
                  </a:cubicBezTo>
                  <a:cubicBezTo>
                    <a:pt x="87" y="44"/>
                    <a:pt x="81" y="21"/>
                    <a:pt x="63" y="10"/>
                  </a:cubicBezTo>
                </a:path>
              </a:pathLst>
            </a:custGeom>
            <a:solidFill>
              <a:srgbClr val="BBD6E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nvGrpSpPr>
            <p:cNvPr id="212" name="Google Shape;212;p38"/>
            <p:cNvGrpSpPr/>
            <p:nvPr/>
          </p:nvGrpSpPr>
          <p:grpSpPr>
            <a:xfrm>
              <a:off x="6322889" y="3349160"/>
              <a:ext cx="934161" cy="655149"/>
              <a:chOff x="6038817" y="3178754"/>
              <a:chExt cx="1184256" cy="830545"/>
            </a:xfrm>
          </p:grpSpPr>
          <p:cxnSp>
            <p:nvCxnSpPr>
              <p:cNvPr id="213" name="Google Shape;213;p38"/>
              <p:cNvCxnSpPr/>
              <p:nvPr/>
            </p:nvCxnSpPr>
            <p:spPr>
              <a:xfrm rot="10800000">
                <a:off x="6819348" y="3178754"/>
                <a:ext cx="403725" cy="830545"/>
              </a:xfrm>
              <a:prstGeom prst="straightConnector1">
                <a:avLst/>
              </a:prstGeom>
              <a:noFill/>
              <a:ln w="19050" cap="flat" cmpd="sng">
                <a:solidFill>
                  <a:srgbClr val="9CC2E5"/>
                </a:solidFill>
                <a:prstDash val="solid"/>
                <a:round/>
                <a:headEnd type="none" w="sm" len="sm"/>
                <a:tailEnd type="none" w="sm" len="sm"/>
              </a:ln>
            </p:spPr>
          </p:cxnSp>
          <p:cxnSp>
            <p:nvCxnSpPr>
              <p:cNvPr id="214" name="Google Shape;214;p38"/>
              <p:cNvCxnSpPr/>
              <p:nvPr/>
            </p:nvCxnSpPr>
            <p:spPr>
              <a:xfrm rot="10800000">
                <a:off x="6038817" y="3178754"/>
                <a:ext cx="780531" cy="0"/>
              </a:xfrm>
              <a:prstGeom prst="straightConnector1">
                <a:avLst/>
              </a:prstGeom>
              <a:noFill/>
              <a:ln w="19050" cap="flat" cmpd="sng">
                <a:solidFill>
                  <a:srgbClr val="9CC2E5"/>
                </a:solidFill>
                <a:prstDash val="solid"/>
                <a:round/>
                <a:headEnd type="none" w="sm" len="sm"/>
                <a:tailEnd type="none" w="sm" len="sm"/>
              </a:ln>
            </p:spPr>
          </p:cxnSp>
        </p:grpSp>
        <p:sp>
          <p:nvSpPr>
            <p:cNvPr id="215" name="Google Shape;215;p38"/>
            <p:cNvSpPr/>
            <p:nvPr/>
          </p:nvSpPr>
          <p:spPr>
            <a:xfrm>
              <a:off x="5824419" y="2844962"/>
              <a:ext cx="498475" cy="1058516"/>
            </a:xfrm>
            <a:prstGeom prst="rect">
              <a:avLst/>
            </a:prstGeom>
            <a:solidFill>
              <a:srgbClr val="BBD6E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57" b="0" i="0" u="none" strike="noStrike" cap="none">
                <a:solidFill>
                  <a:srgbClr val="000000"/>
                </a:solidFill>
                <a:latin typeface="Arial"/>
                <a:ea typeface="Arial"/>
                <a:cs typeface="Arial"/>
                <a:sym typeface="Arial"/>
              </a:endParaRPr>
            </a:p>
          </p:txBody>
        </p:sp>
      </p:grpSp>
      <p:sp>
        <p:nvSpPr>
          <p:cNvPr id="216" name="Google Shape;216;p38"/>
          <p:cNvSpPr/>
          <p:nvPr/>
        </p:nvSpPr>
        <p:spPr>
          <a:xfrm>
            <a:off x="3207957" y="3172659"/>
            <a:ext cx="2548957" cy="106327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0" i="0" u="none" strike="noStrike" cap="none" dirty="0">
                <a:solidFill>
                  <a:srgbClr val="222A35"/>
                </a:solidFill>
                <a:latin typeface="Open Sans"/>
                <a:ea typeface="Open Sans"/>
                <a:cs typeface="Open Sans"/>
                <a:sym typeface="Open Sans"/>
              </a:rPr>
              <a:t>Scalability​</a:t>
            </a:r>
            <a:endParaRPr dirty="0"/>
          </a:p>
        </p:txBody>
      </p:sp>
      <p:sp>
        <p:nvSpPr>
          <p:cNvPr id="217" name="Google Shape;217;p38"/>
          <p:cNvSpPr/>
          <p:nvPr/>
        </p:nvSpPr>
        <p:spPr>
          <a:xfrm>
            <a:off x="4500097" y="1338078"/>
            <a:ext cx="7204867" cy="803686"/>
          </a:xfrm>
          <a:prstGeom prst="roundRect">
            <a:avLst>
              <a:gd name="adj" fmla="val 16667"/>
            </a:avLst>
          </a:prstGeom>
          <a:noFill/>
          <a:ln w="25400" cap="flat" cmpd="sng">
            <a:solidFill>
              <a:schemeClr val="accent3"/>
            </a:solidFill>
            <a:prstDash val="solid"/>
            <a:round/>
            <a:headEnd type="none" w="sm" len="sm"/>
            <a:tailEnd type="none" w="sm" len="sm"/>
          </a:ln>
        </p:spPr>
        <p:txBody>
          <a:bodyPr spcFirstLastPara="1" wrap="square" lIns="0" tIns="93950" rIns="93950" bIns="93950" anchor="ctr" anchorCtr="0">
            <a:noAutofit/>
          </a:bodyPr>
          <a:lstStyle/>
          <a:p>
            <a:pPr marL="0" marR="0" lvl="0" indent="0" algn="ctr" rtl="0">
              <a:lnSpc>
                <a:spcPct val="100000"/>
              </a:lnSpc>
              <a:spcBef>
                <a:spcPts val="0"/>
              </a:spcBef>
              <a:spcAft>
                <a:spcPts val="0"/>
              </a:spcAft>
              <a:buNone/>
            </a:pPr>
            <a:r>
              <a:rPr lang="en-US" sz="2200" b="0" i="0" u="none" strike="noStrike" cap="none">
                <a:solidFill>
                  <a:srgbClr val="44494E"/>
                </a:solidFill>
                <a:latin typeface="Open Sans"/>
                <a:ea typeface="Open Sans"/>
                <a:cs typeface="Open Sans"/>
                <a:sym typeface="Open Sans"/>
              </a:rPr>
              <a:t>Following are the few advantages of YARN:</a:t>
            </a:r>
            <a:endParaRPr sz="2200" b="0" i="0" u="none" strike="noStrike" cap="none">
              <a:solidFill>
                <a:schemeClr val="lt1"/>
              </a:solidFill>
              <a:latin typeface="Arial"/>
              <a:ea typeface="Arial"/>
              <a:cs typeface="Arial"/>
              <a:sym typeface="Arial"/>
            </a:endParaRPr>
          </a:p>
        </p:txBody>
      </p:sp>
      <p:pic>
        <p:nvPicPr>
          <p:cNvPr id="218" name="Google Shape;218;p38"/>
          <p:cNvPicPr preferRelativeResize="0"/>
          <p:nvPr/>
        </p:nvPicPr>
        <p:blipFill rotWithShape="1">
          <a:blip r:embed="rId3">
            <a:alphaModFix/>
          </a:blip>
          <a:srcRect/>
          <a:stretch/>
        </p:blipFill>
        <p:spPr>
          <a:xfrm>
            <a:off x="7009713" y="4967804"/>
            <a:ext cx="1912973" cy="1215300"/>
          </a:xfrm>
          <a:prstGeom prst="rect">
            <a:avLst/>
          </a:prstGeom>
          <a:noFill/>
          <a:ln>
            <a:noFill/>
          </a:ln>
        </p:spPr>
      </p:pic>
      <p:sp>
        <p:nvSpPr>
          <p:cNvPr id="219" name="Google Shape;219;p38"/>
          <p:cNvSpPr/>
          <p:nvPr/>
        </p:nvSpPr>
        <p:spPr>
          <a:xfrm>
            <a:off x="6838330" y="4469521"/>
            <a:ext cx="2217638" cy="2131946"/>
          </a:xfrm>
          <a:prstGeom prst="ellipse">
            <a:avLst/>
          </a:prstGeom>
          <a:noFill/>
          <a:ln w="2857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57" b="0" i="0" u="none" strike="noStrike" cap="none">
              <a:solidFill>
                <a:srgbClr val="FFFFFF"/>
              </a:solidFill>
              <a:latin typeface="Arial"/>
              <a:ea typeface="Arial"/>
              <a:cs typeface="Arial"/>
              <a:sym typeface="Arial"/>
            </a:endParaRPr>
          </a:p>
        </p:txBody>
      </p:sp>
      <p:sp>
        <p:nvSpPr>
          <p:cNvPr id="3" name="Brandline_LVC">
            <a:extLst>
              <a:ext uri="{FF2B5EF4-FFF2-40B4-BE49-F238E27FC236}">
                <a16:creationId xmlns:a16="http://schemas.microsoft.com/office/drawing/2014/main" id="{6E983AE3-FDC5-8E3E-1EFB-A735790EE636}"/>
              </a:ext>
            </a:extLst>
          </p:cNvPr>
          <p:cNvSpPr/>
          <p:nvPr/>
        </p:nvSpPr>
        <p:spPr>
          <a:xfrm>
            <a:off x="5880100" y="816324"/>
            <a:ext cx="45145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grpSp>
        <p:nvGrpSpPr>
          <p:cNvPr id="225" name="Google Shape;225;p39"/>
          <p:cNvGrpSpPr/>
          <p:nvPr/>
        </p:nvGrpSpPr>
        <p:grpSpPr>
          <a:xfrm>
            <a:off x="1620626" y="2204224"/>
            <a:ext cx="13206047" cy="1736613"/>
            <a:chOff x="2645995" y="3057542"/>
            <a:chExt cx="5121214" cy="781050"/>
          </a:xfrm>
        </p:grpSpPr>
        <p:sp>
          <p:nvSpPr>
            <p:cNvPr id="226" name="Google Shape;226;p39"/>
            <p:cNvSpPr/>
            <p:nvPr/>
          </p:nvSpPr>
          <p:spPr>
            <a:xfrm rot="5400000">
              <a:off x="4867055" y="938437"/>
              <a:ext cx="781049" cy="5019258"/>
            </a:xfrm>
            <a:prstGeom prst="round2SameRect">
              <a:avLst>
                <a:gd name="adj1" fmla="val 21545"/>
                <a:gd name="adj2" fmla="val 0"/>
              </a:avLst>
            </a:prstGeom>
            <a:solidFill>
              <a:schemeClr val="lt1"/>
            </a:solidFill>
            <a:ln w="2540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grpSp>
          <p:nvGrpSpPr>
            <p:cNvPr id="227" name="Google Shape;227;p39"/>
            <p:cNvGrpSpPr/>
            <p:nvPr/>
          </p:nvGrpSpPr>
          <p:grpSpPr>
            <a:xfrm rot="-5400000">
              <a:off x="2631708" y="3071830"/>
              <a:ext cx="781049" cy="752475"/>
              <a:chOff x="2747961" y="3594100"/>
              <a:chExt cx="781049" cy="752475"/>
            </a:xfrm>
          </p:grpSpPr>
          <p:grpSp>
            <p:nvGrpSpPr>
              <p:cNvPr id="228" name="Google Shape;228;p39"/>
              <p:cNvGrpSpPr/>
              <p:nvPr/>
            </p:nvGrpSpPr>
            <p:grpSpPr>
              <a:xfrm>
                <a:off x="2747961" y="3594100"/>
                <a:ext cx="781049" cy="752475"/>
                <a:chOff x="1731" y="2264"/>
                <a:chExt cx="492" cy="474"/>
              </a:xfrm>
            </p:grpSpPr>
            <p:sp>
              <p:nvSpPr>
                <p:cNvPr id="229" name="Google Shape;229;p39"/>
                <p:cNvSpPr/>
                <p:nvPr/>
              </p:nvSpPr>
              <p:spPr>
                <a:xfrm>
                  <a:off x="1786" y="2264"/>
                  <a:ext cx="379" cy="474"/>
                </a:xfrm>
                <a:custGeom>
                  <a:avLst/>
                  <a:gdLst/>
                  <a:ahLst/>
                  <a:cxnLst/>
                  <a:rect l="l" t="t" r="r" b="b"/>
                  <a:pathLst>
                    <a:path w="379" h="474" extrusionOk="0">
                      <a:moveTo>
                        <a:pt x="0" y="0"/>
                      </a:moveTo>
                      <a:lnTo>
                        <a:pt x="379" y="0"/>
                      </a:lnTo>
                      <a:lnTo>
                        <a:pt x="379" y="474"/>
                      </a:lnTo>
                      <a:lnTo>
                        <a:pt x="0" y="474"/>
                      </a:lnTo>
                      <a:lnTo>
                        <a:pt x="0" y="0"/>
                      </a:lnTo>
                      <a:lnTo>
                        <a:pt x="0" y="0"/>
                      </a:lnTo>
                      <a:close/>
                    </a:path>
                  </a:pathLst>
                </a:custGeom>
                <a:solidFill>
                  <a:srgbClr val="DDEAF6"/>
                </a:solidFill>
                <a:ln w="9525" cap="flat" cmpd="sng">
                  <a:solidFill>
                    <a:srgbClr val="000000"/>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30" name="Google Shape;230;p39"/>
                <p:cNvSpPr/>
                <p:nvPr/>
              </p:nvSpPr>
              <p:spPr>
                <a:xfrm>
                  <a:off x="2165" y="2264"/>
                  <a:ext cx="58" cy="65"/>
                </a:xfrm>
                <a:custGeom>
                  <a:avLst/>
                  <a:gdLst/>
                  <a:ahLst/>
                  <a:cxnLst/>
                  <a:rect l="l" t="t" r="r" b="b"/>
                  <a:pathLst>
                    <a:path w="24" h="27" extrusionOk="0">
                      <a:moveTo>
                        <a:pt x="0" y="27"/>
                      </a:moveTo>
                      <a:cubicBezTo>
                        <a:pt x="0" y="0"/>
                        <a:pt x="0" y="0"/>
                        <a:pt x="0" y="0"/>
                      </a:cubicBezTo>
                      <a:cubicBezTo>
                        <a:pt x="0" y="0"/>
                        <a:pt x="1" y="0"/>
                        <a:pt x="1" y="0"/>
                      </a:cubicBezTo>
                      <a:cubicBezTo>
                        <a:pt x="14" y="0"/>
                        <a:pt x="24" y="10"/>
                        <a:pt x="24" y="23"/>
                      </a:cubicBezTo>
                      <a:cubicBezTo>
                        <a:pt x="24" y="24"/>
                        <a:pt x="24" y="26"/>
                        <a:pt x="23" y="27"/>
                      </a:cubicBezTo>
                      <a:cubicBezTo>
                        <a:pt x="0" y="27"/>
                        <a:pt x="0" y="27"/>
                        <a:pt x="0" y="27"/>
                      </a:cubicBezTo>
                      <a:close/>
                    </a:path>
                  </a:pathLst>
                </a:custGeom>
                <a:solidFill>
                  <a:srgbClr val="DDEAF6"/>
                </a:solidFill>
                <a:ln w="9525" cap="flat" cmpd="sng">
                  <a:solidFill>
                    <a:srgbClr val="000000"/>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31" name="Google Shape;231;p39"/>
                <p:cNvSpPr/>
                <p:nvPr/>
              </p:nvSpPr>
              <p:spPr>
                <a:xfrm>
                  <a:off x="1731" y="2264"/>
                  <a:ext cx="55" cy="65"/>
                </a:xfrm>
                <a:custGeom>
                  <a:avLst/>
                  <a:gdLst/>
                  <a:ahLst/>
                  <a:cxnLst/>
                  <a:rect l="l" t="t" r="r" b="b"/>
                  <a:pathLst>
                    <a:path w="23" h="27" extrusionOk="0">
                      <a:moveTo>
                        <a:pt x="23" y="27"/>
                      </a:moveTo>
                      <a:cubicBezTo>
                        <a:pt x="23" y="0"/>
                        <a:pt x="23" y="0"/>
                        <a:pt x="23" y="0"/>
                      </a:cubicBezTo>
                      <a:cubicBezTo>
                        <a:pt x="23" y="0"/>
                        <a:pt x="23" y="0"/>
                        <a:pt x="22" y="0"/>
                      </a:cubicBezTo>
                      <a:cubicBezTo>
                        <a:pt x="10" y="0"/>
                        <a:pt x="0" y="10"/>
                        <a:pt x="0" y="23"/>
                      </a:cubicBezTo>
                      <a:cubicBezTo>
                        <a:pt x="0" y="24"/>
                        <a:pt x="0" y="26"/>
                        <a:pt x="0" y="27"/>
                      </a:cubicBezTo>
                      <a:cubicBezTo>
                        <a:pt x="23" y="27"/>
                        <a:pt x="23" y="27"/>
                        <a:pt x="23" y="27"/>
                      </a:cubicBezTo>
                      <a:close/>
                    </a:path>
                  </a:pathLst>
                </a:custGeom>
                <a:solidFill>
                  <a:srgbClr val="DDEAF6"/>
                </a:solidFill>
                <a:ln w="9525" cap="flat" cmpd="sng">
                  <a:solidFill>
                    <a:srgbClr val="000000"/>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grpSp>
          <p:sp>
            <p:nvSpPr>
              <p:cNvPr id="232" name="Google Shape;232;p39"/>
              <p:cNvSpPr txBox="1"/>
              <p:nvPr/>
            </p:nvSpPr>
            <p:spPr>
              <a:xfrm rot="5400000">
                <a:off x="3040518" y="3819078"/>
                <a:ext cx="195939" cy="205617"/>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01</a:t>
                </a:r>
                <a:endParaRPr/>
              </a:p>
            </p:txBody>
          </p:sp>
        </p:grpSp>
      </p:grpSp>
      <p:sp>
        <p:nvSpPr>
          <p:cNvPr id="233" name="Google Shape;233;p39"/>
          <p:cNvSpPr/>
          <p:nvPr/>
        </p:nvSpPr>
        <p:spPr>
          <a:xfrm>
            <a:off x="3823942" y="2675355"/>
            <a:ext cx="10548520" cy="846514"/>
          </a:xfrm>
          <a:prstGeom prst="rect">
            <a:avLst/>
          </a:prstGeom>
          <a:noFill/>
          <a:ln>
            <a:noFill/>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Scalability: </a:t>
            </a:r>
            <a:r>
              <a:rPr lang="en-US" sz="2200" b="0" i="0" u="none" strike="noStrike" cap="none">
                <a:solidFill>
                  <a:srgbClr val="3F3F3F"/>
                </a:solidFill>
                <a:latin typeface="Open Sans"/>
                <a:ea typeface="Open Sans"/>
                <a:cs typeface="Open Sans"/>
                <a:sym typeface="Open Sans"/>
              </a:rPr>
              <a:t>Hadoop can extend and manage thousands of nodes and clusters due to the Scheduler in the YARN architecture’s Resource Manager.</a:t>
            </a:r>
            <a:endParaRPr/>
          </a:p>
        </p:txBody>
      </p:sp>
      <p:grpSp>
        <p:nvGrpSpPr>
          <p:cNvPr id="234" name="Google Shape;234;p39"/>
          <p:cNvGrpSpPr/>
          <p:nvPr/>
        </p:nvGrpSpPr>
        <p:grpSpPr>
          <a:xfrm>
            <a:off x="1620627" y="5004848"/>
            <a:ext cx="13206048" cy="1736613"/>
            <a:chOff x="2645993" y="3057541"/>
            <a:chExt cx="5073866" cy="781050"/>
          </a:xfrm>
        </p:grpSpPr>
        <p:sp>
          <p:nvSpPr>
            <p:cNvPr id="235" name="Google Shape;235;p39"/>
            <p:cNvSpPr/>
            <p:nvPr/>
          </p:nvSpPr>
          <p:spPr>
            <a:xfrm rot="5400000">
              <a:off x="4797023" y="915755"/>
              <a:ext cx="781049" cy="5064623"/>
            </a:xfrm>
            <a:prstGeom prst="round2SameRect">
              <a:avLst>
                <a:gd name="adj1" fmla="val 21545"/>
                <a:gd name="adj2" fmla="val 6122"/>
              </a:avLst>
            </a:prstGeom>
            <a:solidFill>
              <a:schemeClr val="lt1"/>
            </a:solidFill>
            <a:ln w="25400" cap="flat" cmpd="sng">
              <a:solidFill>
                <a:srgbClr val="FBE4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650" b="0" i="0" u="none" strike="noStrike" cap="none" dirty="0">
                <a:solidFill>
                  <a:srgbClr val="3F3F3F"/>
                </a:solidFill>
                <a:latin typeface="Open Sans"/>
                <a:ea typeface="Open Sans"/>
                <a:cs typeface="Open Sans"/>
                <a:sym typeface="Open Sans"/>
              </a:endParaRPr>
            </a:p>
          </p:txBody>
        </p:sp>
        <p:grpSp>
          <p:nvGrpSpPr>
            <p:cNvPr id="236" name="Google Shape;236;p39"/>
            <p:cNvGrpSpPr/>
            <p:nvPr/>
          </p:nvGrpSpPr>
          <p:grpSpPr>
            <a:xfrm rot="-5400000">
              <a:off x="2631706" y="3071828"/>
              <a:ext cx="781049" cy="752475"/>
              <a:chOff x="2747961" y="3594100"/>
              <a:chExt cx="781049" cy="752475"/>
            </a:xfrm>
          </p:grpSpPr>
          <p:grpSp>
            <p:nvGrpSpPr>
              <p:cNvPr id="237" name="Google Shape;237;p39"/>
              <p:cNvGrpSpPr/>
              <p:nvPr/>
            </p:nvGrpSpPr>
            <p:grpSpPr>
              <a:xfrm>
                <a:off x="2747961" y="3594100"/>
                <a:ext cx="781049" cy="752475"/>
                <a:chOff x="1731" y="2264"/>
                <a:chExt cx="492" cy="474"/>
              </a:xfrm>
            </p:grpSpPr>
            <p:sp>
              <p:nvSpPr>
                <p:cNvPr id="238" name="Google Shape;238;p39"/>
                <p:cNvSpPr/>
                <p:nvPr/>
              </p:nvSpPr>
              <p:spPr>
                <a:xfrm>
                  <a:off x="1786" y="2264"/>
                  <a:ext cx="379" cy="474"/>
                </a:xfrm>
                <a:custGeom>
                  <a:avLst/>
                  <a:gdLst/>
                  <a:ahLst/>
                  <a:cxnLst/>
                  <a:rect l="l" t="t" r="r" b="b"/>
                  <a:pathLst>
                    <a:path w="379" h="474" extrusionOk="0">
                      <a:moveTo>
                        <a:pt x="0" y="0"/>
                      </a:moveTo>
                      <a:lnTo>
                        <a:pt x="379" y="0"/>
                      </a:lnTo>
                      <a:lnTo>
                        <a:pt x="379" y="474"/>
                      </a:lnTo>
                      <a:lnTo>
                        <a:pt x="0" y="474"/>
                      </a:lnTo>
                      <a:lnTo>
                        <a:pt x="0" y="0"/>
                      </a:lnTo>
                      <a:lnTo>
                        <a:pt x="0" y="0"/>
                      </a:lnTo>
                      <a:close/>
                    </a:path>
                  </a:pathLst>
                </a:custGeom>
                <a:solidFill>
                  <a:srgbClr val="FBE4D4"/>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39" name="Google Shape;239;p39"/>
                <p:cNvSpPr/>
                <p:nvPr/>
              </p:nvSpPr>
              <p:spPr>
                <a:xfrm>
                  <a:off x="2165" y="2264"/>
                  <a:ext cx="58" cy="65"/>
                </a:xfrm>
                <a:custGeom>
                  <a:avLst/>
                  <a:gdLst/>
                  <a:ahLst/>
                  <a:cxnLst/>
                  <a:rect l="l" t="t" r="r" b="b"/>
                  <a:pathLst>
                    <a:path w="24" h="27" extrusionOk="0">
                      <a:moveTo>
                        <a:pt x="0" y="27"/>
                      </a:moveTo>
                      <a:cubicBezTo>
                        <a:pt x="0" y="0"/>
                        <a:pt x="0" y="0"/>
                        <a:pt x="0" y="0"/>
                      </a:cubicBezTo>
                      <a:cubicBezTo>
                        <a:pt x="0" y="0"/>
                        <a:pt x="1" y="0"/>
                        <a:pt x="1" y="0"/>
                      </a:cubicBezTo>
                      <a:cubicBezTo>
                        <a:pt x="14" y="0"/>
                        <a:pt x="24" y="10"/>
                        <a:pt x="24" y="23"/>
                      </a:cubicBezTo>
                      <a:cubicBezTo>
                        <a:pt x="24" y="24"/>
                        <a:pt x="24" y="26"/>
                        <a:pt x="23" y="27"/>
                      </a:cubicBezTo>
                      <a:cubicBezTo>
                        <a:pt x="0" y="27"/>
                        <a:pt x="0" y="27"/>
                        <a:pt x="0" y="27"/>
                      </a:cubicBezTo>
                      <a:close/>
                    </a:path>
                  </a:pathLst>
                </a:custGeom>
                <a:solidFill>
                  <a:srgbClr val="FBE4D4"/>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40" name="Google Shape;240;p39"/>
                <p:cNvSpPr/>
                <p:nvPr/>
              </p:nvSpPr>
              <p:spPr>
                <a:xfrm>
                  <a:off x="1731" y="2264"/>
                  <a:ext cx="55" cy="65"/>
                </a:xfrm>
                <a:custGeom>
                  <a:avLst/>
                  <a:gdLst/>
                  <a:ahLst/>
                  <a:cxnLst/>
                  <a:rect l="l" t="t" r="r" b="b"/>
                  <a:pathLst>
                    <a:path w="23" h="27" extrusionOk="0">
                      <a:moveTo>
                        <a:pt x="23" y="27"/>
                      </a:moveTo>
                      <a:cubicBezTo>
                        <a:pt x="23" y="0"/>
                        <a:pt x="23" y="0"/>
                        <a:pt x="23" y="0"/>
                      </a:cubicBezTo>
                      <a:cubicBezTo>
                        <a:pt x="23" y="0"/>
                        <a:pt x="23" y="0"/>
                        <a:pt x="22" y="0"/>
                      </a:cubicBezTo>
                      <a:cubicBezTo>
                        <a:pt x="10" y="0"/>
                        <a:pt x="0" y="10"/>
                        <a:pt x="0" y="23"/>
                      </a:cubicBezTo>
                      <a:cubicBezTo>
                        <a:pt x="0" y="24"/>
                        <a:pt x="0" y="26"/>
                        <a:pt x="0" y="27"/>
                      </a:cubicBezTo>
                      <a:cubicBezTo>
                        <a:pt x="23" y="27"/>
                        <a:pt x="23" y="27"/>
                        <a:pt x="23" y="27"/>
                      </a:cubicBezTo>
                      <a:close/>
                    </a:path>
                  </a:pathLst>
                </a:custGeom>
                <a:solidFill>
                  <a:srgbClr val="FBE4D4"/>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grpSp>
          <p:sp>
            <p:nvSpPr>
              <p:cNvPr id="241" name="Google Shape;241;p39"/>
              <p:cNvSpPr txBox="1"/>
              <p:nvPr/>
            </p:nvSpPr>
            <p:spPr>
              <a:xfrm rot="5400000">
                <a:off x="3040516" y="3774364"/>
                <a:ext cx="195939" cy="205617"/>
              </a:xfrm>
              <a:prstGeom prst="rect">
                <a:avLst/>
              </a:prstGeom>
              <a:noFill/>
              <a:ln w="9525" cap="flat" cmpd="sng">
                <a:solidFill>
                  <a:srgbClr val="FBE4D4"/>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02</a:t>
                </a:r>
                <a:endParaRPr/>
              </a:p>
            </p:txBody>
          </p:sp>
        </p:grpSp>
      </p:grpSp>
      <p:sp>
        <p:nvSpPr>
          <p:cNvPr id="242" name="Google Shape;242;p39"/>
          <p:cNvSpPr/>
          <p:nvPr/>
        </p:nvSpPr>
        <p:spPr>
          <a:xfrm>
            <a:off x="3795544" y="5449898"/>
            <a:ext cx="10425275" cy="846514"/>
          </a:xfrm>
          <a:prstGeom prst="rect">
            <a:avLst/>
          </a:prstGeom>
          <a:noFill/>
          <a:ln>
            <a:noFill/>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Compatibility: </a:t>
            </a:r>
            <a:r>
              <a:rPr lang="en-US" sz="2200" b="0" i="0" u="none" strike="noStrike" cap="none">
                <a:solidFill>
                  <a:srgbClr val="3F3F3F"/>
                </a:solidFill>
                <a:latin typeface="Open Sans"/>
                <a:ea typeface="Open Sans"/>
                <a:cs typeface="Open Sans"/>
                <a:sym typeface="Open Sans"/>
              </a:rPr>
              <a:t>YARN maintains the functionality of the existing MapReduce applications while also making them compatible with Hadoop 1.0.</a:t>
            </a:r>
            <a:endParaRPr/>
          </a:p>
        </p:txBody>
      </p:sp>
      <p:sp>
        <p:nvSpPr>
          <p:cNvPr id="243" name="Google Shape;24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latin typeface="Open Sans"/>
                <a:ea typeface="Open Sans"/>
                <a:cs typeface="Open Sans"/>
                <a:sym typeface="Open Sans"/>
              </a:rPr>
              <a:t>Advantages of YARN</a:t>
            </a:r>
            <a:endParaRPr/>
          </a:p>
        </p:txBody>
      </p:sp>
      <p:sp>
        <p:nvSpPr>
          <p:cNvPr id="3" name="Brandline_LVC">
            <a:extLst>
              <a:ext uri="{FF2B5EF4-FFF2-40B4-BE49-F238E27FC236}">
                <a16:creationId xmlns:a16="http://schemas.microsoft.com/office/drawing/2014/main" id="{CFECEC91-E02F-C335-E1B4-75918CBC07FA}"/>
              </a:ext>
            </a:extLst>
          </p:cNvPr>
          <p:cNvSpPr/>
          <p:nvPr/>
        </p:nvSpPr>
        <p:spPr>
          <a:xfrm>
            <a:off x="5880100" y="816324"/>
            <a:ext cx="45145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pSp>
        <p:nvGrpSpPr>
          <p:cNvPr id="250" name="Google Shape;250;p40"/>
          <p:cNvGrpSpPr/>
          <p:nvPr/>
        </p:nvGrpSpPr>
        <p:grpSpPr>
          <a:xfrm>
            <a:off x="1620632" y="2224541"/>
            <a:ext cx="13206038" cy="1736619"/>
            <a:chOff x="2645998" y="3057542"/>
            <a:chExt cx="5121211" cy="781053"/>
          </a:xfrm>
        </p:grpSpPr>
        <p:sp>
          <p:nvSpPr>
            <p:cNvPr id="251" name="Google Shape;251;p40"/>
            <p:cNvSpPr/>
            <p:nvPr/>
          </p:nvSpPr>
          <p:spPr>
            <a:xfrm rot="5400000">
              <a:off x="4867055" y="938437"/>
              <a:ext cx="781049" cy="5019258"/>
            </a:xfrm>
            <a:prstGeom prst="round2SameRect">
              <a:avLst>
                <a:gd name="adj1" fmla="val 21545"/>
                <a:gd name="adj2" fmla="val 0"/>
              </a:avLst>
            </a:prstGeom>
            <a:solidFill>
              <a:schemeClr val="lt1"/>
            </a:solidFill>
            <a:ln w="2540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grpSp>
          <p:nvGrpSpPr>
            <p:cNvPr id="252" name="Google Shape;252;p40"/>
            <p:cNvGrpSpPr/>
            <p:nvPr/>
          </p:nvGrpSpPr>
          <p:grpSpPr>
            <a:xfrm rot="-5400000">
              <a:off x="2631711" y="3071833"/>
              <a:ext cx="781049" cy="752475"/>
              <a:chOff x="2747961" y="3594100"/>
              <a:chExt cx="781049" cy="752475"/>
            </a:xfrm>
          </p:grpSpPr>
          <p:grpSp>
            <p:nvGrpSpPr>
              <p:cNvPr id="253" name="Google Shape;253;p40"/>
              <p:cNvGrpSpPr/>
              <p:nvPr/>
            </p:nvGrpSpPr>
            <p:grpSpPr>
              <a:xfrm>
                <a:off x="2747961" y="3594100"/>
                <a:ext cx="781049" cy="752475"/>
                <a:chOff x="1731" y="2264"/>
                <a:chExt cx="492" cy="474"/>
              </a:xfrm>
            </p:grpSpPr>
            <p:sp>
              <p:nvSpPr>
                <p:cNvPr id="254" name="Google Shape;254;p40"/>
                <p:cNvSpPr/>
                <p:nvPr/>
              </p:nvSpPr>
              <p:spPr>
                <a:xfrm>
                  <a:off x="1786" y="2264"/>
                  <a:ext cx="379" cy="474"/>
                </a:xfrm>
                <a:custGeom>
                  <a:avLst/>
                  <a:gdLst/>
                  <a:ahLst/>
                  <a:cxnLst/>
                  <a:rect l="l" t="t" r="r" b="b"/>
                  <a:pathLst>
                    <a:path w="379" h="474" extrusionOk="0">
                      <a:moveTo>
                        <a:pt x="0" y="0"/>
                      </a:moveTo>
                      <a:lnTo>
                        <a:pt x="379" y="0"/>
                      </a:lnTo>
                      <a:lnTo>
                        <a:pt x="379" y="474"/>
                      </a:lnTo>
                      <a:lnTo>
                        <a:pt x="0" y="474"/>
                      </a:lnTo>
                      <a:lnTo>
                        <a:pt x="0" y="0"/>
                      </a:lnTo>
                      <a:lnTo>
                        <a:pt x="0" y="0"/>
                      </a:lnTo>
                      <a:close/>
                    </a:path>
                  </a:pathLst>
                </a:custGeom>
                <a:solidFill>
                  <a:srgbClr val="F2F2F2"/>
                </a:solidFill>
                <a:ln w="9525" cap="flat" cmpd="sng">
                  <a:solidFill>
                    <a:srgbClr val="000000"/>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55" name="Google Shape;255;p40"/>
                <p:cNvSpPr/>
                <p:nvPr/>
              </p:nvSpPr>
              <p:spPr>
                <a:xfrm>
                  <a:off x="2165" y="2264"/>
                  <a:ext cx="58" cy="65"/>
                </a:xfrm>
                <a:custGeom>
                  <a:avLst/>
                  <a:gdLst/>
                  <a:ahLst/>
                  <a:cxnLst/>
                  <a:rect l="l" t="t" r="r" b="b"/>
                  <a:pathLst>
                    <a:path w="24" h="27" extrusionOk="0">
                      <a:moveTo>
                        <a:pt x="0" y="27"/>
                      </a:moveTo>
                      <a:cubicBezTo>
                        <a:pt x="0" y="0"/>
                        <a:pt x="0" y="0"/>
                        <a:pt x="0" y="0"/>
                      </a:cubicBezTo>
                      <a:cubicBezTo>
                        <a:pt x="0" y="0"/>
                        <a:pt x="1" y="0"/>
                        <a:pt x="1" y="0"/>
                      </a:cubicBezTo>
                      <a:cubicBezTo>
                        <a:pt x="14" y="0"/>
                        <a:pt x="24" y="10"/>
                        <a:pt x="24" y="23"/>
                      </a:cubicBezTo>
                      <a:cubicBezTo>
                        <a:pt x="24" y="24"/>
                        <a:pt x="24" y="26"/>
                        <a:pt x="23" y="27"/>
                      </a:cubicBezTo>
                      <a:cubicBezTo>
                        <a:pt x="0" y="27"/>
                        <a:pt x="0" y="27"/>
                        <a:pt x="0" y="27"/>
                      </a:cubicBezTo>
                      <a:close/>
                    </a:path>
                  </a:pathLst>
                </a:custGeom>
                <a:solidFill>
                  <a:srgbClr val="F2F2F2"/>
                </a:solidFill>
                <a:ln w="9525" cap="flat" cmpd="sng">
                  <a:solidFill>
                    <a:srgbClr val="000000"/>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56" name="Google Shape;256;p40"/>
                <p:cNvSpPr/>
                <p:nvPr/>
              </p:nvSpPr>
              <p:spPr>
                <a:xfrm>
                  <a:off x="1731" y="2264"/>
                  <a:ext cx="55" cy="65"/>
                </a:xfrm>
                <a:custGeom>
                  <a:avLst/>
                  <a:gdLst/>
                  <a:ahLst/>
                  <a:cxnLst/>
                  <a:rect l="l" t="t" r="r" b="b"/>
                  <a:pathLst>
                    <a:path w="23" h="27" extrusionOk="0">
                      <a:moveTo>
                        <a:pt x="23" y="27"/>
                      </a:moveTo>
                      <a:cubicBezTo>
                        <a:pt x="23" y="0"/>
                        <a:pt x="23" y="0"/>
                        <a:pt x="23" y="0"/>
                      </a:cubicBezTo>
                      <a:cubicBezTo>
                        <a:pt x="23" y="0"/>
                        <a:pt x="23" y="0"/>
                        <a:pt x="22" y="0"/>
                      </a:cubicBezTo>
                      <a:cubicBezTo>
                        <a:pt x="10" y="0"/>
                        <a:pt x="0" y="10"/>
                        <a:pt x="0" y="23"/>
                      </a:cubicBezTo>
                      <a:cubicBezTo>
                        <a:pt x="0" y="24"/>
                        <a:pt x="0" y="26"/>
                        <a:pt x="0" y="27"/>
                      </a:cubicBezTo>
                      <a:cubicBezTo>
                        <a:pt x="23" y="27"/>
                        <a:pt x="23" y="27"/>
                        <a:pt x="23" y="27"/>
                      </a:cubicBezTo>
                      <a:close/>
                    </a:path>
                  </a:pathLst>
                </a:custGeom>
                <a:solidFill>
                  <a:srgbClr val="F2F2F2"/>
                </a:solidFill>
                <a:ln w="9525" cap="flat" cmpd="sng">
                  <a:solidFill>
                    <a:srgbClr val="000000"/>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grpSp>
          <p:sp>
            <p:nvSpPr>
              <p:cNvPr id="257" name="Google Shape;257;p40"/>
              <p:cNvSpPr txBox="1"/>
              <p:nvPr/>
            </p:nvSpPr>
            <p:spPr>
              <a:xfrm rot="5400000">
                <a:off x="3040518" y="3819078"/>
                <a:ext cx="195939" cy="205617"/>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03</a:t>
                </a:r>
                <a:endParaRPr/>
              </a:p>
            </p:txBody>
          </p:sp>
        </p:grpSp>
      </p:grpSp>
      <p:sp>
        <p:nvSpPr>
          <p:cNvPr id="258" name="Google Shape;258;p40"/>
          <p:cNvSpPr/>
          <p:nvPr/>
        </p:nvSpPr>
        <p:spPr>
          <a:xfrm>
            <a:off x="3823942" y="2649271"/>
            <a:ext cx="10548520" cy="846514"/>
          </a:xfrm>
          <a:prstGeom prst="rect">
            <a:avLst/>
          </a:prstGeom>
          <a:noFill/>
          <a:ln>
            <a:noFill/>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Cluster utilization: </a:t>
            </a:r>
            <a:r>
              <a:rPr lang="en-US" sz="2200" b="0" i="0" u="none" strike="noStrike" cap="none">
                <a:solidFill>
                  <a:srgbClr val="3F3F3F"/>
                </a:solidFill>
                <a:latin typeface="Open Sans"/>
                <a:ea typeface="Open Sans"/>
                <a:cs typeface="Open Sans"/>
                <a:sym typeface="Open Sans"/>
              </a:rPr>
              <a:t>As YARN supports dynamic cluster utilization in Hadoop, it will also enable optimized cluster utilization.</a:t>
            </a:r>
            <a:endParaRPr sz="2200" b="0" i="0" u="none" strike="noStrike" cap="none">
              <a:solidFill>
                <a:srgbClr val="3F3F3F"/>
              </a:solidFill>
              <a:latin typeface="Open Sans"/>
              <a:ea typeface="Open Sans"/>
              <a:cs typeface="Open Sans"/>
              <a:sym typeface="Open Sans"/>
            </a:endParaRPr>
          </a:p>
        </p:txBody>
      </p:sp>
      <p:grpSp>
        <p:nvGrpSpPr>
          <p:cNvPr id="259" name="Google Shape;259;p40"/>
          <p:cNvGrpSpPr/>
          <p:nvPr/>
        </p:nvGrpSpPr>
        <p:grpSpPr>
          <a:xfrm>
            <a:off x="1743866" y="5004849"/>
            <a:ext cx="12964747" cy="1736611"/>
            <a:chOff x="2645993" y="3057541"/>
            <a:chExt cx="5027641" cy="781049"/>
          </a:xfrm>
        </p:grpSpPr>
        <p:sp>
          <p:nvSpPr>
            <p:cNvPr id="260" name="Google Shape;260;p40"/>
            <p:cNvSpPr/>
            <p:nvPr/>
          </p:nvSpPr>
          <p:spPr>
            <a:xfrm rot="5400000">
              <a:off x="4773480" y="938437"/>
              <a:ext cx="781049" cy="5019258"/>
            </a:xfrm>
            <a:prstGeom prst="round2SameRect">
              <a:avLst>
                <a:gd name="adj1" fmla="val 22276"/>
                <a:gd name="adj2" fmla="val 23673"/>
              </a:avLst>
            </a:prstGeom>
            <a:solidFill>
              <a:schemeClr val="lt1"/>
            </a:solidFill>
            <a:ln w="25400" cap="flat" cmpd="sng">
              <a:solidFill>
                <a:srgbClr val="FBE4D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650" b="0" i="0" u="none" strike="noStrike" cap="none" dirty="0">
                <a:solidFill>
                  <a:srgbClr val="3F3F3F"/>
                </a:solidFill>
                <a:latin typeface="Open Sans"/>
                <a:ea typeface="Open Sans"/>
                <a:cs typeface="Open Sans"/>
                <a:sym typeface="Open Sans"/>
              </a:endParaRPr>
            </a:p>
          </p:txBody>
        </p:sp>
        <p:grpSp>
          <p:nvGrpSpPr>
            <p:cNvPr id="261" name="Google Shape;261;p40"/>
            <p:cNvGrpSpPr/>
            <p:nvPr/>
          </p:nvGrpSpPr>
          <p:grpSpPr>
            <a:xfrm rot="-5400000">
              <a:off x="2631706" y="3071828"/>
              <a:ext cx="781049" cy="752475"/>
              <a:chOff x="2747961" y="3594100"/>
              <a:chExt cx="781049" cy="752475"/>
            </a:xfrm>
          </p:grpSpPr>
          <p:grpSp>
            <p:nvGrpSpPr>
              <p:cNvPr id="262" name="Google Shape;262;p40"/>
              <p:cNvGrpSpPr/>
              <p:nvPr/>
            </p:nvGrpSpPr>
            <p:grpSpPr>
              <a:xfrm>
                <a:off x="2747961" y="3594100"/>
                <a:ext cx="781049" cy="752475"/>
                <a:chOff x="1731" y="2264"/>
                <a:chExt cx="492" cy="474"/>
              </a:xfrm>
            </p:grpSpPr>
            <p:sp>
              <p:nvSpPr>
                <p:cNvPr id="263" name="Google Shape;263;p40"/>
                <p:cNvSpPr/>
                <p:nvPr/>
              </p:nvSpPr>
              <p:spPr>
                <a:xfrm>
                  <a:off x="1786" y="2264"/>
                  <a:ext cx="379" cy="474"/>
                </a:xfrm>
                <a:custGeom>
                  <a:avLst/>
                  <a:gdLst/>
                  <a:ahLst/>
                  <a:cxnLst/>
                  <a:rect l="l" t="t" r="r" b="b"/>
                  <a:pathLst>
                    <a:path w="379" h="474" extrusionOk="0">
                      <a:moveTo>
                        <a:pt x="0" y="0"/>
                      </a:moveTo>
                      <a:lnTo>
                        <a:pt x="379" y="0"/>
                      </a:lnTo>
                      <a:lnTo>
                        <a:pt x="379" y="474"/>
                      </a:lnTo>
                      <a:lnTo>
                        <a:pt x="0" y="474"/>
                      </a:lnTo>
                      <a:lnTo>
                        <a:pt x="0" y="0"/>
                      </a:lnTo>
                      <a:lnTo>
                        <a:pt x="0" y="0"/>
                      </a:lnTo>
                      <a:close/>
                    </a:path>
                  </a:pathLst>
                </a:cu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64" name="Google Shape;264;p40"/>
                <p:cNvSpPr/>
                <p:nvPr/>
              </p:nvSpPr>
              <p:spPr>
                <a:xfrm>
                  <a:off x="2165" y="2264"/>
                  <a:ext cx="58" cy="65"/>
                </a:xfrm>
                <a:custGeom>
                  <a:avLst/>
                  <a:gdLst/>
                  <a:ahLst/>
                  <a:cxnLst/>
                  <a:rect l="l" t="t" r="r" b="b"/>
                  <a:pathLst>
                    <a:path w="24" h="27" extrusionOk="0">
                      <a:moveTo>
                        <a:pt x="0" y="27"/>
                      </a:moveTo>
                      <a:cubicBezTo>
                        <a:pt x="0" y="0"/>
                        <a:pt x="0" y="0"/>
                        <a:pt x="0" y="0"/>
                      </a:cubicBezTo>
                      <a:cubicBezTo>
                        <a:pt x="0" y="0"/>
                        <a:pt x="1" y="0"/>
                        <a:pt x="1" y="0"/>
                      </a:cubicBezTo>
                      <a:cubicBezTo>
                        <a:pt x="14" y="0"/>
                        <a:pt x="24" y="10"/>
                        <a:pt x="24" y="23"/>
                      </a:cubicBezTo>
                      <a:cubicBezTo>
                        <a:pt x="24" y="24"/>
                        <a:pt x="24" y="26"/>
                        <a:pt x="23" y="27"/>
                      </a:cubicBezTo>
                      <a:cubicBezTo>
                        <a:pt x="0" y="27"/>
                        <a:pt x="0" y="27"/>
                        <a:pt x="0" y="27"/>
                      </a:cubicBezTo>
                      <a:close/>
                    </a:path>
                  </a:pathLst>
                </a:cu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sp>
              <p:nvSpPr>
                <p:cNvPr id="265" name="Google Shape;265;p40"/>
                <p:cNvSpPr/>
                <p:nvPr/>
              </p:nvSpPr>
              <p:spPr>
                <a:xfrm>
                  <a:off x="1731" y="2264"/>
                  <a:ext cx="55" cy="65"/>
                </a:xfrm>
                <a:custGeom>
                  <a:avLst/>
                  <a:gdLst/>
                  <a:ahLst/>
                  <a:cxnLst/>
                  <a:rect l="l" t="t" r="r" b="b"/>
                  <a:pathLst>
                    <a:path w="23" h="27" extrusionOk="0">
                      <a:moveTo>
                        <a:pt x="23" y="27"/>
                      </a:moveTo>
                      <a:cubicBezTo>
                        <a:pt x="23" y="0"/>
                        <a:pt x="23" y="0"/>
                        <a:pt x="23" y="0"/>
                      </a:cubicBezTo>
                      <a:cubicBezTo>
                        <a:pt x="23" y="0"/>
                        <a:pt x="23" y="0"/>
                        <a:pt x="22" y="0"/>
                      </a:cubicBezTo>
                      <a:cubicBezTo>
                        <a:pt x="10" y="0"/>
                        <a:pt x="0" y="10"/>
                        <a:pt x="0" y="23"/>
                      </a:cubicBezTo>
                      <a:cubicBezTo>
                        <a:pt x="0" y="24"/>
                        <a:pt x="0" y="26"/>
                        <a:pt x="0" y="27"/>
                      </a:cubicBezTo>
                      <a:cubicBezTo>
                        <a:pt x="23" y="27"/>
                        <a:pt x="23" y="27"/>
                        <a:pt x="23" y="27"/>
                      </a:cubicBezTo>
                      <a:close/>
                    </a:path>
                  </a:pathLst>
                </a:cu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0" marR="0" lvl="0" indent="0" algn="l" rtl="0">
                    <a:lnSpc>
                      <a:spcPct val="115000"/>
                    </a:lnSpc>
                    <a:spcBef>
                      <a:spcPts val="0"/>
                    </a:spcBef>
                    <a:spcAft>
                      <a:spcPts val="0"/>
                    </a:spcAft>
                    <a:buNone/>
                  </a:pPr>
                  <a:endParaRPr sz="1650" b="0" i="0" u="none" strike="noStrike" cap="none">
                    <a:solidFill>
                      <a:srgbClr val="3F3F3F"/>
                    </a:solidFill>
                    <a:latin typeface="Open Sans"/>
                    <a:ea typeface="Open Sans"/>
                    <a:cs typeface="Open Sans"/>
                    <a:sym typeface="Open Sans"/>
                  </a:endParaRPr>
                </a:p>
              </p:txBody>
            </p:sp>
          </p:grpSp>
          <p:sp>
            <p:nvSpPr>
              <p:cNvPr id="266" name="Google Shape;266;p40"/>
              <p:cNvSpPr txBox="1"/>
              <p:nvPr/>
            </p:nvSpPr>
            <p:spPr>
              <a:xfrm rot="5400000">
                <a:off x="3040516" y="3774364"/>
                <a:ext cx="195939" cy="205617"/>
              </a:xfrm>
              <a:prstGeom prst="rect">
                <a:avLst/>
              </a:prstGeom>
              <a:noFill/>
              <a:ln w="9525" cap="flat" cmpd="sng">
                <a:solidFill>
                  <a:srgbClr val="FBE4D4"/>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04</a:t>
                </a:r>
                <a:endParaRPr/>
              </a:p>
            </p:txBody>
          </p:sp>
        </p:grpSp>
      </p:grpSp>
      <p:sp>
        <p:nvSpPr>
          <p:cNvPr id="267" name="Google Shape;267;p40"/>
          <p:cNvSpPr/>
          <p:nvPr/>
        </p:nvSpPr>
        <p:spPr>
          <a:xfrm>
            <a:off x="3823942" y="5437671"/>
            <a:ext cx="11340378" cy="870967"/>
          </a:xfrm>
          <a:prstGeom prst="rect">
            <a:avLst/>
          </a:prstGeom>
          <a:noFill/>
          <a:ln>
            <a:noFill/>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1" i="0" u="none" strike="noStrike" cap="none" dirty="0">
                <a:solidFill>
                  <a:srgbClr val="3F3F3F"/>
                </a:solidFill>
                <a:latin typeface="Open Sans"/>
                <a:ea typeface="Open Sans"/>
                <a:cs typeface="Open Sans"/>
                <a:sym typeface="Open Sans"/>
              </a:rPr>
              <a:t>Multi-tenancy: </a:t>
            </a:r>
            <a:r>
              <a:rPr lang="en-US" sz="2200" b="0" i="0" u="none" strike="noStrike" cap="none" dirty="0">
                <a:solidFill>
                  <a:srgbClr val="3F3F3F"/>
                </a:solidFill>
                <a:latin typeface="Open Sans"/>
                <a:ea typeface="Open Sans"/>
                <a:cs typeface="Open Sans"/>
                <a:sym typeface="Open Sans"/>
              </a:rPr>
              <a:t>It enables multiple engine access, providing organizations with           the benefit of multi-tenancy.</a:t>
            </a:r>
            <a:endParaRPr dirty="0"/>
          </a:p>
        </p:txBody>
      </p:sp>
      <p:sp>
        <p:nvSpPr>
          <p:cNvPr id="268" name="Google Shape;268;p4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latin typeface="Open Sans"/>
                <a:ea typeface="Open Sans"/>
                <a:cs typeface="Open Sans"/>
                <a:sym typeface="Open Sans"/>
              </a:rPr>
              <a:t>Advantages of YARN</a:t>
            </a:r>
            <a:endParaRPr/>
          </a:p>
        </p:txBody>
      </p:sp>
      <p:sp>
        <p:nvSpPr>
          <p:cNvPr id="3" name="Brandline_LVC">
            <a:extLst>
              <a:ext uri="{FF2B5EF4-FFF2-40B4-BE49-F238E27FC236}">
                <a16:creationId xmlns:a16="http://schemas.microsoft.com/office/drawing/2014/main" id="{89BADE4F-CF51-98E6-AE90-03E42BCE6A29}"/>
              </a:ext>
            </a:extLst>
          </p:cNvPr>
          <p:cNvSpPr/>
          <p:nvPr/>
        </p:nvSpPr>
        <p:spPr>
          <a:xfrm>
            <a:off x="5880100" y="816324"/>
            <a:ext cx="45145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solidFill>
                  <a:srgbClr val="3F3F3F"/>
                </a:solidFill>
                <a:latin typeface="Open Sans"/>
                <a:ea typeface="Open Sans"/>
                <a:cs typeface="Open Sans"/>
                <a:sym typeface="Open Sans"/>
              </a:rPr>
              <a:t>Need for YARN</a:t>
            </a:r>
            <a:endParaRPr sz="2800"/>
          </a:p>
        </p:txBody>
      </p:sp>
      <p:sp>
        <p:nvSpPr>
          <p:cNvPr id="276" name="Google Shape;276;p41"/>
          <p:cNvSpPr/>
          <p:nvPr/>
        </p:nvSpPr>
        <p:spPr>
          <a:xfrm>
            <a:off x="6596063" y="2883719"/>
            <a:ext cx="8426824" cy="4119672"/>
          </a:xfrm>
          <a:prstGeom prst="roundRect">
            <a:avLst>
              <a:gd name="adj" fmla="val 8358"/>
            </a:avLst>
          </a:prstGeom>
          <a:solidFill>
            <a:schemeClr val="lt1"/>
          </a:solidFill>
          <a:ln w="9525" cap="flat" cmpd="sng">
            <a:solidFill>
              <a:srgbClr val="2E75B5"/>
            </a:solidFill>
            <a:prstDash val="solid"/>
            <a:round/>
            <a:headEnd type="none" w="sm" len="sm"/>
            <a:tailEnd type="none" w="sm" len="sm"/>
          </a:ln>
        </p:spPr>
        <p:txBody>
          <a:bodyPr spcFirstLastPara="1" wrap="square" lIns="91425" tIns="45700" rIns="91425" bIns="45700" anchor="ctr" anchorCtr="0">
            <a:noAutofit/>
          </a:bodyPr>
          <a:lstStyle/>
          <a:p>
            <a:pPr marL="542885" marR="0" lvl="0" indent="-342900" algn="l" rtl="0">
              <a:lnSpc>
                <a:spcPct val="115000"/>
              </a:lnSpc>
              <a:spcBef>
                <a:spcPts val="0"/>
              </a:spcBef>
              <a:spcAft>
                <a:spcPts val="0"/>
              </a:spcAft>
              <a:buClr>
                <a:srgbClr val="000000"/>
              </a:buClr>
              <a:buSzPts val="2200"/>
              <a:buFont typeface="Arial"/>
              <a:buChar char="•"/>
            </a:pPr>
            <a:r>
              <a:rPr lang="en-US" sz="2200" b="0" i="0" u="none" strike="noStrike" cap="none">
                <a:solidFill>
                  <a:srgbClr val="3F3F3F"/>
                </a:solidFill>
                <a:latin typeface="Open Sans"/>
                <a:ea typeface="Open Sans"/>
                <a:cs typeface="Open Sans"/>
                <a:sym typeface="Open Sans"/>
              </a:rPr>
              <a:t>YARN tends to make Hadoop more available by allowing users to process.</a:t>
            </a:r>
            <a:endParaRPr/>
          </a:p>
          <a:p>
            <a:pPr marL="199985" marR="0" lvl="0" indent="0" algn="l" rtl="0">
              <a:lnSpc>
                <a:spcPct val="115000"/>
              </a:lnSpc>
              <a:spcBef>
                <a:spcPts val="750"/>
              </a:spcBef>
              <a:spcAft>
                <a:spcPts val="0"/>
              </a:spcAft>
              <a:buNone/>
            </a:pPr>
            <a:endParaRPr sz="2200" b="0" i="0" u="none" strike="noStrike" cap="none">
              <a:solidFill>
                <a:srgbClr val="3F3F3F"/>
              </a:solidFill>
              <a:latin typeface="Open Sans"/>
              <a:ea typeface="Open Sans"/>
              <a:cs typeface="Open Sans"/>
              <a:sym typeface="Open Sans"/>
            </a:endParaRPr>
          </a:p>
          <a:p>
            <a:pPr marL="542885" marR="0" lvl="0" indent="-342900" algn="l" rtl="0">
              <a:lnSpc>
                <a:spcPct val="115000"/>
              </a:lnSpc>
              <a:spcBef>
                <a:spcPts val="750"/>
              </a:spcBef>
              <a:spcAft>
                <a:spcPts val="0"/>
              </a:spcAft>
              <a:buClr>
                <a:srgbClr val="000000"/>
              </a:buClr>
              <a:buSzPts val="2200"/>
              <a:buFont typeface="Arial"/>
              <a:buChar char="•"/>
            </a:pPr>
            <a:r>
              <a:rPr lang="en-US" sz="2200" b="0" i="0" u="none" strike="noStrike" cap="none">
                <a:solidFill>
                  <a:srgbClr val="3F3F3F"/>
                </a:solidFill>
                <a:latin typeface="Open Sans"/>
                <a:ea typeface="Open Sans"/>
                <a:cs typeface="Open Sans"/>
                <a:sym typeface="Open Sans"/>
              </a:rPr>
              <a:t>YARN runs data that are stored in HDFS like a batch, stream, interactive, and graph processing. </a:t>
            </a:r>
            <a:endParaRPr/>
          </a:p>
          <a:p>
            <a:pPr marL="199985" marR="0" lvl="0" indent="0" algn="l" rtl="0">
              <a:lnSpc>
                <a:spcPct val="115000"/>
              </a:lnSpc>
              <a:spcBef>
                <a:spcPts val="750"/>
              </a:spcBef>
              <a:spcAft>
                <a:spcPts val="0"/>
              </a:spcAft>
              <a:buNone/>
            </a:pPr>
            <a:endParaRPr sz="2200" b="0" i="0" u="none" strike="noStrike" cap="none">
              <a:solidFill>
                <a:srgbClr val="3F3F3F"/>
              </a:solidFill>
              <a:latin typeface="Open Sans"/>
              <a:ea typeface="Open Sans"/>
              <a:cs typeface="Open Sans"/>
              <a:sym typeface="Open Sans"/>
            </a:endParaRPr>
          </a:p>
          <a:p>
            <a:pPr marL="542885" marR="0" lvl="0" indent="-342900" algn="l" rtl="0">
              <a:lnSpc>
                <a:spcPct val="115000"/>
              </a:lnSpc>
              <a:spcBef>
                <a:spcPts val="750"/>
              </a:spcBef>
              <a:spcAft>
                <a:spcPts val="0"/>
              </a:spcAft>
              <a:buClr>
                <a:srgbClr val="000000"/>
              </a:buClr>
              <a:buSzPts val="2200"/>
              <a:buFont typeface="Arial"/>
              <a:buChar char="•"/>
            </a:pPr>
            <a:r>
              <a:rPr lang="en-US" sz="2200" b="0" i="0" u="none" strike="noStrike" cap="none">
                <a:solidFill>
                  <a:srgbClr val="3F3F3F"/>
                </a:solidFill>
                <a:latin typeface="Open Sans"/>
                <a:ea typeface="Open Sans"/>
                <a:cs typeface="Open Sans"/>
                <a:sym typeface="Open Sans"/>
              </a:rPr>
              <a:t>YARN helps the execution of many distributed applications other than MapReduce.</a:t>
            </a:r>
            <a:endParaRPr sz="2200" b="0" i="0" u="none" strike="noStrike" cap="none">
              <a:solidFill>
                <a:srgbClr val="3F3F3F"/>
              </a:solidFill>
              <a:latin typeface="Open Sans"/>
              <a:ea typeface="Open Sans"/>
              <a:cs typeface="Open Sans"/>
              <a:sym typeface="Open Sans"/>
            </a:endParaRPr>
          </a:p>
        </p:txBody>
      </p:sp>
      <p:grpSp>
        <p:nvGrpSpPr>
          <p:cNvPr id="278" name="Google Shape;278;p41"/>
          <p:cNvGrpSpPr/>
          <p:nvPr/>
        </p:nvGrpSpPr>
        <p:grpSpPr>
          <a:xfrm>
            <a:off x="1603514" y="2355198"/>
            <a:ext cx="4600062" cy="4852424"/>
            <a:chOff x="7766000" y="2958177"/>
            <a:chExt cx="9016577" cy="9082125"/>
          </a:xfrm>
        </p:grpSpPr>
        <p:cxnSp>
          <p:nvCxnSpPr>
            <p:cNvPr id="279" name="Google Shape;279;p41"/>
            <p:cNvCxnSpPr/>
            <p:nvPr/>
          </p:nvCxnSpPr>
          <p:spPr>
            <a:xfrm>
              <a:off x="15000372" y="9216600"/>
              <a:ext cx="505431" cy="519675"/>
            </a:xfrm>
            <a:prstGeom prst="straightConnector1">
              <a:avLst/>
            </a:prstGeom>
            <a:noFill/>
            <a:ln w="9525" cap="flat" cmpd="sng">
              <a:solidFill>
                <a:srgbClr val="D8D8D8"/>
              </a:solidFill>
              <a:prstDash val="solid"/>
              <a:round/>
              <a:headEnd type="none" w="med" len="med"/>
              <a:tailEnd type="none" w="med" len="med"/>
            </a:ln>
          </p:spPr>
        </p:cxnSp>
        <p:sp>
          <p:nvSpPr>
            <p:cNvPr id="280" name="Google Shape;280;p41"/>
            <p:cNvSpPr/>
            <p:nvPr/>
          </p:nvSpPr>
          <p:spPr>
            <a:xfrm>
              <a:off x="12199184" y="9707856"/>
              <a:ext cx="3306620" cy="1759992"/>
            </a:xfrm>
            <a:custGeom>
              <a:avLst/>
              <a:gdLst/>
              <a:ahLst/>
              <a:cxnLst/>
              <a:rect l="l" t="t" r="r" b="b"/>
              <a:pathLst>
                <a:path w="7184" h="3823" extrusionOk="0">
                  <a:moveTo>
                    <a:pt x="0" y="3822"/>
                  </a:moveTo>
                  <a:lnTo>
                    <a:pt x="0" y="3822"/>
                  </a:lnTo>
                  <a:cubicBezTo>
                    <a:pt x="1654" y="3822"/>
                    <a:pt x="3196" y="3356"/>
                    <a:pt x="4509" y="2556"/>
                  </a:cubicBezTo>
                  <a:cubicBezTo>
                    <a:pt x="5575" y="1908"/>
                    <a:pt x="6488" y="1031"/>
                    <a:pt x="7183"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281" name="Google Shape;281;p41"/>
            <p:cNvSpPr/>
            <p:nvPr/>
          </p:nvSpPr>
          <p:spPr>
            <a:xfrm>
              <a:off x="12199184" y="6051863"/>
              <a:ext cx="1429012" cy="1429105"/>
            </a:xfrm>
            <a:custGeom>
              <a:avLst/>
              <a:gdLst/>
              <a:ahLst/>
              <a:cxnLst/>
              <a:rect l="l" t="t" r="r" b="b"/>
              <a:pathLst>
                <a:path w="3103" h="3104" extrusionOk="0">
                  <a:moveTo>
                    <a:pt x="3102" y="3103"/>
                  </a:moveTo>
                  <a:lnTo>
                    <a:pt x="3102" y="3103"/>
                  </a:lnTo>
                  <a:cubicBezTo>
                    <a:pt x="3102" y="1390"/>
                    <a:pt x="1712" y="0"/>
                    <a:pt x="0"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cxnSp>
          <p:nvCxnSpPr>
            <p:cNvPr id="282" name="Google Shape;282;p41"/>
            <p:cNvCxnSpPr/>
            <p:nvPr/>
          </p:nvCxnSpPr>
          <p:spPr>
            <a:xfrm>
              <a:off x="13628196" y="7478938"/>
              <a:ext cx="576477" cy="2031"/>
            </a:xfrm>
            <a:prstGeom prst="straightConnector1">
              <a:avLst/>
            </a:prstGeom>
            <a:noFill/>
            <a:ln w="9525" cap="flat" cmpd="sng">
              <a:solidFill>
                <a:srgbClr val="D8D8D8"/>
              </a:solidFill>
              <a:prstDash val="solid"/>
              <a:round/>
              <a:headEnd type="none" w="med" len="med"/>
              <a:tailEnd type="none" w="med" len="med"/>
            </a:ln>
          </p:spPr>
        </p:cxnSp>
        <p:cxnSp>
          <p:nvCxnSpPr>
            <p:cNvPr id="283" name="Google Shape;283;p41"/>
            <p:cNvCxnSpPr/>
            <p:nvPr/>
          </p:nvCxnSpPr>
          <p:spPr>
            <a:xfrm>
              <a:off x="9966354" y="5000336"/>
              <a:ext cx="732774" cy="919580"/>
            </a:xfrm>
            <a:prstGeom prst="straightConnector1">
              <a:avLst/>
            </a:prstGeom>
            <a:noFill/>
            <a:ln w="9525" cap="flat" cmpd="sng">
              <a:solidFill>
                <a:srgbClr val="D8D8D8"/>
              </a:solidFill>
              <a:prstDash val="solid"/>
              <a:round/>
              <a:headEnd type="none" w="med" len="med"/>
              <a:tailEnd type="none" w="med" len="med"/>
            </a:ln>
          </p:spPr>
        </p:cxnSp>
        <p:sp>
          <p:nvSpPr>
            <p:cNvPr id="284" name="Google Shape;284;p41"/>
            <p:cNvSpPr/>
            <p:nvPr/>
          </p:nvSpPr>
          <p:spPr>
            <a:xfrm>
              <a:off x="15126222" y="9354638"/>
              <a:ext cx="763222" cy="765303"/>
            </a:xfrm>
            <a:custGeom>
              <a:avLst/>
              <a:gdLst/>
              <a:ahLst/>
              <a:cxnLst/>
              <a:rect l="l" t="t" r="r" b="b"/>
              <a:pathLst>
                <a:path w="1656" h="1661" extrusionOk="0">
                  <a:moveTo>
                    <a:pt x="1655" y="830"/>
                  </a:moveTo>
                  <a:lnTo>
                    <a:pt x="1655" y="830"/>
                  </a:lnTo>
                  <a:cubicBezTo>
                    <a:pt x="1655" y="371"/>
                    <a:pt x="1284" y="0"/>
                    <a:pt x="825" y="0"/>
                  </a:cubicBezTo>
                  <a:cubicBezTo>
                    <a:pt x="371" y="0"/>
                    <a:pt x="0" y="371"/>
                    <a:pt x="0" y="830"/>
                  </a:cubicBezTo>
                  <a:cubicBezTo>
                    <a:pt x="0" y="1289"/>
                    <a:pt x="371" y="1660"/>
                    <a:pt x="825" y="1660"/>
                  </a:cubicBezTo>
                  <a:cubicBezTo>
                    <a:pt x="1284" y="1660"/>
                    <a:pt x="1655" y="1289"/>
                    <a:pt x="1655" y="830"/>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285" name="Google Shape;285;p41"/>
            <p:cNvSpPr/>
            <p:nvPr/>
          </p:nvSpPr>
          <p:spPr>
            <a:xfrm>
              <a:off x="10770173" y="7478938"/>
              <a:ext cx="974326" cy="1356026"/>
            </a:xfrm>
            <a:custGeom>
              <a:avLst/>
              <a:gdLst/>
              <a:ahLst/>
              <a:cxnLst/>
              <a:rect l="l" t="t" r="r" b="b"/>
              <a:pathLst>
                <a:path w="2115" h="2944" extrusionOk="0">
                  <a:moveTo>
                    <a:pt x="0" y="0"/>
                  </a:moveTo>
                  <a:lnTo>
                    <a:pt x="0" y="0"/>
                  </a:lnTo>
                  <a:cubicBezTo>
                    <a:pt x="0" y="1365"/>
                    <a:pt x="883" y="2525"/>
                    <a:pt x="2114" y="2943"/>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cxnSp>
          <p:nvCxnSpPr>
            <p:cNvPr id="286" name="Google Shape;286;p41"/>
            <p:cNvCxnSpPr/>
            <p:nvPr/>
          </p:nvCxnSpPr>
          <p:spPr>
            <a:xfrm flipH="1">
              <a:off x="11088857" y="8873535"/>
              <a:ext cx="657670" cy="945970"/>
            </a:xfrm>
            <a:prstGeom prst="straightConnector1">
              <a:avLst/>
            </a:prstGeom>
            <a:noFill/>
            <a:ln w="9525" cap="flat" cmpd="sng">
              <a:solidFill>
                <a:srgbClr val="D8D8D8"/>
              </a:solidFill>
              <a:prstDash val="solid"/>
              <a:round/>
              <a:headEnd type="none" w="med" len="med"/>
              <a:tailEnd type="none" w="med" len="med"/>
            </a:ln>
          </p:spPr>
        </p:cxnSp>
        <p:sp>
          <p:nvSpPr>
            <p:cNvPr id="287" name="Google Shape;287;p41"/>
            <p:cNvSpPr/>
            <p:nvPr/>
          </p:nvSpPr>
          <p:spPr>
            <a:xfrm>
              <a:off x="9970412" y="8786244"/>
              <a:ext cx="1120475" cy="1033260"/>
            </a:xfrm>
            <a:custGeom>
              <a:avLst/>
              <a:gdLst/>
              <a:ahLst/>
              <a:cxnLst/>
              <a:rect l="l" t="t" r="r" b="b"/>
              <a:pathLst>
                <a:path w="2433" h="2245" extrusionOk="0">
                  <a:moveTo>
                    <a:pt x="0" y="0"/>
                  </a:moveTo>
                  <a:lnTo>
                    <a:pt x="0" y="0"/>
                  </a:lnTo>
                  <a:cubicBezTo>
                    <a:pt x="565" y="972"/>
                    <a:pt x="1413" y="1755"/>
                    <a:pt x="2432" y="2244"/>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cxnSp>
          <p:nvCxnSpPr>
            <p:cNvPr id="288" name="Google Shape;288;p41"/>
            <p:cNvCxnSpPr/>
            <p:nvPr/>
          </p:nvCxnSpPr>
          <p:spPr>
            <a:xfrm>
              <a:off x="9941995" y="7478938"/>
              <a:ext cx="830207" cy="2031"/>
            </a:xfrm>
            <a:prstGeom prst="straightConnector1">
              <a:avLst/>
            </a:prstGeom>
            <a:noFill/>
            <a:ln w="9525" cap="flat" cmpd="sng">
              <a:solidFill>
                <a:srgbClr val="D8D8D8"/>
              </a:solidFill>
              <a:prstDash val="solid"/>
              <a:round/>
              <a:headEnd type="none" w="med" len="med"/>
              <a:tailEnd type="none" w="med" len="med"/>
            </a:ln>
          </p:spPr>
        </p:cxnSp>
        <p:sp>
          <p:nvSpPr>
            <p:cNvPr id="289" name="Google Shape;289;p41"/>
            <p:cNvSpPr/>
            <p:nvPr/>
          </p:nvSpPr>
          <p:spPr>
            <a:xfrm>
              <a:off x="10680860" y="5384001"/>
              <a:ext cx="2918919" cy="623204"/>
            </a:xfrm>
            <a:custGeom>
              <a:avLst/>
              <a:gdLst/>
              <a:ahLst/>
              <a:cxnLst/>
              <a:rect l="l" t="t" r="r" b="b"/>
              <a:pathLst>
                <a:path w="6341" h="1355" extrusionOk="0">
                  <a:moveTo>
                    <a:pt x="6340" y="1354"/>
                  </a:moveTo>
                  <a:lnTo>
                    <a:pt x="6340" y="1354"/>
                  </a:lnTo>
                  <a:cubicBezTo>
                    <a:pt x="5516" y="518"/>
                    <a:pt x="4373" y="0"/>
                    <a:pt x="3103" y="0"/>
                  </a:cubicBezTo>
                  <a:cubicBezTo>
                    <a:pt x="1907" y="0"/>
                    <a:pt x="812" y="465"/>
                    <a:pt x="0" y="1225"/>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cxnSp>
          <p:nvCxnSpPr>
            <p:cNvPr id="290" name="Google Shape;290;p41"/>
            <p:cNvCxnSpPr/>
            <p:nvPr/>
          </p:nvCxnSpPr>
          <p:spPr>
            <a:xfrm flipH="1">
              <a:off x="13534822" y="4237062"/>
              <a:ext cx="988535" cy="1729542"/>
            </a:xfrm>
            <a:prstGeom prst="straightConnector1">
              <a:avLst/>
            </a:prstGeom>
            <a:noFill/>
            <a:ln w="9525" cap="flat" cmpd="sng">
              <a:solidFill>
                <a:srgbClr val="D8D8D8"/>
              </a:solidFill>
              <a:prstDash val="solid"/>
              <a:round/>
              <a:headEnd type="none" w="med" len="med"/>
              <a:tailEnd type="none" w="med" len="med"/>
            </a:ln>
          </p:spPr>
        </p:cxnSp>
        <p:cxnSp>
          <p:nvCxnSpPr>
            <p:cNvPr id="291" name="Google Shape;291;p41"/>
            <p:cNvCxnSpPr/>
            <p:nvPr/>
          </p:nvCxnSpPr>
          <p:spPr>
            <a:xfrm>
              <a:off x="12199184" y="3492059"/>
              <a:ext cx="2029" cy="1429105"/>
            </a:xfrm>
            <a:prstGeom prst="straightConnector1">
              <a:avLst/>
            </a:prstGeom>
            <a:noFill/>
            <a:ln w="9525" cap="flat" cmpd="sng">
              <a:solidFill>
                <a:srgbClr val="D8D8D8"/>
              </a:solidFill>
              <a:prstDash val="solid"/>
              <a:round/>
              <a:headEnd type="none" w="med" len="med"/>
              <a:tailEnd type="none" w="med" len="med"/>
            </a:ln>
          </p:spPr>
        </p:cxnSp>
        <p:cxnSp>
          <p:nvCxnSpPr>
            <p:cNvPr id="292" name="Google Shape;292;p41"/>
            <p:cNvCxnSpPr/>
            <p:nvPr/>
          </p:nvCxnSpPr>
          <p:spPr>
            <a:xfrm flipH="1">
              <a:off x="8145580" y="7458638"/>
              <a:ext cx="740894" cy="2031"/>
            </a:xfrm>
            <a:prstGeom prst="straightConnector1">
              <a:avLst/>
            </a:prstGeom>
            <a:noFill/>
            <a:ln w="9525" cap="flat" cmpd="sng">
              <a:solidFill>
                <a:srgbClr val="D8D8D8"/>
              </a:solidFill>
              <a:prstDash val="solid"/>
              <a:round/>
              <a:headEnd type="none" w="med" len="med"/>
              <a:tailEnd type="none" w="med" len="med"/>
            </a:ln>
          </p:spPr>
        </p:cxnSp>
        <p:cxnSp>
          <p:nvCxnSpPr>
            <p:cNvPr id="293" name="Google Shape;293;p41"/>
            <p:cNvCxnSpPr/>
            <p:nvPr/>
          </p:nvCxnSpPr>
          <p:spPr>
            <a:xfrm flipH="1">
              <a:off x="10002891" y="10274219"/>
              <a:ext cx="515581" cy="533884"/>
            </a:xfrm>
            <a:prstGeom prst="straightConnector1">
              <a:avLst/>
            </a:prstGeom>
            <a:noFill/>
            <a:ln w="9525" cap="flat" cmpd="sng">
              <a:solidFill>
                <a:srgbClr val="D8D8D8"/>
              </a:solidFill>
              <a:prstDash val="solid"/>
              <a:round/>
              <a:headEnd type="none" w="med" len="med"/>
              <a:tailEnd type="none" w="med" len="med"/>
            </a:ln>
          </p:spPr>
        </p:cxnSp>
        <p:cxnSp>
          <p:nvCxnSpPr>
            <p:cNvPr id="294" name="Google Shape;294;p41"/>
            <p:cNvCxnSpPr/>
            <p:nvPr/>
          </p:nvCxnSpPr>
          <p:spPr>
            <a:xfrm>
              <a:off x="12221511" y="9573876"/>
              <a:ext cx="2031" cy="1891940"/>
            </a:xfrm>
            <a:prstGeom prst="straightConnector1">
              <a:avLst/>
            </a:prstGeom>
            <a:noFill/>
            <a:ln w="9525" cap="flat" cmpd="sng">
              <a:solidFill>
                <a:srgbClr val="D8D8D8"/>
              </a:solidFill>
              <a:prstDash val="solid"/>
              <a:round/>
              <a:headEnd type="none" w="med" len="med"/>
              <a:tailEnd type="none" w="med" len="med"/>
            </a:ln>
          </p:spPr>
        </p:cxnSp>
        <p:sp>
          <p:nvSpPr>
            <p:cNvPr id="295" name="Google Shape;295;p41"/>
            <p:cNvSpPr/>
            <p:nvPr/>
          </p:nvSpPr>
          <p:spPr>
            <a:xfrm>
              <a:off x="12217452" y="7478938"/>
              <a:ext cx="1987221" cy="2094938"/>
            </a:xfrm>
            <a:custGeom>
              <a:avLst/>
              <a:gdLst/>
              <a:ahLst/>
              <a:cxnLst/>
              <a:rect l="l" t="t" r="r" b="b"/>
              <a:pathLst>
                <a:path w="4316" h="4552" extrusionOk="0">
                  <a:moveTo>
                    <a:pt x="0" y="4551"/>
                  </a:moveTo>
                  <a:lnTo>
                    <a:pt x="0" y="4551"/>
                  </a:lnTo>
                  <a:cubicBezTo>
                    <a:pt x="1230" y="4504"/>
                    <a:pt x="2284" y="3962"/>
                    <a:pt x="3079" y="3120"/>
                  </a:cubicBezTo>
                  <a:cubicBezTo>
                    <a:pt x="3844" y="2307"/>
                    <a:pt x="4315" y="1206"/>
                    <a:pt x="4315"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296" name="Google Shape;296;p41"/>
            <p:cNvSpPr/>
            <p:nvPr/>
          </p:nvSpPr>
          <p:spPr>
            <a:xfrm>
              <a:off x="8212565" y="7478938"/>
              <a:ext cx="1792354" cy="3329165"/>
            </a:xfrm>
            <a:custGeom>
              <a:avLst/>
              <a:gdLst/>
              <a:ahLst/>
              <a:cxnLst/>
              <a:rect l="l" t="t" r="r" b="b"/>
              <a:pathLst>
                <a:path w="3893" h="7231" extrusionOk="0">
                  <a:moveTo>
                    <a:pt x="0" y="0"/>
                  </a:moveTo>
                  <a:lnTo>
                    <a:pt x="0" y="0"/>
                  </a:lnTo>
                  <a:cubicBezTo>
                    <a:pt x="0" y="1324"/>
                    <a:pt x="300" y="2578"/>
                    <a:pt x="830" y="3697"/>
                  </a:cubicBezTo>
                  <a:cubicBezTo>
                    <a:pt x="1307" y="4710"/>
                    <a:pt x="1972" y="5611"/>
                    <a:pt x="2785" y="6358"/>
                  </a:cubicBezTo>
                  <a:cubicBezTo>
                    <a:pt x="3126" y="6676"/>
                    <a:pt x="3497" y="6971"/>
                    <a:pt x="3892" y="723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297" name="Google Shape;297;p41"/>
            <p:cNvSpPr/>
            <p:nvPr/>
          </p:nvSpPr>
          <p:spPr>
            <a:xfrm>
              <a:off x="9623308" y="4921165"/>
              <a:ext cx="2575876" cy="2576044"/>
            </a:xfrm>
            <a:custGeom>
              <a:avLst/>
              <a:gdLst/>
              <a:ahLst/>
              <a:cxnLst/>
              <a:rect l="l" t="t" r="r" b="b"/>
              <a:pathLst>
                <a:path w="5595" h="5595" extrusionOk="0">
                  <a:moveTo>
                    <a:pt x="5594" y="0"/>
                  </a:moveTo>
                  <a:lnTo>
                    <a:pt x="5594" y="0"/>
                  </a:lnTo>
                  <a:cubicBezTo>
                    <a:pt x="4622" y="0"/>
                    <a:pt x="3710" y="247"/>
                    <a:pt x="2915" y="677"/>
                  </a:cubicBezTo>
                  <a:cubicBezTo>
                    <a:pt x="1814" y="1284"/>
                    <a:pt x="936" y="2249"/>
                    <a:pt x="442" y="3415"/>
                  </a:cubicBezTo>
                  <a:cubicBezTo>
                    <a:pt x="159" y="4086"/>
                    <a:pt x="0" y="4822"/>
                    <a:pt x="0" y="5594"/>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298" name="Google Shape;298;p41"/>
            <p:cNvSpPr/>
            <p:nvPr/>
          </p:nvSpPr>
          <p:spPr>
            <a:xfrm>
              <a:off x="9024504" y="3492061"/>
              <a:ext cx="3174679" cy="1573234"/>
            </a:xfrm>
            <a:custGeom>
              <a:avLst/>
              <a:gdLst/>
              <a:ahLst/>
              <a:cxnLst/>
              <a:rect l="l" t="t" r="r" b="b"/>
              <a:pathLst>
                <a:path w="6896" h="3416" extrusionOk="0">
                  <a:moveTo>
                    <a:pt x="6895" y="0"/>
                  </a:moveTo>
                  <a:lnTo>
                    <a:pt x="6895" y="0"/>
                  </a:lnTo>
                  <a:cubicBezTo>
                    <a:pt x="5176" y="0"/>
                    <a:pt x="3574" y="501"/>
                    <a:pt x="2226" y="1366"/>
                  </a:cubicBezTo>
                  <a:cubicBezTo>
                    <a:pt x="1366" y="1914"/>
                    <a:pt x="618" y="2608"/>
                    <a:pt x="0" y="3415"/>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cxnSp>
          <p:nvCxnSpPr>
            <p:cNvPr id="299" name="Google Shape;299;p41"/>
            <p:cNvCxnSpPr/>
            <p:nvPr/>
          </p:nvCxnSpPr>
          <p:spPr>
            <a:xfrm flipH="1">
              <a:off x="14492911" y="5889465"/>
              <a:ext cx="643460" cy="420205"/>
            </a:xfrm>
            <a:prstGeom prst="straightConnector1">
              <a:avLst/>
            </a:prstGeom>
            <a:noFill/>
            <a:ln w="9525" cap="flat" cmpd="sng">
              <a:solidFill>
                <a:srgbClr val="D8D8D8"/>
              </a:solidFill>
              <a:prstDash val="solid"/>
              <a:round/>
              <a:headEnd type="none" w="med" len="med"/>
              <a:tailEnd type="none" w="med" len="med"/>
            </a:ln>
          </p:spPr>
        </p:cxnSp>
        <p:sp>
          <p:nvSpPr>
            <p:cNvPr id="300" name="Google Shape;300;p41"/>
            <p:cNvSpPr/>
            <p:nvPr/>
          </p:nvSpPr>
          <p:spPr>
            <a:xfrm>
              <a:off x="14397507" y="6309671"/>
              <a:ext cx="377552" cy="2529354"/>
            </a:xfrm>
            <a:custGeom>
              <a:avLst/>
              <a:gdLst/>
              <a:ahLst/>
              <a:cxnLst/>
              <a:rect l="l" t="t" r="r" b="b"/>
              <a:pathLst>
                <a:path w="820" h="5493" extrusionOk="0">
                  <a:moveTo>
                    <a:pt x="0" y="5492"/>
                  </a:moveTo>
                  <a:lnTo>
                    <a:pt x="0" y="5492"/>
                  </a:lnTo>
                  <a:cubicBezTo>
                    <a:pt x="518" y="4644"/>
                    <a:pt x="819" y="3643"/>
                    <a:pt x="819" y="2579"/>
                  </a:cubicBezTo>
                  <a:cubicBezTo>
                    <a:pt x="819" y="1648"/>
                    <a:pt x="595" y="771"/>
                    <a:pt x="189"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1" name="Google Shape;301;p41"/>
            <p:cNvSpPr/>
            <p:nvPr/>
          </p:nvSpPr>
          <p:spPr>
            <a:xfrm>
              <a:off x="15000372" y="5877286"/>
              <a:ext cx="513551" cy="3357585"/>
            </a:xfrm>
            <a:custGeom>
              <a:avLst/>
              <a:gdLst/>
              <a:ahLst/>
              <a:cxnLst/>
              <a:rect l="l" t="t" r="r" b="b"/>
              <a:pathLst>
                <a:path w="1114" h="7295" extrusionOk="0">
                  <a:moveTo>
                    <a:pt x="0" y="7294"/>
                  </a:moveTo>
                  <a:lnTo>
                    <a:pt x="0" y="7294"/>
                  </a:lnTo>
                  <a:cubicBezTo>
                    <a:pt x="683" y="6193"/>
                    <a:pt x="1113" y="4738"/>
                    <a:pt x="1113" y="3356"/>
                  </a:cubicBezTo>
                  <a:cubicBezTo>
                    <a:pt x="1113" y="2143"/>
                    <a:pt x="813" y="1000"/>
                    <a:pt x="289"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2" name="Google Shape;302;p41"/>
            <p:cNvSpPr/>
            <p:nvPr/>
          </p:nvSpPr>
          <p:spPr>
            <a:xfrm>
              <a:off x="13504376" y="7357139"/>
              <a:ext cx="247641" cy="243597"/>
            </a:xfrm>
            <a:custGeom>
              <a:avLst/>
              <a:gdLst/>
              <a:ahLst/>
              <a:cxnLst/>
              <a:rect l="l" t="t" r="r" b="b"/>
              <a:pathLst>
                <a:path w="537" h="530" extrusionOk="0">
                  <a:moveTo>
                    <a:pt x="536" y="265"/>
                  </a:moveTo>
                  <a:lnTo>
                    <a:pt x="536" y="265"/>
                  </a:lnTo>
                  <a:cubicBezTo>
                    <a:pt x="536" y="118"/>
                    <a:pt x="412" y="0"/>
                    <a:pt x="265" y="0"/>
                  </a:cubicBezTo>
                  <a:cubicBezTo>
                    <a:pt x="118" y="0"/>
                    <a:pt x="0" y="118"/>
                    <a:pt x="0" y="265"/>
                  </a:cubicBezTo>
                  <a:cubicBezTo>
                    <a:pt x="0" y="412"/>
                    <a:pt x="118" y="529"/>
                    <a:pt x="265" y="529"/>
                  </a:cubicBezTo>
                  <a:cubicBezTo>
                    <a:pt x="412" y="529"/>
                    <a:pt x="536" y="412"/>
                    <a:pt x="536" y="265"/>
                  </a:cubicBezTo>
                </a:path>
              </a:pathLst>
            </a:custGeom>
            <a:solidFill>
              <a:srgbClr val="6A7FA5"/>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3" name="Google Shape;303;p41"/>
            <p:cNvSpPr/>
            <p:nvPr/>
          </p:nvSpPr>
          <p:spPr>
            <a:xfrm>
              <a:off x="13816972" y="7105422"/>
              <a:ext cx="777431" cy="781542"/>
            </a:xfrm>
            <a:custGeom>
              <a:avLst/>
              <a:gdLst/>
              <a:ahLst/>
              <a:cxnLst/>
              <a:rect l="l" t="t" r="r" b="b"/>
              <a:pathLst>
                <a:path w="1691" h="1696" extrusionOk="0">
                  <a:moveTo>
                    <a:pt x="1690" y="848"/>
                  </a:moveTo>
                  <a:lnTo>
                    <a:pt x="1690" y="848"/>
                  </a:lnTo>
                  <a:cubicBezTo>
                    <a:pt x="1690" y="377"/>
                    <a:pt x="1313" y="0"/>
                    <a:pt x="842" y="0"/>
                  </a:cubicBezTo>
                  <a:cubicBezTo>
                    <a:pt x="377" y="0"/>
                    <a:pt x="0" y="377"/>
                    <a:pt x="0" y="848"/>
                  </a:cubicBezTo>
                  <a:cubicBezTo>
                    <a:pt x="0" y="1312"/>
                    <a:pt x="377" y="1695"/>
                    <a:pt x="842" y="1695"/>
                  </a:cubicBezTo>
                  <a:cubicBezTo>
                    <a:pt x="1313" y="1695"/>
                    <a:pt x="1690" y="1312"/>
                    <a:pt x="1690" y="848"/>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4" name="Google Shape;304;p41"/>
            <p:cNvSpPr/>
            <p:nvPr/>
          </p:nvSpPr>
          <p:spPr>
            <a:xfrm>
              <a:off x="14842044" y="9046083"/>
              <a:ext cx="320716" cy="320737"/>
            </a:xfrm>
            <a:custGeom>
              <a:avLst/>
              <a:gdLst/>
              <a:ahLst/>
              <a:cxnLst/>
              <a:rect l="l" t="t" r="r" b="b"/>
              <a:pathLst>
                <a:path w="696" h="695" extrusionOk="0">
                  <a:moveTo>
                    <a:pt x="695" y="347"/>
                  </a:moveTo>
                  <a:lnTo>
                    <a:pt x="695" y="347"/>
                  </a:lnTo>
                  <a:cubicBezTo>
                    <a:pt x="695" y="153"/>
                    <a:pt x="542" y="0"/>
                    <a:pt x="347" y="0"/>
                  </a:cubicBezTo>
                  <a:cubicBezTo>
                    <a:pt x="159" y="0"/>
                    <a:pt x="0" y="153"/>
                    <a:pt x="0" y="347"/>
                  </a:cubicBezTo>
                  <a:cubicBezTo>
                    <a:pt x="0" y="535"/>
                    <a:pt x="159" y="694"/>
                    <a:pt x="347" y="694"/>
                  </a:cubicBezTo>
                  <a:cubicBezTo>
                    <a:pt x="542" y="694"/>
                    <a:pt x="695" y="535"/>
                    <a:pt x="695" y="34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5" name="Google Shape;305;p41"/>
            <p:cNvSpPr/>
            <p:nvPr/>
          </p:nvSpPr>
          <p:spPr>
            <a:xfrm>
              <a:off x="14369090" y="6183813"/>
              <a:ext cx="247641" cy="247657"/>
            </a:xfrm>
            <a:custGeom>
              <a:avLst/>
              <a:gdLst/>
              <a:ahLst/>
              <a:cxnLst/>
              <a:rect l="l" t="t" r="r" b="b"/>
              <a:pathLst>
                <a:path w="537" h="537" extrusionOk="0">
                  <a:moveTo>
                    <a:pt x="536" y="271"/>
                  </a:moveTo>
                  <a:lnTo>
                    <a:pt x="536" y="271"/>
                  </a:lnTo>
                  <a:cubicBezTo>
                    <a:pt x="536" y="123"/>
                    <a:pt x="419" y="0"/>
                    <a:pt x="271" y="0"/>
                  </a:cubicBezTo>
                  <a:cubicBezTo>
                    <a:pt x="124" y="0"/>
                    <a:pt x="0" y="123"/>
                    <a:pt x="0" y="271"/>
                  </a:cubicBezTo>
                  <a:cubicBezTo>
                    <a:pt x="0" y="418"/>
                    <a:pt x="124" y="536"/>
                    <a:pt x="271" y="536"/>
                  </a:cubicBezTo>
                  <a:cubicBezTo>
                    <a:pt x="419" y="536"/>
                    <a:pt x="536" y="418"/>
                    <a:pt x="536" y="271"/>
                  </a:cubicBezTo>
                </a:path>
              </a:pathLst>
            </a:custGeom>
            <a:solidFill>
              <a:srgbClr val="6A7FA5"/>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6" name="Google Shape;306;p41"/>
            <p:cNvSpPr/>
            <p:nvPr/>
          </p:nvSpPr>
          <p:spPr>
            <a:xfrm>
              <a:off x="14736491" y="5487531"/>
              <a:ext cx="777430" cy="781541"/>
            </a:xfrm>
            <a:custGeom>
              <a:avLst/>
              <a:gdLst/>
              <a:ahLst/>
              <a:cxnLst/>
              <a:rect l="l" t="t" r="r" b="b"/>
              <a:pathLst>
                <a:path w="1691" h="1696" extrusionOk="0">
                  <a:moveTo>
                    <a:pt x="1690" y="848"/>
                  </a:moveTo>
                  <a:lnTo>
                    <a:pt x="1690" y="848"/>
                  </a:lnTo>
                  <a:cubicBezTo>
                    <a:pt x="1690" y="377"/>
                    <a:pt x="1313" y="0"/>
                    <a:pt x="842" y="0"/>
                  </a:cubicBezTo>
                  <a:cubicBezTo>
                    <a:pt x="377" y="0"/>
                    <a:pt x="0" y="377"/>
                    <a:pt x="0" y="848"/>
                  </a:cubicBezTo>
                  <a:cubicBezTo>
                    <a:pt x="0" y="1313"/>
                    <a:pt x="377" y="1695"/>
                    <a:pt x="842" y="1695"/>
                  </a:cubicBezTo>
                  <a:cubicBezTo>
                    <a:pt x="1313" y="1695"/>
                    <a:pt x="1690" y="1313"/>
                    <a:pt x="1690" y="848"/>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7" name="Google Shape;307;p41"/>
            <p:cNvSpPr/>
            <p:nvPr/>
          </p:nvSpPr>
          <p:spPr>
            <a:xfrm>
              <a:off x="14117388" y="8526408"/>
              <a:ext cx="578507" cy="580574"/>
            </a:xfrm>
            <a:custGeom>
              <a:avLst/>
              <a:gdLst/>
              <a:ahLst/>
              <a:cxnLst/>
              <a:rect l="l" t="t" r="r" b="b"/>
              <a:pathLst>
                <a:path w="1255" h="1261" extrusionOk="0">
                  <a:moveTo>
                    <a:pt x="1254" y="630"/>
                  </a:moveTo>
                  <a:lnTo>
                    <a:pt x="1254" y="630"/>
                  </a:lnTo>
                  <a:cubicBezTo>
                    <a:pt x="1254" y="283"/>
                    <a:pt x="977" y="0"/>
                    <a:pt x="630" y="0"/>
                  </a:cubicBezTo>
                  <a:cubicBezTo>
                    <a:pt x="283" y="0"/>
                    <a:pt x="0" y="283"/>
                    <a:pt x="0" y="630"/>
                  </a:cubicBezTo>
                  <a:cubicBezTo>
                    <a:pt x="0" y="977"/>
                    <a:pt x="283" y="1260"/>
                    <a:pt x="630" y="1260"/>
                  </a:cubicBezTo>
                  <a:cubicBezTo>
                    <a:pt x="977" y="1260"/>
                    <a:pt x="1254" y="977"/>
                    <a:pt x="1254" y="630"/>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8" name="Google Shape;308;p41"/>
            <p:cNvSpPr/>
            <p:nvPr/>
          </p:nvSpPr>
          <p:spPr>
            <a:xfrm>
              <a:off x="11689691" y="10931934"/>
              <a:ext cx="1065670" cy="1067769"/>
            </a:xfrm>
            <a:custGeom>
              <a:avLst/>
              <a:gdLst/>
              <a:ahLst/>
              <a:cxnLst/>
              <a:rect l="l" t="t" r="r" b="b"/>
              <a:pathLst>
                <a:path w="2314" h="2320" extrusionOk="0">
                  <a:moveTo>
                    <a:pt x="2313" y="1160"/>
                  </a:moveTo>
                  <a:lnTo>
                    <a:pt x="2313" y="1160"/>
                  </a:lnTo>
                  <a:cubicBezTo>
                    <a:pt x="2313" y="518"/>
                    <a:pt x="1795" y="0"/>
                    <a:pt x="1154" y="0"/>
                  </a:cubicBezTo>
                  <a:cubicBezTo>
                    <a:pt x="518" y="0"/>
                    <a:pt x="0" y="518"/>
                    <a:pt x="0" y="1160"/>
                  </a:cubicBezTo>
                  <a:cubicBezTo>
                    <a:pt x="0" y="1801"/>
                    <a:pt x="518" y="2319"/>
                    <a:pt x="1154" y="2319"/>
                  </a:cubicBezTo>
                  <a:cubicBezTo>
                    <a:pt x="1795" y="2319"/>
                    <a:pt x="2313" y="1801"/>
                    <a:pt x="2313" y="1160"/>
                  </a:cubicBezTo>
                </a:path>
              </a:pathLst>
            </a:custGeom>
            <a:solidFill>
              <a:srgbClr val="38A6DD"/>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09" name="Google Shape;309;p41"/>
            <p:cNvSpPr/>
            <p:nvPr/>
          </p:nvSpPr>
          <p:spPr>
            <a:xfrm>
              <a:off x="14340672" y="8603547"/>
              <a:ext cx="288238" cy="288257"/>
            </a:xfrm>
            <a:custGeom>
              <a:avLst/>
              <a:gdLst/>
              <a:ahLst/>
              <a:cxnLst/>
              <a:rect l="l" t="t" r="r" b="b"/>
              <a:pathLst>
                <a:path w="625" h="625" extrusionOk="0">
                  <a:moveTo>
                    <a:pt x="512" y="112"/>
                  </a:moveTo>
                  <a:lnTo>
                    <a:pt x="512" y="112"/>
                  </a:lnTo>
                  <a:cubicBezTo>
                    <a:pt x="400" y="0"/>
                    <a:pt x="223" y="0"/>
                    <a:pt x="112" y="112"/>
                  </a:cubicBezTo>
                  <a:cubicBezTo>
                    <a:pt x="0" y="224"/>
                    <a:pt x="0" y="400"/>
                    <a:pt x="112" y="512"/>
                  </a:cubicBezTo>
                  <a:cubicBezTo>
                    <a:pt x="223" y="624"/>
                    <a:pt x="400" y="624"/>
                    <a:pt x="512" y="512"/>
                  </a:cubicBezTo>
                  <a:cubicBezTo>
                    <a:pt x="624" y="400"/>
                    <a:pt x="624" y="224"/>
                    <a:pt x="512" y="112"/>
                  </a:cubicBezTo>
                  <a:close/>
                  <a:moveTo>
                    <a:pt x="159" y="465"/>
                  </a:moveTo>
                  <a:lnTo>
                    <a:pt x="159" y="465"/>
                  </a:lnTo>
                  <a:cubicBezTo>
                    <a:pt x="76" y="377"/>
                    <a:pt x="76" y="247"/>
                    <a:pt x="159" y="159"/>
                  </a:cubicBezTo>
                  <a:cubicBezTo>
                    <a:pt x="241" y="76"/>
                    <a:pt x="376" y="76"/>
                    <a:pt x="459" y="159"/>
                  </a:cubicBezTo>
                  <a:cubicBezTo>
                    <a:pt x="541" y="247"/>
                    <a:pt x="541" y="377"/>
                    <a:pt x="459" y="465"/>
                  </a:cubicBezTo>
                  <a:cubicBezTo>
                    <a:pt x="376" y="547"/>
                    <a:pt x="241" y="547"/>
                    <a:pt x="159" y="465"/>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0" name="Google Shape;310;p41"/>
            <p:cNvSpPr/>
            <p:nvPr/>
          </p:nvSpPr>
          <p:spPr>
            <a:xfrm>
              <a:off x="14218881" y="8836994"/>
              <a:ext cx="176597" cy="176608"/>
            </a:xfrm>
            <a:custGeom>
              <a:avLst/>
              <a:gdLst/>
              <a:ahLst/>
              <a:cxnLst/>
              <a:rect l="l" t="t" r="r" b="b"/>
              <a:pathLst>
                <a:path w="383" h="384" extrusionOk="0">
                  <a:moveTo>
                    <a:pt x="135" y="354"/>
                  </a:moveTo>
                  <a:lnTo>
                    <a:pt x="135" y="354"/>
                  </a:lnTo>
                  <a:cubicBezTo>
                    <a:pt x="106" y="383"/>
                    <a:pt x="58" y="383"/>
                    <a:pt x="29" y="354"/>
                  </a:cubicBezTo>
                  <a:lnTo>
                    <a:pt x="29" y="354"/>
                  </a:lnTo>
                  <a:cubicBezTo>
                    <a:pt x="0" y="324"/>
                    <a:pt x="0" y="277"/>
                    <a:pt x="29" y="242"/>
                  </a:cubicBezTo>
                  <a:cubicBezTo>
                    <a:pt x="241" y="30"/>
                    <a:pt x="241" y="30"/>
                    <a:pt x="241" y="30"/>
                  </a:cubicBezTo>
                  <a:cubicBezTo>
                    <a:pt x="270" y="0"/>
                    <a:pt x="318" y="0"/>
                    <a:pt x="347" y="30"/>
                  </a:cubicBezTo>
                  <a:lnTo>
                    <a:pt x="347" y="30"/>
                  </a:lnTo>
                  <a:cubicBezTo>
                    <a:pt x="382" y="65"/>
                    <a:pt x="382" y="112"/>
                    <a:pt x="347" y="142"/>
                  </a:cubicBezTo>
                  <a:lnTo>
                    <a:pt x="135" y="354"/>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1" name="Google Shape;311;p41"/>
            <p:cNvSpPr/>
            <p:nvPr/>
          </p:nvSpPr>
          <p:spPr>
            <a:xfrm>
              <a:off x="14318344" y="8812634"/>
              <a:ext cx="99462" cy="97439"/>
            </a:xfrm>
            <a:custGeom>
              <a:avLst/>
              <a:gdLst/>
              <a:ahLst/>
              <a:cxnLst/>
              <a:rect l="l" t="t" r="r" b="b"/>
              <a:pathLst>
                <a:path w="218" h="213" extrusionOk="0">
                  <a:moveTo>
                    <a:pt x="52" y="206"/>
                  </a:moveTo>
                  <a:lnTo>
                    <a:pt x="52" y="206"/>
                  </a:lnTo>
                  <a:cubicBezTo>
                    <a:pt x="41" y="212"/>
                    <a:pt x="23" y="212"/>
                    <a:pt x="11" y="206"/>
                  </a:cubicBezTo>
                  <a:lnTo>
                    <a:pt x="11" y="206"/>
                  </a:lnTo>
                  <a:cubicBezTo>
                    <a:pt x="0" y="195"/>
                    <a:pt x="0" y="177"/>
                    <a:pt x="11" y="165"/>
                  </a:cubicBezTo>
                  <a:cubicBezTo>
                    <a:pt x="164" y="12"/>
                    <a:pt x="164" y="12"/>
                    <a:pt x="164" y="12"/>
                  </a:cubicBezTo>
                  <a:cubicBezTo>
                    <a:pt x="176" y="0"/>
                    <a:pt x="194" y="0"/>
                    <a:pt x="206" y="12"/>
                  </a:cubicBezTo>
                  <a:lnTo>
                    <a:pt x="206" y="12"/>
                  </a:lnTo>
                  <a:cubicBezTo>
                    <a:pt x="217" y="24"/>
                    <a:pt x="217" y="41"/>
                    <a:pt x="206" y="47"/>
                  </a:cubicBezTo>
                  <a:lnTo>
                    <a:pt x="52" y="206"/>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2" name="Google Shape;312;p41"/>
            <p:cNvSpPr/>
            <p:nvPr/>
          </p:nvSpPr>
          <p:spPr>
            <a:xfrm>
              <a:off x="14413746" y="8650236"/>
              <a:ext cx="168477" cy="168488"/>
            </a:xfrm>
            <a:custGeom>
              <a:avLst/>
              <a:gdLst/>
              <a:ahLst/>
              <a:cxnLst/>
              <a:rect l="l" t="t" r="r" b="b"/>
              <a:pathLst>
                <a:path w="366" h="366" extrusionOk="0">
                  <a:moveTo>
                    <a:pt x="265" y="100"/>
                  </a:moveTo>
                  <a:lnTo>
                    <a:pt x="265" y="100"/>
                  </a:lnTo>
                  <a:cubicBezTo>
                    <a:pt x="335" y="177"/>
                    <a:pt x="335" y="289"/>
                    <a:pt x="270" y="365"/>
                  </a:cubicBezTo>
                  <a:cubicBezTo>
                    <a:pt x="276" y="365"/>
                    <a:pt x="282" y="359"/>
                    <a:pt x="288" y="353"/>
                  </a:cubicBezTo>
                  <a:cubicBezTo>
                    <a:pt x="365" y="277"/>
                    <a:pt x="365" y="153"/>
                    <a:pt x="288" y="77"/>
                  </a:cubicBezTo>
                  <a:cubicBezTo>
                    <a:pt x="212" y="0"/>
                    <a:pt x="88" y="0"/>
                    <a:pt x="11" y="77"/>
                  </a:cubicBezTo>
                  <a:cubicBezTo>
                    <a:pt x="5" y="82"/>
                    <a:pt x="0" y="88"/>
                    <a:pt x="0" y="88"/>
                  </a:cubicBezTo>
                  <a:cubicBezTo>
                    <a:pt x="76" y="23"/>
                    <a:pt x="188" y="29"/>
                    <a:pt x="265" y="10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3" name="Google Shape;313;p41"/>
            <p:cNvSpPr/>
            <p:nvPr/>
          </p:nvSpPr>
          <p:spPr>
            <a:xfrm>
              <a:off x="11858170" y="5712858"/>
              <a:ext cx="679997" cy="678013"/>
            </a:xfrm>
            <a:custGeom>
              <a:avLst/>
              <a:gdLst/>
              <a:ahLst/>
              <a:cxnLst/>
              <a:rect l="l" t="t" r="r" b="b"/>
              <a:pathLst>
                <a:path w="1478" h="1473" extrusionOk="0">
                  <a:moveTo>
                    <a:pt x="1477" y="736"/>
                  </a:moveTo>
                  <a:lnTo>
                    <a:pt x="1477" y="736"/>
                  </a:lnTo>
                  <a:cubicBezTo>
                    <a:pt x="1477" y="330"/>
                    <a:pt x="1147" y="0"/>
                    <a:pt x="742" y="0"/>
                  </a:cubicBezTo>
                  <a:cubicBezTo>
                    <a:pt x="336" y="0"/>
                    <a:pt x="0" y="330"/>
                    <a:pt x="0" y="736"/>
                  </a:cubicBezTo>
                  <a:cubicBezTo>
                    <a:pt x="0" y="1143"/>
                    <a:pt x="336" y="1472"/>
                    <a:pt x="742" y="1472"/>
                  </a:cubicBezTo>
                  <a:cubicBezTo>
                    <a:pt x="1147" y="1472"/>
                    <a:pt x="1477" y="1143"/>
                    <a:pt x="1477" y="736"/>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4" name="Google Shape;314;p41"/>
            <p:cNvSpPr/>
            <p:nvPr/>
          </p:nvSpPr>
          <p:spPr>
            <a:xfrm>
              <a:off x="11990109" y="5842775"/>
              <a:ext cx="414089" cy="416146"/>
            </a:xfrm>
            <a:custGeom>
              <a:avLst/>
              <a:gdLst/>
              <a:ahLst/>
              <a:cxnLst/>
              <a:rect l="l" t="t" r="r" b="b"/>
              <a:pathLst>
                <a:path w="901" h="902" extrusionOk="0">
                  <a:moveTo>
                    <a:pt x="453" y="0"/>
                  </a:moveTo>
                  <a:lnTo>
                    <a:pt x="453" y="0"/>
                  </a:lnTo>
                  <a:cubicBezTo>
                    <a:pt x="200" y="0"/>
                    <a:pt x="0" y="206"/>
                    <a:pt x="0" y="453"/>
                  </a:cubicBezTo>
                  <a:cubicBezTo>
                    <a:pt x="0" y="701"/>
                    <a:pt x="200" y="901"/>
                    <a:pt x="453" y="901"/>
                  </a:cubicBezTo>
                  <a:cubicBezTo>
                    <a:pt x="699" y="901"/>
                    <a:pt x="900" y="701"/>
                    <a:pt x="900" y="453"/>
                  </a:cubicBezTo>
                  <a:cubicBezTo>
                    <a:pt x="900" y="206"/>
                    <a:pt x="699" y="0"/>
                    <a:pt x="453" y="0"/>
                  </a:cubicBezTo>
                  <a:close/>
                  <a:moveTo>
                    <a:pt x="841" y="589"/>
                  </a:moveTo>
                  <a:lnTo>
                    <a:pt x="841" y="589"/>
                  </a:lnTo>
                  <a:lnTo>
                    <a:pt x="835" y="589"/>
                  </a:lnTo>
                  <a:cubicBezTo>
                    <a:pt x="835" y="589"/>
                    <a:pt x="835" y="589"/>
                    <a:pt x="835" y="595"/>
                  </a:cubicBezTo>
                  <a:cubicBezTo>
                    <a:pt x="829" y="624"/>
                    <a:pt x="811" y="648"/>
                    <a:pt x="793" y="677"/>
                  </a:cubicBezTo>
                  <a:cubicBezTo>
                    <a:pt x="793" y="677"/>
                    <a:pt x="793" y="677"/>
                    <a:pt x="788" y="683"/>
                  </a:cubicBezTo>
                  <a:cubicBezTo>
                    <a:pt x="776" y="677"/>
                    <a:pt x="776" y="683"/>
                    <a:pt x="770" y="689"/>
                  </a:cubicBezTo>
                  <a:cubicBezTo>
                    <a:pt x="764" y="689"/>
                    <a:pt x="764" y="683"/>
                    <a:pt x="764" y="683"/>
                  </a:cubicBezTo>
                  <a:cubicBezTo>
                    <a:pt x="758" y="677"/>
                    <a:pt x="764" y="671"/>
                    <a:pt x="764" y="665"/>
                  </a:cubicBezTo>
                  <a:cubicBezTo>
                    <a:pt x="764" y="665"/>
                    <a:pt x="764" y="659"/>
                    <a:pt x="758" y="659"/>
                  </a:cubicBezTo>
                  <a:cubicBezTo>
                    <a:pt x="764" y="648"/>
                    <a:pt x="758" y="642"/>
                    <a:pt x="758" y="636"/>
                  </a:cubicBezTo>
                  <a:cubicBezTo>
                    <a:pt x="758" y="630"/>
                    <a:pt x="764" y="630"/>
                    <a:pt x="770" y="630"/>
                  </a:cubicBezTo>
                  <a:cubicBezTo>
                    <a:pt x="776" y="630"/>
                    <a:pt x="770" y="618"/>
                    <a:pt x="776" y="612"/>
                  </a:cubicBezTo>
                  <a:cubicBezTo>
                    <a:pt x="776" y="612"/>
                    <a:pt x="776" y="612"/>
                    <a:pt x="782" y="612"/>
                  </a:cubicBezTo>
                  <a:lnTo>
                    <a:pt x="782" y="606"/>
                  </a:lnTo>
                  <a:cubicBezTo>
                    <a:pt x="788" y="606"/>
                    <a:pt x="793" y="601"/>
                    <a:pt x="793" y="606"/>
                  </a:cubicBezTo>
                  <a:cubicBezTo>
                    <a:pt x="799" y="606"/>
                    <a:pt x="799" y="595"/>
                    <a:pt x="799" y="589"/>
                  </a:cubicBezTo>
                  <a:cubicBezTo>
                    <a:pt x="805" y="589"/>
                    <a:pt x="811" y="589"/>
                    <a:pt x="811" y="589"/>
                  </a:cubicBezTo>
                  <a:cubicBezTo>
                    <a:pt x="817" y="583"/>
                    <a:pt x="811" y="577"/>
                    <a:pt x="817" y="577"/>
                  </a:cubicBezTo>
                  <a:cubicBezTo>
                    <a:pt x="823" y="583"/>
                    <a:pt x="835" y="577"/>
                    <a:pt x="841" y="583"/>
                  </a:cubicBezTo>
                  <a:cubicBezTo>
                    <a:pt x="841" y="583"/>
                    <a:pt x="841" y="583"/>
                    <a:pt x="841" y="589"/>
                  </a:cubicBezTo>
                  <a:close/>
                  <a:moveTo>
                    <a:pt x="135" y="188"/>
                  </a:moveTo>
                  <a:lnTo>
                    <a:pt x="135" y="188"/>
                  </a:lnTo>
                  <a:cubicBezTo>
                    <a:pt x="135" y="188"/>
                    <a:pt x="135" y="188"/>
                    <a:pt x="141" y="194"/>
                  </a:cubicBezTo>
                  <a:cubicBezTo>
                    <a:pt x="147" y="188"/>
                    <a:pt x="141" y="182"/>
                    <a:pt x="153" y="182"/>
                  </a:cubicBezTo>
                  <a:cubicBezTo>
                    <a:pt x="153" y="188"/>
                    <a:pt x="153" y="194"/>
                    <a:pt x="153" y="194"/>
                  </a:cubicBezTo>
                  <a:cubicBezTo>
                    <a:pt x="159" y="188"/>
                    <a:pt x="159" y="177"/>
                    <a:pt x="153" y="177"/>
                  </a:cubicBezTo>
                  <a:cubicBezTo>
                    <a:pt x="153" y="171"/>
                    <a:pt x="153" y="171"/>
                    <a:pt x="153" y="165"/>
                  </a:cubicBezTo>
                  <a:cubicBezTo>
                    <a:pt x="159" y="165"/>
                    <a:pt x="159" y="171"/>
                    <a:pt x="164" y="171"/>
                  </a:cubicBezTo>
                  <a:cubicBezTo>
                    <a:pt x="170" y="177"/>
                    <a:pt x="170" y="182"/>
                    <a:pt x="176" y="182"/>
                  </a:cubicBezTo>
                  <a:cubicBezTo>
                    <a:pt x="176" y="194"/>
                    <a:pt x="170" y="188"/>
                    <a:pt x="176" y="194"/>
                  </a:cubicBezTo>
                  <a:cubicBezTo>
                    <a:pt x="176" y="188"/>
                    <a:pt x="182" y="188"/>
                    <a:pt x="182" y="182"/>
                  </a:cubicBezTo>
                  <a:lnTo>
                    <a:pt x="176" y="182"/>
                  </a:lnTo>
                  <a:cubicBezTo>
                    <a:pt x="164" y="171"/>
                    <a:pt x="176" y="159"/>
                    <a:pt x="182" y="153"/>
                  </a:cubicBezTo>
                  <a:cubicBezTo>
                    <a:pt x="188" y="153"/>
                    <a:pt x="188" y="153"/>
                    <a:pt x="188" y="159"/>
                  </a:cubicBezTo>
                  <a:cubicBezTo>
                    <a:pt x="188" y="153"/>
                    <a:pt x="200" y="153"/>
                    <a:pt x="200" y="165"/>
                  </a:cubicBezTo>
                  <a:cubicBezTo>
                    <a:pt x="206" y="165"/>
                    <a:pt x="206" y="159"/>
                    <a:pt x="211" y="159"/>
                  </a:cubicBezTo>
                  <a:cubicBezTo>
                    <a:pt x="211" y="165"/>
                    <a:pt x="217" y="165"/>
                    <a:pt x="217" y="171"/>
                  </a:cubicBezTo>
                  <a:cubicBezTo>
                    <a:pt x="223" y="171"/>
                    <a:pt x="229" y="171"/>
                    <a:pt x="229" y="171"/>
                  </a:cubicBezTo>
                  <a:cubicBezTo>
                    <a:pt x="229" y="177"/>
                    <a:pt x="235" y="177"/>
                    <a:pt x="235" y="182"/>
                  </a:cubicBezTo>
                  <a:cubicBezTo>
                    <a:pt x="235" y="182"/>
                    <a:pt x="235" y="182"/>
                    <a:pt x="229" y="188"/>
                  </a:cubicBezTo>
                  <a:cubicBezTo>
                    <a:pt x="235" y="188"/>
                    <a:pt x="241" y="188"/>
                    <a:pt x="247" y="194"/>
                  </a:cubicBezTo>
                  <a:cubicBezTo>
                    <a:pt x="247" y="194"/>
                    <a:pt x="247" y="200"/>
                    <a:pt x="247" y="194"/>
                  </a:cubicBezTo>
                  <a:cubicBezTo>
                    <a:pt x="247" y="200"/>
                    <a:pt x="247" y="200"/>
                    <a:pt x="247" y="206"/>
                  </a:cubicBezTo>
                  <a:cubicBezTo>
                    <a:pt x="241" y="206"/>
                    <a:pt x="241" y="206"/>
                    <a:pt x="241" y="212"/>
                  </a:cubicBezTo>
                  <a:cubicBezTo>
                    <a:pt x="241" y="212"/>
                    <a:pt x="235" y="206"/>
                    <a:pt x="229" y="206"/>
                  </a:cubicBezTo>
                  <a:cubicBezTo>
                    <a:pt x="229" y="212"/>
                    <a:pt x="235" y="212"/>
                    <a:pt x="235" y="218"/>
                  </a:cubicBezTo>
                  <a:cubicBezTo>
                    <a:pt x="235" y="224"/>
                    <a:pt x="229" y="224"/>
                    <a:pt x="235" y="235"/>
                  </a:cubicBezTo>
                  <a:cubicBezTo>
                    <a:pt x="223" y="230"/>
                    <a:pt x="217" y="224"/>
                    <a:pt x="211" y="218"/>
                  </a:cubicBezTo>
                  <a:cubicBezTo>
                    <a:pt x="206" y="218"/>
                    <a:pt x="200" y="218"/>
                    <a:pt x="200" y="212"/>
                  </a:cubicBezTo>
                  <a:cubicBezTo>
                    <a:pt x="200" y="200"/>
                    <a:pt x="211" y="206"/>
                    <a:pt x="217" y="194"/>
                  </a:cubicBezTo>
                  <a:cubicBezTo>
                    <a:pt x="217" y="188"/>
                    <a:pt x="206" y="194"/>
                    <a:pt x="211" y="182"/>
                  </a:cubicBezTo>
                  <a:cubicBezTo>
                    <a:pt x="206" y="188"/>
                    <a:pt x="200" y="177"/>
                    <a:pt x="200" y="182"/>
                  </a:cubicBezTo>
                  <a:cubicBezTo>
                    <a:pt x="194" y="182"/>
                    <a:pt x="194" y="182"/>
                    <a:pt x="188" y="182"/>
                  </a:cubicBezTo>
                  <a:lnTo>
                    <a:pt x="194" y="182"/>
                  </a:lnTo>
                  <a:cubicBezTo>
                    <a:pt x="194" y="188"/>
                    <a:pt x="194" y="194"/>
                    <a:pt x="194" y="200"/>
                  </a:cubicBezTo>
                  <a:cubicBezTo>
                    <a:pt x="188" y="206"/>
                    <a:pt x="182" y="206"/>
                    <a:pt x="170" y="206"/>
                  </a:cubicBezTo>
                  <a:cubicBezTo>
                    <a:pt x="170" y="212"/>
                    <a:pt x="170" y="212"/>
                    <a:pt x="170" y="212"/>
                  </a:cubicBezTo>
                  <a:cubicBezTo>
                    <a:pt x="164" y="212"/>
                    <a:pt x="164" y="224"/>
                    <a:pt x="159" y="230"/>
                  </a:cubicBezTo>
                  <a:cubicBezTo>
                    <a:pt x="159" y="230"/>
                    <a:pt x="153" y="235"/>
                    <a:pt x="147" y="235"/>
                  </a:cubicBezTo>
                  <a:cubicBezTo>
                    <a:pt x="147" y="241"/>
                    <a:pt x="147" y="241"/>
                    <a:pt x="147" y="241"/>
                  </a:cubicBezTo>
                  <a:cubicBezTo>
                    <a:pt x="147" y="247"/>
                    <a:pt x="153" y="247"/>
                    <a:pt x="153" y="253"/>
                  </a:cubicBezTo>
                  <a:cubicBezTo>
                    <a:pt x="159" y="259"/>
                    <a:pt x="164" y="259"/>
                    <a:pt x="164" y="265"/>
                  </a:cubicBezTo>
                  <a:cubicBezTo>
                    <a:pt x="170" y="265"/>
                    <a:pt x="170" y="265"/>
                    <a:pt x="170" y="265"/>
                  </a:cubicBezTo>
                  <a:cubicBezTo>
                    <a:pt x="176" y="265"/>
                    <a:pt x="176" y="265"/>
                    <a:pt x="176" y="265"/>
                  </a:cubicBezTo>
                  <a:cubicBezTo>
                    <a:pt x="176" y="271"/>
                    <a:pt x="182" y="282"/>
                    <a:pt x="182" y="282"/>
                  </a:cubicBezTo>
                  <a:cubicBezTo>
                    <a:pt x="182" y="277"/>
                    <a:pt x="182" y="271"/>
                    <a:pt x="188" y="265"/>
                  </a:cubicBezTo>
                  <a:lnTo>
                    <a:pt x="182" y="265"/>
                  </a:lnTo>
                  <a:cubicBezTo>
                    <a:pt x="188" y="259"/>
                    <a:pt x="188" y="265"/>
                    <a:pt x="194" y="265"/>
                  </a:cubicBezTo>
                  <a:cubicBezTo>
                    <a:pt x="188" y="253"/>
                    <a:pt x="194" y="241"/>
                    <a:pt x="194" y="224"/>
                  </a:cubicBezTo>
                  <a:cubicBezTo>
                    <a:pt x="200" y="224"/>
                    <a:pt x="200" y="224"/>
                    <a:pt x="200" y="224"/>
                  </a:cubicBezTo>
                  <a:cubicBezTo>
                    <a:pt x="206" y="224"/>
                    <a:pt x="206" y="230"/>
                    <a:pt x="206" y="224"/>
                  </a:cubicBezTo>
                  <a:cubicBezTo>
                    <a:pt x="211" y="224"/>
                    <a:pt x="211" y="235"/>
                    <a:pt x="217" y="230"/>
                  </a:cubicBezTo>
                  <a:cubicBezTo>
                    <a:pt x="217" y="235"/>
                    <a:pt x="217" y="241"/>
                    <a:pt x="217" y="247"/>
                  </a:cubicBezTo>
                  <a:cubicBezTo>
                    <a:pt x="217" y="247"/>
                    <a:pt x="223" y="247"/>
                    <a:pt x="229" y="247"/>
                  </a:cubicBezTo>
                  <a:lnTo>
                    <a:pt x="229" y="241"/>
                  </a:lnTo>
                  <a:cubicBezTo>
                    <a:pt x="241" y="241"/>
                    <a:pt x="235" y="253"/>
                    <a:pt x="241" y="253"/>
                  </a:cubicBezTo>
                  <a:cubicBezTo>
                    <a:pt x="241" y="259"/>
                    <a:pt x="241" y="259"/>
                    <a:pt x="241" y="265"/>
                  </a:cubicBezTo>
                  <a:cubicBezTo>
                    <a:pt x="241" y="271"/>
                    <a:pt x="247" y="271"/>
                    <a:pt x="247" y="277"/>
                  </a:cubicBezTo>
                  <a:cubicBezTo>
                    <a:pt x="253" y="277"/>
                    <a:pt x="253" y="277"/>
                    <a:pt x="253" y="277"/>
                  </a:cubicBezTo>
                  <a:cubicBezTo>
                    <a:pt x="253" y="289"/>
                    <a:pt x="253" y="289"/>
                    <a:pt x="253" y="300"/>
                  </a:cubicBezTo>
                  <a:cubicBezTo>
                    <a:pt x="259" y="300"/>
                    <a:pt x="259" y="306"/>
                    <a:pt x="265" y="306"/>
                  </a:cubicBezTo>
                  <a:cubicBezTo>
                    <a:pt x="259" y="312"/>
                    <a:pt x="259" y="318"/>
                    <a:pt x="265" y="318"/>
                  </a:cubicBezTo>
                  <a:cubicBezTo>
                    <a:pt x="259" y="324"/>
                    <a:pt x="253" y="312"/>
                    <a:pt x="253" y="318"/>
                  </a:cubicBezTo>
                  <a:lnTo>
                    <a:pt x="253" y="312"/>
                  </a:lnTo>
                  <a:cubicBezTo>
                    <a:pt x="247" y="312"/>
                    <a:pt x="247" y="318"/>
                    <a:pt x="241" y="312"/>
                  </a:cubicBezTo>
                  <a:cubicBezTo>
                    <a:pt x="241" y="306"/>
                    <a:pt x="247" y="300"/>
                    <a:pt x="253" y="289"/>
                  </a:cubicBezTo>
                  <a:cubicBezTo>
                    <a:pt x="247" y="289"/>
                    <a:pt x="241" y="300"/>
                    <a:pt x="235" y="294"/>
                  </a:cubicBezTo>
                  <a:cubicBezTo>
                    <a:pt x="229" y="300"/>
                    <a:pt x="235" y="300"/>
                    <a:pt x="235" y="306"/>
                  </a:cubicBezTo>
                  <a:cubicBezTo>
                    <a:pt x="229" y="306"/>
                    <a:pt x="229" y="306"/>
                    <a:pt x="229" y="312"/>
                  </a:cubicBezTo>
                  <a:cubicBezTo>
                    <a:pt x="223" y="318"/>
                    <a:pt x="235" y="318"/>
                    <a:pt x="235" y="318"/>
                  </a:cubicBezTo>
                  <a:cubicBezTo>
                    <a:pt x="235" y="324"/>
                    <a:pt x="229" y="324"/>
                    <a:pt x="223" y="330"/>
                  </a:cubicBezTo>
                  <a:cubicBezTo>
                    <a:pt x="223" y="324"/>
                    <a:pt x="223" y="324"/>
                    <a:pt x="223" y="324"/>
                  </a:cubicBezTo>
                  <a:cubicBezTo>
                    <a:pt x="217" y="324"/>
                    <a:pt x="211" y="330"/>
                    <a:pt x="206" y="330"/>
                  </a:cubicBezTo>
                  <a:cubicBezTo>
                    <a:pt x="206" y="336"/>
                    <a:pt x="206" y="336"/>
                    <a:pt x="206" y="341"/>
                  </a:cubicBezTo>
                  <a:cubicBezTo>
                    <a:pt x="200" y="341"/>
                    <a:pt x="200" y="347"/>
                    <a:pt x="194" y="347"/>
                  </a:cubicBezTo>
                  <a:cubicBezTo>
                    <a:pt x="194" y="359"/>
                    <a:pt x="188" y="359"/>
                    <a:pt x="188" y="365"/>
                  </a:cubicBezTo>
                  <a:cubicBezTo>
                    <a:pt x="188" y="365"/>
                    <a:pt x="188" y="365"/>
                    <a:pt x="182" y="365"/>
                  </a:cubicBezTo>
                  <a:cubicBezTo>
                    <a:pt x="182" y="371"/>
                    <a:pt x="182" y="371"/>
                    <a:pt x="182" y="377"/>
                  </a:cubicBezTo>
                  <a:cubicBezTo>
                    <a:pt x="176" y="377"/>
                    <a:pt x="170" y="383"/>
                    <a:pt x="164" y="394"/>
                  </a:cubicBezTo>
                  <a:cubicBezTo>
                    <a:pt x="164" y="400"/>
                    <a:pt x="170" y="400"/>
                    <a:pt x="170" y="406"/>
                  </a:cubicBezTo>
                  <a:cubicBezTo>
                    <a:pt x="170" y="412"/>
                    <a:pt x="170" y="412"/>
                    <a:pt x="170" y="418"/>
                  </a:cubicBezTo>
                  <a:cubicBezTo>
                    <a:pt x="164" y="418"/>
                    <a:pt x="159" y="412"/>
                    <a:pt x="159" y="406"/>
                  </a:cubicBezTo>
                  <a:cubicBezTo>
                    <a:pt x="159" y="400"/>
                    <a:pt x="153" y="400"/>
                    <a:pt x="147" y="400"/>
                  </a:cubicBezTo>
                  <a:cubicBezTo>
                    <a:pt x="141" y="400"/>
                    <a:pt x="141" y="400"/>
                    <a:pt x="141" y="406"/>
                  </a:cubicBezTo>
                  <a:cubicBezTo>
                    <a:pt x="135" y="406"/>
                    <a:pt x="135" y="400"/>
                    <a:pt x="123" y="400"/>
                  </a:cubicBezTo>
                  <a:cubicBezTo>
                    <a:pt x="123" y="400"/>
                    <a:pt x="117" y="406"/>
                    <a:pt x="111" y="406"/>
                  </a:cubicBezTo>
                  <a:cubicBezTo>
                    <a:pt x="117" y="418"/>
                    <a:pt x="106" y="447"/>
                    <a:pt x="123" y="447"/>
                  </a:cubicBezTo>
                  <a:cubicBezTo>
                    <a:pt x="129" y="447"/>
                    <a:pt x="129" y="436"/>
                    <a:pt x="129" y="436"/>
                  </a:cubicBezTo>
                  <a:cubicBezTo>
                    <a:pt x="135" y="436"/>
                    <a:pt x="135" y="436"/>
                    <a:pt x="147" y="436"/>
                  </a:cubicBezTo>
                  <a:cubicBezTo>
                    <a:pt x="147" y="447"/>
                    <a:pt x="141" y="447"/>
                    <a:pt x="141" y="453"/>
                  </a:cubicBezTo>
                  <a:cubicBezTo>
                    <a:pt x="147" y="459"/>
                    <a:pt x="153" y="459"/>
                    <a:pt x="159" y="459"/>
                  </a:cubicBezTo>
                  <a:cubicBezTo>
                    <a:pt x="159" y="471"/>
                    <a:pt x="153" y="477"/>
                    <a:pt x="159" y="489"/>
                  </a:cubicBezTo>
                  <a:lnTo>
                    <a:pt x="164" y="483"/>
                  </a:lnTo>
                  <a:cubicBezTo>
                    <a:pt x="170" y="483"/>
                    <a:pt x="170" y="483"/>
                    <a:pt x="170" y="489"/>
                  </a:cubicBezTo>
                  <a:cubicBezTo>
                    <a:pt x="176" y="483"/>
                    <a:pt x="182" y="483"/>
                    <a:pt x="182" y="477"/>
                  </a:cubicBezTo>
                  <a:cubicBezTo>
                    <a:pt x="188" y="477"/>
                    <a:pt x="188" y="471"/>
                    <a:pt x="188" y="471"/>
                  </a:cubicBezTo>
                  <a:cubicBezTo>
                    <a:pt x="194" y="471"/>
                    <a:pt x="194" y="477"/>
                    <a:pt x="194" y="477"/>
                  </a:cubicBezTo>
                  <a:cubicBezTo>
                    <a:pt x="200" y="477"/>
                    <a:pt x="200" y="471"/>
                    <a:pt x="200" y="471"/>
                  </a:cubicBezTo>
                  <a:cubicBezTo>
                    <a:pt x="200" y="477"/>
                    <a:pt x="211" y="477"/>
                    <a:pt x="211" y="483"/>
                  </a:cubicBezTo>
                  <a:cubicBezTo>
                    <a:pt x="211" y="483"/>
                    <a:pt x="211" y="483"/>
                    <a:pt x="217" y="483"/>
                  </a:cubicBezTo>
                  <a:cubicBezTo>
                    <a:pt x="223" y="483"/>
                    <a:pt x="229" y="489"/>
                    <a:pt x="235" y="489"/>
                  </a:cubicBezTo>
                  <a:cubicBezTo>
                    <a:pt x="235" y="500"/>
                    <a:pt x="241" y="500"/>
                    <a:pt x="241" y="506"/>
                  </a:cubicBezTo>
                  <a:cubicBezTo>
                    <a:pt x="253" y="500"/>
                    <a:pt x="265" y="518"/>
                    <a:pt x="259" y="524"/>
                  </a:cubicBezTo>
                  <a:cubicBezTo>
                    <a:pt x="259" y="530"/>
                    <a:pt x="265" y="530"/>
                    <a:pt x="270" y="530"/>
                  </a:cubicBezTo>
                  <a:cubicBezTo>
                    <a:pt x="270" y="536"/>
                    <a:pt x="276" y="536"/>
                    <a:pt x="282" y="536"/>
                  </a:cubicBezTo>
                  <a:lnTo>
                    <a:pt x="288" y="536"/>
                  </a:lnTo>
                  <a:cubicBezTo>
                    <a:pt x="294" y="542"/>
                    <a:pt x="300" y="542"/>
                    <a:pt x="300" y="548"/>
                  </a:cubicBezTo>
                  <a:cubicBezTo>
                    <a:pt x="306" y="548"/>
                    <a:pt x="306" y="542"/>
                    <a:pt x="312" y="548"/>
                  </a:cubicBezTo>
                  <a:cubicBezTo>
                    <a:pt x="312" y="548"/>
                    <a:pt x="312" y="553"/>
                    <a:pt x="312" y="559"/>
                  </a:cubicBezTo>
                  <a:cubicBezTo>
                    <a:pt x="312" y="565"/>
                    <a:pt x="312" y="565"/>
                    <a:pt x="312" y="571"/>
                  </a:cubicBezTo>
                  <a:cubicBezTo>
                    <a:pt x="306" y="571"/>
                    <a:pt x="312" y="577"/>
                    <a:pt x="306" y="577"/>
                  </a:cubicBezTo>
                  <a:cubicBezTo>
                    <a:pt x="306" y="583"/>
                    <a:pt x="300" y="583"/>
                    <a:pt x="300" y="589"/>
                  </a:cubicBezTo>
                  <a:cubicBezTo>
                    <a:pt x="300" y="589"/>
                    <a:pt x="300" y="595"/>
                    <a:pt x="294" y="595"/>
                  </a:cubicBezTo>
                  <a:lnTo>
                    <a:pt x="294" y="601"/>
                  </a:lnTo>
                  <a:cubicBezTo>
                    <a:pt x="300" y="612"/>
                    <a:pt x="294" y="618"/>
                    <a:pt x="288" y="630"/>
                  </a:cubicBezTo>
                  <a:cubicBezTo>
                    <a:pt x="282" y="636"/>
                    <a:pt x="288" y="636"/>
                    <a:pt x="276" y="636"/>
                  </a:cubicBezTo>
                  <a:cubicBezTo>
                    <a:pt x="276" y="636"/>
                    <a:pt x="276" y="642"/>
                    <a:pt x="270" y="648"/>
                  </a:cubicBezTo>
                  <a:cubicBezTo>
                    <a:pt x="270" y="648"/>
                    <a:pt x="270" y="653"/>
                    <a:pt x="270" y="659"/>
                  </a:cubicBezTo>
                  <a:cubicBezTo>
                    <a:pt x="270" y="659"/>
                    <a:pt x="265" y="665"/>
                    <a:pt x="265" y="671"/>
                  </a:cubicBezTo>
                  <a:cubicBezTo>
                    <a:pt x="259" y="671"/>
                    <a:pt x="259" y="677"/>
                    <a:pt x="259" y="683"/>
                  </a:cubicBezTo>
                  <a:lnTo>
                    <a:pt x="253" y="683"/>
                  </a:lnTo>
                  <a:lnTo>
                    <a:pt x="247" y="683"/>
                  </a:lnTo>
                  <a:cubicBezTo>
                    <a:pt x="247" y="689"/>
                    <a:pt x="247" y="689"/>
                    <a:pt x="247" y="701"/>
                  </a:cubicBezTo>
                  <a:cubicBezTo>
                    <a:pt x="241" y="701"/>
                    <a:pt x="241" y="706"/>
                    <a:pt x="229" y="706"/>
                  </a:cubicBezTo>
                  <a:cubicBezTo>
                    <a:pt x="229" y="712"/>
                    <a:pt x="229" y="718"/>
                    <a:pt x="223" y="718"/>
                  </a:cubicBezTo>
                  <a:cubicBezTo>
                    <a:pt x="229" y="718"/>
                    <a:pt x="223" y="736"/>
                    <a:pt x="223" y="736"/>
                  </a:cubicBezTo>
                  <a:cubicBezTo>
                    <a:pt x="217" y="742"/>
                    <a:pt x="223" y="742"/>
                    <a:pt x="223" y="748"/>
                  </a:cubicBezTo>
                  <a:cubicBezTo>
                    <a:pt x="223" y="754"/>
                    <a:pt x="223" y="754"/>
                    <a:pt x="217" y="754"/>
                  </a:cubicBezTo>
                  <a:cubicBezTo>
                    <a:pt x="217" y="760"/>
                    <a:pt x="217" y="760"/>
                    <a:pt x="217" y="771"/>
                  </a:cubicBezTo>
                  <a:cubicBezTo>
                    <a:pt x="211" y="777"/>
                    <a:pt x="223" y="771"/>
                    <a:pt x="217" y="777"/>
                  </a:cubicBezTo>
                  <a:cubicBezTo>
                    <a:pt x="223" y="783"/>
                    <a:pt x="223" y="783"/>
                    <a:pt x="229" y="783"/>
                  </a:cubicBezTo>
                  <a:cubicBezTo>
                    <a:pt x="229" y="789"/>
                    <a:pt x="217" y="783"/>
                    <a:pt x="211" y="789"/>
                  </a:cubicBezTo>
                  <a:cubicBezTo>
                    <a:pt x="211" y="783"/>
                    <a:pt x="206" y="783"/>
                    <a:pt x="206" y="783"/>
                  </a:cubicBezTo>
                  <a:lnTo>
                    <a:pt x="206" y="783"/>
                  </a:lnTo>
                  <a:cubicBezTo>
                    <a:pt x="206" y="777"/>
                    <a:pt x="206" y="777"/>
                    <a:pt x="206" y="777"/>
                  </a:cubicBezTo>
                  <a:cubicBezTo>
                    <a:pt x="200" y="771"/>
                    <a:pt x="200" y="765"/>
                    <a:pt x="194" y="760"/>
                  </a:cubicBezTo>
                  <a:cubicBezTo>
                    <a:pt x="200" y="748"/>
                    <a:pt x="194" y="742"/>
                    <a:pt x="194" y="736"/>
                  </a:cubicBezTo>
                  <a:cubicBezTo>
                    <a:pt x="194" y="730"/>
                    <a:pt x="188" y="724"/>
                    <a:pt x="194" y="718"/>
                  </a:cubicBezTo>
                  <a:cubicBezTo>
                    <a:pt x="194" y="718"/>
                    <a:pt x="188" y="718"/>
                    <a:pt x="188" y="712"/>
                  </a:cubicBezTo>
                  <a:cubicBezTo>
                    <a:pt x="194" y="712"/>
                    <a:pt x="200" y="712"/>
                    <a:pt x="200" y="701"/>
                  </a:cubicBezTo>
                  <a:cubicBezTo>
                    <a:pt x="194" y="701"/>
                    <a:pt x="194" y="706"/>
                    <a:pt x="188" y="701"/>
                  </a:cubicBezTo>
                  <a:cubicBezTo>
                    <a:pt x="194" y="689"/>
                    <a:pt x="188" y="671"/>
                    <a:pt x="200" y="665"/>
                  </a:cubicBezTo>
                  <a:cubicBezTo>
                    <a:pt x="200" y="659"/>
                    <a:pt x="194" y="648"/>
                    <a:pt x="200" y="642"/>
                  </a:cubicBezTo>
                  <a:lnTo>
                    <a:pt x="194" y="636"/>
                  </a:lnTo>
                  <a:cubicBezTo>
                    <a:pt x="194" y="636"/>
                    <a:pt x="194" y="630"/>
                    <a:pt x="200" y="630"/>
                  </a:cubicBezTo>
                  <a:cubicBezTo>
                    <a:pt x="200" y="618"/>
                    <a:pt x="194" y="612"/>
                    <a:pt x="188" y="606"/>
                  </a:cubicBezTo>
                  <a:cubicBezTo>
                    <a:pt x="182" y="606"/>
                    <a:pt x="182" y="595"/>
                    <a:pt x="176" y="589"/>
                  </a:cubicBezTo>
                  <a:cubicBezTo>
                    <a:pt x="176" y="589"/>
                    <a:pt x="176" y="589"/>
                    <a:pt x="176" y="583"/>
                  </a:cubicBezTo>
                  <a:cubicBezTo>
                    <a:pt x="170" y="577"/>
                    <a:pt x="164" y="577"/>
                    <a:pt x="164" y="559"/>
                  </a:cubicBezTo>
                  <a:lnTo>
                    <a:pt x="170" y="559"/>
                  </a:lnTo>
                  <a:cubicBezTo>
                    <a:pt x="170" y="553"/>
                    <a:pt x="164" y="553"/>
                    <a:pt x="164" y="553"/>
                  </a:cubicBezTo>
                  <a:cubicBezTo>
                    <a:pt x="164" y="548"/>
                    <a:pt x="159" y="542"/>
                    <a:pt x="164" y="530"/>
                  </a:cubicBezTo>
                  <a:cubicBezTo>
                    <a:pt x="164" y="524"/>
                    <a:pt x="170" y="524"/>
                    <a:pt x="164" y="512"/>
                  </a:cubicBezTo>
                  <a:cubicBezTo>
                    <a:pt x="164" y="506"/>
                    <a:pt x="170" y="512"/>
                    <a:pt x="170" y="506"/>
                  </a:cubicBezTo>
                  <a:cubicBezTo>
                    <a:pt x="170" y="500"/>
                    <a:pt x="164" y="500"/>
                    <a:pt x="164" y="494"/>
                  </a:cubicBezTo>
                  <a:cubicBezTo>
                    <a:pt x="164" y="494"/>
                    <a:pt x="164" y="494"/>
                    <a:pt x="164" y="500"/>
                  </a:cubicBezTo>
                  <a:cubicBezTo>
                    <a:pt x="153" y="494"/>
                    <a:pt x="153" y="489"/>
                    <a:pt x="147" y="489"/>
                  </a:cubicBezTo>
                  <a:lnTo>
                    <a:pt x="147" y="483"/>
                  </a:lnTo>
                  <a:cubicBezTo>
                    <a:pt x="141" y="483"/>
                    <a:pt x="141" y="477"/>
                    <a:pt x="141" y="477"/>
                  </a:cubicBezTo>
                  <a:cubicBezTo>
                    <a:pt x="135" y="477"/>
                    <a:pt x="135" y="471"/>
                    <a:pt x="129" y="471"/>
                  </a:cubicBezTo>
                  <a:cubicBezTo>
                    <a:pt x="123" y="471"/>
                    <a:pt x="123" y="465"/>
                    <a:pt x="123" y="459"/>
                  </a:cubicBezTo>
                  <a:cubicBezTo>
                    <a:pt x="106" y="465"/>
                    <a:pt x="100" y="459"/>
                    <a:pt x="88" y="453"/>
                  </a:cubicBezTo>
                  <a:cubicBezTo>
                    <a:pt x="88" y="447"/>
                    <a:pt x="82" y="442"/>
                    <a:pt x="82" y="430"/>
                  </a:cubicBezTo>
                  <a:cubicBezTo>
                    <a:pt x="82" y="424"/>
                    <a:pt x="76" y="418"/>
                    <a:pt x="76" y="418"/>
                  </a:cubicBezTo>
                  <a:cubicBezTo>
                    <a:pt x="76" y="412"/>
                    <a:pt x="76" y="412"/>
                    <a:pt x="70" y="412"/>
                  </a:cubicBezTo>
                  <a:cubicBezTo>
                    <a:pt x="70" y="424"/>
                    <a:pt x="76" y="418"/>
                    <a:pt x="76" y="424"/>
                  </a:cubicBezTo>
                  <a:cubicBezTo>
                    <a:pt x="70" y="430"/>
                    <a:pt x="70" y="424"/>
                    <a:pt x="64" y="424"/>
                  </a:cubicBezTo>
                  <a:cubicBezTo>
                    <a:pt x="64" y="418"/>
                    <a:pt x="58" y="412"/>
                    <a:pt x="58" y="406"/>
                  </a:cubicBezTo>
                  <a:cubicBezTo>
                    <a:pt x="58" y="406"/>
                    <a:pt x="53" y="406"/>
                    <a:pt x="58" y="406"/>
                  </a:cubicBezTo>
                  <a:cubicBezTo>
                    <a:pt x="53" y="400"/>
                    <a:pt x="53" y="389"/>
                    <a:pt x="47" y="383"/>
                  </a:cubicBezTo>
                  <a:lnTo>
                    <a:pt x="47" y="377"/>
                  </a:lnTo>
                  <a:cubicBezTo>
                    <a:pt x="58" y="306"/>
                    <a:pt x="88" y="241"/>
                    <a:pt x="135" y="188"/>
                  </a:cubicBezTo>
                  <a:close/>
                  <a:moveTo>
                    <a:pt x="182" y="135"/>
                  </a:moveTo>
                  <a:lnTo>
                    <a:pt x="182" y="135"/>
                  </a:lnTo>
                  <a:cubicBezTo>
                    <a:pt x="206" y="118"/>
                    <a:pt x="235" y="100"/>
                    <a:pt x="259" y="88"/>
                  </a:cubicBezTo>
                  <a:lnTo>
                    <a:pt x="265" y="88"/>
                  </a:lnTo>
                  <a:cubicBezTo>
                    <a:pt x="259" y="100"/>
                    <a:pt x="253" y="94"/>
                    <a:pt x="247" y="100"/>
                  </a:cubicBezTo>
                  <a:cubicBezTo>
                    <a:pt x="247" y="100"/>
                    <a:pt x="247" y="100"/>
                    <a:pt x="247" y="106"/>
                  </a:cubicBezTo>
                  <a:cubicBezTo>
                    <a:pt x="241" y="106"/>
                    <a:pt x="241" y="106"/>
                    <a:pt x="235" y="112"/>
                  </a:cubicBezTo>
                  <a:cubicBezTo>
                    <a:pt x="229" y="112"/>
                    <a:pt x="229" y="118"/>
                    <a:pt x="223" y="118"/>
                  </a:cubicBezTo>
                  <a:cubicBezTo>
                    <a:pt x="223" y="129"/>
                    <a:pt x="211" y="129"/>
                    <a:pt x="211" y="135"/>
                  </a:cubicBezTo>
                  <a:lnTo>
                    <a:pt x="206" y="135"/>
                  </a:lnTo>
                  <a:cubicBezTo>
                    <a:pt x="206" y="141"/>
                    <a:pt x="211" y="135"/>
                    <a:pt x="211" y="141"/>
                  </a:cubicBezTo>
                  <a:cubicBezTo>
                    <a:pt x="211" y="147"/>
                    <a:pt x="206" y="147"/>
                    <a:pt x="206" y="147"/>
                  </a:cubicBezTo>
                  <a:cubicBezTo>
                    <a:pt x="200" y="159"/>
                    <a:pt x="188" y="147"/>
                    <a:pt x="176" y="147"/>
                  </a:cubicBezTo>
                  <a:lnTo>
                    <a:pt x="176" y="147"/>
                  </a:lnTo>
                  <a:cubicBezTo>
                    <a:pt x="176" y="147"/>
                    <a:pt x="176" y="141"/>
                    <a:pt x="182" y="141"/>
                  </a:cubicBezTo>
                  <a:cubicBezTo>
                    <a:pt x="182" y="141"/>
                    <a:pt x="188" y="147"/>
                    <a:pt x="194" y="141"/>
                  </a:cubicBezTo>
                  <a:cubicBezTo>
                    <a:pt x="194" y="141"/>
                    <a:pt x="188" y="135"/>
                    <a:pt x="182" y="135"/>
                  </a:cubicBezTo>
                  <a:close/>
                  <a:moveTo>
                    <a:pt x="817" y="259"/>
                  </a:moveTo>
                  <a:lnTo>
                    <a:pt x="817" y="259"/>
                  </a:lnTo>
                  <a:cubicBezTo>
                    <a:pt x="811" y="265"/>
                    <a:pt x="811" y="265"/>
                    <a:pt x="811" y="271"/>
                  </a:cubicBezTo>
                  <a:cubicBezTo>
                    <a:pt x="811" y="277"/>
                    <a:pt x="817" y="271"/>
                    <a:pt x="817" y="271"/>
                  </a:cubicBezTo>
                  <a:cubicBezTo>
                    <a:pt x="823" y="277"/>
                    <a:pt x="823" y="282"/>
                    <a:pt x="829" y="282"/>
                  </a:cubicBezTo>
                  <a:cubicBezTo>
                    <a:pt x="829" y="294"/>
                    <a:pt x="829" y="300"/>
                    <a:pt x="829" y="312"/>
                  </a:cubicBezTo>
                  <a:cubicBezTo>
                    <a:pt x="823" y="318"/>
                    <a:pt x="817" y="324"/>
                    <a:pt x="817" y="330"/>
                  </a:cubicBezTo>
                  <a:cubicBezTo>
                    <a:pt x="811" y="336"/>
                    <a:pt x="811" y="336"/>
                    <a:pt x="805" y="336"/>
                  </a:cubicBezTo>
                  <a:cubicBezTo>
                    <a:pt x="799" y="353"/>
                    <a:pt x="811" y="371"/>
                    <a:pt x="799" y="377"/>
                  </a:cubicBezTo>
                  <a:cubicBezTo>
                    <a:pt x="799" y="371"/>
                    <a:pt x="793" y="371"/>
                    <a:pt x="793" y="365"/>
                  </a:cubicBezTo>
                  <a:cubicBezTo>
                    <a:pt x="793" y="359"/>
                    <a:pt x="788" y="353"/>
                    <a:pt x="788" y="353"/>
                  </a:cubicBezTo>
                  <a:cubicBezTo>
                    <a:pt x="776" y="353"/>
                    <a:pt x="788" y="359"/>
                    <a:pt x="782" y="359"/>
                  </a:cubicBezTo>
                  <a:cubicBezTo>
                    <a:pt x="782" y="365"/>
                    <a:pt x="782" y="365"/>
                    <a:pt x="782" y="365"/>
                  </a:cubicBezTo>
                  <a:cubicBezTo>
                    <a:pt x="782" y="371"/>
                    <a:pt x="776" y="365"/>
                    <a:pt x="776" y="371"/>
                  </a:cubicBezTo>
                  <a:cubicBezTo>
                    <a:pt x="776" y="377"/>
                    <a:pt x="782" y="377"/>
                    <a:pt x="782" y="383"/>
                  </a:cubicBezTo>
                  <a:cubicBezTo>
                    <a:pt x="782" y="383"/>
                    <a:pt x="782" y="389"/>
                    <a:pt x="788" y="389"/>
                  </a:cubicBezTo>
                  <a:cubicBezTo>
                    <a:pt x="782" y="394"/>
                    <a:pt x="788" y="406"/>
                    <a:pt x="782" y="412"/>
                  </a:cubicBezTo>
                  <a:lnTo>
                    <a:pt x="782" y="412"/>
                  </a:lnTo>
                  <a:cubicBezTo>
                    <a:pt x="776" y="424"/>
                    <a:pt x="770" y="430"/>
                    <a:pt x="764" y="436"/>
                  </a:cubicBezTo>
                  <a:cubicBezTo>
                    <a:pt x="758" y="436"/>
                    <a:pt x="752" y="436"/>
                    <a:pt x="752" y="442"/>
                  </a:cubicBezTo>
                  <a:lnTo>
                    <a:pt x="758" y="447"/>
                  </a:lnTo>
                  <a:cubicBezTo>
                    <a:pt x="758" y="447"/>
                    <a:pt x="758" y="453"/>
                    <a:pt x="752" y="453"/>
                  </a:cubicBezTo>
                  <a:cubicBezTo>
                    <a:pt x="752" y="477"/>
                    <a:pt x="752" y="489"/>
                    <a:pt x="735" y="489"/>
                  </a:cubicBezTo>
                  <a:cubicBezTo>
                    <a:pt x="735" y="489"/>
                    <a:pt x="735" y="489"/>
                    <a:pt x="735" y="483"/>
                  </a:cubicBezTo>
                  <a:cubicBezTo>
                    <a:pt x="729" y="483"/>
                    <a:pt x="729" y="477"/>
                    <a:pt x="723" y="471"/>
                  </a:cubicBezTo>
                  <a:cubicBezTo>
                    <a:pt x="717" y="471"/>
                    <a:pt x="723" y="483"/>
                    <a:pt x="723" y="489"/>
                  </a:cubicBezTo>
                  <a:cubicBezTo>
                    <a:pt x="723" y="494"/>
                    <a:pt x="729" y="494"/>
                    <a:pt x="729" y="500"/>
                  </a:cubicBezTo>
                  <a:cubicBezTo>
                    <a:pt x="729" y="506"/>
                    <a:pt x="741" y="512"/>
                    <a:pt x="741" y="524"/>
                  </a:cubicBezTo>
                  <a:cubicBezTo>
                    <a:pt x="729" y="518"/>
                    <a:pt x="723" y="506"/>
                    <a:pt x="717" y="500"/>
                  </a:cubicBezTo>
                  <a:cubicBezTo>
                    <a:pt x="717" y="494"/>
                    <a:pt x="717" y="494"/>
                    <a:pt x="717" y="489"/>
                  </a:cubicBezTo>
                  <a:cubicBezTo>
                    <a:pt x="711" y="483"/>
                    <a:pt x="717" y="483"/>
                    <a:pt x="717" y="483"/>
                  </a:cubicBezTo>
                  <a:cubicBezTo>
                    <a:pt x="717" y="477"/>
                    <a:pt x="717" y="471"/>
                    <a:pt x="711" y="471"/>
                  </a:cubicBezTo>
                  <a:cubicBezTo>
                    <a:pt x="711" y="465"/>
                    <a:pt x="711" y="465"/>
                    <a:pt x="711" y="459"/>
                  </a:cubicBezTo>
                  <a:cubicBezTo>
                    <a:pt x="711" y="459"/>
                    <a:pt x="699" y="465"/>
                    <a:pt x="699" y="459"/>
                  </a:cubicBezTo>
                  <a:cubicBezTo>
                    <a:pt x="699" y="453"/>
                    <a:pt x="699" y="453"/>
                    <a:pt x="699" y="447"/>
                  </a:cubicBezTo>
                  <a:cubicBezTo>
                    <a:pt x="693" y="447"/>
                    <a:pt x="693" y="442"/>
                    <a:pt x="693" y="436"/>
                  </a:cubicBezTo>
                  <a:cubicBezTo>
                    <a:pt x="687" y="436"/>
                    <a:pt x="682" y="436"/>
                    <a:pt x="682" y="442"/>
                  </a:cubicBezTo>
                  <a:cubicBezTo>
                    <a:pt x="676" y="447"/>
                    <a:pt x="670" y="447"/>
                    <a:pt x="670" y="453"/>
                  </a:cubicBezTo>
                  <a:cubicBezTo>
                    <a:pt x="670" y="453"/>
                    <a:pt x="670" y="459"/>
                    <a:pt x="664" y="459"/>
                  </a:cubicBezTo>
                  <a:cubicBezTo>
                    <a:pt x="664" y="459"/>
                    <a:pt x="664" y="459"/>
                    <a:pt x="664" y="465"/>
                  </a:cubicBezTo>
                  <a:cubicBezTo>
                    <a:pt x="664" y="465"/>
                    <a:pt x="664" y="465"/>
                    <a:pt x="658" y="465"/>
                  </a:cubicBezTo>
                  <a:cubicBezTo>
                    <a:pt x="658" y="477"/>
                    <a:pt x="658" y="483"/>
                    <a:pt x="652" y="494"/>
                  </a:cubicBezTo>
                  <a:lnTo>
                    <a:pt x="646" y="494"/>
                  </a:lnTo>
                  <a:cubicBezTo>
                    <a:pt x="646" y="489"/>
                    <a:pt x="646" y="489"/>
                    <a:pt x="646" y="483"/>
                  </a:cubicBezTo>
                  <a:cubicBezTo>
                    <a:pt x="646" y="477"/>
                    <a:pt x="640" y="477"/>
                    <a:pt x="640" y="471"/>
                  </a:cubicBezTo>
                  <a:cubicBezTo>
                    <a:pt x="634" y="465"/>
                    <a:pt x="634" y="453"/>
                    <a:pt x="629" y="453"/>
                  </a:cubicBezTo>
                  <a:cubicBezTo>
                    <a:pt x="629" y="447"/>
                    <a:pt x="629" y="447"/>
                    <a:pt x="629" y="442"/>
                  </a:cubicBezTo>
                  <a:cubicBezTo>
                    <a:pt x="629" y="436"/>
                    <a:pt x="623" y="436"/>
                    <a:pt x="617" y="436"/>
                  </a:cubicBezTo>
                  <a:cubicBezTo>
                    <a:pt x="623" y="430"/>
                    <a:pt x="623" y="430"/>
                    <a:pt x="623" y="430"/>
                  </a:cubicBezTo>
                  <a:cubicBezTo>
                    <a:pt x="617" y="430"/>
                    <a:pt x="617" y="424"/>
                    <a:pt x="606" y="424"/>
                  </a:cubicBezTo>
                  <a:cubicBezTo>
                    <a:pt x="600" y="424"/>
                    <a:pt x="600" y="424"/>
                    <a:pt x="600" y="418"/>
                  </a:cubicBezTo>
                  <a:cubicBezTo>
                    <a:pt x="594" y="418"/>
                    <a:pt x="594" y="424"/>
                    <a:pt x="588" y="424"/>
                  </a:cubicBezTo>
                  <a:cubicBezTo>
                    <a:pt x="588" y="418"/>
                    <a:pt x="582" y="418"/>
                    <a:pt x="582" y="418"/>
                  </a:cubicBezTo>
                  <a:cubicBezTo>
                    <a:pt x="571" y="418"/>
                    <a:pt x="571" y="400"/>
                    <a:pt x="565" y="394"/>
                  </a:cubicBezTo>
                  <a:cubicBezTo>
                    <a:pt x="565" y="394"/>
                    <a:pt x="565" y="400"/>
                    <a:pt x="559" y="400"/>
                  </a:cubicBezTo>
                  <a:cubicBezTo>
                    <a:pt x="565" y="400"/>
                    <a:pt x="565" y="406"/>
                    <a:pt x="565" y="406"/>
                  </a:cubicBezTo>
                  <a:cubicBezTo>
                    <a:pt x="565" y="412"/>
                    <a:pt x="571" y="418"/>
                    <a:pt x="571" y="424"/>
                  </a:cubicBezTo>
                  <a:cubicBezTo>
                    <a:pt x="577" y="418"/>
                    <a:pt x="577" y="418"/>
                    <a:pt x="582" y="418"/>
                  </a:cubicBezTo>
                  <a:cubicBezTo>
                    <a:pt x="582" y="430"/>
                    <a:pt x="588" y="430"/>
                    <a:pt x="594" y="436"/>
                  </a:cubicBezTo>
                  <a:cubicBezTo>
                    <a:pt x="594" y="442"/>
                    <a:pt x="588" y="442"/>
                    <a:pt x="588" y="447"/>
                  </a:cubicBezTo>
                  <a:cubicBezTo>
                    <a:pt x="582" y="447"/>
                    <a:pt x="582" y="453"/>
                    <a:pt x="577" y="453"/>
                  </a:cubicBezTo>
                  <a:cubicBezTo>
                    <a:pt x="571" y="453"/>
                    <a:pt x="571" y="459"/>
                    <a:pt x="571" y="459"/>
                  </a:cubicBezTo>
                  <a:cubicBezTo>
                    <a:pt x="559" y="465"/>
                    <a:pt x="553" y="471"/>
                    <a:pt x="541" y="477"/>
                  </a:cubicBezTo>
                  <a:cubicBezTo>
                    <a:pt x="535" y="471"/>
                    <a:pt x="535" y="459"/>
                    <a:pt x="535" y="453"/>
                  </a:cubicBezTo>
                  <a:cubicBezTo>
                    <a:pt x="530" y="447"/>
                    <a:pt x="524" y="436"/>
                    <a:pt x="518" y="430"/>
                  </a:cubicBezTo>
                  <a:cubicBezTo>
                    <a:pt x="518" y="424"/>
                    <a:pt x="518" y="418"/>
                    <a:pt x="512" y="418"/>
                  </a:cubicBezTo>
                  <a:cubicBezTo>
                    <a:pt x="512" y="418"/>
                    <a:pt x="512" y="424"/>
                    <a:pt x="512" y="430"/>
                  </a:cubicBezTo>
                  <a:cubicBezTo>
                    <a:pt x="518" y="430"/>
                    <a:pt x="518" y="436"/>
                    <a:pt x="524" y="436"/>
                  </a:cubicBezTo>
                  <a:cubicBezTo>
                    <a:pt x="518" y="447"/>
                    <a:pt x="530" y="447"/>
                    <a:pt x="530" y="459"/>
                  </a:cubicBezTo>
                  <a:cubicBezTo>
                    <a:pt x="530" y="465"/>
                    <a:pt x="541" y="471"/>
                    <a:pt x="541" y="477"/>
                  </a:cubicBezTo>
                  <a:cubicBezTo>
                    <a:pt x="541" y="477"/>
                    <a:pt x="547" y="477"/>
                    <a:pt x="553" y="477"/>
                  </a:cubicBezTo>
                  <a:cubicBezTo>
                    <a:pt x="559" y="483"/>
                    <a:pt x="559" y="471"/>
                    <a:pt x="565" y="477"/>
                  </a:cubicBezTo>
                  <a:cubicBezTo>
                    <a:pt x="565" y="477"/>
                    <a:pt x="565" y="489"/>
                    <a:pt x="565" y="494"/>
                  </a:cubicBezTo>
                  <a:cubicBezTo>
                    <a:pt x="559" y="500"/>
                    <a:pt x="553" y="518"/>
                    <a:pt x="547" y="524"/>
                  </a:cubicBezTo>
                  <a:cubicBezTo>
                    <a:pt x="541" y="530"/>
                    <a:pt x="541" y="530"/>
                    <a:pt x="535" y="536"/>
                  </a:cubicBezTo>
                  <a:cubicBezTo>
                    <a:pt x="535" y="542"/>
                    <a:pt x="530" y="548"/>
                    <a:pt x="530" y="553"/>
                  </a:cubicBezTo>
                  <a:cubicBezTo>
                    <a:pt x="530" y="571"/>
                    <a:pt x="530" y="589"/>
                    <a:pt x="530" y="601"/>
                  </a:cubicBezTo>
                  <a:cubicBezTo>
                    <a:pt x="518" y="606"/>
                    <a:pt x="512" y="618"/>
                    <a:pt x="512" y="636"/>
                  </a:cubicBezTo>
                  <a:cubicBezTo>
                    <a:pt x="506" y="636"/>
                    <a:pt x="506" y="642"/>
                    <a:pt x="506" y="642"/>
                  </a:cubicBezTo>
                  <a:cubicBezTo>
                    <a:pt x="506" y="648"/>
                    <a:pt x="500" y="648"/>
                    <a:pt x="500" y="653"/>
                  </a:cubicBezTo>
                  <a:cubicBezTo>
                    <a:pt x="494" y="659"/>
                    <a:pt x="494" y="665"/>
                    <a:pt x="488" y="677"/>
                  </a:cubicBezTo>
                  <a:cubicBezTo>
                    <a:pt x="477" y="677"/>
                    <a:pt x="471" y="689"/>
                    <a:pt x="459" y="689"/>
                  </a:cubicBezTo>
                  <a:cubicBezTo>
                    <a:pt x="453" y="677"/>
                    <a:pt x="453" y="665"/>
                    <a:pt x="447" y="653"/>
                  </a:cubicBezTo>
                  <a:cubicBezTo>
                    <a:pt x="447" y="648"/>
                    <a:pt x="447" y="648"/>
                    <a:pt x="447" y="642"/>
                  </a:cubicBezTo>
                  <a:cubicBezTo>
                    <a:pt x="441" y="630"/>
                    <a:pt x="441" y="624"/>
                    <a:pt x="435" y="612"/>
                  </a:cubicBezTo>
                  <a:cubicBezTo>
                    <a:pt x="435" y="606"/>
                    <a:pt x="435" y="595"/>
                    <a:pt x="441" y="589"/>
                  </a:cubicBezTo>
                  <a:cubicBezTo>
                    <a:pt x="435" y="577"/>
                    <a:pt x="435" y="571"/>
                    <a:pt x="435" y="565"/>
                  </a:cubicBezTo>
                  <a:cubicBezTo>
                    <a:pt x="435" y="553"/>
                    <a:pt x="429" y="548"/>
                    <a:pt x="423" y="542"/>
                  </a:cubicBezTo>
                  <a:cubicBezTo>
                    <a:pt x="423" y="530"/>
                    <a:pt x="429" y="524"/>
                    <a:pt x="429" y="512"/>
                  </a:cubicBezTo>
                  <a:cubicBezTo>
                    <a:pt x="423" y="506"/>
                    <a:pt x="423" y="512"/>
                    <a:pt x="418" y="512"/>
                  </a:cubicBezTo>
                  <a:cubicBezTo>
                    <a:pt x="418" y="512"/>
                    <a:pt x="412" y="506"/>
                    <a:pt x="406" y="512"/>
                  </a:cubicBezTo>
                  <a:cubicBezTo>
                    <a:pt x="406" y="506"/>
                    <a:pt x="406" y="506"/>
                    <a:pt x="406" y="506"/>
                  </a:cubicBezTo>
                  <a:cubicBezTo>
                    <a:pt x="400" y="500"/>
                    <a:pt x="400" y="506"/>
                    <a:pt x="394" y="512"/>
                  </a:cubicBezTo>
                  <a:cubicBezTo>
                    <a:pt x="388" y="512"/>
                    <a:pt x="382" y="512"/>
                    <a:pt x="376" y="512"/>
                  </a:cubicBezTo>
                  <a:cubicBezTo>
                    <a:pt x="365" y="512"/>
                    <a:pt x="365" y="506"/>
                    <a:pt x="359" y="500"/>
                  </a:cubicBezTo>
                  <a:cubicBezTo>
                    <a:pt x="353" y="489"/>
                    <a:pt x="353" y="483"/>
                    <a:pt x="347" y="477"/>
                  </a:cubicBezTo>
                  <a:cubicBezTo>
                    <a:pt x="347" y="465"/>
                    <a:pt x="347" y="447"/>
                    <a:pt x="347" y="436"/>
                  </a:cubicBezTo>
                  <a:cubicBezTo>
                    <a:pt x="347" y="430"/>
                    <a:pt x="353" y="424"/>
                    <a:pt x="353" y="418"/>
                  </a:cubicBezTo>
                  <a:cubicBezTo>
                    <a:pt x="353" y="412"/>
                    <a:pt x="365" y="406"/>
                    <a:pt x="365" y="400"/>
                  </a:cubicBezTo>
                  <a:cubicBezTo>
                    <a:pt x="371" y="394"/>
                    <a:pt x="365" y="389"/>
                    <a:pt x="371" y="377"/>
                  </a:cubicBezTo>
                  <a:cubicBezTo>
                    <a:pt x="376" y="377"/>
                    <a:pt x="376" y="377"/>
                    <a:pt x="382" y="371"/>
                  </a:cubicBezTo>
                  <a:lnTo>
                    <a:pt x="388" y="371"/>
                  </a:lnTo>
                  <a:cubicBezTo>
                    <a:pt x="394" y="365"/>
                    <a:pt x="406" y="365"/>
                    <a:pt x="412" y="365"/>
                  </a:cubicBezTo>
                  <a:cubicBezTo>
                    <a:pt x="418" y="365"/>
                    <a:pt x="429" y="365"/>
                    <a:pt x="435" y="365"/>
                  </a:cubicBezTo>
                  <a:lnTo>
                    <a:pt x="435" y="371"/>
                  </a:lnTo>
                  <a:cubicBezTo>
                    <a:pt x="435" y="371"/>
                    <a:pt x="435" y="371"/>
                    <a:pt x="435" y="377"/>
                  </a:cubicBezTo>
                  <a:cubicBezTo>
                    <a:pt x="441" y="389"/>
                    <a:pt x="453" y="389"/>
                    <a:pt x="459" y="394"/>
                  </a:cubicBezTo>
                  <a:cubicBezTo>
                    <a:pt x="465" y="394"/>
                    <a:pt x="465" y="389"/>
                    <a:pt x="471" y="383"/>
                  </a:cubicBezTo>
                  <a:cubicBezTo>
                    <a:pt x="482" y="383"/>
                    <a:pt x="494" y="389"/>
                    <a:pt x="506" y="389"/>
                  </a:cubicBezTo>
                  <a:cubicBezTo>
                    <a:pt x="512" y="389"/>
                    <a:pt x="506" y="377"/>
                    <a:pt x="512" y="377"/>
                  </a:cubicBezTo>
                  <a:cubicBezTo>
                    <a:pt x="512" y="371"/>
                    <a:pt x="512" y="371"/>
                    <a:pt x="512" y="365"/>
                  </a:cubicBezTo>
                  <a:cubicBezTo>
                    <a:pt x="506" y="365"/>
                    <a:pt x="512" y="377"/>
                    <a:pt x="506" y="377"/>
                  </a:cubicBezTo>
                  <a:cubicBezTo>
                    <a:pt x="500" y="377"/>
                    <a:pt x="506" y="371"/>
                    <a:pt x="500" y="365"/>
                  </a:cubicBezTo>
                  <a:cubicBezTo>
                    <a:pt x="500" y="371"/>
                    <a:pt x="488" y="371"/>
                    <a:pt x="482" y="365"/>
                  </a:cubicBezTo>
                  <a:cubicBezTo>
                    <a:pt x="482" y="365"/>
                    <a:pt x="482" y="359"/>
                    <a:pt x="477" y="359"/>
                  </a:cubicBezTo>
                  <a:cubicBezTo>
                    <a:pt x="482" y="353"/>
                    <a:pt x="477" y="353"/>
                    <a:pt x="482" y="347"/>
                  </a:cubicBezTo>
                  <a:cubicBezTo>
                    <a:pt x="477" y="347"/>
                    <a:pt x="477" y="347"/>
                    <a:pt x="477" y="347"/>
                  </a:cubicBezTo>
                  <a:cubicBezTo>
                    <a:pt x="471" y="353"/>
                    <a:pt x="477" y="359"/>
                    <a:pt x="477" y="365"/>
                  </a:cubicBezTo>
                  <a:cubicBezTo>
                    <a:pt x="477" y="365"/>
                    <a:pt x="482" y="365"/>
                    <a:pt x="482" y="371"/>
                  </a:cubicBezTo>
                  <a:cubicBezTo>
                    <a:pt x="477" y="371"/>
                    <a:pt x="477" y="371"/>
                    <a:pt x="471" y="371"/>
                  </a:cubicBezTo>
                  <a:cubicBezTo>
                    <a:pt x="477" y="371"/>
                    <a:pt x="477" y="371"/>
                    <a:pt x="477" y="365"/>
                  </a:cubicBezTo>
                  <a:cubicBezTo>
                    <a:pt x="471" y="365"/>
                    <a:pt x="465" y="365"/>
                    <a:pt x="465" y="365"/>
                  </a:cubicBezTo>
                  <a:cubicBezTo>
                    <a:pt x="465" y="365"/>
                    <a:pt x="465" y="359"/>
                    <a:pt x="465" y="353"/>
                  </a:cubicBezTo>
                  <a:cubicBezTo>
                    <a:pt x="465" y="353"/>
                    <a:pt x="465" y="353"/>
                    <a:pt x="465" y="347"/>
                  </a:cubicBezTo>
                  <a:cubicBezTo>
                    <a:pt x="459" y="347"/>
                    <a:pt x="459" y="341"/>
                    <a:pt x="459" y="341"/>
                  </a:cubicBezTo>
                  <a:cubicBezTo>
                    <a:pt x="453" y="336"/>
                    <a:pt x="447" y="330"/>
                    <a:pt x="441" y="324"/>
                  </a:cubicBezTo>
                  <a:cubicBezTo>
                    <a:pt x="441" y="336"/>
                    <a:pt x="459" y="341"/>
                    <a:pt x="459" y="347"/>
                  </a:cubicBezTo>
                  <a:cubicBezTo>
                    <a:pt x="459" y="353"/>
                    <a:pt x="453" y="341"/>
                    <a:pt x="453" y="347"/>
                  </a:cubicBezTo>
                  <a:cubicBezTo>
                    <a:pt x="453" y="347"/>
                    <a:pt x="459" y="347"/>
                    <a:pt x="453" y="353"/>
                  </a:cubicBezTo>
                  <a:cubicBezTo>
                    <a:pt x="453" y="353"/>
                    <a:pt x="447" y="359"/>
                    <a:pt x="447" y="365"/>
                  </a:cubicBezTo>
                  <a:cubicBezTo>
                    <a:pt x="447" y="359"/>
                    <a:pt x="441" y="359"/>
                    <a:pt x="441" y="353"/>
                  </a:cubicBezTo>
                  <a:cubicBezTo>
                    <a:pt x="447" y="353"/>
                    <a:pt x="447" y="353"/>
                    <a:pt x="447" y="353"/>
                  </a:cubicBezTo>
                  <a:cubicBezTo>
                    <a:pt x="447" y="347"/>
                    <a:pt x="441" y="341"/>
                    <a:pt x="435" y="341"/>
                  </a:cubicBezTo>
                  <a:cubicBezTo>
                    <a:pt x="435" y="341"/>
                    <a:pt x="435" y="336"/>
                    <a:pt x="429" y="336"/>
                  </a:cubicBezTo>
                  <a:cubicBezTo>
                    <a:pt x="429" y="347"/>
                    <a:pt x="435" y="353"/>
                    <a:pt x="429" y="353"/>
                  </a:cubicBezTo>
                  <a:cubicBezTo>
                    <a:pt x="423" y="347"/>
                    <a:pt x="423" y="336"/>
                    <a:pt x="429" y="330"/>
                  </a:cubicBezTo>
                  <a:cubicBezTo>
                    <a:pt x="423" y="330"/>
                    <a:pt x="418" y="336"/>
                    <a:pt x="412" y="330"/>
                  </a:cubicBezTo>
                  <a:cubicBezTo>
                    <a:pt x="406" y="330"/>
                    <a:pt x="406" y="341"/>
                    <a:pt x="400" y="347"/>
                  </a:cubicBezTo>
                  <a:cubicBezTo>
                    <a:pt x="400" y="353"/>
                    <a:pt x="400" y="359"/>
                    <a:pt x="394" y="365"/>
                  </a:cubicBezTo>
                  <a:cubicBezTo>
                    <a:pt x="388" y="365"/>
                    <a:pt x="388" y="365"/>
                    <a:pt x="382" y="365"/>
                  </a:cubicBezTo>
                  <a:cubicBezTo>
                    <a:pt x="382" y="365"/>
                    <a:pt x="376" y="365"/>
                    <a:pt x="371" y="365"/>
                  </a:cubicBezTo>
                  <a:cubicBezTo>
                    <a:pt x="371" y="359"/>
                    <a:pt x="371" y="353"/>
                    <a:pt x="371" y="347"/>
                  </a:cubicBezTo>
                  <a:cubicBezTo>
                    <a:pt x="376" y="347"/>
                    <a:pt x="371" y="336"/>
                    <a:pt x="371" y="330"/>
                  </a:cubicBezTo>
                  <a:cubicBezTo>
                    <a:pt x="382" y="336"/>
                    <a:pt x="388" y="330"/>
                    <a:pt x="394" y="330"/>
                  </a:cubicBezTo>
                  <a:cubicBezTo>
                    <a:pt x="394" y="330"/>
                    <a:pt x="394" y="330"/>
                    <a:pt x="394" y="324"/>
                  </a:cubicBezTo>
                  <a:cubicBezTo>
                    <a:pt x="400" y="318"/>
                    <a:pt x="388" y="318"/>
                    <a:pt x="388" y="312"/>
                  </a:cubicBezTo>
                  <a:lnTo>
                    <a:pt x="382" y="312"/>
                  </a:lnTo>
                  <a:cubicBezTo>
                    <a:pt x="382" y="306"/>
                    <a:pt x="382" y="306"/>
                    <a:pt x="388" y="306"/>
                  </a:cubicBezTo>
                  <a:cubicBezTo>
                    <a:pt x="394" y="300"/>
                    <a:pt x="394" y="294"/>
                    <a:pt x="400" y="300"/>
                  </a:cubicBezTo>
                  <a:lnTo>
                    <a:pt x="400" y="294"/>
                  </a:lnTo>
                  <a:cubicBezTo>
                    <a:pt x="394" y="294"/>
                    <a:pt x="388" y="294"/>
                    <a:pt x="376" y="294"/>
                  </a:cubicBezTo>
                  <a:cubicBezTo>
                    <a:pt x="376" y="289"/>
                    <a:pt x="382" y="294"/>
                    <a:pt x="388" y="289"/>
                  </a:cubicBezTo>
                  <a:cubicBezTo>
                    <a:pt x="382" y="289"/>
                    <a:pt x="382" y="282"/>
                    <a:pt x="382" y="277"/>
                  </a:cubicBezTo>
                  <a:cubicBezTo>
                    <a:pt x="382" y="277"/>
                    <a:pt x="388" y="277"/>
                    <a:pt x="388" y="271"/>
                  </a:cubicBezTo>
                  <a:cubicBezTo>
                    <a:pt x="388" y="271"/>
                    <a:pt x="388" y="271"/>
                    <a:pt x="382" y="265"/>
                  </a:cubicBezTo>
                  <a:cubicBezTo>
                    <a:pt x="382" y="259"/>
                    <a:pt x="382" y="253"/>
                    <a:pt x="382" y="247"/>
                  </a:cubicBezTo>
                  <a:cubicBezTo>
                    <a:pt x="388" y="247"/>
                    <a:pt x="388" y="241"/>
                    <a:pt x="394" y="241"/>
                  </a:cubicBezTo>
                  <a:cubicBezTo>
                    <a:pt x="394" y="247"/>
                    <a:pt x="394" y="247"/>
                    <a:pt x="388" y="247"/>
                  </a:cubicBezTo>
                  <a:cubicBezTo>
                    <a:pt x="394" y="253"/>
                    <a:pt x="394" y="253"/>
                    <a:pt x="394" y="253"/>
                  </a:cubicBezTo>
                  <a:cubicBezTo>
                    <a:pt x="394" y="265"/>
                    <a:pt x="400" y="265"/>
                    <a:pt x="400" y="271"/>
                  </a:cubicBezTo>
                  <a:cubicBezTo>
                    <a:pt x="400" y="277"/>
                    <a:pt x="406" y="277"/>
                    <a:pt x="406" y="277"/>
                  </a:cubicBezTo>
                  <a:cubicBezTo>
                    <a:pt x="400" y="282"/>
                    <a:pt x="400" y="289"/>
                    <a:pt x="400" y="294"/>
                  </a:cubicBezTo>
                  <a:cubicBezTo>
                    <a:pt x="406" y="294"/>
                    <a:pt x="400" y="282"/>
                    <a:pt x="412" y="289"/>
                  </a:cubicBezTo>
                  <a:cubicBezTo>
                    <a:pt x="412" y="282"/>
                    <a:pt x="412" y="282"/>
                    <a:pt x="412" y="277"/>
                  </a:cubicBezTo>
                  <a:cubicBezTo>
                    <a:pt x="418" y="277"/>
                    <a:pt x="418" y="277"/>
                    <a:pt x="423" y="271"/>
                  </a:cubicBezTo>
                  <a:lnTo>
                    <a:pt x="423" y="271"/>
                  </a:lnTo>
                  <a:cubicBezTo>
                    <a:pt x="423" y="265"/>
                    <a:pt x="423" y="265"/>
                    <a:pt x="429" y="259"/>
                  </a:cubicBezTo>
                  <a:cubicBezTo>
                    <a:pt x="423" y="253"/>
                    <a:pt x="418" y="259"/>
                    <a:pt x="418" y="253"/>
                  </a:cubicBezTo>
                  <a:cubicBezTo>
                    <a:pt x="418" y="247"/>
                    <a:pt x="418" y="241"/>
                    <a:pt x="412" y="235"/>
                  </a:cubicBezTo>
                  <a:cubicBezTo>
                    <a:pt x="418" y="230"/>
                    <a:pt x="418" y="218"/>
                    <a:pt x="429" y="218"/>
                  </a:cubicBezTo>
                  <a:lnTo>
                    <a:pt x="429" y="212"/>
                  </a:lnTo>
                  <a:lnTo>
                    <a:pt x="429" y="212"/>
                  </a:lnTo>
                  <a:cubicBezTo>
                    <a:pt x="435" y="206"/>
                    <a:pt x="435" y="200"/>
                    <a:pt x="441" y="194"/>
                  </a:cubicBezTo>
                  <a:cubicBezTo>
                    <a:pt x="447" y="188"/>
                    <a:pt x="453" y="182"/>
                    <a:pt x="453" y="177"/>
                  </a:cubicBezTo>
                  <a:cubicBezTo>
                    <a:pt x="459" y="177"/>
                    <a:pt x="459" y="177"/>
                    <a:pt x="459" y="177"/>
                  </a:cubicBezTo>
                  <a:cubicBezTo>
                    <a:pt x="465" y="177"/>
                    <a:pt x="465" y="171"/>
                    <a:pt x="471" y="171"/>
                  </a:cubicBezTo>
                  <a:cubicBezTo>
                    <a:pt x="477" y="171"/>
                    <a:pt x="477" y="171"/>
                    <a:pt x="482" y="171"/>
                  </a:cubicBezTo>
                  <a:cubicBezTo>
                    <a:pt x="488" y="171"/>
                    <a:pt x="488" y="177"/>
                    <a:pt x="488" y="177"/>
                  </a:cubicBezTo>
                  <a:cubicBezTo>
                    <a:pt x="494" y="177"/>
                    <a:pt x="500" y="182"/>
                    <a:pt x="500" y="182"/>
                  </a:cubicBezTo>
                  <a:cubicBezTo>
                    <a:pt x="512" y="188"/>
                    <a:pt x="524" y="188"/>
                    <a:pt x="518" y="200"/>
                  </a:cubicBezTo>
                  <a:cubicBezTo>
                    <a:pt x="524" y="200"/>
                    <a:pt x="524" y="194"/>
                    <a:pt x="524" y="182"/>
                  </a:cubicBezTo>
                  <a:cubicBezTo>
                    <a:pt x="530" y="188"/>
                    <a:pt x="530" y="188"/>
                    <a:pt x="535" y="188"/>
                  </a:cubicBezTo>
                  <a:lnTo>
                    <a:pt x="535" y="194"/>
                  </a:lnTo>
                  <a:cubicBezTo>
                    <a:pt x="541" y="194"/>
                    <a:pt x="547" y="188"/>
                    <a:pt x="553" y="182"/>
                  </a:cubicBezTo>
                  <a:cubicBezTo>
                    <a:pt x="559" y="188"/>
                    <a:pt x="565" y="182"/>
                    <a:pt x="571" y="182"/>
                  </a:cubicBezTo>
                  <a:cubicBezTo>
                    <a:pt x="571" y="177"/>
                    <a:pt x="565" y="182"/>
                    <a:pt x="565" y="177"/>
                  </a:cubicBezTo>
                  <a:cubicBezTo>
                    <a:pt x="577" y="177"/>
                    <a:pt x="577" y="177"/>
                    <a:pt x="582" y="177"/>
                  </a:cubicBezTo>
                  <a:cubicBezTo>
                    <a:pt x="588" y="171"/>
                    <a:pt x="594" y="165"/>
                    <a:pt x="600" y="159"/>
                  </a:cubicBezTo>
                  <a:cubicBezTo>
                    <a:pt x="606" y="159"/>
                    <a:pt x="606" y="165"/>
                    <a:pt x="606" y="165"/>
                  </a:cubicBezTo>
                  <a:cubicBezTo>
                    <a:pt x="612" y="171"/>
                    <a:pt x="606" y="159"/>
                    <a:pt x="612" y="165"/>
                  </a:cubicBezTo>
                  <a:cubicBezTo>
                    <a:pt x="612" y="165"/>
                    <a:pt x="612" y="171"/>
                    <a:pt x="617" y="171"/>
                  </a:cubicBezTo>
                  <a:lnTo>
                    <a:pt x="617" y="165"/>
                  </a:lnTo>
                  <a:cubicBezTo>
                    <a:pt x="623" y="159"/>
                    <a:pt x="629" y="165"/>
                    <a:pt x="629" y="171"/>
                  </a:cubicBezTo>
                  <a:cubicBezTo>
                    <a:pt x="634" y="159"/>
                    <a:pt x="623" y="165"/>
                    <a:pt x="623" y="159"/>
                  </a:cubicBezTo>
                  <a:cubicBezTo>
                    <a:pt x="623" y="153"/>
                    <a:pt x="629" y="159"/>
                    <a:pt x="634" y="159"/>
                  </a:cubicBezTo>
                  <a:cubicBezTo>
                    <a:pt x="634" y="153"/>
                    <a:pt x="634" y="153"/>
                    <a:pt x="634" y="147"/>
                  </a:cubicBezTo>
                  <a:cubicBezTo>
                    <a:pt x="640" y="147"/>
                    <a:pt x="640" y="147"/>
                    <a:pt x="646" y="141"/>
                  </a:cubicBezTo>
                  <a:cubicBezTo>
                    <a:pt x="652" y="141"/>
                    <a:pt x="658" y="141"/>
                    <a:pt x="658" y="135"/>
                  </a:cubicBezTo>
                  <a:cubicBezTo>
                    <a:pt x="664" y="135"/>
                    <a:pt x="664" y="141"/>
                    <a:pt x="664" y="141"/>
                  </a:cubicBezTo>
                  <a:cubicBezTo>
                    <a:pt x="670" y="141"/>
                    <a:pt x="670" y="135"/>
                    <a:pt x="676" y="135"/>
                  </a:cubicBezTo>
                  <a:cubicBezTo>
                    <a:pt x="676" y="129"/>
                    <a:pt x="676" y="129"/>
                    <a:pt x="682" y="124"/>
                  </a:cubicBezTo>
                  <a:cubicBezTo>
                    <a:pt x="687" y="124"/>
                    <a:pt x="687" y="129"/>
                    <a:pt x="687" y="129"/>
                  </a:cubicBezTo>
                  <a:cubicBezTo>
                    <a:pt x="693" y="129"/>
                    <a:pt x="699" y="135"/>
                    <a:pt x="705" y="129"/>
                  </a:cubicBezTo>
                  <a:cubicBezTo>
                    <a:pt x="705" y="135"/>
                    <a:pt x="711" y="135"/>
                    <a:pt x="711" y="141"/>
                  </a:cubicBezTo>
                  <a:cubicBezTo>
                    <a:pt x="711" y="147"/>
                    <a:pt x="711" y="147"/>
                    <a:pt x="711" y="153"/>
                  </a:cubicBezTo>
                  <a:cubicBezTo>
                    <a:pt x="717" y="147"/>
                    <a:pt x="717" y="153"/>
                    <a:pt x="723" y="153"/>
                  </a:cubicBezTo>
                  <a:lnTo>
                    <a:pt x="729" y="153"/>
                  </a:lnTo>
                  <a:cubicBezTo>
                    <a:pt x="729" y="153"/>
                    <a:pt x="735" y="159"/>
                    <a:pt x="741" y="159"/>
                  </a:cubicBezTo>
                  <a:cubicBezTo>
                    <a:pt x="770" y="188"/>
                    <a:pt x="793" y="224"/>
                    <a:pt x="817" y="259"/>
                  </a:cubicBezTo>
                  <a:close/>
                  <a:moveTo>
                    <a:pt x="846" y="336"/>
                  </a:moveTo>
                  <a:lnTo>
                    <a:pt x="846" y="336"/>
                  </a:lnTo>
                  <a:lnTo>
                    <a:pt x="846" y="336"/>
                  </a:lnTo>
                  <a:cubicBezTo>
                    <a:pt x="841" y="336"/>
                    <a:pt x="841" y="330"/>
                    <a:pt x="841" y="330"/>
                  </a:cubicBezTo>
                  <a:cubicBezTo>
                    <a:pt x="835" y="330"/>
                    <a:pt x="835" y="341"/>
                    <a:pt x="829" y="336"/>
                  </a:cubicBezTo>
                  <a:cubicBezTo>
                    <a:pt x="829" y="330"/>
                    <a:pt x="835" y="324"/>
                    <a:pt x="835" y="318"/>
                  </a:cubicBezTo>
                  <a:lnTo>
                    <a:pt x="841" y="318"/>
                  </a:lnTo>
                  <a:cubicBezTo>
                    <a:pt x="841" y="324"/>
                    <a:pt x="841" y="330"/>
                    <a:pt x="846" y="336"/>
                  </a:cubicBezTo>
                  <a:close/>
                  <a:moveTo>
                    <a:pt x="793" y="477"/>
                  </a:moveTo>
                  <a:lnTo>
                    <a:pt x="793" y="477"/>
                  </a:lnTo>
                  <a:cubicBezTo>
                    <a:pt x="799" y="477"/>
                    <a:pt x="799" y="471"/>
                    <a:pt x="805" y="477"/>
                  </a:cubicBezTo>
                  <a:cubicBezTo>
                    <a:pt x="805" y="471"/>
                    <a:pt x="805" y="465"/>
                    <a:pt x="805" y="465"/>
                  </a:cubicBezTo>
                  <a:cubicBezTo>
                    <a:pt x="811" y="465"/>
                    <a:pt x="811" y="465"/>
                    <a:pt x="811" y="471"/>
                  </a:cubicBezTo>
                  <a:cubicBezTo>
                    <a:pt x="811" y="477"/>
                    <a:pt x="817" y="471"/>
                    <a:pt x="817" y="483"/>
                  </a:cubicBezTo>
                  <a:cubicBezTo>
                    <a:pt x="811" y="483"/>
                    <a:pt x="805" y="483"/>
                    <a:pt x="805" y="489"/>
                  </a:cubicBezTo>
                  <a:cubicBezTo>
                    <a:pt x="799" y="489"/>
                    <a:pt x="805" y="483"/>
                    <a:pt x="805" y="477"/>
                  </a:cubicBezTo>
                  <a:cubicBezTo>
                    <a:pt x="799" y="477"/>
                    <a:pt x="799" y="483"/>
                    <a:pt x="793" y="477"/>
                  </a:cubicBezTo>
                  <a:close/>
                  <a:moveTo>
                    <a:pt x="799" y="548"/>
                  </a:moveTo>
                  <a:lnTo>
                    <a:pt x="799" y="548"/>
                  </a:lnTo>
                  <a:cubicBezTo>
                    <a:pt x="793" y="548"/>
                    <a:pt x="793" y="542"/>
                    <a:pt x="793" y="542"/>
                  </a:cubicBezTo>
                  <a:cubicBezTo>
                    <a:pt x="788" y="542"/>
                    <a:pt x="788" y="548"/>
                    <a:pt x="788" y="553"/>
                  </a:cubicBezTo>
                  <a:cubicBezTo>
                    <a:pt x="776" y="542"/>
                    <a:pt x="782" y="524"/>
                    <a:pt x="788" y="518"/>
                  </a:cubicBezTo>
                  <a:cubicBezTo>
                    <a:pt x="793" y="524"/>
                    <a:pt x="799" y="524"/>
                    <a:pt x="799" y="530"/>
                  </a:cubicBezTo>
                  <a:lnTo>
                    <a:pt x="793" y="530"/>
                  </a:lnTo>
                  <a:cubicBezTo>
                    <a:pt x="793" y="536"/>
                    <a:pt x="799" y="542"/>
                    <a:pt x="799" y="548"/>
                  </a:cubicBezTo>
                  <a:close/>
                  <a:moveTo>
                    <a:pt x="782" y="530"/>
                  </a:moveTo>
                  <a:lnTo>
                    <a:pt x="782" y="530"/>
                  </a:lnTo>
                  <a:cubicBezTo>
                    <a:pt x="776" y="530"/>
                    <a:pt x="782" y="542"/>
                    <a:pt x="776" y="542"/>
                  </a:cubicBezTo>
                  <a:lnTo>
                    <a:pt x="776" y="542"/>
                  </a:lnTo>
                  <a:cubicBezTo>
                    <a:pt x="776" y="548"/>
                    <a:pt x="776" y="548"/>
                    <a:pt x="776" y="548"/>
                  </a:cubicBezTo>
                  <a:cubicBezTo>
                    <a:pt x="764" y="553"/>
                    <a:pt x="764" y="542"/>
                    <a:pt x="758" y="542"/>
                  </a:cubicBezTo>
                  <a:cubicBezTo>
                    <a:pt x="758" y="536"/>
                    <a:pt x="752" y="536"/>
                    <a:pt x="752" y="530"/>
                  </a:cubicBezTo>
                  <a:cubicBezTo>
                    <a:pt x="752" y="512"/>
                    <a:pt x="770" y="518"/>
                    <a:pt x="770" y="500"/>
                  </a:cubicBezTo>
                  <a:cubicBezTo>
                    <a:pt x="776" y="500"/>
                    <a:pt x="782" y="500"/>
                    <a:pt x="788" y="506"/>
                  </a:cubicBezTo>
                  <a:cubicBezTo>
                    <a:pt x="788" y="512"/>
                    <a:pt x="782" y="512"/>
                    <a:pt x="782" y="512"/>
                  </a:cubicBezTo>
                  <a:cubicBezTo>
                    <a:pt x="782" y="518"/>
                    <a:pt x="782" y="524"/>
                    <a:pt x="782" y="530"/>
                  </a:cubicBezTo>
                  <a:close/>
                  <a:moveTo>
                    <a:pt x="776" y="565"/>
                  </a:moveTo>
                  <a:lnTo>
                    <a:pt x="776" y="565"/>
                  </a:lnTo>
                  <a:cubicBezTo>
                    <a:pt x="758" y="571"/>
                    <a:pt x="752" y="559"/>
                    <a:pt x="741" y="559"/>
                  </a:cubicBezTo>
                  <a:cubicBezTo>
                    <a:pt x="741" y="553"/>
                    <a:pt x="741" y="553"/>
                    <a:pt x="741" y="553"/>
                  </a:cubicBezTo>
                  <a:cubicBezTo>
                    <a:pt x="752" y="553"/>
                    <a:pt x="758" y="559"/>
                    <a:pt x="770" y="559"/>
                  </a:cubicBezTo>
                  <a:cubicBezTo>
                    <a:pt x="770" y="565"/>
                    <a:pt x="776" y="559"/>
                    <a:pt x="776" y="565"/>
                  </a:cubicBezTo>
                  <a:close/>
                  <a:moveTo>
                    <a:pt x="782" y="436"/>
                  </a:moveTo>
                  <a:lnTo>
                    <a:pt x="782" y="436"/>
                  </a:lnTo>
                  <a:cubicBezTo>
                    <a:pt x="782" y="430"/>
                    <a:pt x="782" y="424"/>
                    <a:pt x="782" y="424"/>
                  </a:cubicBezTo>
                  <a:cubicBezTo>
                    <a:pt x="782" y="418"/>
                    <a:pt x="788" y="412"/>
                    <a:pt x="788" y="418"/>
                  </a:cubicBezTo>
                  <a:cubicBezTo>
                    <a:pt x="788" y="424"/>
                    <a:pt x="788" y="430"/>
                    <a:pt x="782" y="436"/>
                  </a:cubicBezTo>
                  <a:close/>
                  <a:moveTo>
                    <a:pt x="799" y="447"/>
                  </a:moveTo>
                  <a:lnTo>
                    <a:pt x="799" y="447"/>
                  </a:lnTo>
                  <a:cubicBezTo>
                    <a:pt x="799" y="453"/>
                    <a:pt x="793" y="453"/>
                    <a:pt x="793" y="459"/>
                  </a:cubicBezTo>
                  <a:cubicBezTo>
                    <a:pt x="788" y="459"/>
                    <a:pt x="788" y="453"/>
                    <a:pt x="788" y="453"/>
                  </a:cubicBezTo>
                  <a:cubicBezTo>
                    <a:pt x="782" y="442"/>
                    <a:pt x="793" y="442"/>
                    <a:pt x="799" y="447"/>
                  </a:cubicBezTo>
                  <a:close/>
                  <a:moveTo>
                    <a:pt x="829" y="524"/>
                  </a:moveTo>
                  <a:lnTo>
                    <a:pt x="829" y="524"/>
                  </a:lnTo>
                  <a:cubicBezTo>
                    <a:pt x="829" y="530"/>
                    <a:pt x="823" y="530"/>
                    <a:pt x="817" y="530"/>
                  </a:cubicBezTo>
                  <a:cubicBezTo>
                    <a:pt x="817" y="518"/>
                    <a:pt x="829" y="518"/>
                    <a:pt x="829" y="524"/>
                  </a:cubicBezTo>
                  <a:close/>
                  <a:moveTo>
                    <a:pt x="829" y="383"/>
                  </a:moveTo>
                  <a:lnTo>
                    <a:pt x="829" y="383"/>
                  </a:lnTo>
                  <a:cubicBezTo>
                    <a:pt x="823" y="383"/>
                    <a:pt x="823" y="377"/>
                    <a:pt x="823" y="383"/>
                  </a:cubicBezTo>
                  <a:cubicBezTo>
                    <a:pt x="817" y="383"/>
                    <a:pt x="817" y="383"/>
                    <a:pt x="811" y="389"/>
                  </a:cubicBezTo>
                  <a:cubicBezTo>
                    <a:pt x="811" y="389"/>
                    <a:pt x="805" y="389"/>
                    <a:pt x="805" y="383"/>
                  </a:cubicBezTo>
                  <a:cubicBezTo>
                    <a:pt x="811" y="383"/>
                    <a:pt x="811" y="383"/>
                    <a:pt x="817" y="383"/>
                  </a:cubicBezTo>
                  <a:cubicBezTo>
                    <a:pt x="817" y="377"/>
                    <a:pt x="811" y="383"/>
                    <a:pt x="811" y="377"/>
                  </a:cubicBezTo>
                  <a:cubicBezTo>
                    <a:pt x="811" y="371"/>
                    <a:pt x="817" y="371"/>
                    <a:pt x="823" y="371"/>
                  </a:cubicBezTo>
                  <a:cubicBezTo>
                    <a:pt x="829" y="365"/>
                    <a:pt x="829" y="359"/>
                    <a:pt x="835" y="359"/>
                  </a:cubicBezTo>
                  <a:lnTo>
                    <a:pt x="835" y="353"/>
                  </a:lnTo>
                  <a:cubicBezTo>
                    <a:pt x="835" y="347"/>
                    <a:pt x="835" y="341"/>
                    <a:pt x="835" y="336"/>
                  </a:cubicBezTo>
                  <a:lnTo>
                    <a:pt x="841" y="336"/>
                  </a:lnTo>
                  <a:cubicBezTo>
                    <a:pt x="841" y="347"/>
                    <a:pt x="846" y="359"/>
                    <a:pt x="846" y="371"/>
                  </a:cubicBezTo>
                  <a:cubicBezTo>
                    <a:pt x="841" y="377"/>
                    <a:pt x="829" y="377"/>
                    <a:pt x="829" y="383"/>
                  </a:cubicBezTo>
                  <a:close/>
                  <a:moveTo>
                    <a:pt x="829" y="300"/>
                  </a:moveTo>
                  <a:lnTo>
                    <a:pt x="829" y="300"/>
                  </a:lnTo>
                  <a:cubicBezTo>
                    <a:pt x="835" y="300"/>
                    <a:pt x="835" y="306"/>
                    <a:pt x="841" y="312"/>
                  </a:cubicBezTo>
                  <a:cubicBezTo>
                    <a:pt x="835" y="312"/>
                    <a:pt x="835" y="306"/>
                    <a:pt x="829" y="300"/>
                  </a:cubicBezTo>
                  <a:close/>
                  <a:moveTo>
                    <a:pt x="705" y="506"/>
                  </a:moveTo>
                  <a:lnTo>
                    <a:pt x="705" y="506"/>
                  </a:lnTo>
                  <a:cubicBezTo>
                    <a:pt x="711" y="500"/>
                    <a:pt x="711" y="506"/>
                    <a:pt x="711" y="500"/>
                  </a:cubicBezTo>
                  <a:cubicBezTo>
                    <a:pt x="717" y="500"/>
                    <a:pt x="717" y="506"/>
                    <a:pt x="717" y="506"/>
                  </a:cubicBezTo>
                  <a:cubicBezTo>
                    <a:pt x="717" y="512"/>
                    <a:pt x="723" y="512"/>
                    <a:pt x="723" y="518"/>
                  </a:cubicBezTo>
                  <a:cubicBezTo>
                    <a:pt x="729" y="518"/>
                    <a:pt x="729" y="524"/>
                    <a:pt x="735" y="530"/>
                  </a:cubicBezTo>
                  <a:cubicBezTo>
                    <a:pt x="735" y="536"/>
                    <a:pt x="741" y="542"/>
                    <a:pt x="741" y="548"/>
                  </a:cubicBezTo>
                  <a:cubicBezTo>
                    <a:pt x="729" y="553"/>
                    <a:pt x="729" y="542"/>
                    <a:pt x="723" y="542"/>
                  </a:cubicBezTo>
                  <a:cubicBezTo>
                    <a:pt x="723" y="518"/>
                    <a:pt x="705" y="524"/>
                    <a:pt x="705" y="506"/>
                  </a:cubicBezTo>
                  <a:close/>
                  <a:moveTo>
                    <a:pt x="658" y="483"/>
                  </a:moveTo>
                  <a:lnTo>
                    <a:pt x="658" y="483"/>
                  </a:lnTo>
                  <a:cubicBezTo>
                    <a:pt x="664" y="489"/>
                    <a:pt x="664" y="489"/>
                    <a:pt x="664" y="494"/>
                  </a:cubicBezTo>
                  <a:cubicBezTo>
                    <a:pt x="664" y="494"/>
                    <a:pt x="664" y="500"/>
                    <a:pt x="658" y="500"/>
                  </a:cubicBezTo>
                  <a:cubicBezTo>
                    <a:pt x="652" y="494"/>
                    <a:pt x="664" y="494"/>
                    <a:pt x="658" y="483"/>
                  </a:cubicBezTo>
                  <a:close/>
                  <a:moveTo>
                    <a:pt x="559" y="612"/>
                  </a:moveTo>
                  <a:lnTo>
                    <a:pt x="559" y="612"/>
                  </a:lnTo>
                  <a:cubicBezTo>
                    <a:pt x="559" y="618"/>
                    <a:pt x="559" y="618"/>
                    <a:pt x="553" y="618"/>
                  </a:cubicBezTo>
                  <a:lnTo>
                    <a:pt x="553" y="624"/>
                  </a:lnTo>
                  <a:cubicBezTo>
                    <a:pt x="553" y="636"/>
                    <a:pt x="553" y="636"/>
                    <a:pt x="553" y="642"/>
                  </a:cubicBezTo>
                  <a:cubicBezTo>
                    <a:pt x="547" y="642"/>
                    <a:pt x="541" y="648"/>
                    <a:pt x="541" y="648"/>
                  </a:cubicBezTo>
                  <a:cubicBezTo>
                    <a:pt x="535" y="642"/>
                    <a:pt x="535" y="636"/>
                    <a:pt x="535" y="624"/>
                  </a:cubicBezTo>
                  <a:cubicBezTo>
                    <a:pt x="535" y="624"/>
                    <a:pt x="535" y="618"/>
                    <a:pt x="541" y="618"/>
                  </a:cubicBezTo>
                  <a:cubicBezTo>
                    <a:pt x="541" y="612"/>
                    <a:pt x="535" y="612"/>
                    <a:pt x="535" y="606"/>
                  </a:cubicBezTo>
                  <a:cubicBezTo>
                    <a:pt x="541" y="601"/>
                    <a:pt x="547" y="595"/>
                    <a:pt x="553" y="595"/>
                  </a:cubicBezTo>
                  <a:cubicBezTo>
                    <a:pt x="553" y="589"/>
                    <a:pt x="553" y="583"/>
                    <a:pt x="553" y="577"/>
                  </a:cubicBezTo>
                  <a:cubicBezTo>
                    <a:pt x="559" y="577"/>
                    <a:pt x="559" y="589"/>
                    <a:pt x="559" y="589"/>
                  </a:cubicBezTo>
                  <a:cubicBezTo>
                    <a:pt x="559" y="601"/>
                    <a:pt x="559" y="606"/>
                    <a:pt x="559" y="612"/>
                  </a:cubicBezTo>
                  <a:close/>
                  <a:moveTo>
                    <a:pt x="247" y="760"/>
                  </a:moveTo>
                  <a:lnTo>
                    <a:pt x="247" y="760"/>
                  </a:lnTo>
                  <a:cubicBezTo>
                    <a:pt x="247" y="754"/>
                    <a:pt x="253" y="754"/>
                    <a:pt x="253" y="760"/>
                  </a:cubicBezTo>
                  <a:cubicBezTo>
                    <a:pt x="253" y="760"/>
                    <a:pt x="253" y="760"/>
                    <a:pt x="247" y="760"/>
                  </a:cubicBezTo>
                  <a:close/>
                  <a:moveTo>
                    <a:pt x="300" y="235"/>
                  </a:moveTo>
                  <a:lnTo>
                    <a:pt x="300" y="235"/>
                  </a:lnTo>
                  <a:cubicBezTo>
                    <a:pt x="300" y="235"/>
                    <a:pt x="294" y="241"/>
                    <a:pt x="294" y="247"/>
                  </a:cubicBezTo>
                  <a:cubicBezTo>
                    <a:pt x="288" y="247"/>
                    <a:pt x="294" y="235"/>
                    <a:pt x="288" y="235"/>
                  </a:cubicBezTo>
                  <a:cubicBezTo>
                    <a:pt x="282" y="235"/>
                    <a:pt x="282" y="235"/>
                    <a:pt x="276" y="235"/>
                  </a:cubicBezTo>
                  <a:cubicBezTo>
                    <a:pt x="270" y="230"/>
                    <a:pt x="276" y="212"/>
                    <a:pt x="270" y="200"/>
                  </a:cubicBezTo>
                  <a:cubicBezTo>
                    <a:pt x="265" y="194"/>
                    <a:pt x="276" y="194"/>
                    <a:pt x="270" y="194"/>
                  </a:cubicBezTo>
                  <a:cubicBezTo>
                    <a:pt x="276" y="188"/>
                    <a:pt x="276" y="188"/>
                    <a:pt x="282" y="182"/>
                  </a:cubicBezTo>
                  <a:cubicBezTo>
                    <a:pt x="282" y="177"/>
                    <a:pt x="270" y="182"/>
                    <a:pt x="270" y="177"/>
                  </a:cubicBezTo>
                  <a:cubicBezTo>
                    <a:pt x="270" y="177"/>
                    <a:pt x="276" y="177"/>
                    <a:pt x="276" y="171"/>
                  </a:cubicBezTo>
                  <a:cubicBezTo>
                    <a:pt x="276" y="165"/>
                    <a:pt x="270" y="177"/>
                    <a:pt x="270" y="171"/>
                  </a:cubicBezTo>
                  <a:cubicBezTo>
                    <a:pt x="265" y="165"/>
                    <a:pt x="270" y="165"/>
                    <a:pt x="270" y="159"/>
                  </a:cubicBezTo>
                  <a:cubicBezTo>
                    <a:pt x="265" y="153"/>
                    <a:pt x="265" y="153"/>
                    <a:pt x="265" y="147"/>
                  </a:cubicBezTo>
                  <a:cubicBezTo>
                    <a:pt x="259" y="147"/>
                    <a:pt x="253" y="141"/>
                    <a:pt x="247" y="141"/>
                  </a:cubicBezTo>
                  <a:cubicBezTo>
                    <a:pt x="247" y="141"/>
                    <a:pt x="247" y="147"/>
                    <a:pt x="241" y="141"/>
                  </a:cubicBezTo>
                  <a:cubicBezTo>
                    <a:pt x="241" y="141"/>
                    <a:pt x="235" y="141"/>
                    <a:pt x="229" y="135"/>
                  </a:cubicBezTo>
                  <a:cubicBezTo>
                    <a:pt x="235" y="129"/>
                    <a:pt x="241" y="135"/>
                    <a:pt x="247" y="129"/>
                  </a:cubicBezTo>
                  <a:cubicBezTo>
                    <a:pt x="247" y="124"/>
                    <a:pt x="241" y="129"/>
                    <a:pt x="241" y="129"/>
                  </a:cubicBezTo>
                  <a:cubicBezTo>
                    <a:pt x="241" y="124"/>
                    <a:pt x="235" y="124"/>
                    <a:pt x="235" y="129"/>
                  </a:cubicBezTo>
                  <a:cubicBezTo>
                    <a:pt x="229" y="129"/>
                    <a:pt x="229" y="124"/>
                    <a:pt x="229" y="129"/>
                  </a:cubicBezTo>
                  <a:cubicBezTo>
                    <a:pt x="229" y="124"/>
                    <a:pt x="235" y="118"/>
                    <a:pt x="235" y="124"/>
                  </a:cubicBezTo>
                  <a:cubicBezTo>
                    <a:pt x="241" y="118"/>
                    <a:pt x="247" y="118"/>
                    <a:pt x="253" y="112"/>
                  </a:cubicBezTo>
                  <a:cubicBezTo>
                    <a:pt x="253" y="112"/>
                    <a:pt x="247" y="112"/>
                    <a:pt x="247" y="106"/>
                  </a:cubicBezTo>
                  <a:cubicBezTo>
                    <a:pt x="259" y="106"/>
                    <a:pt x="265" y="94"/>
                    <a:pt x="282" y="94"/>
                  </a:cubicBezTo>
                  <a:cubicBezTo>
                    <a:pt x="288" y="94"/>
                    <a:pt x="294" y="94"/>
                    <a:pt x="306" y="94"/>
                  </a:cubicBezTo>
                  <a:cubicBezTo>
                    <a:pt x="306" y="94"/>
                    <a:pt x="306" y="88"/>
                    <a:pt x="306" y="82"/>
                  </a:cubicBezTo>
                  <a:cubicBezTo>
                    <a:pt x="306" y="77"/>
                    <a:pt x="312" y="82"/>
                    <a:pt x="318" y="82"/>
                  </a:cubicBezTo>
                  <a:cubicBezTo>
                    <a:pt x="323" y="77"/>
                    <a:pt x="341" y="82"/>
                    <a:pt x="347" y="77"/>
                  </a:cubicBezTo>
                  <a:cubicBezTo>
                    <a:pt x="347" y="77"/>
                    <a:pt x="353" y="77"/>
                    <a:pt x="353" y="82"/>
                  </a:cubicBezTo>
                  <a:cubicBezTo>
                    <a:pt x="353" y="77"/>
                    <a:pt x="359" y="77"/>
                    <a:pt x="365" y="82"/>
                  </a:cubicBezTo>
                  <a:cubicBezTo>
                    <a:pt x="371" y="82"/>
                    <a:pt x="376" y="82"/>
                    <a:pt x="382" y="88"/>
                  </a:cubicBezTo>
                  <a:cubicBezTo>
                    <a:pt x="376" y="94"/>
                    <a:pt x="365" y="88"/>
                    <a:pt x="365" y="94"/>
                  </a:cubicBezTo>
                  <a:cubicBezTo>
                    <a:pt x="371" y="100"/>
                    <a:pt x="376" y="94"/>
                    <a:pt x="382" y="94"/>
                  </a:cubicBezTo>
                  <a:cubicBezTo>
                    <a:pt x="388" y="94"/>
                    <a:pt x="388" y="100"/>
                    <a:pt x="388" y="100"/>
                  </a:cubicBezTo>
                  <a:cubicBezTo>
                    <a:pt x="388" y="100"/>
                    <a:pt x="394" y="100"/>
                    <a:pt x="394" y="106"/>
                  </a:cubicBezTo>
                  <a:cubicBezTo>
                    <a:pt x="394" y="112"/>
                    <a:pt x="388" y="106"/>
                    <a:pt x="382" y="106"/>
                  </a:cubicBezTo>
                  <a:cubicBezTo>
                    <a:pt x="382" y="106"/>
                    <a:pt x="382" y="112"/>
                    <a:pt x="376" y="112"/>
                  </a:cubicBezTo>
                  <a:cubicBezTo>
                    <a:pt x="376" y="118"/>
                    <a:pt x="376" y="118"/>
                    <a:pt x="376" y="124"/>
                  </a:cubicBezTo>
                  <a:cubicBezTo>
                    <a:pt x="371" y="118"/>
                    <a:pt x="376" y="124"/>
                    <a:pt x="371" y="124"/>
                  </a:cubicBezTo>
                  <a:cubicBezTo>
                    <a:pt x="371" y="129"/>
                    <a:pt x="382" y="129"/>
                    <a:pt x="382" y="135"/>
                  </a:cubicBezTo>
                  <a:cubicBezTo>
                    <a:pt x="376" y="135"/>
                    <a:pt x="371" y="135"/>
                    <a:pt x="371" y="135"/>
                  </a:cubicBezTo>
                  <a:cubicBezTo>
                    <a:pt x="371" y="141"/>
                    <a:pt x="376" y="159"/>
                    <a:pt x="365" y="159"/>
                  </a:cubicBezTo>
                  <a:cubicBezTo>
                    <a:pt x="365" y="165"/>
                    <a:pt x="365" y="165"/>
                    <a:pt x="365" y="171"/>
                  </a:cubicBezTo>
                  <a:cubicBezTo>
                    <a:pt x="365" y="171"/>
                    <a:pt x="365" y="171"/>
                    <a:pt x="359" y="165"/>
                  </a:cubicBezTo>
                  <a:cubicBezTo>
                    <a:pt x="359" y="171"/>
                    <a:pt x="365" y="171"/>
                    <a:pt x="365" y="177"/>
                  </a:cubicBezTo>
                  <a:cubicBezTo>
                    <a:pt x="353" y="177"/>
                    <a:pt x="353" y="171"/>
                    <a:pt x="347" y="171"/>
                  </a:cubicBezTo>
                  <a:cubicBezTo>
                    <a:pt x="341" y="171"/>
                    <a:pt x="347" y="177"/>
                    <a:pt x="341" y="177"/>
                  </a:cubicBezTo>
                  <a:cubicBezTo>
                    <a:pt x="347" y="177"/>
                    <a:pt x="353" y="182"/>
                    <a:pt x="353" y="177"/>
                  </a:cubicBezTo>
                  <a:cubicBezTo>
                    <a:pt x="359" y="182"/>
                    <a:pt x="347" y="182"/>
                    <a:pt x="347" y="188"/>
                  </a:cubicBezTo>
                  <a:cubicBezTo>
                    <a:pt x="341" y="194"/>
                    <a:pt x="335" y="200"/>
                    <a:pt x="329" y="200"/>
                  </a:cubicBezTo>
                  <a:lnTo>
                    <a:pt x="323" y="206"/>
                  </a:lnTo>
                  <a:cubicBezTo>
                    <a:pt x="318" y="200"/>
                    <a:pt x="318" y="212"/>
                    <a:pt x="312" y="206"/>
                  </a:cubicBezTo>
                  <a:cubicBezTo>
                    <a:pt x="306" y="206"/>
                    <a:pt x="312" y="212"/>
                    <a:pt x="306" y="212"/>
                  </a:cubicBezTo>
                  <a:cubicBezTo>
                    <a:pt x="306" y="224"/>
                    <a:pt x="300" y="224"/>
                    <a:pt x="300" y="235"/>
                  </a:cubicBezTo>
                  <a:close/>
                  <a:moveTo>
                    <a:pt x="453" y="112"/>
                  </a:moveTo>
                  <a:lnTo>
                    <a:pt x="453" y="112"/>
                  </a:lnTo>
                  <a:cubicBezTo>
                    <a:pt x="453" y="112"/>
                    <a:pt x="459" y="118"/>
                    <a:pt x="459" y="112"/>
                  </a:cubicBezTo>
                  <a:cubicBezTo>
                    <a:pt x="465" y="124"/>
                    <a:pt x="471" y="124"/>
                    <a:pt x="471" y="135"/>
                  </a:cubicBezTo>
                  <a:cubicBezTo>
                    <a:pt x="459" y="135"/>
                    <a:pt x="459" y="129"/>
                    <a:pt x="453" y="124"/>
                  </a:cubicBezTo>
                  <a:cubicBezTo>
                    <a:pt x="453" y="129"/>
                    <a:pt x="453" y="135"/>
                    <a:pt x="453" y="141"/>
                  </a:cubicBezTo>
                  <a:cubicBezTo>
                    <a:pt x="447" y="141"/>
                    <a:pt x="441" y="141"/>
                    <a:pt x="441" y="141"/>
                  </a:cubicBezTo>
                  <a:cubicBezTo>
                    <a:pt x="435" y="141"/>
                    <a:pt x="435" y="135"/>
                    <a:pt x="435" y="135"/>
                  </a:cubicBezTo>
                  <a:cubicBezTo>
                    <a:pt x="435" y="129"/>
                    <a:pt x="441" y="129"/>
                    <a:pt x="441" y="124"/>
                  </a:cubicBezTo>
                  <a:cubicBezTo>
                    <a:pt x="435" y="118"/>
                    <a:pt x="435" y="129"/>
                    <a:pt x="429" y="129"/>
                  </a:cubicBezTo>
                  <a:cubicBezTo>
                    <a:pt x="423" y="124"/>
                    <a:pt x="429" y="124"/>
                    <a:pt x="429" y="118"/>
                  </a:cubicBezTo>
                  <a:cubicBezTo>
                    <a:pt x="429" y="118"/>
                    <a:pt x="423" y="118"/>
                    <a:pt x="423" y="112"/>
                  </a:cubicBezTo>
                  <a:cubicBezTo>
                    <a:pt x="423" y="94"/>
                    <a:pt x="435" y="106"/>
                    <a:pt x="435" y="112"/>
                  </a:cubicBezTo>
                  <a:cubicBezTo>
                    <a:pt x="441" y="112"/>
                    <a:pt x="435" y="106"/>
                    <a:pt x="441" y="100"/>
                  </a:cubicBezTo>
                  <a:cubicBezTo>
                    <a:pt x="447" y="100"/>
                    <a:pt x="447" y="106"/>
                    <a:pt x="447" y="112"/>
                  </a:cubicBezTo>
                  <a:cubicBezTo>
                    <a:pt x="447" y="112"/>
                    <a:pt x="447" y="112"/>
                    <a:pt x="453" y="112"/>
                  </a:cubicBezTo>
                  <a:close/>
                  <a:moveTo>
                    <a:pt x="453" y="100"/>
                  </a:moveTo>
                  <a:lnTo>
                    <a:pt x="453" y="100"/>
                  </a:lnTo>
                  <a:cubicBezTo>
                    <a:pt x="465" y="100"/>
                    <a:pt x="477" y="100"/>
                    <a:pt x="488" y="100"/>
                  </a:cubicBezTo>
                  <a:cubicBezTo>
                    <a:pt x="488" y="106"/>
                    <a:pt x="482" y="106"/>
                    <a:pt x="482" y="112"/>
                  </a:cubicBezTo>
                  <a:cubicBezTo>
                    <a:pt x="471" y="112"/>
                    <a:pt x="459" y="106"/>
                    <a:pt x="453" y="106"/>
                  </a:cubicBezTo>
                  <a:lnTo>
                    <a:pt x="453" y="100"/>
                  </a:lnTo>
                  <a:close/>
                  <a:moveTo>
                    <a:pt x="382" y="282"/>
                  </a:moveTo>
                  <a:lnTo>
                    <a:pt x="382" y="282"/>
                  </a:lnTo>
                  <a:cubicBezTo>
                    <a:pt x="376" y="282"/>
                    <a:pt x="371" y="282"/>
                    <a:pt x="371" y="282"/>
                  </a:cubicBezTo>
                  <a:cubicBezTo>
                    <a:pt x="365" y="282"/>
                    <a:pt x="371" y="277"/>
                    <a:pt x="365" y="271"/>
                  </a:cubicBezTo>
                  <a:cubicBezTo>
                    <a:pt x="371" y="271"/>
                    <a:pt x="371" y="277"/>
                    <a:pt x="371" y="265"/>
                  </a:cubicBezTo>
                  <a:cubicBezTo>
                    <a:pt x="376" y="265"/>
                    <a:pt x="376" y="265"/>
                    <a:pt x="382" y="265"/>
                  </a:cubicBezTo>
                  <a:cubicBezTo>
                    <a:pt x="382" y="277"/>
                    <a:pt x="376" y="277"/>
                    <a:pt x="382" y="282"/>
                  </a:cubicBezTo>
                  <a:close/>
                  <a:moveTo>
                    <a:pt x="371" y="218"/>
                  </a:moveTo>
                  <a:lnTo>
                    <a:pt x="371" y="218"/>
                  </a:lnTo>
                  <a:cubicBezTo>
                    <a:pt x="365" y="218"/>
                    <a:pt x="365" y="212"/>
                    <a:pt x="359" y="212"/>
                  </a:cubicBezTo>
                  <a:cubicBezTo>
                    <a:pt x="359" y="206"/>
                    <a:pt x="365" y="206"/>
                    <a:pt x="365" y="206"/>
                  </a:cubicBezTo>
                  <a:cubicBezTo>
                    <a:pt x="359" y="206"/>
                    <a:pt x="359" y="206"/>
                    <a:pt x="359" y="206"/>
                  </a:cubicBezTo>
                  <a:cubicBezTo>
                    <a:pt x="359" y="200"/>
                    <a:pt x="365" y="200"/>
                    <a:pt x="365" y="194"/>
                  </a:cubicBezTo>
                  <a:cubicBezTo>
                    <a:pt x="365" y="194"/>
                    <a:pt x="365" y="200"/>
                    <a:pt x="371" y="200"/>
                  </a:cubicBezTo>
                  <a:cubicBezTo>
                    <a:pt x="376" y="200"/>
                    <a:pt x="376" y="200"/>
                    <a:pt x="382" y="200"/>
                  </a:cubicBezTo>
                  <a:cubicBezTo>
                    <a:pt x="382" y="206"/>
                    <a:pt x="388" y="206"/>
                    <a:pt x="388" y="218"/>
                  </a:cubicBezTo>
                  <a:lnTo>
                    <a:pt x="382" y="218"/>
                  </a:lnTo>
                  <a:cubicBezTo>
                    <a:pt x="376" y="218"/>
                    <a:pt x="371" y="218"/>
                    <a:pt x="371" y="218"/>
                  </a:cubicBezTo>
                  <a:close/>
                  <a:moveTo>
                    <a:pt x="553" y="147"/>
                  </a:moveTo>
                  <a:lnTo>
                    <a:pt x="553" y="147"/>
                  </a:lnTo>
                  <a:cubicBezTo>
                    <a:pt x="565" y="141"/>
                    <a:pt x="571" y="135"/>
                    <a:pt x="582" y="135"/>
                  </a:cubicBezTo>
                  <a:cubicBezTo>
                    <a:pt x="582" y="135"/>
                    <a:pt x="582" y="135"/>
                    <a:pt x="582" y="129"/>
                  </a:cubicBezTo>
                  <a:lnTo>
                    <a:pt x="588" y="129"/>
                  </a:lnTo>
                  <a:cubicBezTo>
                    <a:pt x="588" y="141"/>
                    <a:pt x="582" y="147"/>
                    <a:pt x="577" y="141"/>
                  </a:cubicBezTo>
                  <a:cubicBezTo>
                    <a:pt x="571" y="147"/>
                    <a:pt x="565" y="153"/>
                    <a:pt x="553" y="159"/>
                  </a:cubicBezTo>
                  <a:cubicBezTo>
                    <a:pt x="553" y="165"/>
                    <a:pt x="559" y="171"/>
                    <a:pt x="559" y="177"/>
                  </a:cubicBezTo>
                  <a:cubicBezTo>
                    <a:pt x="559" y="177"/>
                    <a:pt x="559" y="177"/>
                    <a:pt x="559" y="182"/>
                  </a:cubicBezTo>
                  <a:cubicBezTo>
                    <a:pt x="553" y="177"/>
                    <a:pt x="547" y="177"/>
                    <a:pt x="541" y="171"/>
                  </a:cubicBezTo>
                  <a:cubicBezTo>
                    <a:pt x="541" y="165"/>
                    <a:pt x="547" y="165"/>
                    <a:pt x="547" y="159"/>
                  </a:cubicBezTo>
                  <a:cubicBezTo>
                    <a:pt x="547" y="153"/>
                    <a:pt x="553" y="153"/>
                    <a:pt x="553" y="147"/>
                  </a:cubicBezTo>
                  <a:close/>
                  <a:moveTo>
                    <a:pt x="553" y="112"/>
                  </a:moveTo>
                  <a:lnTo>
                    <a:pt x="553" y="112"/>
                  </a:lnTo>
                  <a:cubicBezTo>
                    <a:pt x="553" y="100"/>
                    <a:pt x="565" y="100"/>
                    <a:pt x="565" y="106"/>
                  </a:cubicBezTo>
                  <a:cubicBezTo>
                    <a:pt x="559" y="106"/>
                    <a:pt x="559" y="112"/>
                    <a:pt x="553" y="112"/>
                  </a:cubicBezTo>
                  <a:close/>
                  <a:moveTo>
                    <a:pt x="646" y="106"/>
                  </a:moveTo>
                  <a:lnTo>
                    <a:pt x="646" y="106"/>
                  </a:lnTo>
                  <a:cubicBezTo>
                    <a:pt x="652" y="106"/>
                    <a:pt x="664" y="106"/>
                    <a:pt x="670" y="112"/>
                  </a:cubicBezTo>
                  <a:cubicBezTo>
                    <a:pt x="664" y="124"/>
                    <a:pt x="652" y="118"/>
                    <a:pt x="640" y="118"/>
                  </a:cubicBezTo>
                  <a:cubicBezTo>
                    <a:pt x="646" y="112"/>
                    <a:pt x="640" y="106"/>
                    <a:pt x="646" y="106"/>
                  </a:cubicBezTo>
                  <a:close/>
                  <a:moveTo>
                    <a:pt x="194" y="218"/>
                  </a:moveTo>
                  <a:lnTo>
                    <a:pt x="194" y="218"/>
                  </a:lnTo>
                  <a:cubicBezTo>
                    <a:pt x="188" y="230"/>
                    <a:pt x="182" y="212"/>
                    <a:pt x="182" y="224"/>
                  </a:cubicBezTo>
                  <a:cubicBezTo>
                    <a:pt x="176" y="224"/>
                    <a:pt x="170" y="224"/>
                    <a:pt x="170" y="218"/>
                  </a:cubicBezTo>
                  <a:cubicBezTo>
                    <a:pt x="176" y="224"/>
                    <a:pt x="176" y="212"/>
                    <a:pt x="176" y="212"/>
                  </a:cubicBezTo>
                  <a:cubicBezTo>
                    <a:pt x="182" y="212"/>
                    <a:pt x="182" y="212"/>
                    <a:pt x="188" y="212"/>
                  </a:cubicBezTo>
                  <a:cubicBezTo>
                    <a:pt x="188" y="218"/>
                    <a:pt x="188" y="218"/>
                    <a:pt x="194" y="218"/>
                  </a:cubicBezTo>
                  <a:close/>
                  <a:moveTo>
                    <a:pt x="217" y="447"/>
                  </a:moveTo>
                  <a:lnTo>
                    <a:pt x="217" y="447"/>
                  </a:lnTo>
                  <a:cubicBezTo>
                    <a:pt x="217" y="453"/>
                    <a:pt x="211" y="453"/>
                    <a:pt x="206" y="453"/>
                  </a:cubicBezTo>
                  <a:lnTo>
                    <a:pt x="206" y="447"/>
                  </a:lnTo>
                  <a:cubicBezTo>
                    <a:pt x="211" y="447"/>
                    <a:pt x="211" y="447"/>
                    <a:pt x="217" y="447"/>
                  </a:cubicBezTo>
                  <a:close/>
                  <a:moveTo>
                    <a:pt x="176" y="442"/>
                  </a:moveTo>
                  <a:lnTo>
                    <a:pt x="176" y="442"/>
                  </a:lnTo>
                  <a:cubicBezTo>
                    <a:pt x="170" y="442"/>
                    <a:pt x="170" y="436"/>
                    <a:pt x="164" y="436"/>
                  </a:cubicBezTo>
                  <a:cubicBezTo>
                    <a:pt x="159" y="430"/>
                    <a:pt x="159" y="436"/>
                    <a:pt x="153" y="436"/>
                  </a:cubicBezTo>
                  <a:cubicBezTo>
                    <a:pt x="153" y="430"/>
                    <a:pt x="153" y="430"/>
                    <a:pt x="153" y="430"/>
                  </a:cubicBezTo>
                  <a:cubicBezTo>
                    <a:pt x="164" y="430"/>
                    <a:pt x="170" y="430"/>
                    <a:pt x="176" y="430"/>
                  </a:cubicBezTo>
                  <a:cubicBezTo>
                    <a:pt x="176" y="436"/>
                    <a:pt x="182" y="436"/>
                    <a:pt x="182" y="436"/>
                  </a:cubicBezTo>
                  <a:cubicBezTo>
                    <a:pt x="182" y="436"/>
                    <a:pt x="188" y="436"/>
                    <a:pt x="188" y="442"/>
                  </a:cubicBezTo>
                  <a:cubicBezTo>
                    <a:pt x="194" y="442"/>
                    <a:pt x="200" y="442"/>
                    <a:pt x="206" y="453"/>
                  </a:cubicBezTo>
                  <a:cubicBezTo>
                    <a:pt x="200" y="453"/>
                    <a:pt x="194" y="447"/>
                    <a:pt x="194" y="453"/>
                  </a:cubicBezTo>
                  <a:cubicBezTo>
                    <a:pt x="194" y="453"/>
                    <a:pt x="188" y="447"/>
                    <a:pt x="188" y="453"/>
                  </a:cubicBezTo>
                  <a:cubicBezTo>
                    <a:pt x="182" y="447"/>
                    <a:pt x="182" y="442"/>
                    <a:pt x="188" y="442"/>
                  </a:cubicBezTo>
                  <a:cubicBezTo>
                    <a:pt x="188" y="442"/>
                    <a:pt x="182" y="442"/>
                    <a:pt x="176" y="442"/>
                  </a:cubicBezTo>
                  <a:close/>
                  <a:moveTo>
                    <a:pt x="182" y="453"/>
                  </a:moveTo>
                  <a:lnTo>
                    <a:pt x="182" y="453"/>
                  </a:lnTo>
                  <a:cubicBezTo>
                    <a:pt x="176" y="453"/>
                    <a:pt x="176" y="453"/>
                    <a:pt x="170" y="453"/>
                  </a:cubicBezTo>
                  <a:lnTo>
                    <a:pt x="170" y="447"/>
                  </a:lnTo>
                  <a:cubicBezTo>
                    <a:pt x="176" y="447"/>
                    <a:pt x="182" y="447"/>
                    <a:pt x="182" y="453"/>
                  </a:cubicBezTo>
                  <a:close/>
                  <a:moveTo>
                    <a:pt x="170" y="424"/>
                  </a:moveTo>
                  <a:lnTo>
                    <a:pt x="170" y="424"/>
                  </a:lnTo>
                  <a:lnTo>
                    <a:pt x="170" y="418"/>
                  </a:lnTo>
                  <a:cubicBezTo>
                    <a:pt x="176" y="418"/>
                    <a:pt x="176" y="418"/>
                    <a:pt x="176" y="424"/>
                  </a:cubicBezTo>
                  <a:lnTo>
                    <a:pt x="170" y="424"/>
                  </a:lnTo>
                  <a:close/>
                  <a:moveTo>
                    <a:pt x="182" y="418"/>
                  </a:moveTo>
                  <a:lnTo>
                    <a:pt x="182" y="418"/>
                  </a:lnTo>
                  <a:cubicBezTo>
                    <a:pt x="182" y="418"/>
                    <a:pt x="182" y="418"/>
                    <a:pt x="188" y="418"/>
                  </a:cubicBezTo>
                  <a:lnTo>
                    <a:pt x="188" y="424"/>
                  </a:lnTo>
                  <a:cubicBezTo>
                    <a:pt x="182" y="430"/>
                    <a:pt x="182" y="424"/>
                    <a:pt x="182" y="418"/>
                  </a:cubicBezTo>
                  <a:close/>
                  <a:moveTo>
                    <a:pt x="188" y="436"/>
                  </a:moveTo>
                  <a:lnTo>
                    <a:pt x="188" y="436"/>
                  </a:lnTo>
                  <a:cubicBezTo>
                    <a:pt x="188" y="430"/>
                    <a:pt x="188" y="430"/>
                    <a:pt x="188" y="424"/>
                  </a:cubicBezTo>
                  <a:cubicBezTo>
                    <a:pt x="194" y="424"/>
                    <a:pt x="194" y="430"/>
                    <a:pt x="194" y="430"/>
                  </a:cubicBezTo>
                  <a:cubicBezTo>
                    <a:pt x="194" y="430"/>
                    <a:pt x="200" y="430"/>
                    <a:pt x="200" y="436"/>
                  </a:cubicBezTo>
                  <a:cubicBezTo>
                    <a:pt x="200" y="436"/>
                    <a:pt x="188" y="436"/>
                    <a:pt x="194" y="430"/>
                  </a:cubicBezTo>
                  <a:lnTo>
                    <a:pt x="188" y="436"/>
                  </a:lnTo>
                  <a:close/>
                  <a:moveTo>
                    <a:pt x="846" y="565"/>
                  </a:moveTo>
                  <a:lnTo>
                    <a:pt x="846" y="565"/>
                  </a:lnTo>
                  <a:cubicBezTo>
                    <a:pt x="846" y="559"/>
                    <a:pt x="846" y="559"/>
                    <a:pt x="846" y="553"/>
                  </a:cubicBezTo>
                  <a:cubicBezTo>
                    <a:pt x="841" y="548"/>
                    <a:pt x="835" y="542"/>
                    <a:pt x="829" y="536"/>
                  </a:cubicBezTo>
                  <a:cubicBezTo>
                    <a:pt x="823" y="536"/>
                    <a:pt x="823" y="542"/>
                    <a:pt x="823" y="536"/>
                  </a:cubicBezTo>
                  <a:cubicBezTo>
                    <a:pt x="817" y="530"/>
                    <a:pt x="823" y="536"/>
                    <a:pt x="823" y="530"/>
                  </a:cubicBezTo>
                  <a:cubicBezTo>
                    <a:pt x="829" y="530"/>
                    <a:pt x="829" y="536"/>
                    <a:pt x="829" y="536"/>
                  </a:cubicBezTo>
                  <a:cubicBezTo>
                    <a:pt x="835" y="536"/>
                    <a:pt x="835" y="530"/>
                    <a:pt x="835" y="530"/>
                  </a:cubicBezTo>
                  <a:cubicBezTo>
                    <a:pt x="841" y="530"/>
                    <a:pt x="841" y="530"/>
                    <a:pt x="846" y="530"/>
                  </a:cubicBezTo>
                  <a:cubicBezTo>
                    <a:pt x="852" y="530"/>
                    <a:pt x="852" y="530"/>
                    <a:pt x="852" y="536"/>
                  </a:cubicBezTo>
                  <a:cubicBezTo>
                    <a:pt x="852" y="542"/>
                    <a:pt x="846" y="553"/>
                    <a:pt x="846" y="565"/>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5" name="Google Shape;315;p41"/>
            <p:cNvSpPr/>
            <p:nvPr/>
          </p:nvSpPr>
          <p:spPr>
            <a:xfrm>
              <a:off x="12083481" y="5907736"/>
              <a:ext cx="2031" cy="4060"/>
            </a:xfrm>
            <a:custGeom>
              <a:avLst/>
              <a:gdLst/>
              <a:ahLst/>
              <a:cxnLst/>
              <a:rect l="l" t="t" r="r" b="b"/>
              <a:pathLst>
                <a:path w="1" h="7" extrusionOk="0">
                  <a:moveTo>
                    <a:pt x="0" y="0"/>
                  </a:moveTo>
                  <a:lnTo>
                    <a:pt x="0" y="0"/>
                  </a:lnTo>
                  <a:cubicBezTo>
                    <a:pt x="0" y="0"/>
                    <a:pt x="0" y="0"/>
                    <a:pt x="0" y="6"/>
                  </a:cubicBez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6" name="Google Shape;316;p41"/>
            <p:cNvSpPr/>
            <p:nvPr/>
          </p:nvSpPr>
          <p:spPr>
            <a:xfrm>
              <a:off x="12345333" y="6003144"/>
              <a:ext cx="4060" cy="6089"/>
            </a:xfrm>
            <a:custGeom>
              <a:avLst/>
              <a:gdLst/>
              <a:ahLst/>
              <a:cxnLst/>
              <a:rect l="l" t="t" r="r" b="b"/>
              <a:pathLst>
                <a:path w="7" h="13" extrusionOk="0">
                  <a:moveTo>
                    <a:pt x="6" y="6"/>
                  </a:moveTo>
                  <a:lnTo>
                    <a:pt x="6" y="6"/>
                  </a:lnTo>
                  <a:cubicBezTo>
                    <a:pt x="6" y="6"/>
                    <a:pt x="6" y="6"/>
                    <a:pt x="6" y="0"/>
                  </a:cubicBezTo>
                  <a:cubicBezTo>
                    <a:pt x="0" y="0"/>
                    <a:pt x="0" y="6"/>
                    <a:pt x="0" y="6"/>
                  </a:cubicBezTo>
                  <a:cubicBezTo>
                    <a:pt x="0" y="6"/>
                    <a:pt x="6" y="12"/>
                    <a:pt x="6" y="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7" name="Google Shape;317;p41"/>
            <p:cNvSpPr/>
            <p:nvPr/>
          </p:nvSpPr>
          <p:spPr>
            <a:xfrm>
              <a:off x="12312856" y="5915854"/>
              <a:ext cx="2029" cy="2031"/>
            </a:xfrm>
            <a:custGeom>
              <a:avLst/>
              <a:gdLst/>
              <a:ahLst/>
              <a:cxnLst/>
              <a:rect l="l" t="t" r="r" b="b"/>
              <a:pathLst>
                <a:path w="1" h="1" extrusionOk="0">
                  <a:moveTo>
                    <a:pt x="0" y="0"/>
                  </a:move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8" name="Google Shape;318;p41"/>
            <p:cNvSpPr/>
            <p:nvPr/>
          </p:nvSpPr>
          <p:spPr>
            <a:xfrm>
              <a:off x="12312856" y="5913826"/>
              <a:ext cx="4060" cy="4060"/>
            </a:xfrm>
            <a:custGeom>
              <a:avLst/>
              <a:gdLst/>
              <a:ahLst/>
              <a:cxnLst/>
              <a:rect l="l" t="t" r="r" b="b"/>
              <a:pathLst>
                <a:path w="7" h="7" extrusionOk="0">
                  <a:moveTo>
                    <a:pt x="6" y="6"/>
                  </a:moveTo>
                  <a:lnTo>
                    <a:pt x="6" y="6"/>
                  </a:lnTo>
                  <a:lnTo>
                    <a:pt x="6" y="0"/>
                  </a:lnTo>
                  <a:cubicBezTo>
                    <a:pt x="6" y="0"/>
                    <a:pt x="0" y="0"/>
                    <a:pt x="6" y="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19" name="Google Shape;319;p41"/>
            <p:cNvSpPr/>
            <p:nvPr/>
          </p:nvSpPr>
          <p:spPr>
            <a:xfrm>
              <a:off x="12270228" y="5926006"/>
              <a:ext cx="6091" cy="4060"/>
            </a:xfrm>
            <a:custGeom>
              <a:avLst/>
              <a:gdLst/>
              <a:ahLst/>
              <a:cxnLst/>
              <a:rect l="l" t="t" r="r" b="b"/>
              <a:pathLst>
                <a:path w="12" h="7" extrusionOk="0">
                  <a:moveTo>
                    <a:pt x="0" y="0"/>
                  </a:moveTo>
                  <a:lnTo>
                    <a:pt x="0" y="0"/>
                  </a:lnTo>
                  <a:cubicBezTo>
                    <a:pt x="0" y="6"/>
                    <a:pt x="6" y="6"/>
                    <a:pt x="6" y="6"/>
                  </a:cubicBezTo>
                  <a:cubicBezTo>
                    <a:pt x="11" y="0"/>
                    <a:pt x="6" y="0"/>
                    <a:pt x="0"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0" name="Google Shape;320;p41"/>
            <p:cNvSpPr/>
            <p:nvPr/>
          </p:nvSpPr>
          <p:spPr>
            <a:xfrm>
              <a:off x="12022586" y="6031565"/>
              <a:ext cx="2031" cy="2029"/>
            </a:xfrm>
            <a:custGeom>
              <a:avLst/>
              <a:gdLst/>
              <a:ahLst/>
              <a:cxnLst/>
              <a:rect l="l" t="t" r="r" b="b"/>
              <a:pathLst>
                <a:path w="1" h="1" extrusionOk="0">
                  <a:moveTo>
                    <a:pt x="0" y="0"/>
                  </a:move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1" name="Google Shape;321;p41"/>
            <p:cNvSpPr/>
            <p:nvPr/>
          </p:nvSpPr>
          <p:spPr>
            <a:xfrm>
              <a:off x="12189034" y="5997053"/>
              <a:ext cx="2031" cy="2031"/>
            </a:xfrm>
            <a:custGeom>
              <a:avLst/>
              <a:gdLst/>
              <a:ahLst/>
              <a:cxnLst/>
              <a:rect l="l" t="t" r="r" b="b"/>
              <a:pathLst>
                <a:path w="1" h="1" extrusionOk="0">
                  <a:moveTo>
                    <a:pt x="0" y="0"/>
                  </a:move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2" name="Google Shape;322;p41"/>
            <p:cNvSpPr/>
            <p:nvPr/>
          </p:nvSpPr>
          <p:spPr>
            <a:xfrm>
              <a:off x="12189035" y="5938185"/>
              <a:ext cx="20299" cy="32480"/>
            </a:xfrm>
            <a:custGeom>
              <a:avLst/>
              <a:gdLst/>
              <a:ahLst/>
              <a:cxnLst/>
              <a:rect l="l" t="t" r="r" b="b"/>
              <a:pathLst>
                <a:path w="43" h="72" extrusionOk="0">
                  <a:moveTo>
                    <a:pt x="42" y="0"/>
                  </a:moveTo>
                  <a:lnTo>
                    <a:pt x="42" y="0"/>
                  </a:lnTo>
                  <a:cubicBezTo>
                    <a:pt x="36" y="12"/>
                    <a:pt x="24" y="18"/>
                    <a:pt x="24" y="29"/>
                  </a:cubicBezTo>
                  <a:cubicBezTo>
                    <a:pt x="24" y="35"/>
                    <a:pt x="24" y="35"/>
                    <a:pt x="24" y="41"/>
                  </a:cubicBezTo>
                  <a:cubicBezTo>
                    <a:pt x="24" y="47"/>
                    <a:pt x="24" y="53"/>
                    <a:pt x="18" y="59"/>
                  </a:cubicBezTo>
                  <a:cubicBezTo>
                    <a:pt x="6" y="71"/>
                    <a:pt x="6" y="47"/>
                    <a:pt x="0" y="47"/>
                  </a:cubicBezTo>
                  <a:cubicBezTo>
                    <a:pt x="0" y="53"/>
                    <a:pt x="6" y="59"/>
                    <a:pt x="6" y="59"/>
                  </a:cubicBezTo>
                  <a:lnTo>
                    <a:pt x="6" y="65"/>
                  </a:lnTo>
                  <a:lnTo>
                    <a:pt x="12" y="65"/>
                  </a:lnTo>
                  <a:lnTo>
                    <a:pt x="18" y="65"/>
                  </a:lnTo>
                  <a:cubicBezTo>
                    <a:pt x="24" y="65"/>
                    <a:pt x="24" y="65"/>
                    <a:pt x="30" y="65"/>
                  </a:cubicBezTo>
                  <a:cubicBezTo>
                    <a:pt x="36" y="59"/>
                    <a:pt x="36" y="47"/>
                    <a:pt x="36" y="41"/>
                  </a:cubicBezTo>
                  <a:cubicBezTo>
                    <a:pt x="42" y="41"/>
                    <a:pt x="36" y="47"/>
                    <a:pt x="42" y="47"/>
                  </a:cubicBezTo>
                  <a:cubicBezTo>
                    <a:pt x="42" y="41"/>
                    <a:pt x="42" y="35"/>
                    <a:pt x="42" y="29"/>
                  </a:cubicBezTo>
                  <a:cubicBezTo>
                    <a:pt x="36" y="29"/>
                    <a:pt x="36" y="29"/>
                    <a:pt x="30" y="24"/>
                  </a:cubicBezTo>
                  <a:cubicBezTo>
                    <a:pt x="30" y="12"/>
                    <a:pt x="42" y="12"/>
                    <a:pt x="42"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3" name="Google Shape;323;p41"/>
            <p:cNvSpPr/>
            <p:nvPr/>
          </p:nvSpPr>
          <p:spPr>
            <a:xfrm>
              <a:off x="12101752" y="5970665"/>
              <a:ext cx="4060" cy="2029"/>
            </a:xfrm>
            <a:custGeom>
              <a:avLst/>
              <a:gdLst/>
              <a:ahLst/>
              <a:cxnLst/>
              <a:rect l="l" t="t" r="r" b="b"/>
              <a:pathLst>
                <a:path w="7" h="6" extrusionOk="0">
                  <a:moveTo>
                    <a:pt x="6" y="0"/>
                  </a:moveTo>
                  <a:lnTo>
                    <a:pt x="6" y="0"/>
                  </a:lnTo>
                  <a:cubicBezTo>
                    <a:pt x="6" y="0"/>
                    <a:pt x="0" y="0"/>
                    <a:pt x="6" y="5"/>
                  </a:cubicBezTo>
                  <a:lnTo>
                    <a:pt x="6"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4" name="Google Shape;324;p41"/>
            <p:cNvSpPr/>
            <p:nvPr/>
          </p:nvSpPr>
          <p:spPr>
            <a:xfrm>
              <a:off x="12331123" y="6043743"/>
              <a:ext cx="6091" cy="8120"/>
            </a:xfrm>
            <a:custGeom>
              <a:avLst/>
              <a:gdLst/>
              <a:ahLst/>
              <a:cxnLst/>
              <a:rect l="l" t="t" r="r" b="b"/>
              <a:pathLst>
                <a:path w="12" h="18" extrusionOk="0">
                  <a:moveTo>
                    <a:pt x="0" y="6"/>
                  </a:moveTo>
                  <a:lnTo>
                    <a:pt x="0" y="6"/>
                  </a:lnTo>
                  <a:cubicBezTo>
                    <a:pt x="0" y="11"/>
                    <a:pt x="5" y="11"/>
                    <a:pt x="5" y="17"/>
                  </a:cubicBezTo>
                  <a:lnTo>
                    <a:pt x="11" y="17"/>
                  </a:lnTo>
                  <a:cubicBezTo>
                    <a:pt x="11" y="11"/>
                    <a:pt x="5" y="11"/>
                    <a:pt x="11" y="6"/>
                  </a:cubicBezTo>
                  <a:cubicBezTo>
                    <a:pt x="5" y="11"/>
                    <a:pt x="5" y="0"/>
                    <a:pt x="0" y="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5" name="Google Shape;325;p41"/>
            <p:cNvSpPr/>
            <p:nvPr/>
          </p:nvSpPr>
          <p:spPr>
            <a:xfrm>
              <a:off x="12221511" y="5934125"/>
              <a:ext cx="8120" cy="8120"/>
            </a:xfrm>
            <a:custGeom>
              <a:avLst/>
              <a:gdLst/>
              <a:ahLst/>
              <a:cxnLst/>
              <a:rect l="l" t="t" r="r" b="b"/>
              <a:pathLst>
                <a:path w="19" h="19" extrusionOk="0">
                  <a:moveTo>
                    <a:pt x="0" y="0"/>
                  </a:moveTo>
                  <a:lnTo>
                    <a:pt x="0" y="0"/>
                  </a:lnTo>
                  <a:cubicBezTo>
                    <a:pt x="0" y="0"/>
                    <a:pt x="0" y="18"/>
                    <a:pt x="6" y="12"/>
                  </a:cubicBezTo>
                  <a:cubicBezTo>
                    <a:pt x="12" y="12"/>
                    <a:pt x="6" y="12"/>
                    <a:pt x="12" y="6"/>
                  </a:cubicBezTo>
                  <a:cubicBezTo>
                    <a:pt x="12" y="6"/>
                    <a:pt x="18" y="6"/>
                    <a:pt x="18" y="0"/>
                  </a:cubicBezTo>
                  <a:cubicBezTo>
                    <a:pt x="12" y="0"/>
                    <a:pt x="6" y="0"/>
                    <a:pt x="0"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6" name="Google Shape;326;p41"/>
            <p:cNvSpPr/>
            <p:nvPr/>
          </p:nvSpPr>
          <p:spPr>
            <a:xfrm>
              <a:off x="12213392" y="5923974"/>
              <a:ext cx="4060" cy="2031"/>
            </a:xfrm>
            <a:custGeom>
              <a:avLst/>
              <a:gdLst/>
              <a:ahLst/>
              <a:cxnLst/>
              <a:rect l="l" t="t" r="r" b="b"/>
              <a:pathLst>
                <a:path w="7" h="6" extrusionOk="0">
                  <a:moveTo>
                    <a:pt x="6" y="5"/>
                  </a:moveTo>
                  <a:lnTo>
                    <a:pt x="6" y="5"/>
                  </a:lnTo>
                  <a:lnTo>
                    <a:pt x="6" y="0"/>
                  </a:lnTo>
                  <a:cubicBezTo>
                    <a:pt x="6" y="0"/>
                    <a:pt x="0" y="0"/>
                    <a:pt x="6" y="5"/>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7" name="Google Shape;327;p41"/>
            <p:cNvSpPr/>
            <p:nvPr/>
          </p:nvSpPr>
          <p:spPr>
            <a:xfrm>
              <a:off x="12225571" y="6031565"/>
              <a:ext cx="2031" cy="2029"/>
            </a:xfrm>
            <a:custGeom>
              <a:avLst/>
              <a:gdLst/>
              <a:ahLst/>
              <a:cxnLst/>
              <a:rect l="l" t="t" r="r" b="b"/>
              <a:pathLst>
                <a:path w="1" h="1" extrusionOk="0">
                  <a:moveTo>
                    <a:pt x="0" y="0"/>
                  </a:move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8" name="Google Shape;328;p41"/>
            <p:cNvSpPr/>
            <p:nvPr/>
          </p:nvSpPr>
          <p:spPr>
            <a:xfrm>
              <a:off x="12225571" y="5940214"/>
              <a:ext cx="2031" cy="2031"/>
            </a:xfrm>
            <a:custGeom>
              <a:avLst/>
              <a:gdLst/>
              <a:ahLst/>
              <a:cxnLst/>
              <a:rect l="l" t="t" r="r" b="b"/>
              <a:pathLst>
                <a:path w="1" h="1" extrusionOk="0">
                  <a:moveTo>
                    <a:pt x="0" y="0"/>
                  </a:move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29" name="Google Shape;329;p41"/>
            <p:cNvSpPr/>
            <p:nvPr/>
          </p:nvSpPr>
          <p:spPr>
            <a:xfrm>
              <a:off x="12270228" y="5926006"/>
              <a:ext cx="2031" cy="2029"/>
            </a:xfrm>
            <a:custGeom>
              <a:avLst/>
              <a:gdLst/>
              <a:ahLst/>
              <a:cxnLst/>
              <a:rect l="l" t="t" r="r" b="b"/>
              <a:pathLst>
                <a:path w="1" h="1" extrusionOk="0">
                  <a:moveTo>
                    <a:pt x="0" y="0"/>
                  </a:move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0" name="Google Shape;330;p41"/>
            <p:cNvSpPr/>
            <p:nvPr/>
          </p:nvSpPr>
          <p:spPr>
            <a:xfrm>
              <a:off x="12211363" y="5950366"/>
              <a:ext cx="2029" cy="4060"/>
            </a:xfrm>
            <a:custGeom>
              <a:avLst/>
              <a:gdLst/>
              <a:ahLst/>
              <a:cxnLst/>
              <a:rect l="l" t="t" r="r" b="b"/>
              <a:pathLst>
                <a:path w="6" h="7" extrusionOk="0">
                  <a:moveTo>
                    <a:pt x="0" y="6"/>
                  </a:moveTo>
                  <a:lnTo>
                    <a:pt x="0" y="6"/>
                  </a:lnTo>
                  <a:cubicBezTo>
                    <a:pt x="0" y="6"/>
                    <a:pt x="5" y="6"/>
                    <a:pt x="5" y="0"/>
                  </a:cubicBezTo>
                  <a:cubicBezTo>
                    <a:pt x="5" y="6"/>
                    <a:pt x="0" y="0"/>
                    <a:pt x="0" y="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1" name="Google Shape;331;p41"/>
            <p:cNvSpPr/>
            <p:nvPr/>
          </p:nvSpPr>
          <p:spPr>
            <a:xfrm>
              <a:off x="12314885" y="5913826"/>
              <a:ext cx="4060" cy="2029"/>
            </a:xfrm>
            <a:custGeom>
              <a:avLst/>
              <a:gdLst/>
              <a:ahLst/>
              <a:cxnLst/>
              <a:rect l="l" t="t" r="r" b="b"/>
              <a:pathLst>
                <a:path w="7" h="1" extrusionOk="0">
                  <a:moveTo>
                    <a:pt x="0" y="0"/>
                  </a:moveTo>
                  <a:cubicBezTo>
                    <a:pt x="0" y="0"/>
                    <a:pt x="6" y="0"/>
                    <a:pt x="0"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2" name="Google Shape;332;p41"/>
            <p:cNvSpPr/>
            <p:nvPr/>
          </p:nvSpPr>
          <p:spPr>
            <a:xfrm>
              <a:off x="12148438" y="5883376"/>
              <a:ext cx="12179" cy="6091"/>
            </a:xfrm>
            <a:custGeom>
              <a:avLst/>
              <a:gdLst/>
              <a:ahLst/>
              <a:cxnLst/>
              <a:rect l="l" t="t" r="r" b="b"/>
              <a:pathLst>
                <a:path w="25" h="13" extrusionOk="0">
                  <a:moveTo>
                    <a:pt x="18" y="12"/>
                  </a:moveTo>
                  <a:lnTo>
                    <a:pt x="18" y="12"/>
                  </a:lnTo>
                  <a:cubicBezTo>
                    <a:pt x="24" y="6"/>
                    <a:pt x="24" y="6"/>
                    <a:pt x="24" y="0"/>
                  </a:cubicBezTo>
                  <a:cubicBezTo>
                    <a:pt x="18" y="0"/>
                    <a:pt x="6" y="0"/>
                    <a:pt x="0" y="6"/>
                  </a:cubicBezTo>
                  <a:cubicBezTo>
                    <a:pt x="6" y="6"/>
                    <a:pt x="12" y="6"/>
                    <a:pt x="18" y="12"/>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3" name="Google Shape;333;p41"/>
            <p:cNvSpPr/>
            <p:nvPr/>
          </p:nvSpPr>
          <p:spPr>
            <a:xfrm>
              <a:off x="12152497" y="5915855"/>
              <a:ext cx="4060" cy="4060"/>
            </a:xfrm>
            <a:custGeom>
              <a:avLst/>
              <a:gdLst/>
              <a:ahLst/>
              <a:cxnLst/>
              <a:rect l="l" t="t" r="r" b="b"/>
              <a:pathLst>
                <a:path w="7" h="7" extrusionOk="0">
                  <a:moveTo>
                    <a:pt x="0" y="6"/>
                  </a:moveTo>
                  <a:lnTo>
                    <a:pt x="0" y="6"/>
                  </a:lnTo>
                  <a:cubicBezTo>
                    <a:pt x="6" y="6"/>
                    <a:pt x="6" y="0"/>
                    <a:pt x="6" y="0"/>
                  </a:cubicBezTo>
                  <a:cubicBezTo>
                    <a:pt x="0" y="0"/>
                    <a:pt x="0" y="6"/>
                    <a:pt x="0" y="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4" name="Google Shape;334;p41"/>
            <p:cNvSpPr/>
            <p:nvPr/>
          </p:nvSpPr>
          <p:spPr>
            <a:xfrm>
              <a:off x="12020558" y="6027504"/>
              <a:ext cx="4060" cy="6089"/>
            </a:xfrm>
            <a:custGeom>
              <a:avLst/>
              <a:gdLst/>
              <a:ahLst/>
              <a:cxnLst/>
              <a:rect l="l" t="t" r="r" b="b"/>
              <a:pathLst>
                <a:path w="7" h="13" extrusionOk="0">
                  <a:moveTo>
                    <a:pt x="6" y="6"/>
                  </a:moveTo>
                  <a:lnTo>
                    <a:pt x="6" y="6"/>
                  </a:lnTo>
                  <a:cubicBezTo>
                    <a:pt x="0" y="6"/>
                    <a:pt x="0" y="0"/>
                    <a:pt x="0" y="0"/>
                  </a:cubicBezTo>
                  <a:cubicBezTo>
                    <a:pt x="0" y="6"/>
                    <a:pt x="6" y="12"/>
                    <a:pt x="6" y="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5" name="Google Shape;335;p41"/>
            <p:cNvSpPr/>
            <p:nvPr/>
          </p:nvSpPr>
          <p:spPr>
            <a:xfrm>
              <a:off x="12020558" y="6023445"/>
              <a:ext cx="2029" cy="4060"/>
            </a:xfrm>
            <a:custGeom>
              <a:avLst/>
              <a:gdLst/>
              <a:ahLst/>
              <a:cxnLst/>
              <a:rect l="l" t="t" r="r" b="b"/>
              <a:pathLst>
                <a:path w="1" h="7" extrusionOk="0">
                  <a:moveTo>
                    <a:pt x="0" y="0"/>
                  </a:moveTo>
                  <a:cubicBezTo>
                    <a:pt x="0" y="0"/>
                    <a:pt x="0" y="6"/>
                    <a:pt x="0"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6" name="Google Shape;336;p41"/>
            <p:cNvSpPr/>
            <p:nvPr/>
          </p:nvSpPr>
          <p:spPr>
            <a:xfrm>
              <a:off x="11647066" y="10891334"/>
              <a:ext cx="1150922" cy="1148968"/>
            </a:xfrm>
            <a:custGeom>
              <a:avLst/>
              <a:gdLst/>
              <a:ahLst/>
              <a:cxnLst/>
              <a:rect l="l" t="t" r="r" b="b"/>
              <a:pathLst>
                <a:path w="2502" h="2498" extrusionOk="0">
                  <a:moveTo>
                    <a:pt x="2501" y="1249"/>
                  </a:moveTo>
                  <a:lnTo>
                    <a:pt x="2501" y="1249"/>
                  </a:lnTo>
                  <a:cubicBezTo>
                    <a:pt x="2501" y="560"/>
                    <a:pt x="1942" y="0"/>
                    <a:pt x="1248" y="0"/>
                  </a:cubicBezTo>
                  <a:cubicBezTo>
                    <a:pt x="559" y="0"/>
                    <a:pt x="0" y="560"/>
                    <a:pt x="0" y="1249"/>
                  </a:cubicBezTo>
                  <a:cubicBezTo>
                    <a:pt x="0" y="1937"/>
                    <a:pt x="559" y="2497"/>
                    <a:pt x="1248" y="2497"/>
                  </a:cubicBezTo>
                  <a:cubicBezTo>
                    <a:pt x="1942" y="2497"/>
                    <a:pt x="2501" y="1937"/>
                    <a:pt x="2501" y="1249"/>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7" name="Google Shape;337;p41"/>
            <p:cNvSpPr/>
            <p:nvPr/>
          </p:nvSpPr>
          <p:spPr>
            <a:xfrm>
              <a:off x="11917036" y="11457697"/>
              <a:ext cx="621133" cy="263897"/>
            </a:xfrm>
            <a:custGeom>
              <a:avLst/>
              <a:gdLst/>
              <a:ahLst/>
              <a:cxnLst/>
              <a:rect l="l" t="t" r="r" b="b"/>
              <a:pathLst>
                <a:path w="1349" h="572" extrusionOk="0">
                  <a:moveTo>
                    <a:pt x="1272" y="65"/>
                  </a:moveTo>
                  <a:lnTo>
                    <a:pt x="1272" y="65"/>
                  </a:lnTo>
                  <a:cubicBezTo>
                    <a:pt x="1171" y="41"/>
                    <a:pt x="959" y="0"/>
                    <a:pt x="666" y="0"/>
                  </a:cubicBezTo>
                  <a:cubicBezTo>
                    <a:pt x="236" y="0"/>
                    <a:pt x="0" y="88"/>
                    <a:pt x="0" y="88"/>
                  </a:cubicBezTo>
                  <a:cubicBezTo>
                    <a:pt x="0" y="571"/>
                    <a:pt x="0" y="571"/>
                    <a:pt x="0" y="571"/>
                  </a:cubicBezTo>
                  <a:cubicBezTo>
                    <a:pt x="0" y="571"/>
                    <a:pt x="324" y="483"/>
                    <a:pt x="672" y="483"/>
                  </a:cubicBezTo>
                  <a:lnTo>
                    <a:pt x="672" y="483"/>
                  </a:lnTo>
                  <a:cubicBezTo>
                    <a:pt x="895" y="483"/>
                    <a:pt x="1112" y="524"/>
                    <a:pt x="1236" y="547"/>
                  </a:cubicBezTo>
                  <a:cubicBezTo>
                    <a:pt x="1307" y="559"/>
                    <a:pt x="1348" y="571"/>
                    <a:pt x="1348" y="571"/>
                  </a:cubicBezTo>
                  <a:lnTo>
                    <a:pt x="1348" y="571"/>
                  </a:lnTo>
                  <a:cubicBezTo>
                    <a:pt x="1348" y="88"/>
                    <a:pt x="1348" y="88"/>
                    <a:pt x="1348" y="88"/>
                  </a:cubicBezTo>
                  <a:lnTo>
                    <a:pt x="1348" y="88"/>
                  </a:lnTo>
                  <a:cubicBezTo>
                    <a:pt x="1348" y="88"/>
                    <a:pt x="1319" y="77"/>
                    <a:pt x="1272" y="65"/>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8" name="Google Shape;338;p41"/>
            <p:cNvSpPr/>
            <p:nvPr/>
          </p:nvSpPr>
          <p:spPr>
            <a:xfrm>
              <a:off x="11705931" y="11212069"/>
              <a:ext cx="1041312" cy="316677"/>
            </a:xfrm>
            <a:custGeom>
              <a:avLst/>
              <a:gdLst/>
              <a:ahLst/>
              <a:cxnLst/>
              <a:rect l="l" t="t" r="r" b="b"/>
              <a:pathLst>
                <a:path w="2261" h="690" extrusionOk="0">
                  <a:moveTo>
                    <a:pt x="436" y="601"/>
                  </a:moveTo>
                  <a:lnTo>
                    <a:pt x="436" y="601"/>
                  </a:lnTo>
                  <a:cubicBezTo>
                    <a:pt x="436" y="601"/>
                    <a:pt x="689" y="506"/>
                    <a:pt x="1149" y="506"/>
                  </a:cubicBezTo>
                  <a:cubicBezTo>
                    <a:pt x="1465" y="506"/>
                    <a:pt x="1683" y="548"/>
                    <a:pt x="1795" y="577"/>
                  </a:cubicBezTo>
                  <a:cubicBezTo>
                    <a:pt x="1842" y="589"/>
                    <a:pt x="1872" y="601"/>
                    <a:pt x="1872" y="601"/>
                  </a:cubicBezTo>
                  <a:lnTo>
                    <a:pt x="1872" y="601"/>
                  </a:lnTo>
                  <a:cubicBezTo>
                    <a:pt x="1872" y="665"/>
                    <a:pt x="1872" y="665"/>
                    <a:pt x="1872" y="665"/>
                  </a:cubicBezTo>
                  <a:cubicBezTo>
                    <a:pt x="2260" y="495"/>
                    <a:pt x="2260" y="495"/>
                    <a:pt x="2260" y="495"/>
                  </a:cubicBezTo>
                  <a:cubicBezTo>
                    <a:pt x="1131" y="0"/>
                    <a:pt x="1131" y="0"/>
                    <a:pt x="1131" y="0"/>
                  </a:cubicBezTo>
                  <a:cubicBezTo>
                    <a:pt x="0" y="495"/>
                    <a:pt x="0" y="495"/>
                    <a:pt x="0" y="495"/>
                  </a:cubicBezTo>
                  <a:cubicBezTo>
                    <a:pt x="436" y="689"/>
                    <a:pt x="436" y="689"/>
                    <a:pt x="436" y="689"/>
                  </a:cubicBezTo>
                  <a:lnTo>
                    <a:pt x="436" y="601"/>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39" name="Google Shape;339;p41"/>
            <p:cNvSpPr/>
            <p:nvPr/>
          </p:nvSpPr>
          <p:spPr>
            <a:xfrm>
              <a:off x="12595003" y="11382589"/>
              <a:ext cx="58866" cy="320737"/>
            </a:xfrm>
            <a:custGeom>
              <a:avLst/>
              <a:gdLst/>
              <a:ahLst/>
              <a:cxnLst/>
              <a:rect l="l" t="t" r="r" b="b"/>
              <a:pathLst>
                <a:path w="130" h="696" extrusionOk="0">
                  <a:moveTo>
                    <a:pt x="129" y="648"/>
                  </a:moveTo>
                  <a:lnTo>
                    <a:pt x="129" y="648"/>
                  </a:lnTo>
                  <a:cubicBezTo>
                    <a:pt x="112" y="630"/>
                    <a:pt x="106" y="601"/>
                    <a:pt x="100" y="506"/>
                  </a:cubicBezTo>
                  <a:cubicBezTo>
                    <a:pt x="100" y="495"/>
                    <a:pt x="94" y="483"/>
                    <a:pt x="82" y="477"/>
                  </a:cubicBezTo>
                  <a:cubicBezTo>
                    <a:pt x="82" y="447"/>
                    <a:pt x="82" y="447"/>
                    <a:pt x="82" y="447"/>
                  </a:cubicBezTo>
                  <a:cubicBezTo>
                    <a:pt x="94" y="442"/>
                    <a:pt x="100" y="430"/>
                    <a:pt x="100" y="412"/>
                  </a:cubicBezTo>
                  <a:cubicBezTo>
                    <a:pt x="100" y="395"/>
                    <a:pt x="88" y="383"/>
                    <a:pt x="76" y="377"/>
                  </a:cubicBezTo>
                  <a:cubicBezTo>
                    <a:pt x="76" y="18"/>
                    <a:pt x="76" y="18"/>
                    <a:pt x="76" y="18"/>
                  </a:cubicBezTo>
                  <a:cubicBezTo>
                    <a:pt x="76" y="12"/>
                    <a:pt x="70" y="0"/>
                    <a:pt x="64" y="0"/>
                  </a:cubicBezTo>
                  <a:cubicBezTo>
                    <a:pt x="58" y="0"/>
                    <a:pt x="53" y="12"/>
                    <a:pt x="53" y="18"/>
                  </a:cubicBezTo>
                  <a:cubicBezTo>
                    <a:pt x="53" y="377"/>
                    <a:pt x="53" y="377"/>
                    <a:pt x="53" y="377"/>
                  </a:cubicBezTo>
                  <a:cubicBezTo>
                    <a:pt x="41" y="383"/>
                    <a:pt x="29" y="395"/>
                    <a:pt x="29" y="412"/>
                  </a:cubicBezTo>
                  <a:cubicBezTo>
                    <a:pt x="29" y="430"/>
                    <a:pt x="35" y="442"/>
                    <a:pt x="47" y="447"/>
                  </a:cubicBezTo>
                  <a:cubicBezTo>
                    <a:pt x="47" y="477"/>
                    <a:pt x="47" y="477"/>
                    <a:pt x="47" y="477"/>
                  </a:cubicBezTo>
                  <a:cubicBezTo>
                    <a:pt x="35" y="483"/>
                    <a:pt x="29" y="495"/>
                    <a:pt x="29" y="506"/>
                  </a:cubicBezTo>
                  <a:cubicBezTo>
                    <a:pt x="17" y="601"/>
                    <a:pt x="17" y="630"/>
                    <a:pt x="0" y="648"/>
                  </a:cubicBezTo>
                  <a:cubicBezTo>
                    <a:pt x="0" y="665"/>
                    <a:pt x="23" y="695"/>
                    <a:pt x="64" y="695"/>
                  </a:cubicBezTo>
                  <a:lnTo>
                    <a:pt x="64" y="695"/>
                  </a:lnTo>
                  <a:lnTo>
                    <a:pt x="64" y="695"/>
                  </a:lnTo>
                  <a:cubicBezTo>
                    <a:pt x="106" y="695"/>
                    <a:pt x="129" y="665"/>
                    <a:pt x="129" y="648"/>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0" name="Google Shape;340;p41"/>
            <p:cNvSpPr/>
            <p:nvPr/>
          </p:nvSpPr>
          <p:spPr>
            <a:xfrm>
              <a:off x="13908315" y="7176473"/>
              <a:ext cx="594745" cy="637413"/>
            </a:xfrm>
            <a:custGeom>
              <a:avLst/>
              <a:gdLst/>
              <a:ahLst/>
              <a:cxnLst/>
              <a:rect l="l" t="t" r="r" b="b"/>
              <a:pathLst>
                <a:path w="1291" h="1383" extrusionOk="0">
                  <a:moveTo>
                    <a:pt x="1084" y="695"/>
                  </a:moveTo>
                  <a:lnTo>
                    <a:pt x="1084" y="695"/>
                  </a:lnTo>
                  <a:cubicBezTo>
                    <a:pt x="1101" y="677"/>
                    <a:pt x="1119" y="659"/>
                    <a:pt x="1131" y="642"/>
                  </a:cubicBezTo>
                  <a:cubicBezTo>
                    <a:pt x="1143" y="648"/>
                    <a:pt x="1154" y="648"/>
                    <a:pt x="1160" y="648"/>
                  </a:cubicBezTo>
                  <a:cubicBezTo>
                    <a:pt x="1166" y="648"/>
                    <a:pt x="1172" y="648"/>
                    <a:pt x="1178" y="648"/>
                  </a:cubicBezTo>
                  <a:cubicBezTo>
                    <a:pt x="1219" y="642"/>
                    <a:pt x="1249" y="606"/>
                    <a:pt x="1249" y="565"/>
                  </a:cubicBezTo>
                  <a:cubicBezTo>
                    <a:pt x="1249" y="541"/>
                    <a:pt x="1243" y="524"/>
                    <a:pt x="1231" y="506"/>
                  </a:cubicBezTo>
                  <a:cubicBezTo>
                    <a:pt x="1261" y="447"/>
                    <a:pt x="1266" y="388"/>
                    <a:pt x="1243" y="347"/>
                  </a:cubicBezTo>
                  <a:cubicBezTo>
                    <a:pt x="1219" y="300"/>
                    <a:pt x="1160" y="277"/>
                    <a:pt x="1072" y="277"/>
                  </a:cubicBezTo>
                  <a:cubicBezTo>
                    <a:pt x="1013" y="277"/>
                    <a:pt x="942" y="288"/>
                    <a:pt x="866" y="312"/>
                  </a:cubicBezTo>
                  <a:cubicBezTo>
                    <a:pt x="819" y="124"/>
                    <a:pt x="737" y="0"/>
                    <a:pt x="642" y="0"/>
                  </a:cubicBezTo>
                  <a:cubicBezTo>
                    <a:pt x="554" y="0"/>
                    <a:pt x="471" y="124"/>
                    <a:pt x="424" y="312"/>
                  </a:cubicBezTo>
                  <a:cubicBezTo>
                    <a:pt x="389" y="300"/>
                    <a:pt x="360" y="294"/>
                    <a:pt x="330" y="288"/>
                  </a:cubicBezTo>
                  <a:lnTo>
                    <a:pt x="330" y="288"/>
                  </a:lnTo>
                  <a:cubicBezTo>
                    <a:pt x="330" y="241"/>
                    <a:pt x="289" y="200"/>
                    <a:pt x="242" y="200"/>
                  </a:cubicBezTo>
                  <a:cubicBezTo>
                    <a:pt x="195" y="200"/>
                    <a:pt x="159" y="235"/>
                    <a:pt x="154" y="282"/>
                  </a:cubicBezTo>
                  <a:cubicBezTo>
                    <a:pt x="101" y="288"/>
                    <a:pt x="65" y="312"/>
                    <a:pt x="47" y="347"/>
                  </a:cubicBezTo>
                  <a:cubicBezTo>
                    <a:pt x="0" y="430"/>
                    <a:pt x="65" y="559"/>
                    <a:pt x="206" y="695"/>
                  </a:cubicBezTo>
                  <a:cubicBezTo>
                    <a:pt x="65" y="823"/>
                    <a:pt x="0" y="959"/>
                    <a:pt x="47" y="1035"/>
                  </a:cubicBezTo>
                  <a:cubicBezTo>
                    <a:pt x="71" y="1082"/>
                    <a:pt x="130" y="1106"/>
                    <a:pt x="218" y="1106"/>
                  </a:cubicBezTo>
                  <a:lnTo>
                    <a:pt x="218" y="1106"/>
                  </a:lnTo>
                  <a:cubicBezTo>
                    <a:pt x="277" y="1106"/>
                    <a:pt x="348" y="1094"/>
                    <a:pt x="424" y="1070"/>
                  </a:cubicBezTo>
                  <a:cubicBezTo>
                    <a:pt x="430" y="1100"/>
                    <a:pt x="442" y="1129"/>
                    <a:pt x="448" y="1153"/>
                  </a:cubicBezTo>
                  <a:cubicBezTo>
                    <a:pt x="436" y="1171"/>
                    <a:pt x="424" y="1188"/>
                    <a:pt x="424" y="1212"/>
                  </a:cubicBezTo>
                  <a:cubicBezTo>
                    <a:pt x="424" y="1259"/>
                    <a:pt x="466" y="1300"/>
                    <a:pt x="513" y="1300"/>
                  </a:cubicBezTo>
                  <a:lnTo>
                    <a:pt x="519" y="1300"/>
                  </a:lnTo>
                  <a:cubicBezTo>
                    <a:pt x="554" y="1353"/>
                    <a:pt x="601" y="1382"/>
                    <a:pt x="642" y="1382"/>
                  </a:cubicBezTo>
                  <a:cubicBezTo>
                    <a:pt x="737" y="1382"/>
                    <a:pt x="819" y="1259"/>
                    <a:pt x="866" y="1070"/>
                  </a:cubicBezTo>
                  <a:cubicBezTo>
                    <a:pt x="942" y="1094"/>
                    <a:pt x="1013" y="1106"/>
                    <a:pt x="1072" y="1106"/>
                  </a:cubicBezTo>
                  <a:cubicBezTo>
                    <a:pt x="1160" y="1106"/>
                    <a:pt x="1219" y="1082"/>
                    <a:pt x="1243" y="1035"/>
                  </a:cubicBezTo>
                  <a:cubicBezTo>
                    <a:pt x="1290" y="959"/>
                    <a:pt x="1225" y="823"/>
                    <a:pt x="1084" y="695"/>
                  </a:cubicBezTo>
                  <a:close/>
                  <a:moveTo>
                    <a:pt x="218" y="1065"/>
                  </a:moveTo>
                  <a:lnTo>
                    <a:pt x="218" y="1065"/>
                  </a:lnTo>
                  <a:cubicBezTo>
                    <a:pt x="171" y="1065"/>
                    <a:pt x="106" y="1059"/>
                    <a:pt x="83" y="1018"/>
                  </a:cubicBezTo>
                  <a:cubicBezTo>
                    <a:pt x="53" y="959"/>
                    <a:pt x="106" y="847"/>
                    <a:pt x="236" y="723"/>
                  </a:cubicBezTo>
                  <a:cubicBezTo>
                    <a:pt x="283" y="758"/>
                    <a:pt x="330" y="800"/>
                    <a:pt x="389" y="841"/>
                  </a:cubicBezTo>
                  <a:cubicBezTo>
                    <a:pt x="395" y="906"/>
                    <a:pt x="401" y="970"/>
                    <a:pt x="413" y="1029"/>
                  </a:cubicBezTo>
                  <a:cubicBezTo>
                    <a:pt x="342" y="1053"/>
                    <a:pt x="271" y="1065"/>
                    <a:pt x="218" y="1065"/>
                  </a:cubicBezTo>
                  <a:close/>
                  <a:moveTo>
                    <a:pt x="383" y="782"/>
                  </a:moveTo>
                  <a:lnTo>
                    <a:pt x="383" y="782"/>
                  </a:lnTo>
                  <a:cubicBezTo>
                    <a:pt x="342" y="752"/>
                    <a:pt x="301" y="723"/>
                    <a:pt x="265" y="695"/>
                  </a:cubicBezTo>
                  <a:cubicBezTo>
                    <a:pt x="301" y="659"/>
                    <a:pt x="342" y="630"/>
                    <a:pt x="383" y="600"/>
                  </a:cubicBezTo>
                  <a:cubicBezTo>
                    <a:pt x="383" y="630"/>
                    <a:pt x="383" y="659"/>
                    <a:pt x="383" y="695"/>
                  </a:cubicBezTo>
                  <a:cubicBezTo>
                    <a:pt x="383" y="723"/>
                    <a:pt x="383" y="752"/>
                    <a:pt x="383" y="782"/>
                  </a:cubicBezTo>
                  <a:close/>
                  <a:moveTo>
                    <a:pt x="389" y="547"/>
                  </a:moveTo>
                  <a:lnTo>
                    <a:pt x="389" y="547"/>
                  </a:lnTo>
                  <a:cubicBezTo>
                    <a:pt x="330" y="583"/>
                    <a:pt x="283" y="624"/>
                    <a:pt x="236" y="665"/>
                  </a:cubicBezTo>
                  <a:cubicBezTo>
                    <a:pt x="106" y="541"/>
                    <a:pt x="53" y="430"/>
                    <a:pt x="83" y="371"/>
                  </a:cubicBezTo>
                  <a:cubicBezTo>
                    <a:pt x="101" y="341"/>
                    <a:pt x="130" y="329"/>
                    <a:pt x="165" y="324"/>
                  </a:cubicBezTo>
                  <a:cubicBezTo>
                    <a:pt x="177" y="353"/>
                    <a:pt x="206" y="377"/>
                    <a:pt x="242" y="377"/>
                  </a:cubicBezTo>
                  <a:cubicBezTo>
                    <a:pt x="271" y="377"/>
                    <a:pt x="301" y="359"/>
                    <a:pt x="318" y="329"/>
                  </a:cubicBezTo>
                  <a:cubicBezTo>
                    <a:pt x="348" y="335"/>
                    <a:pt x="383" y="341"/>
                    <a:pt x="413" y="353"/>
                  </a:cubicBezTo>
                  <a:cubicBezTo>
                    <a:pt x="401" y="412"/>
                    <a:pt x="395" y="477"/>
                    <a:pt x="389" y="547"/>
                  </a:cubicBezTo>
                  <a:close/>
                  <a:moveTo>
                    <a:pt x="854" y="512"/>
                  </a:moveTo>
                  <a:lnTo>
                    <a:pt x="854" y="512"/>
                  </a:lnTo>
                  <a:cubicBezTo>
                    <a:pt x="831" y="500"/>
                    <a:pt x="801" y="483"/>
                    <a:pt x="778" y="465"/>
                  </a:cubicBezTo>
                  <a:cubicBezTo>
                    <a:pt x="748" y="447"/>
                    <a:pt x="725" y="436"/>
                    <a:pt x="695" y="424"/>
                  </a:cubicBezTo>
                  <a:cubicBezTo>
                    <a:pt x="742" y="400"/>
                    <a:pt x="789" y="383"/>
                    <a:pt x="837" y="365"/>
                  </a:cubicBezTo>
                  <a:cubicBezTo>
                    <a:pt x="842" y="412"/>
                    <a:pt x="848" y="459"/>
                    <a:pt x="854" y="512"/>
                  </a:cubicBezTo>
                  <a:close/>
                  <a:moveTo>
                    <a:pt x="642" y="47"/>
                  </a:moveTo>
                  <a:lnTo>
                    <a:pt x="642" y="47"/>
                  </a:lnTo>
                  <a:cubicBezTo>
                    <a:pt x="713" y="47"/>
                    <a:pt x="784" y="147"/>
                    <a:pt x="825" y="324"/>
                  </a:cubicBezTo>
                  <a:cubicBezTo>
                    <a:pt x="766" y="341"/>
                    <a:pt x="707" y="365"/>
                    <a:pt x="642" y="394"/>
                  </a:cubicBezTo>
                  <a:cubicBezTo>
                    <a:pt x="583" y="365"/>
                    <a:pt x="525" y="341"/>
                    <a:pt x="466" y="324"/>
                  </a:cubicBezTo>
                  <a:cubicBezTo>
                    <a:pt x="507" y="147"/>
                    <a:pt x="577" y="47"/>
                    <a:pt x="642" y="47"/>
                  </a:cubicBezTo>
                  <a:close/>
                  <a:moveTo>
                    <a:pt x="454" y="365"/>
                  </a:moveTo>
                  <a:lnTo>
                    <a:pt x="454" y="365"/>
                  </a:lnTo>
                  <a:cubicBezTo>
                    <a:pt x="501" y="383"/>
                    <a:pt x="548" y="400"/>
                    <a:pt x="595" y="424"/>
                  </a:cubicBezTo>
                  <a:cubicBezTo>
                    <a:pt x="566" y="436"/>
                    <a:pt x="542" y="447"/>
                    <a:pt x="513" y="465"/>
                  </a:cubicBezTo>
                  <a:cubicBezTo>
                    <a:pt x="489" y="483"/>
                    <a:pt x="460" y="500"/>
                    <a:pt x="436" y="512"/>
                  </a:cubicBezTo>
                  <a:cubicBezTo>
                    <a:pt x="442" y="459"/>
                    <a:pt x="448" y="412"/>
                    <a:pt x="454" y="365"/>
                  </a:cubicBezTo>
                  <a:close/>
                  <a:moveTo>
                    <a:pt x="436" y="870"/>
                  </a:moveTo>
                  <a:lnTo>
                    <a:pt x="436" y="870"/>
                  </a:lnTo>
                  <a:cubicBezTo>
                    <a:pt x="460" y="888"/>
                    <a:pt x="489" y="906"/>
                    <a:pt x="513" y="917"/>
                  </a:cubicBezTo>
                  <a:cubicBezTo>
                    <a:pt x="542" y="935"/>
                    <a:pt x="566" y="947"/>
                    <a:pt x="595" y="964"/>
                  </a:cubicBezTo>
                  <a:cubicBezTo>
                    <a:pt x="548" y="982"/>
                    <a:pt x="501" y="1006"/>
                    <a:pt x="454" y="1018"/>
                  </a:cubicBezTo>
                  <a:cubicBezTo>
                    <a:pt x="448" y="970"/>
                    <a:pt x="442" y="923"/>
                    <a:pt x="436" y="870"/>
                  </a:cubicBezTo>
                  <a:close/>
                  <a:moveTo>
                    <a:pt x="642" y="1341"/>
                  </a:moveTo>
                  <a:lnTo>
                    <a:pt x="642" y="1341"/>
                  </a:lnTo>
                  <a:cubicBezTo>
                    <a:pt x="619" y="1341"/>
                    <a:pt x="589" y="1318"/>
                    <a:pt x="560" y="1282"/>
                  </a:cubicBezTo>
                  <a:cubicBezTo>
                    <a:pt x="583" y="1271"/>
                    <a:pt x="601" y="1241"/>
                    <a:pt x="601" y="1212"/>
                  </a:cubicBezTo>
                  <a:cubicBezTo>
                    <a:pt x="601" y="1165"/>
                    <a:pt x="560" y="1123"/>
                    <a:pt x="513" y="1123"/>
                  </a:cubicBezTo>
                  <a:cubicBezTo>
                    <a:pt x="501" y="1123"/>
                    <a:pt x="495" y="1129"/>
                    <a:pt x="483" y="1129"/>
                  </a:cubicBezTo>
                  <a:cubicBezTo>
                    <a:pt x="477" y="1106"/>
                    <a:pt x="471" y="1088"/>
                    <a:pt x="466" y="1059"/>
                  </a:cubicBezTo>
                  <a:cubicBezTo>
                    <a:pt x="525" y="1041"/>
                    <a:pt x="583" y="1018"/>
                    <a:pt x="642" y="988"/>
                  </a:cubicBezTo>
                  <a:cubicBezTo>
                    <a:pt x="707" y="1018"/>
                    <a:pt x="766" y="1041"/>
                    <a:pt x="825" y="1059"/>
                  </a:cubicBezTo>
                  <a:cubicBezTo>
                    <a:pt x="784" y="1235"/>
                    <a:pt x="713" y="1341"/>
                    <a:pt x="642" y="1341"/>
                  </a:cubicBezTo>
                  <a:close/>
                  <a:moveTo>
                    <a:pt x="837" y="1018"/>
                  </a:moveTo>
                  <a:lnTo>
                    <a:pt x="837" y="1018"/>
                  </a:lnTo>
                  <a:cubicBezTo>
                    <a:pt x="789" y="1006"/>
                    <a:pt x="742" y="982"/>
                    <a:pt x="695" y="964"/>
                  </a:cubicBezTo>
                  <a:cubicBezTo>
                    <a:pt x="725" y="947"/>
                    <a:pt x="748" y="935"/>
                    <a:pt x="778" y="917"/>
                  </a:cubicBezTo>
                  <a:cubicBezTo>
                    <a:pt x="801" y="906"/>
                    <a:pt x="831" y="888"/>
                    <a:pt x="854" y="870"/>
                  </a:cubicBezTo>
                  <a:cubicBezTo>
                    <a:pt x="848" y="923"/>
                    <a:pt x="842" y="970"/>
                    <a:pt x="837" y="1018"/>
                  </a:cubicBezTo>
                  <a:close/>
                  <a:moveTo>
                    <a:pt x="860" y="817"/>
                  </a:moveTo>
                  <a:lnTo>
                    <a:pt x="860" y="817"/>
                  </a:lnTo>
                  <a:cubicBezTo>
                    <a:pt x="825" y="841"/>
                    <a:pt x="789" y="859"/>
                    <a:pt x="754" y="882"/>
                  </a:cubicBezTo>
                  <a:cubicBezTo>
                    <a:pt x="719" y="900"/>
                    <a:pt x="683" y="923"/>
                    <a:pt x="642" y="941"/>
                  </a:cubicBezTo>
                  <a:cubicBezTo>
                    <a:pt x="607" y="923"/>
                    <a:pt x="572" y="900"/>
                    <a:pt x="536" y="882"/>
                  </a:cubicBezTo>
                  <a:cubicBezTo>
                    <a:pt x="501" y="859"/>
                    <a:pt x="466" y="841"/>
                    <a:pt x="430" y="817"/>
                  </a:cubicBezTo>
                  <a:cubicBezTo>
                    <a:pt x="430" y="776"/>
                    <a:pt x="424" y="735"/>
                    <a:pt x="424" y="695"/>
                  </a:cubicBezTo>
                  <a:cubicBezTo>
                    <a:pt x="424" y="648"/>
                    <a:pt x="430" y="606"/>
                    <a:pt x="430" y="571"/>
                  </a:cubicBezTo>
                  <a:cubicBezTo>
                    <a:pt x="466" y="547"/>
                    <a:pt x="501" y="524"/>
                    <a:pt x="536" y="500"/>
                  </a:cubicBezTo>
                  <a:cubicBezTo>
                    <a:pt x="572" y="483"/>
                    <a:pt x="607" y="465"/>
                    <a:pt x="642" y="447"/>
                  </a:cubicBezTo>
                  <a:cubicBezTo>
                    <a:pt x="683" y="465"/>
                    <a:pt x="719" y="483"/>
                    <a:pt x="754" y="500"/>
                  </a:cubicBezTo>
                  <a:cubicBezTo>
                    <a:pt x="789" y="524"/>
                    <a:pt x="825" y="547"/>
                    <a:pt x="860" y="571"/>
                  </a:cubicBezTo>
                  <a:cubicBezTo>
                    <a:pt x="860" y="606"/>
                    <a:pt x="866" y="648"/>
                    <a:pt x="866" y="695"/>
                  </a:cubicBezTo>
                  <a:cubicBezTo>
                    <a:pt x="866" y="735"/>
                    <a:pt x="860" y="776"/>
                    <a:pt x="860" y="817"/>
                  </a:cubicBezTo>
                  <a:close/>
                  <a:moveTo>
                    <a:pt x="1072" y="318"/>
                  </a:moveTo>
                  <a:lnTo>
                    <a:pt x="1072" y="318"/>
                  </a:lnTo>
                  <a:cubicBezTo>
                    <a:pt x="1119" y="318"/>
                    <a:pt x="1184" y="329"/>
                    <a:pt x="1208" y="371"/>
                  </a:cubicBezTo>
                  <a:cubicBezTo>
                    <a:pt x="1219" y="394"/>
                    <a:pt x="1219" y="436"/>
                    <a:pt x="1196" y="483"/>
                  </a:cubicBezTo>
                  <a:cubicBezTo>
                    <a:pt x="1184" y="477"/>
                    <a:pt x="1178" y="477"/>
                    <a:pt x="1166" y="477"/>
                  </a:cubicBezTo>
                  <a:cubicBezTo>
                    <a:pt x="1119" y="477"/>
                    <a:pt x="1078" y="518"/>
                    <a:pt x="1078" y="565"/>
                  </a:cubicBezTo>
                  <a:cubicBezTo>
                    <a:pt x="1078" y="577"/>
                    <a:pt x="1078" y="583"/>
                    <a:pt x="1084" y="595"/>
                  </a:cubicBezTo>
                  <a:lnTo>
                    <a:pt x="1084" y="595"/>
                  </a:lnTo>
                  <a:cubicBezTo>
                    <a:pt x="1084" y="600"/>
                    <a:pt x="1090" y="600"/>
                    <a:pt x="1090" y="606"/>
                  </a:cubicBezTo>
                  <a:cubicBezTo>
                    <a:pt x="1090" y="612"/>
                    <a:pt x="1096" y="612"/>
                    <a:pt x="1096" y="618"/>
                  </a:cubicBezTo>
                  <a:cubicBezTo>
                    <a:pt x="1084" y="636"/>
                    <a:pt x="1072" y="648"/>
                    <a:pt x="1054" y="665"/>
                  </a:cubicBezTo>
                  <a:cubicBezTo>
                    <a:pt x="1007" y="624"/>
                    <a:pt x="960" y="583"/>
                    <a:pt x="901" y="547"/>
                  </a:cubicBezTo>
                  <a:cubicBezTo>
                    <a:pt x="895" y="477"/>
                    <a:pt x="890" y="412"/>
                    <a:pt x="872" y="353"/>
                  </a:cubicBezTo>
                  <a:cubicBezTo>
                    <a:pt x="948" y="329"/>
                    <a:pt x="1019" y="318"/>
                    <a:pt x="1072" y="318"/>
                  </a:cubicBezTo>
                  <a:close/>
                  <a:moveTo>
                    <a:pt x="907" y="600"/>
                  </a:moveTo>
                  <a:lnTo>
                    <a:pt x="907" y="600"/>
                  </a:lnTo>
                  <a:cubicBezTo>
                    <a:pt x="948" y="630"/>
                    <a:pt x="990" y="659"/>
                    <a:pt x="1025" y="695"/>
                  </a:cubicBezTo>
                  <a:cubicBezTo>
                    <a:pt x="990" y="723"/>
                    <a:pt x="948" y="752"/>
                    <a:pt x="907" y="782"/>
                  </a:cubicBezTo>
                  <a:cubicBezTo>
                    <a:pt x="907" y="752"/>
                    <a:pt x="907" y="723"/>
                    <a:pt x="907" y="695"/>
                  </a:cubicBezTo>
                  <a:cubicBezTo>
                    <a:pt x="907" y="659"/>
                    <a:pt x="907" y="630"/>
                    <a:pt x="907" y="600"/>
                  </a:cubicBezTo>
                  <a:close/>
                  <a:moveTo>
                    <a:pt x="1208" y="1018"/>
                  </a:moveTo>
                  <a:lnTo>
                    <a:pt x="1208" y="1018"/>
                  </a:lnTo>
                  <a:cubicBezTo>
                    <a:pt x="1184" y="1059"/>
                    <a:pt x="1119" y="1065"/>
                    <a:pt x="1072" y="1065"/>
                  </a:cubicBezTo>
                  <a:cubicBezTo>
                    <a:pt x="1019" y="1065"/>
                    <a:pt x="948" y="1053"/>
                    <a:pt x="872" y="1029"/>
                  </a:cubicBezTo>
                  <a:cubicBezTo>
                    <a:pt x="890" y="970"/>
                    <a:pt x="895" y="906"/>
                    <a:pt x="901" y="841"/>
                  </a:cubicBezTo>
                  <a:cubicBezTo>
                    <a:pt x="960" y="800"/>
                    <a:pt x="1007" y="758"/>
                    <a:pt x="1054" y="723"/>
                  </a:cubicBezTo>
                  <a:cubicBezTo>
                    <a:pt x="1184" y="847"/>
                    <a:pt x="1237" y="959"/>
                    <a:pt x="1208" y="101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1" name="Google Shape;341;p41"/>
            <p:cNvSpPr/>
            <p:nvPr/>
          </p:nvSpPr>
          <p:spPr>
            <a:xfrm>
              <a:off x="14145805" y="7434278"/>
              <a:ext cx="121791" cy="121799"/>
            </a:xfrm>
            <a:custGeom>
              <a:avLst/>
              <a:gdLst/>
              <a:ahLst/>
              <a:cxnLst/>
              <a:rect l="l" t="t" r="r" b="b"/>
              <a:pathLst>
                <a:path w="266" h="265" extrusionOk="0">
                  <a:moveTo>
                    <a:pt x="129" y="0"/>
                  </a:moveTo>
                  <a:lnTo>
                    <a:pt x="129" y="0"/>
                  </a:lnTo>
                  <a:cubicBezTo>
                    <a:pt x="59" y="0"/>
                    <a:pt x="0" y="59"/>
                    <a:pt x="0" y="136"/>
                  </a:cubicBezTo>
                  <a:cubicBezTo>
                    <a:pt x="0" y="205"/>
                    <a:pt x="59" y="264"/>
                    <a:pt x="129" y="264"/>
                  </a:cubicBezTo>
                  <a:cubicBezTo>
                    <a:pt x="206" y="264"/>
                    <a:pt x="265" y="205"/>
                    <a:pt x="265" y="136"/>
                  </a:cubicBezTo>
                  <a:cubicBezTo>
                    <a:pt x="265" y="59"/>
                    <a:pt x="206" y="0"/>
                    <a:pt x="129"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2" name="Google Shape;342;p41"/>
            <p:cNvSpPr/>
            <p:nvPr/>
          </p:nvSpPr>
          <p:spPr>
            <a:xfrm>
              <a:off x="15213505" y="9531247"/>
              <a:ext cx="586626" cy="412085"/>
            </a:xfrm>
            <a:custGeom>
              <a:avLst/>
              <a:gdLst/>
              <a:ahLst/>
              <a:cxnLst/>
              <a:rect l="l" t="t" r="r" b="b"/>
              <a:pathLst>
                <a:path w="1273" h="896" extrusionOk="0">
                  <a:moveTo>
                    <a:pt x="1254" y="0"/>
                  </a:moveTo>
                  <a:lnTo>
                    <a:pt x="1254" y="0"/>
                  </a:lnTo>
                  <a:cubicBezTo>
                    <a:pt x="23" y="0"/>
                    <a:pt x="23" y="0"/>
                    <a:pt x="23" y="0"/>
                  </a:cubicBezTo>
                  <a:cubicBezTo>
                    <a:pt x="11" y="0"/>
                    <a:pt x="0" y="11"/>
                    <a:pt x="0" y="23"/>
                  </a:cubicBezTo>
                  <a:cubicBezTo>
                    <a:pt x="0" y="871"/>
                    <a:pt x="0" y="871"/>
                    <a:pt x="0" y="871"/>
                  </a:cubicBezTo>
                  <a:cubicBezTo>
                    <a:pt x="0" y="883"/>
                    <a:pt x="11" y="895"/>
                    <a:pt x="23" y="895"/>
                  </a:cubicBezTo>
                  <a:cubicBezTo>
                    <a:pt x="1254" y="895"/>
                    <a:pt x="1254" y="895"/>
                    <a:pt x="1254" y="895"/>
                  </a:cubicBezTo>
                  <a:cubicBezTo>
                    <a:pt x="1266" y="895"/>
                    <a:pt x="1272" y="883"/>
                    <a:pt x="1272" y="871"/>
                  </a:cubicBezTo>
                  <a:cubicBezTo>
                    <a:pt x="1272" y="23"/>
                    <a:pt x="1272" y="23"/>
                    <a:pt x="1272" y="23"/>
                  </a:cubicBezTo>
                  <a:cubicBezTo>
                    <a:pt x="1272" y="11"/>
                    <a:pt x="1266" y="0"/>
                    <a:pt x="1254" y="0"/>
                  </a:cubicBezTo>
                  <a:close/>
                  <a:moveTo>
                    <a:pt x="1195" y="818"/>
                  </a:moveTo>
                  <a:lnTo>
                    <a:pt x="1195" y="818"/>
                  </a:lnTo>
                  <a:cubicBezTo>
                    <a:pt x="706" y="818"/>
                    <a:pt x="706" y="818"/>
                    <a:pt x="706" y="818"/>
                  </a:cubicBezTo>
                  <a:cubicBezTo>
                    <a:pt x="677" y="818"/>
                    <a:pt x="653" y="836"/>
                    <a:pt x="636" y="859"/>
                  </a:cubicBezTo>
                  <a:lnTo>
                    <a:pt x="636" y="859"/>
                  </a:lnTo>
                  <a:lnTo>
                    <a:pt x="636" y="859"/>
                  </a:lnTo>
                  <a:lnTo>
                    <a:pt x="636" y="859"/>
                  </a:lnTo>
                  <a:lnTo>
                    <a:pt x="636" y="859"/>
                  </a:lnTo>
                  <a:cubicBezTo>
                    <a:pt x="624" y="836"/>
                    <a:pt x="600" y="818"/>
                    <a:pt x="565" y="818"/>
                  </a:cubicBezTo>
                  <a:cubicBezTo>
                    <a:pt x="76" y="818"/>
                    <a:pt x="76" y="818"/>
                    <a:pt x="76" y="818"/>
                  </a:cubicBezTo>
                  <a:cubicBezTo>
                    <a:pt x="76" y="70"/>
                    <a:pt x="76" y="70"/>
                    <a:pt x="76" y="70"/>
                  </a:cubicBezTo>
                  <a:cubicBezTo>
                    <a:pt x="565" y="70"/>
                    <a:pt x="565" y="70"/>
                    <a:pt x="565" y="70"/>
                  </a:cubicBezTo>
                  <a:cubicBezTo>
                    <a:pt x="606" y="70"/>
                    <a:pt x="636" y="100"/>
                    <a:pt x="636" y="135"/>
                  </a:cubicBezTo>
                  <a:lnTo>
                    <a:pt x="636" y="135"/>
                  </a:lnTo>
                  <a:cubicBezTo>
                    <a:pt x="641" y="100"/>
                    <a:pt x="671" y="70"/>
                    <a:pt x="706" y="70"/>
                  </a:cubicBezTo>
                  <a:cubicBezTo>
                    <a:pt x="1195" y="70"/>
                    <a:pt x="1195" y="70"/>
                    <a:pt x="1195" y="70"/>
                  </a:cubicBezTo>
                  <a:lnTo>
                    <a:pt x="1195" y="8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3" name="Google Shape;343;p41"/>
            <p:cNvSpPr/>
            <p:nvPr/>
          </p:nvSpPr>
          <p:spPr>
            <a:xfrm>
              <a:off x="15540312" y="9612447"/>
              <a:ext cx="198925" cy="12180"/>
            </a:xfrm>
            <a:custGeom>
              <a:avLst/>
              <a:gdLst/>
              <a:ahLst/>
              <a:cxnLst/>
              <a:rect l="l" t="t" r="r" b="b"/>
              <a:pathLst>
                <a:path w="431" h="25" extrusionOk="0">
                  <a:moveTo>
                    <a:pt x="0" y="24"/>
                  </a:moveTo>
                  <a:lnTo>
                    <a:pt x="430" y="24"/>
                  </a:lnTo>
                  <a:lnTo>
                    <a:pt x="430" y="0"/>
                  </a:lnTo>
                  <a:lnTo>
                    <a:pt x="0" y="0"/>
                  </a:lnTo>
                  <a:lnTo>
                    <a:pt x="0" y="24"/>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4" name="Google Shape;344;p41"/>
            <p:cNvSpPr/>
            <p:nvPr/>
          </p:nvSpPr>
          <p:spPr>
            <a:xfrm>
              <a:off x="15540312" y="9659136"/>
              <a:ext cx="198925" cy="12180"/>
            </a:xfrm>
            <a:custGeom>
              <a:avLst/>
              <a:gdLst/>
              <a:ahLst/>
              <a:cxnLst/>
              <a:rect l="l" t="t" r="r" b="b"/>
              <a:pathLst>
                <a:path w="431" h="25" extrusionOk="0">
                  <a:moveTo>
                    <a:pt x="0" y="24"/>
                  </a:moveTo>
                  <a:lnTo>
                    <a:pt x="430" y="24"/>
                  </a:lnTo>
                  <a:lnTo>
                    <a:pt x="430" y="0"/>
                  </a:lnTo>
                  <a:lnTo>
                    <a:pt x="0" y="0"/>
                  </a:lnTo>
                  <a:lnTo>
                    <a:pt x="0" y="24"/>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5" name="Google Shape;345;p41"/>
            <p:cNvSpPr/>
            <p:nvPr/>
          </p:nvSpPr>
          <p:spPr>
            <a:xfrm>
              <a:off x="15540312" y="9703796"/>
              <a:ext cx="198925" cy="14210"/>
            </a:xfrm>
            <a:custGeom>
              <a:avLst/>
              <a:gdLst/>
              <a:ahLst/>
              <a:cxnLst/>
              <a:rect l="l" t="t" r="r" b="b"/>
              <a:pathLst>
                <a:path w="431" h="31" extrusionOk="0">
                  <a:moveTo>
                    <a:pt x="0" y="30"/>
                  </a:moveTo>
                  <a:lnTo>
                    <a:pt x="430" y="30"/>
                  </a:lnTo>
                  <a:lnTo>
                    <a:pt x="430" y="0"/>
                  </a:lnTo>
                  <a:lnTo>
                    <a:pt x="0" y="0"/>
                  </a:lnTo>
                  <a:lnTo>
                    <a:pt x="0" y="3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6" name="Google Shape;346;p41"/>
            <p:cNvSpPr/>
            <p:nvPr/>
          </p:nvSpPr>
          <p:spPr>
            <a:xfrm>
              <a:off x="15540312" y="9750485"/>
              <a:ext cx="198925" cy="14209"/>
            </a:xfrm>
            <a:custGeom>
              <a:avLst/>
              <a:gdLst/>
              <a:ahLst/>
              <a:cxnLst/>
              <a:rect l="l" t="t" r="r" b="b"/>
              <a:pathLst>
                <a:path w="431" h="31" extrusionOk="0">
                  <a:moveTo>
                    <a:pt x="0" y="30"/>
                  </a:moveTo>
                  <a:lnTo>
                    <a:pt x="430" y="30"/>
                  </a:lnTo>
                  <a:lnTo>
                    <a:pt x="430" y="0"/>
                  </a:lnTo>
                  <a:lnTo>
                    <a:pt x="0" y="0"/>
                  </a:lnTo>
                  <a:lnTo>
                    <a:pt x="0" y="3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7" name="Google Shape;347;p41"/>
            <p:cNvSpPr/>
            <p:nvPr/>
          </p:nvSpPr>
          <p:spPr>
            <a:xfrm>
              <a:off x="15540312" y="9797175"/>
              <a:ext cx="198925" cy="14210"/>
            </a:xfrm>
            <a:custGeom>
              <a:avLst/>
              <a:gdLst/>
              <a:ahLst/>
              <a:cxnLst/>
              <a:rect l="l" t="t" r="r" b="b"/>
              <a:pathLst>
                <a:path w="431" h="30" extrusionOk="0">
                  <a:moveTo>
                    <a:pt x="0" y="29"/>
                  </a:moveTo>
                  <a:lnTo>
                    <a:pt x="430" y="29"/>
                  </a:lnTo>
                  <a:lnTo>
                    <a:pt x="430" y="0"/>
                  </a:lnTo>
                  <a:lnTo>
                    <a:pt x="0" y="0"/>
                  </a:lnTo>
                  <a:lnTo>
                    <a:pt x="0" y="2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8" name="Google Shape;348;p41"/>
            <p:cNvSpPr/>
            <p:nvPr/>
          </p:nvSpPr>
          <p:spPr>
            <a:xfrm>
              <a:off x="15540312" y="9843864"/>
              <a:ext cx="198925" cy="14209"/>
            </a:xfrm>
            <a:custGeom>
              <a:avLst/>
              <a:gdLst/>
              <a:ahLst/>
              <a:cxnLst/>
              <a:rect l="l" t="t" r="r" b="b"/>
              <a:pathLst>
                <a:path w="431" h="30" extrusionOk="0">
                  <a:moveTo>
                    <a:pt x="0" y="29"/>
                  </a:moveTo>
                  <a:lnTo>
                    <a:pt x="430" y="29"/>
                  </a:lnTo>
                  <a:lnTo>
                    <a:pt x="430" y="0"/>
                  </a:lnTo>
                  <a:lnTo>
                    <a:pt x="0" y="0"/>
                  </a:lnTo>
                  <a:lnTo>
                    <a:pt x="0" y="2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49" name="Google Shape;349;p41"/>
            <p:cNvSpPr/>
            <p:nvPr/>
          </p:nvSpPr>
          <p:spPr>
            <a:xfrm>
              <a:off x="15272371" y="9612447"/>
              <a:ext cx="198925" cy="12180"/>
            </a:xfrm>
            <a:custGeom>
              <a:avLst/>
              <a:gdLst/>
              <a:ahLst/>
              <a:cxnLst/>
              <a:rect l="l" t="t" r="r" b="b"/>
              <a:pathLst>
                <a:path w="431" h="25" extrusionOk="0">
                  <a:moveTo>
                    <a:pt x="0" y="24"/>
                  </a:moveTo>
                  <a:lnTo>
                    <a:pt x="430" y="24"/>
                  </a:lnTo>
                  <a:lnTo>
                    <a:pt x="430" y="0"/>
                  </a:lnTo>
                  <a:lnTo>
                    <a:pt x="0" y="0"/>
                  </a:lnTo>
                  <a:lnTo>
                    <a:pt x="0" y="24"/>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0" name="Google Shape;350;p41"/>
            <p:cNvSpPr/>
            <p:nvPr/>
          </p:nvSpPr>
          <p:spPr>
            <a:xfrm>
              <a:off x="15272371" y="9659136"/>
              <a:ext cx="198925" cy="12180"/>
            </a:xfrm>
            <a:custGeom>
              <a:avLst/>
              <a:gdLst/>
              <a:ahLst/>
              <a:cxnLst/>
              <a:rect l="l" t="t" r="r" b="b"/>
              <a:pathLst>
                <a:path w="431" h="25" extrusionOk="0">
                  <a:moveTo>
                    <a:pt x="0" y="24"/>
                  </a:moveTo>
                  <a:lnTo>
                    <a:pt x="430" y="24"/>
                  </a:lnTo>
                  <a:lnTo>
                    <a:pt x="430" y="0"/>
                  </a:lnTo>
                  <a:lnTo>
                    <a:pt x="0" y="0"/>
                  </a:lnTo>
                  <a:lnTo>
                    <a:pt x="0" y="24"/>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1" name="Google Shape;351;p41"/>
            <p:cNvSpPr/>
            <p:nvPr/>
          </p:nvSpPr>
          <p:spPr>
            <a:xfrm>
              <a:off x="15272371" y="9703796"/>
              <a:ext cx="198925" cy="14210"/>
            </a:xfrm>
            <a:custGeom>
              <a:avLst/>
              <a:gdLst/>
              <a:ahLst/>
              <a:cxnLst/>
              <a:rect l="l" t="t" r="r" b="b"/>
              <a:pathLst>
                <a:path w="431" h="31" extrusionOk="0">
                  <a:moveTo>
                    <a:pt x="0" y="30"/>
                  </a:moveTo>
                  <a:lnTo>
                    <a:pt x="430" y="30"/>
                  </a:lnTo>
                  <a:lnTo>
                    <a:pt x="430" y="0"/>
                  </a:lnTo>
                  <a:lnTo>
                    <a:pt x="0" y="0"/>
                  </a:lnTo>
                  <a:lnTo>
                    <a:pt x="0" y="3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2" name="Google Shape;352;p41"/>
            <p:cNvSpPr/>
            <p:nvPr/>
          </p:nvSpPr>
          <p:spPr>
            <a:xfrm>
              <a:off x="15272371" y="9750485"/>
              <a:ext cx="198925" cy="14209"/>
            </a:xfrm>
            <a:custGeom>
              <a:avLst/>
              <a:gdLst/>
              <a:ahLst/>
              <a:cxnLst/>
              <a:rect l="l" t="t" r="r" b="b"/>
              <a:pathLst>
                <a:path w="431" h="31" extrusionOk="0">
                  <a:moveTo>
                    <a:pt x="0" y="30"/>
                  </a:moveTo>
                  <a:lnTo>
                    <a:pt x="430" y="30"/>
                  </a:lnTo>
                  <a:lnTo>
                    <a:pt x="430" y="0"/>
                  </a:lnTo>
                  <a:lnTo>
                    <a:pt x="0" y="0"/>
                  </a:lnTo>
                  <a:lnTo>
                    <a:pt x="0" y="3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3" name="Google Shape;353;p41"/>
            <p:cNvSpPr/>
            <p:nvPr/>
          </p:nvSpPr>
          <p:spPr>
            <a:xfrm>
              <a:off x="15272371" y="9797175"/>
              <a:ext cx="198925" cy="14210"/>
            </a:xfrm>
            <a:custGeom>
              <a:avLst/>
              <a:gdLst/>
              <a:ahLst/>
              <a:cxnLst/>
              <a:rect l="l" t="t" r="r" b="b"/>
              <a:pathLst>
                <a:path w="431" h="30" extrusionOk="0">
                  <a:moveTo>
                    <a:pt x="0" y="29"/>
                  </a:moveTo>
                  <a:lnTo>
                    <a:pt x="430" y="29"/>
                  </a:lnTo>
                  <a:lnTo>
                    <a:pt x="430" y="0"/>
                  </a:lnTo>
                  <a:lnTo>
                    <a:pt x="0" y="0"/>
                  </a:lnTo>
                  <a:lnTo>
                    <a:pt x="0" y="2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4" name="Google Shape;354;p41"/>
            <p:cNvSpPr/>
            <p:nvPr/>
          </p:nvSpPr>
          <p:spPr>
            <a:xfrm>
              <a:off x="15272371" y="9843864"/>
              <a:ext cx="198925" cy="14209"/>
            </a:xfrm>
            <a:custGeom>
              <a:avLst/>
              <a:gdLst/>
              <a:ahLst/>
              <a:cxnLst/>
              <a:rect l="l" t="t" r="r" b="b"/>
              <a:pathLst>
                <a:path w="431" h="30" extrusionOk="0">
                  <a:moveTo>
                    <a:pt x="0" y="29"/>
                  </a:moveTo>
                  <a:lnTo>
                    <a:pt x="430" y="29"/>
                  </a:lnTo>
                  <a:lnTo>
                    <a:pt x="430" y="0"/>
                  </a:lnTo>
                  <a:lnTo>
                    <a:pt x="0" y="0"/>
                  </a:lnTo>
                  <a:lnTo>
                    <a:pt x="0" y="2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5" name="Google Shape;355;p41"/>
            <p:cNvSpPr/>
            <p:nvPr/>
          </p:nvSpPr>
          <p:spPr>
            <a:xfrm>
              <a:off x="15059237" y="5966604"/>
              <a:ext cx="133970" cy="46689"/>
            </a:xfrm>
            <a:custGeom>
              <a:avLst/>
              <a:gdLst/>
              <a:ahLst/>
              <a:cxnLst/>
              <a:rect l="l" t="t" r="r" b="b"/>
              <a:pathLst>
                <a:path w="290" h="101" extrusionOk="0">
                  <a:moveTo>
                    <a:pt x="6" y="0"/>
                  </a:moveTo>
                  <a:lnTo>
                    <a:pt x="0" y="100"/>
                  </a:lnTo>
                  <a:lnTo>
                    <a:pt x="289" y="100"/>
                  </a:lnTo>
                  <a:lnTo>
                    <a:pt x="283" y="0"/>
                  </a:lnTo>
                  <a:lnTo>
                    <a:pt x="6"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6" name="Google Shape;356;p41"/>
            <p:cNvSpPr/>
            <p:nvPr/>
          </p:nvSpPr>
          <p:spPr>
            <a:xfrm>
              <a:off x="14939477" y="5727068"/>
              <a:ext cx="371461" cy="231418"/>
            </a:xfrm>
            <a:custGeom>
              <a:avLst/>
              <a:gdLst/>
              <a:ahLst/>
              <a:cxnLst/>
              <a:rect l="l" t="t" r="r" b="b"/>
              <a:pathLst>
                <a:path w="808" h="501" extrusionOk="0">
                  <a:moveTo>
                    <a:pt x="542" y="500"/>
                  </a:moveTo>
                  <a:lnTo>
                    <a:pt x="807" y="500"/>
                  </a:lnTo>
                  <a:lnTo>
                    <a:pt x="807" y="0"/>
                  </a:lnTo>
                  <a:lnTo>
                    <a:pt x="400" y="0"/>
                  </a:lnTo>
                  <a:lnTo>
                    <a:pt x="400" y="59"/>
                  </a:lnTo>
                  <a:lnTo>
                    <a:pt x="730" y="59"/>
                  </a:lnTo>
                  <a:lnTo>
                    <a:pt x="730" y="441"/>
                  </a:lnTo>
                  <a:lnTo>
                    <a:pt x="536" y="441"/>
                  </a:lnTo>
                  <a:lnTo>
                    <a:pt x="400" y="441"/>
                  </a:lnTo>
                  <a:lnTo>
                    <a:pt x="400" y="500"/>
                  </a:lnTo>
                  <a:lnTo>
                    <a:pt x="542" y="500"/>
                  </a:lnTo>
                  <a:close/>
                  <a:moveTo>
                    <a:pt x="400" y="0"/>
                  </a:moveTo>
                  <a:lnTo>
                    <a:pt x="0" y="0"/>
                  </a:lnTo>
                  <a:lnTo>
                    <a:pt x="0" y="500"/>
                  </a:lnTo>
                  <a:lnTo>
                    <a:pt x="265" y="500"/>
                  </a:lnTo>
                  <a:lnTo>
                    <a:pt x="400" y="500"/>
                  </a:lnTo>
                  <a:lnTo>
                    <a:pt x="400" y="441"/>
                  </a:lnTo>
                  <a:lnTo>
                    <a:pt x="271" y="441"/>
                  </a:lnTo>
                  <a:lnTo>
                    <a:pt x="71" y="441"/>
                  </a:lnTo>
                  <a:lnTo>
                    <a:pt x="71" y="441"/>
                  </a:lnTo>
                  <a:lnTo>
                    <a:pt x="71" y="59"/>
                  </a:lnTo>
                  <a:lnTo>
                    <a:pt x="400" y="59"/>
                  </a:lnTo>
                  <a:lnTo>
                    <a:pt x="400"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7" name="Google Shape;357;p41"/>
            <p:cNvSpPr/>
            <p:nvPr/>
          </p:nvSpPr>
          <p:spPr>
            <a:xfrm>
              <a:off x="15034879" y="6023445"/>
              <a:ext cx="182687" cy="20300"/>
            </a:xfrm>
            <a:custGeom>
              <a:avLst/>
              <a:gdLst/>
              <a:ahLst/>
              <a:cxnLst/>
              <a:rect l="l" t="t" r="r" b="b"/>
              <a:pathLst>
                <a:path w="396" h="43" extrusionOk="0">
                  <a:moveTo>
                    <a:pt x="0" y="0"/>
                  </a:moveTo>
                  <a:lnTo>
                    <a:pt x="0" y="42"/>
                  </a:lnTo>
                  <a:lnTo>
                    <a:pt x="395" y="42"/>
                  </a:lnTo>
                  <a:lnTo>
                    <a:pt x="395" y="0"/>
                  </a:lnTo>
                  <a:lnTo>
                    <a:pt x="342" y="0"/>
                  </a:lnTo>
                  <a:lnTo>
                    <a:pt x="53" y="0"/>
                  </a:lnTo>
                  <a:lnTo>
                    <a:pt x="0"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8" name="Google Shape;358;p41"/>
            <p:cNvSpPr/>
            <p:nvPr/>
          </p:nvSpPr>
          <p:spPr>
            <a:xfrm>
              <a:off x="8884443" y="5000336"/>
              <a:ext cx="1081909" cy="2423795"/>
            </a:xfrm>
            <a:custGeom>
              <a:avLst/>
              <a:gdLst/>
              <a:ahLst/>
              <a:cxnLst/>
              <a:rect l="l" t="t" r="r" b="b"/>
              <a:pathLst>
                <a:path w="2350" h="5265" extrusionOk="0">
                  <a:moveTo>
                    <a:pt x="0" y="5264"/>
                  </a:moveTo>
                  <a:lnTo>
                    <a:pt x="0" y="5264"/>
                  </a:lnTo>
                  <a:cubicBezTo>
                    <a:pt x="0" y="3662"/>
                    <a:pt x="512" y="2178"/>
                    <a:pt x="1407" y="989"/>
                  </a:cubicBezTo>
                  <a:cubicBezTo>
                    <a:pt x="1955" y="259"/>
                    <a:pt x="2349" y="0"/>
                    <a:pt x="2349"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59" name="Google Shape;359;p41"/>
            <p:cNvSpPr/>
            <p:nvPr/>
          </p:nvSpPr>
          <p:spPr>
            <a:xfrm>
              <a:off x="14521328" y="4237064"/>
              <a:ext cx="1664474" cy="3241875"/>
            </a:xfrm>
            <a:custGeom>
              <a:avLst/>
              <a:gdLst/>
              <a:ahLst/>
              <a:cxnLst/>
              <a:rect l="l" t="t" r="r" b="b"/>
              <a:pathLst>
                <a:path w="3616" h="7043" extrusionOk="0">
                  <a:moveTo>
                    <a:pt x="3615" y="7042"/>
                  </a:moveTo>
                  <a:lnTo>
                    <a:pt x="3615" y="7042"/>
                  </a:lnTo>
                  <a:cubicBezTo>
                    <a:pt x="3615" y="5529"/>
                    <a:pt x="3227" y="4104"/>
                    <a:pt x="2544" y="2862"/>
                  </a:cubicBezTo>
                  <a:cubicBezTo>
                    <a:pt x="1920" y="1731"/>
                    <a:pt x="1042" y="748"/>
                    <a:pt x="0" y="0"/>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0" name="Google Shape;360;p41"/>
            <p:cNvSpPr/>
            <p:nvPr/>
          </p:nvSpPr>
          <p:spPr>
            <a:xfrm>
              <a:off x="8728146" y="7298270"/>
              <a:ext cx="316656" cy="320737"/>
            </a:xfrm>
            <a:custGeom>
              <a:avLst/>
              <a:gdLst/>
              <a:ahLst/>
              <a:cxnLst/>
              <a:rect l="l" t="t" r="r" b="b"/>
              <a:pathLst>
                <a:path w="690" h="695" extrusionOk="0">
                  <a:moveTo>
                    <a:pt x="689" y="347"/>
                  </a:moveTo>
                  <a:lnTo>
                    <a:pt x="689" y="347"/>
                  </a:lnTo>
                  <a:cubicBezTo>
                    <a:pt x="689" y="153"/>
                    <a:pt x="536" y="0"/>
                    <a:pt x="342" y="0"/>
                  </a:cubicBezTo>
                  <a:cubicBezTo>
                    <a:pt x="153" y="0"/>
                    <a:pt x="0" y="153"/>
                    <a:pt x="0" y="347"/>
                  </a:cubicBezTo>
                  <a:cubicBezTo>
                    <a:pt x="0" y="535"/>
                    <a:pt x="153" y="694"/>
                    <a:pt x="342" y="694"/>
                  </a:cubicBezTo>
                  <a:cubicBezTo>
                    <a:pt x="536" y="694"/>
                    <a:pt x="689" y="535"/>
                    <a:pt x="689" y="347"/>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1" name="Google Shape;361;p41"/>
            <p:cNvSpPr/>
            <p:nvPr/>
          </p:nvSpPr>
          <p:spPr>
            <a:xfrm>
              <a:off x="10575308" y="5796087"/>
              <a:ext cx="247641" cy="247657"/>
            </a:xfrm>
            <a:custGeom>
              <a:avLst/>
              <a:gdLst/>
              <a:ahLst/>
              <a:cxnLst/>
              <a:rect l="l" t="t" r="r" b="b"/>
              <a:pathLst>
                <a:path w="537" h="537" extrusionOk="0">
                  <a:moveTo>
                    <a:pt x="536" y="265"/>
                  </a:moveTo>
                  <a:lnTo>
                    <a:pt x="536" y="265"/>
                  </a:lnTo>
                  <a:cubicBezTo>
                    <a:pt x="536" y="118"/>
                    <a:pt x="412" y="0"/>
                    <a:pt x="265" y="0"/>
                  </a:cubicBezTo>
                  <a:cubicBezTo>
                    <a:pt x="118" y="0"/>
                    <a:pt x="0" y="118"/>
                    <a:pt x="0" y="265"/>
                  </a:cubicBezTo>
                  <a:cubicBezTo>
                    <a:pt x="0" y="412"/>
                    <a:pt x="118" y="536"/>
                    <a:pt x="265" y="536"/>
                  </a:cubicBezTo>
                  <a:cubicBezTo>
                    <a:pt x="412" y="536"/>
                    <a:pt x="536" y="412"/>
                    <a:pt x="536" y="265"/>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2" name="Google Shape;362;p41"/>
            <p:cNvSpPr/>
            <p:nvPr/>
          </p:nvSpPr>
          <p:spPr>
            <a:xfrm>
              <a:off x="15593088" y="6884155"/>
              <a:ext cx="1189489" cy="1193628"/>
            </a:xfrm>
            <a:custGeom>
              <a:avLst/>
              <a:gdLst/>
              <a:ahLst/>
              <a:cxnLst/>
              <a:rect l="l" t="t" r="r" b="b"/>
              <a:pathLst>
                <a:path w="2586" h="2591" extrusionOk="0">
                  <a:moveTo>
                    <a:pt x="2585" y="1295"/>
                  </a:moveTo>
                  <a:lnTo>
                    <a:pt x="2585" y="1295"/>
                  </a:lnTo>
                  <a:cubicBezTo>
                    <a:pt x="2585" y="583"/>
                    <a:pt x="2008" y="0"/>
                    <a:pt x="1289" y="0"/>
                  </a:cubicBezTo>
                  <a:cubicBezTo>
                    <a:pt x="577" y="0"/>
                    <a:pt x="0" y="583"/>
                    <a:pt x="0" y="1295"/>
                  </a:cubicBezTo>
                  <a:cubicBezTo>
                    <a:pt x="0" y="2007"/>
                    <a:pt x="577" y="2590"/>
                    <a:pt x="1289" y="2590"/>
                  </a:cubicBezTo>
                  <a:cubicBezTo>
                    <a:pt x="2008" y="2590"/>
                    <a:pt x="2585" y="2007"/>
                    <a:pt x="2585" y="1295"/>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3" name="Google Shape;363;p41"/>
            <p:cNvSpPr/>
            <p:nvPr/>
          </p:nvSpPr>
          <p:spPr>
            <a:xfrm>
              <a:off x="13955000" y="3672730"/>
              <a:ext cx="1130625" cy="1130698"/>
            </a:xfrm>
            <a:custGeom>
              <a:avLst/>
              <a:gdLst/>
              <a:ahLst/>
              <a:cxnLst/>
              <a:rect l="l" t="t" r="r" b="b"/>
              <a:pathLst>
                <a:path w="2456" h="2456" extrusionOk="0">
                  <a:moveTo>
                    <a:pt x="2455" y="1230"/>
                  </a:moveTo>
                  <a:lnTo>
                    <a:pt x="2455" y="1230"/>
                  </a:lnTo>
                  <a:cubicBezTo>
                    <a:pt x="2455" y="553"/>
                    <a:pt x="1907" y="0"/>
                    <a:pt x="1230" y="0"/>
                  </a:cubicBezTo>
                  <a:cubicBezTo>
                    <a:pt x="547" y="0"/>
                    <a:pt x="0" y="553"/>
                    <a:pt x="0" y="1230"/>
                  </a:cubicBezTo>
                  <a:cubicBezTo>
                    <a:pt x="0" y="1907"/>
                    <a:pt x="547" y="2455"/>
                    <a:pt x="1230" y="2455"/>
                  </a:cubicBezTo>
                  <a:cubicBezTo>
                    <a:pt x="1907" y="2455"/>
                    <a:pt x="2455" y="1907"/>
                    <a:pt x="2455" y="1230"/>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4" name="Google Shape;364;p41"/>
            <p:cNvSpPr/>
            <p:nvPr/>
          </p:nvSpPr>
          <p:spPr>
            <a:xfrm>
              <a:off x="9529936" y="4559828"/>
              <a:ext cx="876893" cy="876951"/>
            </a:xfrm>
            <a:custGeom>
              <a:avLst/>
              <a:gdLst/>
              <a:ahLst/>
              <a:cxnLst/>
              <a:rect l="l" t="t" r="r" b="b"/>
              <a:pathLst>
                <a:path w="1903" h="1903" extrusionOk="0">
                  <a:moveTo>
                    <a:pt x="1902" y="954"/>
                  </a:moveTo>
                  <a:lnTo>
                    <a:pt x="1902" y="954"/>
                  </a:lnTo>
                  <a:cubicBezTo>
                    <a:pt x="1902" y="430"/>
                    <a:pt x="1472" y="0"/>
                    <a:pt x="948" y="0"/>
                  </a:cubicBezTo>
                  <a:cubicBezTo>
                    <a:pt x="424" y="0"/>
                    <a:pt x="0" y="430"/>
                    <a:pt x="0" y="954"/>
                  </a:cubicBezTo>
                  <a:cubicBezTo>
                    <a:pt x="0" y="1478"/>
                    <a:pt x="424" y="1902"/>
                    <a:pt x="948" y="1902"/>
                  </a:cubicBezTo>
                  <a:cubicBezTo>
                    <a:pt x="1472" y="1902"/>
                    <a:pt x="1902" y="1478"/>
                    <a:pt x="1902" y="954"/>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5" name="Google Shape;365;p41"/>
            <p:cNvSpPr/>
            <p:nvPr/>
          </p:nvSpPr>
          <p:spPr>
            <a:xfrm>
              <a:off x="7766000" y="7032342"/>
              <a:ext cx="895161" cy="895221"/>
            </a:xfrm>
            <a:custGeom>
              <a:avLst/>
              <a:gdLst/>
              <a:ahLst/>
              <a:cxnLst/>
              <a:rect l="l" t="t" r="r" b="b"/>
              <a:pathLst>
                <a:path w="1944" h="1943" extrusionOk="0">
                  <a:moveTo>
                    <a:pt x="1943" y="971"/>
                  </a:moveTo>
                  <a:lnTo>
                    <a:pt x="1943" y="971"/>
                  </a:lnTo>
                  <a:cubicBezTo>
                    <a:pt x="1943" y="436"/>
                    <a:pt x="1507" y="0"/>
                    <a:pt x="972" y="0"/>
                  </a:cubicBezTo>
                  <a:cubicBezTo>
                    <a:pt x="436" y="0"/>
                    <a:pt x="0" y="436"/>
                    <a:pt x="0" y="971"/>
                  </a:cubicBezTo>
                  <a:cubicBezTo>
                    <a:pt x="0" y="1506"/>
                    <a:pt x="436" y="1942"/>
                    <a:pt x="972" y="1942"/>
                  </a:cubicBezTo>
                  <a:cubicBezTo>
                    <a:pt x="1507" y="1942"/>
                    <a:pt x="1943" y="1506"/>
                    <a:pt x="1943" y="971"/>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6" name="Google Shape;366;p41"/>
            <p:cNvSpPr/>
            <p:nvPr/>
          </p:nvSpPr>
          <p:spPr>
            <a:xfrm>
              <a:off x="9546174" y="10349328"/>
              <a:ext cx="917490" cy="917550"/>
            </a:xfrm>
            <a:custGeom>
              <a:avLst/>
              <a:gdLst/>
              <a:ahLst/>
              <a:cxnLst/>
              <a:rect l="l" t="t" r="r" b="b"/>
              <a:pathLst>
                <a:path w="1992" h="1991" extrusionOk="0">
                  <a:moveTo>
                    <a:pt x="1991" y="995"/>
                  </a:moveTo>
                  <a:lnTo>
                    <a:pt x="1991" y="995"/>
                  </a:lnTo>
                  <a:cubicBezTo>
                    <a:pt x="1991" y="447"/>
                    <a:pt x="1543" y="0"/>
                    <a:pt x="996" y="0"/>
                  </a:cubicBezTo>
                  <a:cubicBezTo>
                    <a:pt x="448" y="0"/>
                    <a:pt x="0" y="447"/>
                    <a:pt x="0" y="995"/>
                  </a:cubicBezTo>
                  <a:cubicBezTo>
                    <a:pt x="0" y="1542"/>
                    <a:pt x="448" y="1990"/>
                    <a:pt x="996" y="1990"/>
                  </a:cubicBezTo>
                  <a:cubicBezTo>
                    <a:pt x="1543" y="1990"/>
                    <a:pt x="1991" y="1542"/>
                    <a:pt x="1991" y="995"/>
                  </a:cubicBezTo>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7" name="Google Shape;367;p41"/>
            <p:cNvSpPr/>
            <p:nvPr/>
          </p:nvSpPr>
          <p:spPr>
            <a:xfrm>
              <a:off x="10520501" y="10282340"/>
              <a:ext cx="3138142" cy="456745"/>
            </a:xfrm>
            <a:custGeom>
              <a:avLst/>
              <a:gdLst/>
              <a:ahLst/>
              <a:cxnLst/>
              <a:rect l="l" t="t" r="r" b="b"/>
              <a:pathLst>
                <a:path w="6819" h="990" extrusionOk="0">
                  <a:moveTo>
                    <a:pt x="0" y="0"/>
                  </a:moveTo>
                  <a:lnTo>
                    <a:pt x="0" y="0"/>
                  </a:lnTo>
                  <a:cubicBezTo>
                    <a:pt x="1072" y="624"/>
                    <a:pt x="2314" y="989"/>
                    <a:pt x="3645" y="989"/>
                  </a:cubicBezTo>
                  <a:cubicBezTo>
                    <a:pt x="4786" y="989"/>
                    <a:pt x="5858" y="724"/>
                    <a:pt x="6818" y="253"/>
                  </a:cubicBezTo>
                </a:path>
              </a:pathLst>
            </a:cu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8" name="Google Shape;368;p41"/>
            <p:cNvSpPr/>
            <p:nvPr/>
          </p:nvSpPr>
          <p:spPr>
            <a:xfrm>
              <a:off x="10356083" y="10113852"/>
              <a:ext cx="316656" cy="320737"/>
            </a:xfrm>
            <a:custGeom>
              <a:avLst/>
              <a:gdLst/>
              <a:ahLst/>
              <a:cxnLst/>
              <a:rect l="l" t="t" r="r" b="b"/>
              <a:pathLst>
                <a:path w="690" h="696" extrusionOk="0">
                  <a:moveTo>
                    <a:pt x="689" y="348"/>
                  </a:moveTo>
                  <a:lnTo>
                    <a:pt x="689" y="348"/>
                  </a:lnTo>
                  <a:cubicBezTo>
                    <a:pt x="689" y="159"/>
                    <a:pt x="536" y="0"/>
                    <a:pt x="347" y="0"/>
                  </a:cubicBezTo>
                  <a:cubicBezTo>
                    <a:pt x="153" y="0"/>
                    <a:pt x="0" y="159"/>
                    <a:pt x="0" y="348"/>
                  </a:cubicBezTo>
                  <a:cubicBezTo>
                    <a:pt x="0" y="542"/>
                    <a:pt x="153" y="695"/>
                    <a:pt x="347" y="695"/>
                  </a:cubicBezTo>
                  <a:cubicBezTo>
                    <a:pt x="536" y="695"/>
                    <a:pt x="689" y="542"/>
                    <a:pt x="689" y="348"/>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69" name="Google Shape;369;p41"/>
            <p:cNvSpPr/>
            <p:nvPr/>
          </p:nvSpPr>
          <p:spPr>
            <a:xfrm>
              <a:off x="13199898" y="9941303"/>
              <a:ext cx="921550" cy="925670"/>
            </a:xfrm>
            <a:custGeom>
              <a:avLst/>
              <a:gdLst/>
              <a:ahLst/>
              <a:cxnLst/>
              <a:rect l="l" t="t" r="r" b="b"/>
              <a:pathLst>
                <a:path w="2003" h="2009" extrusionOk="0">
                  <a:moveTo>
                    <a:pt x="2002" y="1006"/>
                  </a:moveTo>
                  <a:lnTo>
                    <a:pt x="2002" y="1006"/>
                  </a:lnTo>
                  <a:cubicBezTo>
                    <a:pt x="2002" y="453"/>
                    <a:pt x="1554" y="0"/>
                    <a:pt x="1001" y="0"/>
                  </a:cubicBezTo>
                  <a:cubicBezTo>
                    <a:pt x="447" y="0"/>
                    <a:pt x="0" y="453"/>
                    <a:pt x="0" y="1006"/>
                  </a:cubicBezTo>
                  <a:cubicBezTo>
                    <a:pt x="0" y="1560"/>
                    <a:pt x="447" y="2008"/>
                    <a:pt x="1001" y="2008"/>
                  </a:cubicBezTo>
                  <a:cubicBezTo>
                    <a:pt x="1554" y="2008"/>
                    <a:pt x="2002" y="1560"/>
                    <a:pt x="2002" y="1006"/>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0" name="Google Shape;370;p41"/>
            <p:cNvSpPr/>
            <p:nvPr/>
          </p:nvSpPr>
          <p:spPr>
            <a:xfrm>
              <a:off x="13147121" y="5558578"/>
              <a:ext cx="781491" cy="781542"/>
            </a:xfrm>
            <a:custGeom>
              <a:avLst/>
              <a:gdLst/>
              <a:ahLst/>
              <a:cxnLst/>
              <a:rect l="l" t="t" r="r" b="b"/>
              <a:pathLst>
                <a:path w="1697" h="1696" extrusionOk="0">
                  <a:moveTo>
                    <a:pt x="1696" y="848"/>
                  </a:moveTo>
                  <a:lnTo>
                    <a:pt x="1696" y="848"/>
                  </a:lnTo>
                  <a:cubicBezTo>
                    <a:pt x="1696" y="376"/>
                    <a:pt x="1313" y="0"/>
                    <a:pt x="848" y="0"/>
                  </a:cubicBezTo>
                  <a:cubicBezTo>
                    <a:pt x="377" y="0"/>
                    <a:pt x="0" y="376"/>
                    <a:pt x="0" y="848"/>
                  </a:cubicBezTo>
                  <a:cubicBezTo>
                    <a:pt x="0" y="1313"/>
                    <a:pt x="377" y="1695"/>
                    <a:pt x="848" y="1695"/>
                  </a:cubicBezTo>
                  <a:cubicBezTo>
                    <a:pt x="1313" y="1695"/>
                    <a:pt x="1696" y="1313"/>
                    <a:pt x="1696" y="848"/>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1" name="Google Shape;371;p41"/>
            <p:cNvSpPr/>
            <p:nvPr/>
          </p:nvSpPr>
          <p:spPr>
            <a:xfrm>
              <a:off x="14300075" y="4074664"/>
              <a:ext cx="109611" cy="403965"/>
            </a:xfrm>
            <a:custGeom>
              <a:avLst/>
              <a:gdLst/>
              <a:ahLst/>
              <a:cxnLst/>
              <a:rect l="l" t="t" r="r" b="b"/>
              <a:pathLst>
                <a:path w="237" h="878" extrusionOk="0">
                  <a:moveTo>
                    <a:pt x="236" y="877"/>
                  </a:moveTo>
                  <a:lnTo>
                    <a:pt x="0" y="877"/>
                  </a:lnTo>
                  <a:lnTo>
                    <a:pt x="0" y="0"/>
                  </a:lnTo>
                  <a:lnTo>
                    <a:pt x="236" y="0"/>
                  </a:lnTo>
                  <a:lnTo>
                    <a:pt x="236" y="877"/>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2" name="Google Shape;372;p41"/>
            <p:cNvSpPr/>
            <p:nvPr/>
          </p:nvSpPr>
          <p:spPr>
            <a:xfrm>
              <a:off x="14462462" y="4267511"/>
              <a:ext cx="121791" cy="211118"/>
            </a:xfrm>
            <a:custGeom>
              <a:avLst/>
              <a:gdLst/>
              <a:ahLst/>
              <a:cxnLst/>
              <a:rect l="l" t="t" r="r" b="b"/>
              <a:pathLst>
                <a:path w="266" h="460" extrusionOk="0">
                  <a:moveTo>
                    <a:pt x="265" y="459"/>
                  </a:moveTo>
                  <a:lnTo>
                    <a:pt x="0" y="459"/>
                  </a:lnTo>
                  <a:lnTo>
                    <a:pt x="0" y="0"/>
                  </a:lnTo>
                  <a:lnTo>
                    <a:pt x="265" y="0"/>
                  </a:lnTo>
                  <a:lnTo>
                    <a:pt x="265" y="45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3" name="Google Shape;373;p41"/>
            <p:cNvSpPr/>
            <p:nvPr/>
          </p:nvSpPr>
          <p:spPr>
            <a:xfrm>
              <a:off x="14635000" y="4163983"/>
              <a:ext cx="109611" cy="314646"/>
            </a:xfrm>
            <a:custGeom>
              <a:avLst/>
              <a:gdLst/>
              <a:ahLst/>
              <a:cxnLst/>
              <a:rect l="l" t="t" r="r" b="b"/>
              <a:pathLst>
                <a:path w="237" h="684" extrusionOk="0">
                  <a:moveTo>
                    <a:pt x="236" y="683"/>
                  </a:moveTo>
                  <a:lnTo>
                    <a:pt x="0" y="683"/>
                  </a:lnTo>
                  <a:lnTo>
                    <a:pt x="0" y="0"/>
                  </a:lnTo>
                  <a:lnTo>
                    <a:pt x="236" y="0"/>
                  </a:lnTo>
                  <a:lnTo>
                    <a:pt x="236" y="683"/>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cxnSp>
          <p:nvCxnSpPr>
            <p:cNvPr id="374" name="Google Shape;374;p41"/>
            <p:cNvCxnSpPr/>
            <p:nvPr/>
          </p:nvCxnSpPr>
          <p:spPr>
            <a:xfrm>
              <a:off x="14204673" y="4478629"/>
              <a:ext cx="629252" cy="2031"/>
            </a:xfrm>
            <a:prstGeom prst="straightConnector1">
              <a:avLst/>
            </a:prstGeom>
            <a:noFill/>
            <a:ln w="9525" cap="flat" cmpd="sng">
              <a:solidFill>
                <a:srgbClr val="FFFFFF"/>
              </a:solidFill>
              <a:prstDash val="solid"/>
              <a:round/>
              <a:headEnd type="none" w="med" len="med"/>
              <a:tailEnd type="none" w="med" len="med"/>
            </a:ln>
          </p:spPr>
        </p:cxnSp>
        <p:cxnSp>
          <p:nvCxnSpPr>
            <p:cNvPr id="375" name="Google Shape;375;p41"/>
            <p:cNvCxnSpPr/>
            <p:nvPr/>
          </p:nvCxnSpPr>
          <p:spPr>
            <a:xfrm rot="10800000" flipH="1">
              <a:off x="14204673" y="3932567"/>
              <a:ext cx="2029" cy="548094"/>
            </a:xfrm>
            <a:prstGeom prst="straightConnector1">
              <a:avLst/>
            </a:prstGeom>
            <a:noFill/>
            <a:ln w="9525" cap="flat" cmpd="sng">
              <a:solidFill>
                <a:srgbClr val="FFFFFF"/>
              </a:solidFill>
              <a:prstDash val="solid"/>
              <a:round/>
              <a:headEnd type="none" w="med" len="med"/>
              <a:tailEnd type="none" w="med" len="med"/>
            </a:ln>
          </p:spPr>
        </p:cxnSp>
        <p:sp>
          <p:nvSpPr>
            <p:cNvPr id="376" name="Google Shape;376;p41"/>
            <p:cNvSpPr/>
            <p:nvPr/>
          </p:nvSpPr>
          <p:spPr>
            <a:xfrm>
              <a:off x="9692323" y="10495488"/>
              <a:ext cx="625193" cy="623204"/>
            </a:xfrm>
            <a:custGeom>
              <a:avLst/>
              <a:gdLst/>
              <a:ahLst/>
              <a:cxnLst/>
              <a:rect l="l" t="t" r="r" b="b"/>
              <a:pathLst>
                <a:path w="1356" h="1355" extrusionOk="0">
                  <a:moveTo>
                    <a:pt x="1355" y="753"/>
                  </a:moveTo>
                  <a:lnTo>
                    <a:pt x="1355" y="753"/>
                  </a:lnTo>
                  <a:cubicBezTo>
                    <a:pt x="1355" y="600"/>
                    <a:pt x="1355" y="600"/>
                    <a:pt x="1355" y="600"/>
                  </a:cubicBezTo>
                  <a:cubicBezTo>
                    <a:pt x="1237" y="600"/>
                    <a:pt x="1237" y="600"/>
                    <a:pt x="1237" y="600"/>
                  </a:cubicBezTo>
                  <a:cubicBezTo>
                    <a:pt x="1231" y="553"/>
                    <a:pt x="1219" y="506"/>
                    <a:pt x="1202" y="465"/>
                  </a:cubicBezTo>
                  <a:cubicBezTo>
                    <a:pt x="1302" y="400"/>
                    <a:pt x="1302" y="400"/>
                    <a:pt x="1302" y="400"/>
                  </a:cubicBezTo>
                  <a:cubicBezTo>
                    <a:pt x="1231" y="270"/>
                    <a:pt x="1231" y="270"/>
                    <a:pt x="1231" y="270"/>
                  </a:cubicBezTo>
                  <a:cubicBezTo>
                    <a:pt x="1125" y="329"/>
                    <a:pt x="1125" y="329"/>
                    <a:pt x="1125" y="329"/>
                  </a:cubicBezTo>
                  <a:cubicBezTo>
                    <a:pt x="1096" y="294"/>
                    <a:pt x="1060" y="259"/>
                    <a:pt x="1025" y="229"/>
                  </a:cubicBezTo>
                  <a:cubicBezTo>
                    <a:pt x="1084" y="129"/>
                    <a:pt x="1084" y="129"/>
                    <a:pt x="1084" y="129"/>
                  </a:cubicBezTo>
                  <a:cubicBezTo>
                    <a:pt x="954" y="53"/>
                    <a:pt x="954" y="53"/>
                    <a:pt x="954" y="53"/>
                  </a:cubicBezTo>
                  <a:cubicBezTo>
                    <a:pt x="890" y="153"/>
                    <a:pt x="890" y="153"/>
                    <a:pt x="890" y="153"/>
                  </a:cubicBezTo>
                  <a:cubicBezTo>
                    <a:pt x="848" y="135"/>
                    <a:pt x="801" y="123"/>
                    <a:pt x="754" y="117"/>
                  </a:cubicBezTo>
                  <a:cubicBezTo>
                    <a:pt x="754" y="0"/>
                    <a:pt x="754" y="0"/>
                    <a:pt x="754" y="0"/>
                  </a:cubicBezTo>
                  <a:cubicBezTo>
                    <a:pt x="601" y="0"/>
                    <a:pt x="601" y="0"/>
                    <a:pt x="601" y="0"/>
                  </a:cubicBezTo>
                  <a:cubicBezTo>
                    <a:pt x="601" y="117"/>
                    <a:pt x="601" y="117"/>
                    <a:pt x="601" y="117"/>
                  </a:cubicBezTo>
                  <a:cubicBezTo>
                    <a:pt x="554" y="123"/>
                    <a:pt x="507" y="135"/>
                    <a:pt x="466" y="153"/>
                  </a:cubicBezTo>
                  <a:cubicBezTo>
                    <a:pt x="401" y="53"/>
                    <a:pt x="401" y="53"/>
                    <a:pt x="401" y="53"/>
                  </a:cubicBezTo>
                  <a:cubicBezTo>
                    <a:pt x="271" y="129"/>
                    <a:pt x="271" y="129"/>
                    <a:pt x="271" y="129"/>
                  </a:cubicBezTo>
                  <a:cubicBezTo>
                    <a:pt x="330" y="229"/>
                    <a:pt x="330" y="229"/>
                    <a:pt x="330" y="229"/>
                  </a:cubicBezTo>
                  <a:cubicBezTo>
                    <a:pt x="295" y="259"/>
                    <a:pt x="259" y="294"/>
                    <a:pt x="230" y="329"/>
                  </a:cubicBezTo>
                  <a:cubicBezTo>
                    <a:pt x="130" y="270"/>
                    <a:pt x="130" y="270"/>
                    <a:pt x="130" y="270"/>
                  </a:cubicBezTo>
                  <a:cubicBezTo>
                    <a:pt x="53" y="400"/>
                    <a:pt x="53" y="400"/>
                    <a:pt x="53" y="400"/>
                  </a:cubicBezTo>
                  <a:cubicBezTo>
                    <a:pt x="154" y="465"/>
                    <a:pt x="154" y="465"/>
                    <a:pt x="154" y="465"/>
                  </a:cubicBezTo>
                  <a:cubicBezTo>
                    <a:pt x="136" y="506"/>
                    <a:pt x="124" y="553"/>
                    <a:pt x="118" y="600"/>
                  </a:cubicBezTo>
                  <a:cubicBezTo>
                    <a:pt x="0" y="600"/>
                    <a:pt x="0" y="600"/>
                    <a:pt x="0" y="600"/>
                  </a:cubicBezTo>
                  <a:cubicBezTo>
                    <a:pt x="0" y="753"/>
                    <a:pt x="0" y="753"/>
                    <a:pt x="0" y="753"/>
                  </a:cubicBezTo>
                  <a:cubicBezTo>
                    <a:pt x="118" y="753"/>
                    <a:pt x="118" y="753"/>
                    <a:pt x="118" y="753"/>
                  </a:cubicBezTo>
                  <a:cubicBezTo>
                    <a:pt x="124" y="801"/>
                    <a:pt x="136" y="848"/>
                    <a:pt x="154" y="889"/>
                  </a:cubicBezTo>
                  <a:cubicBezTo>
                    <a:pt x="53" y="953"/>
                    <a:pt x="53" y="953"/>
                    <a:pt x="53" y="953"/>
                  </a:cubicBezTo>
                  <a:cubicBezTo>
                    <a:pt x="130" y="1083"/>
                    <a:pt x="130" y="1083"/>
                    <a:pt x="130" y="1083"/>
                  </a:cubicBezTo>
                  <a:cubicBezTo>
                    <a:pt x="230" y="1024"/>
                    <a:pt x="230" y="1024"/>
                    <a:pt x="230" y="1024"/>
                  </a:cubicBezTo>
                  <a:cubicBezTo>
                    <a:pt x="259" y="1060"/>
                    <a:pt x="295" y="1095"/>
                    <a:pt x="330" y="1124"/>
                  </a:cubicBezTo>
                  <a:cubicBezTo>
                    <a:pt x="271" y="1224"/>
                    <a:pt x="271" y="1224"/>
                    <a:pt x="271" y="1224"/>
                  </a:cubicBezTo>
                  <a:cubicBezTo>
                    <a:pt x="401" y="1301"/>
                    <a:pt x="401" y="1301"/>
                    <a:pt x="401" y="1301"/>
                  </a:cubicBezTo>
                  <a:cubicBezTo>
                    <a:pt x="466" y="1201"/>
                    <a:pt x="466" y="1201"/>
                    <a:pt x="466" y="1201"/>
                  </a:cubicBezTo>
                  <a:cubicBezTo>
                    <a:pt x="507" y="1218"/>
                    <a:pt x="554" y="1230"/>
                    <a:pt x="601" y="1236"/>
                  </a:cubicBezTo>
                  <a:cubicBezTo>
                    <a:pt x="601" y="1354"/>
                    <a:pt x="601" y="1354"/>
                    <a:pt x="601" y="1354"/>
                  </a:cubicBezTo>
                  <a:cubicBezTo>
                    <a:pt x="754" y="1354"/>
                    <a:pt x="754" y="1354"/>
                    <a:pt x="754" y="1354"/>
                  </a:cubicBezTo>
                  <a:cubicBezTo>
                    <a:pt x="754" y="1236"/>
                    <a:pt x="754" y="1236"/>
                    <a:pt x="754" y="1236"/>
                  </a:cubicBezTo>
                  <a:cubicBezTo>
                    <a:pt x="801" y="1230"/>
                    <a:pt x="848" y="1218"/>
                    <a:pt x="890" y="1201"/>
                  </a:cubicBezTo>
                  <a:cubicBezTo>
                    <a:pt x="954" y="1301"/>
                    <a:pt x="954" y="1301"/>
                    <a:pt x="954" y="1301"/>
                  </a:cubicBezTo>
                  <a:cubicBezTo>
                    <a:pt x="1084" y="1224"/>
                    <a:pt x="1084" y="1224"/>
                    <a:pt x="1084" y="1224"/>
                  </a:cubicBezTo>
                  <a:cubicBezTo>
                    <a:pt x="1025" y="1124"/>
                    <a:pt x="1025" y="1124"/>
                    <a:pt x="1025" y="1124"/>
                  </a:cubicBezTo>
                  <a:cubicBezTo>
                    <a:pt x="1060" y="1095"/>
                    <a:pt x="1096" y="1060"/>
                    <a:pt x="1125" y="1024"/>
                  </a:cubicBezTo>
                  <a:cubicBezTo>
                    <a:pt x="1231" y="1083"/>
                    <a:pt x="1231" y="1083"/>
                    <a:pt x="1231" y="1083"/>
                  </a:cubicBezTo>
                  <a:cubicBezTo>
                    <a:pt x="1302" y="953"/>
                    <a:pt x="1302" y="953"/>
                    <a:pt x="1302" y="953"/>
                  </a:cubicBezTo>
                  <a:cubicBezTo>
                    <a:pt x="1202" y="889"/>
                    <a:pt x="1202" y="889"/>
                    <a:pt x="1202" y="889"/>
                  </a:cubicBezTo>
                  <a:cubicBezTo>
                    <a:pt x="1219" y="848"/>
                    <a:pt x="1231" y="801"/>
                    <a:pt x="1237" y="753"/>
                  </a:cubicBezTo>
                  <a:lnTo>
                    <a:pt x="1355" y="753"/>
                  </a:lnTo>
                  <a:close/>
                  <a:moveTo>
                    <a:pt x="336" y="677"/>
                  </a:moveTo>
                  <a:lnTo>
                    <a:pt x="336" y="677"/>
                  </a:lnTo>
                  <a:cubicBezTo>
                    <a:pt x="336" y="488"/>
                    <a:pt x="489" y="335"/>
                    <a:pt x="678" y="335"/>
                  </a:cubicBezTo>
                  <a:cubicBezTo>
                    <a:pt x="866" y="335"/>
                    <a:pt x="1019" y="488"/>
                    <a:pt x="1019" y="677"/>
                  </a:cubicBezTo>
                  <a:cubicBezTo>
                    <a:pt x="1019" y="865"/>
                    <a:pt x="866" y="1018"/>
                    <a:pt x="678" y="1018"/>
                  </a:cubicBezTo>
                  <a:cubicBezTo>
                    <a:pt x="489" y="1018"/>
                    <a:pt x="336" y="865"/>
                    <a:pt x="336" y="67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7" name="Google Shape;377;p41"/>
            <p:cNvSpPr/>
            <p:nvPr/>
          </p:nvSpPr>
          <p:spPr>
            <a:xfrm>
              <a:off x="15838698" y="7168352"/>
              <a:ext cx="694208" cy="566363"/>
            </a:xfrm>
            <a:custGeom>
              <a:avLst/>
              <a:gdLst/>
              <a:ahLst/>
              <a:cxnLst/>
              <a:rect l="l" t="t" r="r" b="b"/>
              <a:pathLst>
                <a:path w="1508" h="1231" extrusionOk="0">
                  <a:moveTo>
                    <a:pt x="1389" y="595"/>
                  </a:moveTo>
                  <a:lnTo>
                    <a:pt x="1389" y="571"/>
                  </a:lnTo>
                  <a:lnTo>
                    <a:pt x="1472" y="571"/>
                  </a:lnTo>
                  <a:lnTo>
                    <a:pt x="1472" y="495"/>
                  </a:lnTo>
                  <a:lnTo>
                    <a:pt x="1507" y="495"/>
                  </a:lnTo>
                  <a:lnTo>
                    <a:pt x="1130" y="247"/>
                  </a:lnTo>
                  <a:lnTo>
                    <a:pt x="753" y="0"/>
                  </a:lnTo>
                  <a:lnTo>
                    <a:pt x="377" y="247"/>
                  </a:lnTo>
                  <a:lnTo>
                    <a:pt x="0" y="495"/>
                  </a:lnTo>
                  <a:lnTo>
                    <a:pt x="35" y="495"/>
                  </a:lnTo>
                  <a:lnTo>
                    <a:pt x="35" y="571"/>
                  </a:lnTo>
                  <a:lnTo>
                    <a:pt x="124" y="571"/>
                  </a:lnTo>
                  <a:lnTo>
                    <a:pt x="124" y="595"/>
                  </a:lnTo>
                  <a:lnTo>
                    <a:pt x="124" y="648"/>
                  </a:lnTo>
                  <a:lnTo>
                    <a:pt x="141" y="648"/>
                  </a:lnTo>
                  <a:lnTo>
                    <a:pt x="117" y="953"/>
                  </a:lnTo>
                  <a:lnTo>
                    <a:pt x="94" y="953"/>
                  </a:lnTo>
                  <a:lnTo>
                    <a:pt x="94" y="1024"/>
                  </a:lnTo>
                  <a:lnTo>
                    <a:pt x="94" y="1041"/>
                  </a:lnTo>
                  <a:lnTo>
                    <a:pt x="35" y="1041"/>
                  </a:lnTo>
                  <a:lnTo>
                    <a:pt x="35" y="1230"/>
                  </a:lnTo>
                  <a:lnTo>
                    <a:pt x="383" y="1230"/>
                  </a:lnTo>
                  <a:lnTo>
                    <a:pt x="1124" y="1230"/>
                  </a:lnTo>
                  <a:lnTo>
                    <a:pt x="1472" y="1230"/>
                  </a:lnTo>
                  <a:lnTo>
                    <a:pt x="1472" y="1041"/>
                  </a:lnTo>
                  <a:lnTo>
                    <a:pt x="1419" y="1041"/>
                  </a:lnTo>
                  <a:lnTo>
                    <a:pt x="1419" y="1024"/>
                  </a:lnTo>
                  <a:lnTo>
                    <a:pt x="1419" y="953"/>
                  </a:lnTo>
                  <a:lnTo>
                    <a:pt x="1389" y="953"/>
                  </a:lnTo>
                  <a:lnTo>
                    <a:pt x="1372" y="648"/>
                  </a:lnTo>
                  <a:lnTo>
                    <a:pt x="1389" y="648"/>
                  </a:lnTo>
                  <a:lnTo>
                    <a:pt x="1389" y="595"/>
                  </a:lnTo>
                  <a:close/>
                  <a:moveTo>
                    <a:pt x="836" y="595"/>
                  </a:moveTo>
                  <a:lnTo>
                    <a:pt x="836" y="648"/>
                  </a:lnTo>
                  <a:lnTo>
                    <a:pt x="859" y="648"/>
                  </a:lnTo>
                  <a:lnTo>
                    <a:pt x="836" y="953"/>
                  </a:lnTo>
                  <a:lnTo>
                    <a:pt x="812" y="953"/>
                  </a:lnTo>
                  <a:lnTo>
                    <a:pt x="812" y="1024"/>
                  </a:lnTo>
                  <a:lnTo>
                    <a:pt x="812" y="1041"/>
                  </a:lnTo>
                  <a:lnTo>
                    <a:pt x="700" y="1041"/>
                  </a:lnTo>
                  <a:lnTo>
                    <a:pt x="700" y="1024"/>
                  </a:lnTo>
                  <a:lnTo>
                    <a:pt x="700" y="953"/>
                  </a:lnTo>
                  <a:lnTo>
                    <a:pt x="671" y="953"/>
                  </a:lnTo>
                  <a:lnTo>
                    <a:pt x="653" y="648"/>
                  </a:lnTo>
                  <a:lnTo>
                    <a:pt x="671" y="648"/>
                  </a:lnTo>
                  <a:lnTo>
                    <a:pt x="671" y="595"/>
                  </a:lnTo>
                  <a:lnTo>
                    <a:pt x="671" y="571"/>
                  </a:lnTo>
                  <a:lnTo>
                    <a:pt x="836" y="571"/>
                  </a:lnTo>
                  <a:lnTo>
                    <a:pt x="836" y="595"/>
                  </a:lnTo>
                  <a:close/>
                  <a:moveTo>
                    <a:pt x="341" y="1041"/>
                  </a:moveTo>
                  <a:lnTo>
                    <a:pt x="341" y="1024"/>
                  </a:lnTo>
                  <a:lnTo>
                    <a:pt x="341" y="953"/>
                  </a:lnTo>
                  <a:lnTo>
                    <a:pt x="312" y="953"/>
                  </a:lnTo>
                  <a:lnTo>
                    <a:pt x="294" y="648"/>
                  </a:lnTo>
                  <a:lnTo>
                    <a:pt x="312" y="648"/>
                  </a:lnTo>
                  <a:lnTo>
                    <a:pt x="312" y="595"/>
                  </a:lnTo>
                  <a:lnTo>
                    <a:pt x="312" y="571"/>
                  </a:lnTo>
                  <a:lnTo>
                    <a:pt x="483" y="571"/>
                  </a:lnTo>
                  <a:lnTo>
                    <a:pt x="483" y="595"/>
                  </a:lnTo>
                  <a:lnTo>
                    <a:pt x="483" y="648"/>
                  </a:lnTo>
                  <a:lnTo>
                    <a:pt x="500" y="648"/>
                  </a:lnTo>
                  <a:lnTo>
                    <a:pt x="477" y="953"/>
                  </a:lnTo>
                  <a:lnTo>
                    <a:pt x="453" y="953"/>
                  </a:lnTo>
                  <a:lnTo>
                    <a:pt x="453" y="1024"/>
                  </a:lnTo>
                  <a:lnTo>
                    <a:pt x="453" y="1041"/>
                  </a:lnTo>
                  <a:lnTo>
                    <a:pt x="341" y="1041"/>
                  </a:lnTo>
                  <a:close/>
                  <a:moveTo>
                    <a:pt x="1195" y="953"/>
                  </a:moveTo>
                  <a:lnTo>
                    <a:pt x="1172" y="953"/>
                  </a:lnTo>
                  <a:lnTo>
                    <a:pt x="1172" y="1024"/>
                  </a:lnTo>
                  <a:lnTo>
                    <a:pt x="1172" y="1041"/>
                  </a:lnTo>
                  <a:lnTo>
                    <a:pt x="1060" y="1041"/>
                  </a:lnTo>
                  <a:lnTo>
                    <a:pt x="1060" y="1024"/>
                  </a:lnTo>
                  <a:lnTo>
                    <a:pt x="1060" y="953"/>
                  </a:lnTo>
                  <a:lnTo>
                    <a:pt x="1030" y="953"/>
                  </a:lnTo>
                  <a:lnTo>
                    <a:pt x="1012" y="648"/>
                  </a:lnTo>
                  <a:lnTo>
                    <a:pt x="1030" y="648"/>
                  </a:lnTo>
                  <a:lnTo>
                    <a:pt x="1030" y="595"/>
                  </a:lnTo>
                  <a:lnTo>
                    <a:pt x="1030" y="571"/>
                  </a:lnTo>
                  <a:lnTo>
                    <a:pt x="1195" y="571"/>
                  </a:lnTo>
                  <a:lnTo>
                    <a:pt x="1195" y="595"/>
                  </a:lnTo>
                  <a:lnTo>
                    <a:pt x="1195" y="648"/>
                  </a:lnTo>
                  <a:lnTo>
                    <a:pt x="1213" y="648"/>
                  </a:lnTo>
                  <a:lnTo>
                    <a:pt x="1195" y="95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8" name="Google Shape;378;p41"/>
            <p:cNvSpPr/>
            <p:nvPr/>
          </p:nvSpPr>
          <p:spPr>
            <a:xfrm>
              <a:off x="7936507" y="7115572"/>
              <a:ext cx="529789" cy="582603"/>
            </a:xfrm>
            <a:custGeom>
              <a:avLst/>
              <a:gdLst/>
              <a:ahLst/>
              <a:cxnLst/>
              <a:rect l="l" t="t" r="r" b="b"/>
              <a:pathLst>
                <a:path w="1149" h="1266" extrusionOk="0">
                  <a:moveTo>
                    <a:pt x="924" y="259"/>
                  </a:moveTo>
                  <a:lnTo>
                    <a:pt x="924" y="259"/>
                  </a:lnTo>
                  <a:cubicBezTo>
                    <a:pt x="653" y="0"/>
                    <a:pt x="0" y="118"/>
                    <a:pt x="41" y="912"/>
                  </a:cubicBezTo>
                  <a:cubicBezTo>
                    <a:pt x="59" y="1224"/>
                    <a:pt x="453" y="1265"/>
                    <a:pt x="524" y="1030"/>
                  </a:cubicBezTo>
                  <a:cubicBezTo>
                    <a:pt x="542" y="965"/>
                    <a:pt x="606" y="825"/>
                    <a:pt x="712" y="830"/>
                  </a:cubicBezTo>
                  <a:cubicBezTo>
                    <a:pt x="842" y="841"/>
                    <a:pt x="918" y="853"/>
                    <a:pt x="1001" y="766"/>
                  </a:cubicBezTo>
                  <a:cubicBezTo>
                    <a:pt x="1113" y="648"/>
                    <a:pt x="1148" y="465"/>
                    <a:pt x="924" y="259"/>
                  </a:cubicBezTo>
                  <a:close/>
                  <a:moveTo>
                    <a:pt x="259" y="354"/>
                  </a:moveTo>
                  <a:lnTo>
                    <a:pt x="259" y="354"/>
                  </a:lnTo>
                  <a:cubicBezTo>
                    <a:pt x="271" y="312"/>
                    <a:pt x="312" y="283"/>
                    <a:pt x="353" y="295"/>
                  </a:cubicBezTo>
                  <a:cubicBezTo>
                    <a:pt x="400" y="306"/>
                    <a:pt x="424" y="348"/>
                    <a:pt x="412" y="389"/>
                  </a:cubicBezTo>
                  <a:cubicBezTo>
                    <a:pt x="400" y="430"/>
                    <a:pt x="359" y="459"/>
                    <a:pt x="318" y="448"/>
                  </a:cubicBezTo>
                  <a:cubicBezTo>
                    <a:pt x="277" y="436"/>
                    <a:pt x="247" y="395"/>
                    <a:pt x="259" y="354"/>
                  </a:cubicBezTo>
                  <a:close/>
                  <a:moveTo>
                    <a:pt x="247" y="660"/>
                  </a:moveTo>
                  <a:lnTo>
                    <a:pt x="247" y="660"/>
                  </a:lnTo>
                  <a:cubicBezTo>
                    <a:pt x="212" y="677"/>
                    <a:pt x="165" y="660"/>
                    <a:pt x="147" y="624"/>
                  </a:cubicBezTo>
                  <a:cubicBezTo>
                    <a:pt x="129" y="583"/>
                    <a:pt x="147" y="536"/>
                    <a:pt x="182" y="518"/>
                  </a:cubicBezTo>
                  <a:cubicBezTo>
                    <a:pt x="224" y="501"/>
                    <a:pt x="271" y="518"/>
                    <a:pt x="288" y="560"/>
                  </a:cubicBezTo>
                  <a:cubicBezTo>
                    <a:pt x="306" y="595"/>
                    <a:pt x="288" y="642"/>
                    <a:pt x="247" y="660"/>
                  </a:cubicBezTo>
                  <a:close/>
                  <a:moveTo>
                    <a:pt x="612" y="342"/>
                  </a:moveTo>
                  <a:lnTo>
                    <a:pt x="612" y="342"/>
                  </a:lnTo>
                  <a:cubicBezTo>
                    <a:pt x="577" y="371"/>
                    <a:pt x="530" y="359"/>
                    <a:pt x="506" y="324"/>
                  </a:cubicBezTo>
                  <a:cubicBezTo>
                    <a:pt x="483" y="289"/>
                    <a:pt x="489" y="242"/>
                    <a:pt x="524" y="218"/>
                  </a:cubicBezTo>
                  <a:cubicBezTo>
                    <a:pt x="559" y="195"/>
                    <a:pt x="606" y="200"/>
                    <a:pt x="630" y="236"/>
                  </a:cubicBezTo>
                  <a:cubicBezTo>
                    <a:pt x="659" y="271"/>
                    <a:pt x="648" y="318"/>
                    <a:pt x="612" y="342"/>
                  </a:cubicBezTo>
                  <a:close/>
                  <a:moveTo>
                    <a:pt x="730" y="354"/>
                  </a:moveTo>
                  <a:lnTo>
                    <a:pt x="730" y="354"/>
                  </a:lnTo>
                  <a:cubicBezTo>
                    <a:pt x="730" y="312"/>
                    <a:pt x="771" y="277"/>
                    <a:pt x="812" y="283"/>
                  </a:cubicBezTo>
                  <a:cubicBezTo>
                    <a:pt x="854" y="289"/>
                    <a:pt x="889" y="324"/>
                    <a:pt x="883" y="365"/>
                  </a:cubicBezTo>
                  <a:cubicBezTo>
                    <a:pt x="877" y="412"/>
                    <a:pt x="842" y="442"/>
                    <a:pt x="801" y="436"/>
                  </a:cubicBezTo>
                  <a:cubicBezTo>
                    <a:pt x="759" y="436"/>
                    <a:pt x="724" y="395"/>
                    <a:pt x="730" y="354"/>
                  </a:cubicBezTo>
                  <a:close/>
                  <a:moveTo>
                    <a:pt x="341" y="1077"/>
                  </a:moveTo>
                  <a:lnTo>
                    <a:pt x="341" y="1077"/>
                  </a:lnTo>
                  <a:cubicBezTo>
                    <a:pt x="277" y="1100"/>
                    <a:pt x="212" y="1077"/>
                    <a:pt x="188" y="1024"/>
                  </a:cubicBezTo>
                  <a:cubicBezTo>
                    <a:pt x="165" y="971"/>
                    <a:pt x="200" y="912"/>
                    <a:pt x="265" y="882"/>
                  </a:cubicBezTo>
                  <a:cubicBezTo>
                    <a:pt x="330" y="859"/>
                    <a:pt x="400" y="882"/>
                    <a:pt x="424" y="936"/>
                  </a:cubicBezTo>
                  <a:cubicBezTo>
                    <a:pt x="441" y="989"/>
                    <a:pt x="406" y="1053"/>
                    <a:pt x="341" y="1077"/>
                  </a:cubicBezTo>
                  <a:close/>
                  <a:moveTo>
                    <a:pt x="883" y="630"/>
                  </a:moveTo>
                  <a:lnTo>
                    <a:pt x="883" y="630"/>
                  </a:lnTo>
                  <a:cubicBezTo>
                    <a:pt x="854" y="601"/>
                    <a:pt x="854" y="548"/>
                    <a:pt x="883" y="518"/>
                  </a:cubicBezTo>
                  <a:cubicBezTo>
                    <a:pt x="913" y="489"/>
                    <a:pt x="960" y="489"/>
                    <a:pt x="989" y="518"/>
                  </a:cubicBezTo>
                  <a:cubicBezTo>
                    <a:pt x="1019" y="548"/>
                    <a:pt x="1019" y="601"/>
                    <a:pt x="989" y="630"/>
                  </a:cubicBezTo>
                  <a:cubicBezTo>
                    <a:pt x="960" y="660"/>
                    <a:pt x="913" y="660"/>
                    <a:pt x="883" y="63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79" name="Google Shape;379;p41"/>
            <p:cNvSpPr/>
            <p:nvPr/>
          </p:nvSpPr>
          <p:spPr>
            <a:xfrm>
              <a:off x="8165878" y="7357140"/>
              <a:ext cx="418149" cy="410056"/>
            </a:xfrm>
            <a:custGeom>
              <a:avLst/>
              <a:gdLst/>
              <a:ahLst/>
              <a:cxnLst/>
              <a:rect l="l" t="t" r="r" b="b"/>
              <a:pathLst>
                <a:path w="908" h="889" extrusionOk="0">
                  <a:moveTo>
                    <a:pt x="424" y="635"/>
                  </a:moveTo>
                  <a:lnTo>
                    <a:pt x="424" y="635"/>
                  </a:lnTo>
                  <a:cubicBezTo>
                    <a:pt x="448" y="618"/>
                    <a:pt x="448" y="618"/>
                    <a:pt x="448" y="618"/>
                  </a:cubicBezTo>
                  <a:cubicBezTo>
                    <a:pt x="442" y="612"/>
                    <a:pt x="442" y="612"/>
                    <a:pt x="442" y="612"/>
                  </a:cubicBezTo>
                  <a:cubicBezTo>
                    <a:pt x="583" y="447"/>
                    <a:pt x="677" y="341"/>
                    <a:pt x="819" y="183"/>
                  </a:cubicBezTo>
                  <a:cubicBezTo>
                    <a:pt x="907" y="83"/>
                    <a:pt x="825" y="0"/>
                    <a:pt x="731" y="89"/>
                  </a:cubicBezTo>
                  <a:cubicBezTo>
                    <a:pt x="566" y="236"/>
                    <a:pt x="460" y="323"/>
                    <a:pt x="301" y="470"/>
                  </a:cubicBezTo>
                  <a:cubicBezTo>
                    <a:pt x="295" y="465"/>
                    <a:pt x="295" y="465"/>
                    <a:pt x="295" y="465"/>
                  </a:cubicBezTo>
                  <a:cubicBezTo>
                    <a:pt x="271" y="488"/>
                    <a:pt x="271" y="488"/>
                    <a:pt x="271" y="488"/>
                  </a:cubicBezTo>
                  <a:cubicBezTo>
                    <a:pt x="277" y="494"/>
                    <a:pt x="277" y="494"/>
                    <a:pt x="277" y="494"/>
                  </a:cubicBezTo>
                  <a:cubicBezTo>
                    <a:pt x="248" y="547"/>
                    <a:pt x="218" y="588"/>
                    <a:pt x="183" y="641"/>
                  </a:cubicBezTo>
                  <a:cubicBezTo>
                    <a:pt x="183" y="641"/>
                    <a:pt x="177" y="641"/>
                    <a:pt x="171" y="641"/>
                  </a:cubicBezTo>
                  <a:lnTo>
                    <a:pt x="171" y="641"/>
                  </a:lnTo>
                  <a:cubicBezTo>
                    <a:pt x="165" y="641"/>
                    <a:pt x="153" y="641"/>
                    <a:pt x="148" y="641"/>
                  </a:cubicBezTo>
                  <a:cubicBezTo>
                    <a:pt x="148" y="641"/>
                    <a:pt x="148" y="641"/>
                    <a:pt x="142" y="641"/>
                  </a:cubicBezTo>
                  <a:cubicBezTo>
                    <a:pt x="142" y="641"/>
                    <a:pt x="136" y="641"/>
                    <a:pt x="136" y="647"/>
                  </a:cubicBezTo>
                  <a:cubicBezTo>
                    <a:pt x="130" y="647"/>
                    <a:pt x="130" y="647"/>
                    <a:pt x="130" y="647"/>
                  </a:cubicBezTo>
                  <a:cubicBezTo>
                    <a:pt x="130" y="647"/>
                    <a:pt x="124" y="647"/>
                    <a:pt x="118" y="653"/>
                  </a:cubicBezTo>
                  <a:lnTo>
                    <a:pt x="118" y="653"/>
                  </a:lnTo>
                  <a:cubicBezTo>
                    <a:pt x="118" y="653"/>
                    <a:pt x="112" y="653"/>
                    <a:pt x="106" y="659"/>
                  </a:cubicBezTo>
                  <a:lnTo>
                    <a:pt x="106" y="659"/>
                  </a:lnTo>
                  <a:cubicBezTo>
                    <a:pt x="101" y="659"/>
                    <a:pt x="101" y="665"/>
                    <a:pt x="101" y="665"/>
                  </a:cubicBezTo>
                  <a:cubicBezTo>
                    <a:pt x="95" y="665"/>
                    <a:pt x="95" y="665"/>
                    <a:pt x="95" y="665"/>
                  </a:cubicBezTo>
                  <a:cubicBezTo>
                    <a:pt x="95" y="671"/>
                    <a:pt x="89" y="671"/>
                    <a:pt x="89" y="676"/>
                  </a:cubicBezTo>
                  <a:cubicBezTo>
                    <a:pt x="71" y="688"/>
                    <a:pt x="65" y="706"/>
                    <a:pt x="65" y="724"/>
                  </a:cubicBezTo>
                  <a:cubicBezTo>
                    <a:pt x="53" y="759"/>
                    <a:pt x="59" y="847"/>
                    <a:pt x="0" y="859"/>
                  </a:cubicBezTo>
                  <a:cubicBezTo>
                    <a:pt x="0" y="859"/>
                    <a:pt x="124" y="888"/>
                    <a:pt x="201" y="847"/>
                  </a:cubicBezTo>
                  <a:cubicBezTo>
                    <a:pt x="218" y="836"/>
                    <a:pt x="230" y="829"/>
                    <a:pt x="242" y="812"/>
                  </a:cubicBezTo>
                  <a:cubicBezTo>
                    <a:pt x="265" y="788"/>
                    <a:pt x="271" y="753"/>
                    <a:pt x="265" y="724"/>
                  </a:cubicBezTo>
                  <a:cubicBezTo>
                    <a:pt x="318" y="688"/>
                    <a:pt x="360" y="665"/>
                    <a:pt x="413" y="629"/>
                  </a:cubicBezTo>
                  <a:lnTo>
                    <a:pt x="424" y="635"/>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0" name="Google Shape;380;p41"/>
            <p:cNvSpPr/>
            <p:nvPr/>
          </p:nvSpPr>
          <p:spPr>
            <a:xfrm>
              <a:off x="13366345" y="5704736"/>
              <a:ext cx="338985" cy="489226"/>
            </a:xfrm>
            <a:custGeom>
              <a:avLst/>
              <a:gdLst/>
              <a:ahLst/>
              <a:cxnLst/>
              <a:rect l="l" t="t" r="r" b="b"/>
              <a:pathLst>
                <a:path w="737" h="1061" extrusionOk="0">
                  <a:moveTo>
                    <a:pt x="0" y="312"/>
                  </a:moveTo>
                  <a:lnTo>
                    <a:pt x="0" y="312"/>
                  </a:lnTo>
                  <a:cubicBezTo>
                    <a:pt x="0" y="323"/>
                    <a:pt x="0" y="323"/>
                    <a:pt x="0" y="323"/>
                  </a:cubicBezTo>
                  <a:cubicBezTo>
                    <a:pt x="0" y="1024"/>
                    <a:pt x="0" y="1024"/>
                    <a:pt x="0" y="1024"/>
                  </a:cubicBezTo>
                  <a:cubicBezTo>
                    <a:pt x="0" y="1036"/>
                    <a:pt x="6" y="1042"/>
                    <a:pt x="12" y="1048"/>
                  </a:cubicBezTo>
                  <a:cubicBezTo>
                    <a:pt x="17" y="1054"/>
                    <a:pt x="29" y="1060"/>
                    <a:pt x="35" y="1060"/>
                  </a:cubicBezTo>
                  <a:cubicBezTo>
                    <a:pt x="700" y="1060"/>
                    <a:pt x="700" y="1060"/>
                    <a:pt x="700" y="1060"/>
                  </a:cubicBezTo>
                  <a:cubicBezTo>
                    <a:pt x="712" y="1060"/>
                    <a:pt x="718" y="1054"/>
                    <a:pt x="724" y="1048"/>
                  </a:cubicBezTo>
                  <a:cubicBezTo>
                    <a:pt x="736" y="1042"/>
                    <a:pt x="736" y="1036"/>
                    <a:pt x="736" y="1024"/>
                  </a:cubicBezTo>
                  <a:cubicBezTo>
                    <a:pt x="736" y="323"/>
                    <a:pt x="736" y="323"/>
                    <a:pt x="736" y="323"/>
                  </a:cubicBezTo>
                  <a:cubicBezTo>
                    <a:pt x="736" y="35"/>
                    <a:pt x="736" y="35"/>
                    <a:pt x="736" y="35"/>
                  </a:cubicBezTo>
                  <a:cubicBezTo>
                    <a:pt x="736" y="23"/>
                    <a:pt x="736" y="17"/>
                    <a:pt x="724" y="6"/>
                  </a:cubicBezTo>
                  <a:cubicBezTo>
                    <a:pt x="718" y="0"/>
                    <a:pt x="712" y="0"/>
                    <a:pt x="700" y="0"/>
                  </a:cubicBezTo>
                  <a:cubicBezTo>
                    <a:pt x="35" y="0"/>
                    <a:pt x="35" y="0"/>
                    <a:pt x="35" y="0"/>
                  </a:cubicBezTo>
                  <a:cubicBezTo>
                    <a:pt x="29" y="0"/>
                    <a:pt x="17" y="0"/>
                    <a:pt x="12" y="6"/>
                  </a:cubicBezTo>
                  <a:cubicBezTo>
                    <a:pt x="6" y="17"/>
                    <a:pt x="0" y="23"/>
                    <a:pt x="0" y="35"/>
                  </a:cubicBezTo>
                  <a:cubicBezTo>
                    <a:pt x="0" y="312"/>
                    <a:pt x="0" y="312"/>
                    <a:pt x="0" y="312"/>
                  </a:cubicBezTo>
                  <a:close/>
                  <a:moveTo>
                    <a:pt x="171" y="983"/>
                  </a:moveTo>
                  <a:lnTo>
                    <a:pt x="171" y="983"/>
                  </a:lnTo>
                  <a:lnTo>
                    <a:pt x="165" y="989"/>
                  </a:lnTo>
                  <a:cubicBezTo>
                    <a:pt x="82" y="989"/>
                    <a:pt x="82" y="989"/>
                    <a:pt x="82" y="989"/>
                  </a:cubicBezTo>
                  <a:lnTo>
                    <a:pt x="76" y="983"/>
                  </a:lnTo>
                  <a:cubicBezTo>
                    <a:pt x="76" y="901"/>
                    <a:pt x="76" y="901"/>
                    <a:pt x="76" y="901"/>
                  </a:cubicBezTo>
                  <a:lnTo>
                    <a:pt x="82" y="895"/>
                  </a:lnTo>
                  <a:cubicBezTo>
                    <a:pt x="165" y="895"/>
                    <a:pt x="165" y="895"/>
                    <a:pt x="165" y="895"/>
                  </a:cubicBezTo>
                  <a:lnTo>
                    <a:pt x="171" y="901"/>
                  </a:lnTo>
                  <a:lnTo>
                    <a:pt x="171" y="983"/>
                  </a:lnTo>
                  <a:close/>
                  <a:moveTo>
                    <a:pt x="171" y="812"/>
                  </a:moveTo>
                  <a:lnTo>
                    <a:pt x="171" y="812"/>
                  </a:lnTo>
                  <a:cubicBezTo>
                    <a:pt x="171" y="818"/>
                    <a:pt x="165" y="818"/>
                    <a:pt x="165" y="818"/>
                  </a:cubicBezTo>
                  <a:cubicBezTo>
                    <a:pt x="82" y="818"/>
                    <a:pt x="82" y="818"/>
                    <a:pt x="82" y="818"/>
                  </a:cubicBezTo>
                  <a:cubicBezTo>
                    <a:pt x="82" y="818"/>
                    <a:pt x="76" y="818"/>
                    <a:pt x="76" y="812"/>
                  </a:cubicBezTo>
                  <a:cubicBezTo>
                    <a:pt x="76" y="736"/>
                    <a:pt x="76" y="736"/>
                    <a:pt x="76" y="736"/>
                  </a:cubicBezTo>
                  <a:cubicBezTo>
                    <a:pt x="76" y="730"/>
                    <a:pt x="82" y="730"/>
                    <a:pt x="82" y="730"/>
                  </a:cubicBezTo>
                  <a:cubicBezTo>
                    <a:pt x="165" y="730"/>
                    <a:pt x="165" y="730"/>
                    <a:pt x="165" y="730"/>
                  </a:cubicBezTo>
                  <a:cubicBezTo>
                    <a:pt x="165" y="730"/>
                    <a:pt x="171" y="730"/>
                    <a:pt x="171" y="736"/>
                  </a:cubicBezTo>
                  <a:lnTo>
                    <a:pt x="171" y="812"/>
                  </a:lnTo>
                  <a:close/>
                  <a:moveTo>
                    <a:pt x="171" y="647"/>
                  </a:moveTo>
                  <a:lnTo>
                    <a:pt x="171" y="647"/>
                  </a:lnTo>
                  <a:cubicBezTo>
                    <a:pt x="171" y="653"/>
                    <a:pt x="165" y="653"/>
                    <a:pt x="165" y="653"/>
                  </a:cubicBezTo>
                  <a:cubicBezTo>
                    <a:pt x="82" y="653"/>
                    <a:pt x="82" y="653"/>
                    <a:pt x="82" y="653"/>
                  </a:cubicBezTo>
                  <a:cubicBezTo>
                    <a:pt x="82" y="653"/>
                    <a:pt x="76" y="653"/>
                    <a:pt x="76" y="647"/>
                  </a:cubicBezTo>
                  <a:cubicBezTo>
                    <a:pt x="76" y="571"/>
                    <a:pt x="76" y="571"/>
                    <a:pt x="76" y="571"/>
                  </a:cubicBezTo>
                  <a:cubicBezTo>
                    <a:pt x="76" y="565"/>
                    <a:pt x="82" y="565"/>
                    <a:pt x="82" y="565"/>
                  </a:cubicBezTo>
                  <a:cubicBezTo>
                    <a:pt x="165" y="565"/>
                    <a:pt x="165" y="565"/>
                    <a:pt x="165" y="565"/>
                  </a:cubicBezTo>
                  <a:cubicBezTo>
                    <a:pt x="165" y="565"/>
                    <a:pt x="171" y="565"/>
                    <a:pt x="171" y="571"/>
                  </a:cubicBezTo>
                  <a:lnTo>
                    <a:pt x="171" y="647"/>
                  </a:lnTo>
                  <a:close/>
                  <a:moveTo>
                    <a:pt x="335" y="983"/>
                  </a:moveTo>
                  <a:lnTo>
                    <a:pt x="335" y="983"/>
                  </a:lnTo>
                  <a:lnTo>
                    <a:pt x="329" y="989"/>
                  </a:lnTo>
                  <a:cubicBezTo>
                    <a:pt x="247" y="989"/>
                    <a:pt x="247" y="989"/>
                    <a:pt x="247" y="989"/>
                  </a:cubicBezTo>
                  <a:lnTo>
                    <a:pt x="241" y="983"/>
                  </a:lnTo>
                  <a:cubicBezTo>
                    <a:pt x="241" y="901"/>
                    <a:pt x="241" y="901"/>
                    <a:pt x="241" y="901"/>
                  </a:cubicBezTo>
                  <a:lnTo>
                    <a:pt x="247" y="895"/>
                  </a:lnTo>
                  <a:cubicBezTo>
                    <a:pt x="329" y="895"/>
                    <a:pt x="329" y="895"/>
                    <a:pt x="329" y="895"/>
                  </a:cubicBezTo>
                  <a:lnTo>
                    <a:pt x="335" y="901"/>
                  </a:lnTo>
                  <a:lnTo>
                    <a:pt x="335" y="983"/>
                  </a:lnTo>
                  <a:close/>
                  <a:moveTo>
                    <a:pt x="335" y="812"/>
                  </a:moveTo>
                  <a:lnTo>
                    <a:pt x="335" y="812"/>
                  </a:lnTo>
                  <a:cubicBezTo>
                    <a:pt x="335" y="818"/>
                    <a:pt x="329" y="818"/>
                    <a:pt x="329" y="818"/>
                  </a:cubicBezTo>
                  <a:cubicBezTo>
                    <a:pt x="247" y="818"/>
                    <a:pt x="247" y="818"/>
                    <a:pt x="247" y="818"/>
                  </a:cubicBezTo>
                  <a:cubicBezTo>
                    <a:pt x="247" y="818"/>
                    <a:pt x="241" y="818"/>
                    <a:pt x="241" y="812"/>
                  </a:cubicBezTo>
                  <a:cubicBezTo>
                    <a:pt x="241" y="736"/>
                    <a:pt x="241" y="736"/>
                    <a:pt x="241" y="736"/>
                  </a:cubicBezTo>
                  <a:cubicBezTo>
                    <a:pt x="241" y="730"/>
                    <a:pt x="247" y="730"/>
                    <a:pt x="247" y="730"/>
                  </a:cubicBezTo>
                  <a:cubicBezTo>
                    <a:pt x="329" y="730"/>
                    <a:pt x="329" y="730"/>
                    <a:pt x="329" y="730"/>
                  </a:cubicBezTo>
                  <a:cubicBezTo>
                    <a:pt x="329" y="730"/>
                    <a:pt x="335" y="730"/>
                    <a:pt x="335" y="736"/>
                  </a:cubicBezTo>
                  <a:lnTo>
                    <a:pt x="335" y="812"/>
                  </a:lnTo>
                  <a:close/>
                  <a:moveTo>
                    <a:pt x="335" y="647"/>
                  </a:moveTo>
                  <a:lnTo>
                    <a:pt x="335" y="647"/>
                  </a:lnTo>
                  <a:cubicBezTo>
                    <a:pt x="335" y="653"/>
                    <a:pt x="329" y="653"/>
                    <a:pt x="329" y="653"/>
                  </a:cubicBezTo>
                  <a:cubicBezTo>
                    <a:pt x="247" y="653"/>
                    <a:pt x="247" y="653"/>
                    <a:pt x="247" y="653"/>
                  </a:cubicBezTo>
                  <a:cubicBezTo>
                    <a:pt x="247" y="653"/>
                    <a:pt x="241" y="653"/>
                    <a:pt x="241" y="647"/>
                  </a:cubicBezTo>
                  <a:cubicBezTo>
                    <a:pt x="241" y="571"/>
                    <a:pt x="241" y="571"/>
                    <a:pt x="241" y="571"/>
                  </a:cubicBezTo>
                  <a:cubicBezTo>
                    <a:pt x="241" y="565"/>
                    <a:pt x="247" y="565"/>
                    <a:pt x="247" y="565"/>
                  </a:cubicBezTo>
                  <a:cubicBezTo>
                    <a:pt x="329" y="565"/>
                    <a:pt x="329" y="565"/>
                    <a:pt x="329" y="565"/>
                  </a:cubicBezTo>
                  <a:cubicBezTo>
                    <a:pt x="329" y="565"/>
                    <a:pt x="335" y="565"/>
                    <a:pt x="335" y="571"/>
                  </a:cubicBezTo>
                  <a:lnTo>
                    <a:pt x="335" y="647"/>
                  </a:lnTo>
                  <a:close/>
                  <a:moveTo>
                    <a:pt x="335" y="482"/>
                  </a:moveTo>
                  <a:lnTo>
                    <a:pt x="335" y="482"/>
                  </a:lnTo>
                  <a:cubicBezTo>
                    <a:pt x="335" y="488"/>
                    <a:pt x="329" y="488"/>
                    <a:pt x="329" y="488"/>
                  </a:cubicBezTo>
                  <a:cubicBezTo>
                    <a:pt x="82" y="488"/>
                    <a:pt x="82" y="488"/>
                    <a:pt x="82" y="488"/>
                  </a:cubicBezTo>
                  <a:cubicBezTo>
                    <a:pt x="82" y="488"/>
                    <a:pt x="76" y="488"/>
                    <a:pt x="76" y="482"/>
                  </a:cubicBezTo>
                  <a:cubicBezTo>
                    <a:pt x="76" y="406"/>
                    <a:pt x="76" y="406"/>
                    <a:pt x="76" y="406"/>
                  </a:cubicBezTo>
                  <a:cubicBezTo>
                    <a:pt x="76" y="400"/>
                    <a:pt x="82" y="400"/>
                    <a:pt x="82" y="400"/>
                  </a:cubicBezTo>
                  <a:cubicBezTo>
                    <a:pt x="329" y="400"/>
                    <a:pt x="329" y="400"/>
                    <a:pt x="329" y="400"/>
                  </a:cubicBezTo>
                  <a:cubicBezTo>
                    <a:pt x="329" y="400"/>
                    <a:pt x="335" y="400"/>
                    <a:pt x="335" y="406"/>
                  </a:cubicBezTo>
                  <a:lnTo>
                    <a:pt x="335" y="482"/>
                  </a:lnTo>
                  <a:close/>
                  <a:moveTo>
                    <a:pt x="500" y="983"/>
                  </a:moveTo>
                  <a:lnTo>
                    <a:pt x="500" y="983"/>
                  </a:lnTo>
                  <a:cubicBezTo>
                    <a:pt x="500" y="983"/>
                    <a:pt x="500" y="989"/>
                    <a:pt x="494" y="989"/>
                  </a:cubicBezTo>
                  <a:cubicBezTo>
                    <a:pt x="418" y="989"/>
                    <a:pt x="418" y="989"/>
                    <a:pt x="418" y="989"/>
                  </a:cubicBezTo>
                  <a:cubicBezTo>
                    <a:pt x="412" y="989"/>
                    <a:pt x="412" y="983"/>
                    <a:pt x="412" y="983"/>
                  </a:cubicBezTo>
                  <a:cubicBezTo>
                    <a:pt x="412" y="901"/>
                    <a:pt x="412" y="901"/>
                    <a:pt x="412" y="901"/>
                  </a:cubicBezTo>
                  <a:cubicBezTo>
                    <a:pt x="412" y="901"/>
                    <a:pt x="412" y="895"/>
                    <a:pt x="418" y="895"/>
                  </a:cubicBezTo>
                  <a:cubicBezTo>
                    <a:pt x="494" y="895"/>
                    <a:pt x="494" y="895"/>
                    <a:pt x="494" y="895"/>
                  </a:cubicBezTo>
                  <a:cubicBezTo>
                    <a:pt x="500" y="895"/>
                    <a:pt x="500" y="901"/>
                    <a:pt x="500" y="901"/>
                  </a:cubicBezTo>
                  <a:lnTo>
                    <a:pt x="500" y="983"/>
                  </a:lnTo>
                  <a:close/>
                  <a:moveTo>
                    <a:pt x="500" y="812"/>
                  </a:moveTo>
                  <a:lnTo>
                    <a:pt x="500" y="812"/>
                  </a:lnTo>
                  <a:cubicBezTo>
                    <a:pt x="500" y="818"/>
                    <a:pt x="494" y="818"/>
                    <a:pt x="494" y="818"/>
                  </a:cubicBezTo>
                  <a:cubicBezTo>
                    <a:pt x="418" y="818"/>
                    <a:pt x="418" y="818"/>
                    <a:pt x="418" y="818"/>
                  </a:cubicBezTo>
                  <a:cubicBezTo>
                    <a:pt x="412" y="818"/>
                    <a:pt x="412" y="818"/>
                    <a:pt x="412" y="812"/>
                  </a:cubicBezTo>
                  <a:cubicBezTo>
                    <a:pt x="412" y="736"/>
                    <a:pt x="412" y="736"/>
                    <a:pt x="412" y="736"/>
                  </a:cubicBezTo>
                  <a:cubicBezTo>
                    <a:pt x="412" y="730"/>
                    <a:pt x="412" y="730"/>
                    <a:pt x="418" y="730"/>
                  </a:cubicBezTo>
                  <a:cubicBezTo>
                    <a:pt x="494" y="730"/>
                    <a:pt x="494" y="730"/>
                    <a:pt x="494" y="730"/>
                  </a:cubicBezTo>
                  <a:cubicBezTo>
                    <a:pt x="494" y="730"/>
                    <a:pt x="500" y="730"/>
                    <a:pt x="500" y="736"/>
                  </a:cubicBezTo>
                  <a:lnTo>
                    <a:pt x="500" y="812"/>
                  </a:lnTo>
                  <a:close/>
                  <a:moveTo>
                    <a:pt x="500" y="647"/>
                  </a:moveTo>
                  <a:lnTo>
                    <a:pt x="500" y="647"/>
                  </a:lnTo>
                  <a:cubicBezTo>
                    <a:pt x="500" y="653"/>
                    <a:pt x="494" y="653"/>
                    <a:pt x="494" y="653"/>
                  </a:cubicBezTo>
                  <a:cubicBezTo>
                    <a:pt x="418" y="653"/>
                    <a:pt x="418" y="653"/>
                    <a:pt x="418" y="653"/>
                  </a:cubicBezTo>
                  <a:cubicBezTo>
                    <a:pt x="412" y="653"/>
                    <a:pt x="412" y="653"/>
                    <a:pt x="412" y="647"/>
                  </a:cubicBezTo>
                  <a:cubicBezTo>
                    <a:pt x="412" y="571"/>
                    <a:pt x="412" y="571"/>
                    <a:pt x="412" y="571"/>
                  </a:cubicBezTo>
                  <a:cubicBezTo>
                    <a:pt x="412" y="565"/>
                    <a:pt x="412" y="565"/>
                    <a:pt x="418" y="565"/>
                  </a:cubicBezTo>
                  <a:cubicBezTo>
                    <a:pt x="494" y="565"/>
                    <a:pt x="494" y="565"/>
                    <a:pt x="494" y="565"/>
                  </a:cubicBezTo>
                  <a:cubicBezTo>
                    <a:pt x="500" y="565"/>
                    <a:pt x="500" y="565"/>
                    <a:pt x="500" y="571"/>
                  </a:cubicBezTo>
                  <a:lnTo>
                    <a:pt x="500" y="647"/>
                  </a:lnTo>
                  <a:close/>
                  <a:moveTo>
                    <a:pt x="500" y="482"/>
                  </a:moveTo>
                  <a:lnTo>
                    <a:pt x="500" y="482"/>
                  </a:lnTo>
                  <a:cubicBezTo>
                    <a:pt x="500" y="488"/>
                    <a:pt x="494" y="488"/>
                    <a:pt x="494" y="488"/>
                  </a:cubicBezTo>
                  <a:cubicBezTo>
                    <a:pt x="418" y="488"/>
                    <a:pt x="418" y="488"/>
                    <a:pt x="418" y="488"/>
                  </a:cubicBezTo>
                  <a:cubicBezTo>
                    <a:pt x="412" y="488"/>
                    <a:pt x="412" y="488"/>
                    <a:pt x="412" y="482"/>
                  </a:cubicBezTo>
                  <a:cubicBezTo>
                    <a:pt x="412" y="406"/>
                    <a:pt x="412" y="406"/>
                    <a:pt x="412" y="406"/>
                  </a:cubicBezTo>
                  <a:cubicBezTo>
                    <a:pt x="412" y="400"/>
                    <a:pt x="412" y="400"/>
                    <a:pt x="418" y="400"/>
                  </a:cubicBezTo>
                  <a:cubicBezTo>
                    <a:pt x="494" y="400"/>
                    <a:pt x="494" y="400"/>
                    <a:pt x="494" y="400"/>
                  </a:cubicBezTo>
                  <a:cubicBezTo>
                    <a:pt x="500" y="400"/>
                    <a:pt x="500" y="400"/>
                    <a:pt x="500" y="406"/>
                  </a:cubicBezTo>
                  <a:lnTo>
                    <a:pt x="500" y="482"/>
                  </a:lnTo>
                  <a:close/>
                  <a:moveTo>
                    <a:pt x="665" y="983"/>
                  </a:moveTo>
                  <a:lnTo>
                    <a:pt x="665" y="983"/>
                  </a:lnTo>
                  <a:cubicBezTo>
                    <a:pt x="665" y="983"/>
                    <a:pt x="665" y="989"/>
                    <a:pt x="659" y="989"/>
                  </a:cubicBezTo>
                  <a:cubicBezTo>
                    <a:pt x="583" y="989"/>
                    <a:pt x="583" y="989"/>
                    <a:pt x="583" y="989"/>
                  </a:cubicBezTo>
                  <a:cubicBezTo>
                    <a:pt x="577" y="989"/>
                    <a:pt x="577" y="983"/>
                    <a:pt x="577" y="983"/>
                  </a:cubicBezTo>
                  <a:cubicBezTo>
                    <a:pt x="577" y="901"/>
                    <a:pt x="577" y="901"/>
                    <a:pt x="577" y="901"/>
                  </a:cubicBezTo>
                  <a:cubicBezTo>
                    <a:pt x="577" y="901"/>
                    <a:pt x="577" y="895"/>
                    <a:pt x="583" y="895"/>
                  </a:cubicBezTo>
                  <a:cubicBezTo>
                    <a:pt x="659" y="895"/>
                    <a:pt x="659" y="895"/>
                    <a:pt x="659" y="895"/>
                  </a:cubicBezTo>
                  <a:cubicBezTo>
                    <a:pt x="665" y="895"/>
                    <a:pt x="665" y="901"/>
                    <a:pt x="665" y="901"/>
                  </a:cubicBezTo>
                  <a:lnTo>
                    <a:pt x="665" y="983"/>
                  </a:lnTo>
                  <a:close/>
                  <a:moveTo>
                    <a:pt x="665" y="812"/>
                  </a:moveTo>
                  <a:lnTo>
                    <a:pt x="665" y="812"/>
                  </a:lnTo>
                  <a:cubicBezTo>
                    <a:pt x="665" y="818"/>
                    <a:pt x="665" y="818"/>
                    <a:pt x="659" y="818"/>
                  </a:cubicBezTo>
                  <a:cubicBezTo>
                    <a:pt x="583" y="818"/>
                    <a:pt x="583" y="818"/>
                    <a:pt x="583" y="818"/>
                  </a:cubicBezTo>
                  <a:cubicBezTo>
                    <a:pt x="577" y="818"/>
                    <a:pt x="577" y="818"/>
                    <a:pt x="577" y="812"/>
                  </a:cubicBezTo>
                  <a:cubicBezTo>
                    <a:pt x="577" y="736"/>
                    <a:pt x="577" y="736"/>
                    <a:pt x="577" y="736"/>
                  </a:cubicBezTo>
                  <a:cubicBezTo>
                    <a:pt x="577" y="730"/>
                    <a:pt x="577" y="730"/>
                    <a:pt x="583" y="730"/>
                  </a:cubicBezTo>
                  <a:cubicBezTo>
                    <a:pt x="659" y="730"/>
                    <a:pt x="659" y="730"/>
                    <a:pt x="659" y="730"/>
                  </a:cubicBezTo>
                  <a:cubicBezTo>
                    <a:pt x="665" y="730"/>
                    <a:pt x="665" y="730"/>
                    <a:pt x="665" y="736"/>
                  </a:cubicBezTo>
                  <a:lnTo>
                    <a:pt x="665" y="812"/>
                  </a:lnTo>
                  <a:close/>
                  <a:moveTo>
                    <a:pt x="665" y="647"/>
                  </a:moveTo>
                  <a:lnTo>
                    <a:pt x="665" y="647"/>
                  </a:lnTo>
                  <a:cubicBezTo>
                    <a:pt x="665" y="653"/>
                    <a:pt x="665" y="653"/>
                    <a:pt x="659" y="653"/>
                  </a:cubicBezTo>
                  <a:cubicBezTo>
                    <a:pt x="583" y="653"/>
                    <a:pt x="583" y="653"/>
                    <a:pt x="583" y="653"/>
                  </a:cubicBezTo>
                  <a:cubicBezTo>
                    <a:pt x="577" y="653"/>
                    <a:pt x="577" y="653"/>
                    <a:pt x="577" y="647"/>
                  </a:cubicBezTo>
                  <a:cubicBezTo>
                    <a:pt x="577" y="571"/>
                    <a:pt x="577" y="571"/>
                    <a:pt x="577" y="571"/>
                  </a:cubicBezTo>
                  <a:cubicBezTo>
                    <a:pt x="577" y="565"/>
                    <a:pt x="577" y="565"/>
                    <a:pt x="583" y="565"/>
                  </a:cubicBezTo>
                  <a:cubicBezTo>
                    <a:pt x="659" y="565"/>
                    <a:pt x="659" y="565"/>
                    <a:pt x="659" y="565"/>
                  </a:cubicBezTo>
                  <a:cubicBezTo>
                    <a:pt x="665" y="565"/>
                    <a:pt x="665" y="565"/>
                    <a:pt x="665" y="571"/>
                  </a:cubicBezTo>
                  <a:lnTo>
                    <a:pt x="665" y="647"/>
                  </a:lnTo>
                  <a:close/>
                  <a:moveTo>
                    <a:pt x="665" y="482"/>
                  </a:moveTo>
                  <a:lnTo>
                    <a:pt x="665" y="482"/>
                  </a:lnTo>
                  <a:cubicBezTo>
                    <a:pt x="665" y="488"/>
                    <a:pt x="665" y="488"/>
                    <a:pt x="659" y="488"/>
                  </a:cubicBezTo>
                  <a:cubicBezTo>
                    <a:pt x="583" y="488"/>
                    <a:pt x="583" y="488"/>
                    <a:pt x="583" y="488"/>
                  </a:cubicBezTo>
                  <a:cubicBezTo>
                    <a:pt x="577" y="488"/>
                    <a:pt x="577" y="488"/>
                    <a:pt x="577" y="482"/>
                  </a:cubicBezTo>
                  <a:cubicBezTo>
                    <a:pt x="577" y="406"/>
                    <a:pt x="577" y="406"/>
                    <a:pt x="577" y="406"/>
                  </a:cubicBezTo>
                  <a:cubicBezTo>
                    <a:pt x="577" y="400"/>
                    <a:pt x="577" y="400"/>
                    <a:pt x="583" y="400"/>
                  </a:cubicBezTo>
                  <a:cubicBezTo>
                    <a:pt x="659" y="400"/>
                    <a:pt x="659" y="400"/>
                    <a:pt x="659" y="400"/>
                  </a:cubicBezTo>
                  <a:cubicBezTo>
                    <a:pt x="665" y="400"/>
                    <a:pt x="665" y="400"/>
                    <a:pt x="665" y="406"/>
                  </a:cubicBezTo>
                  <a:lnTo>
                    <a:pt x="665" y="482"/>
                  </a:lnTo>
                  <a:close/>
                  <a:moveTo>
                    <a:pt x="65" y="76"/>
                  </a:moveTo>
                  <a:lnTo>
                    <a:pt x="65" y="76"/>
                  </a:lnTo>
                  <a:cubicBezTo>
                    <a:pt x="65" y="70"/>
                    <a:pt x="65" y="64"/>
                    <a:pt x="70" y="64"/>
                  </a:cubicBezTo>
                  <a:cubicBezTo>
                    <a:pt x="70" y="58"/>
                    <a:pt x="76" y="58"/>
                    <a:pt x="82" y="58"/>
                  </a:cubicBezTo>
                  <a:cubicBezTo>
                    <a:pt x="659" y="58"/>
                    <a:pt x="659" y="58"/>
                    <a:pt x="659" y="58"/>
                  </a:cubicBezTo>
                  <a:cubicBezTo>
                    <a:pt x="665" y="58"/>
                    <a:pt x="671" y="58"/>
                    <a:pt x="677" y="64"/>
                  </a:cubicBezTo>
                  <a:cubicBezTo>
                    <a:pt x="677" y="64"/>
                    <a:pt x="683" y="70"/>
                    <a:pt x="683" y="76"/>
                  </a:cubicBezTo>
                  <a:cubicBezTo>
                    <a:pt x="683" y="247"/>
                    <a:pt x="683" y="247"/>
                    <a:pt x="683" y="247"/>
                  </a:cubicBezTo>
                  <a:cubicBezTo>
                    <a:pt x="683" y="253"/>
                    <a:pt x="677" y="259"/>
                    <a:pt x="677" y="259"/>
                  </a:cubicBezTo>
                  <a:cubicBezTo>
                    <a:pt x="671" y="265"/>
                    <a:pt x="665" y="265"/>
                    <a:pt x="659" y="265"/>
                  </a:cubicBezTo>
                  <a:cubicBezTo>
                    <a:pt x="82" y="265"/>
                    <a:pt x="82" y="265"/>
                    <a:pt x="82" y="265"/>
                  </a:cubicBezTo>
                  <a:cubicBezTo>
                    <a:pt x="76" y="265"/>
                    <a:pt x="70" y="265"/>
                    <a:pt x="70" y="259"/>
                  </a:cubicBezTo>
                  <a:cubicBezTo>
                    <a:pt x="65" y="259"/>
                    <a:pt x="65" y="253"/>
                    <a:pt x="65" y="247"/>
                  </a:cubicBezTo>
                  <a:lnTo>
                    <a:pt x="65" y="7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1" name="Google Shape;381;p41"/>
            <p:cNvSpPr/>
            <p:nvPr/>
          </p:nvSpPr>
          <p:spPr>
            <a:xfrm>
              <a:off x="13382585" y="10105730"/>
              <a:ext cx="539939" cy="308557"/>
            </a:xfrm>
            <a:custGeom>
              <a:avLst/>
              <a:gdLst/>
              <a:ahLst/>
              <a:cxnLst/>
              <a:rect l="l" t="t" r="r" b="b"/>
              <a:pathLst>
                <a:path w="1173" h="672" extrusionOk="0">
                  <a:moveTo>
                    <a:pt x="330" y="359"/>
                  </a:moveTo>
                  <a:lnTo>
                    <a:pt x="330" y="359"/>
                  </a:lnTo>
                  <a:cubicBezTo>
                    <a:pt x="471" y="229"/>
                    <a:pt x="677" y="218"/>
                    <a:pt x="830" y="318"/>
                  </a:cubicBezTo>
                  <a:cubicBezTo>
                    <a:pt x="772" y="371"/>
                    <a:pt x="713" y="430"/>
                    <a:pt x="713" y="430"/>
                  </a:cubicBezTo>
                  <a:cubicBezTo>
                    <a:pt x="665" y="477"/>
                    <a:pt x="713" y="506"/>
                    <a:pt x="736" y="506"/>
                  </a:cubicBezTo>
                  <a:cubicBezTo>
                    <a:pt x="1019" y="518"/>
                    <a:pt x="1019" y="518"/>
                    <a:pt x="1019" y="518"/>
                  </a:cubicBezTo>
                  <a:cubicBezTo>
                    <a:pt x="1036" y="518"/>
                    <a:pt x="1048" y="518"/>
                    <a:pt x="1048" y="518"/>
                  </a:cubicBezTo>
                  <a:cubicBezTo>
                    <a:pt x="1078" y="518"/>
                    <a:pt x="1078" y="518"/>
                    <a:pt x="1078" y="518"/>
                  </a:cubicBezTo>
                  <a:cubicBezTo>
                    <a:pt x="1131" y="518"/>
                    <a:pt x="1131" y="518"/>
                    <a:pt x="1131" y="518"/>
                  </a:cubicBezTo>
                  <a:cubicBezTo>
                    <a:pt x="1148" y="518"/>
                    <a:pt x="1160" y="506"/>
                    <a:pt x="1160" y="494"/>
                  </a:cubicBezTo>
                  <a:cubicBezTo>
                    <a:pt x="1172" y="106"/>
                    <a:pt x="1172" y="106"/>
                    <a:pt x="1172" y="106"/>
                  </a:cubicBezTo>
                  <a:cubicBezTo>
                    <a:pt x="1172" y="71"/>
                    <a:pt x="1137" y="29"/>
                    <a:pt x="1095" y="71"/>
                  </a:cubicBezTo>
                  <a:cubicBezTo>
                    <a:pt x="1095" y="71"/>
                    <a:pt x="1025" y="135"/>
                    <a:pt x="977" y="176"/>
                  </a:cubicBezTo>
                  <a:cubicBezTo>
                    <a:pt x="748" y="0"/>
                    <a:pt x="412" y="6"/>
                    <a:pt x="194" y="218"/>
                  </a:cubicBezTo>
                  <a:cubicBezTo>
                    <a:pt x="65" y="335"/>
                    <a:pt x="0" y="500"/>
                    <a:pt x="6" y="665"/>
                  </a:cubicBezTo>
                  <a:cubicBezTo>
                    <a:pt x="206" y="671"/>
                    <a:pt x="206" y="671"/>
                    <a:pt x="206" y="671"/>
                  </a:cubicBezTo>
                  <a:cubicBezTo>
                    <a:pt x="200" y="559"/>
                    <a:pt x="242" y="441"/>
                    <a:pt x="330" y="359"/>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2" name="Google Shape;382;p41"/>
            <p:cNvSpPr/>
            <p:nvPr/>
          </p:nvSpPr>
          <p:spPr>
            <a:xfrm>
              <a:off x="13396793" y="10393987"/>
              <a:ext cx="535880" cy="308557"/>
            </a:xfrm>
            <a:custGeom>
              <a:avLst/>
              <a:gdLst/>
              <a:ahLst/>
              <a:cxnLst/>
              <a:rect l="l" t="t" r="r" b="b"/>
              <a:pathLst>
                <a:path w="1166" h="672" extrusionOk="0">
                  <a:moveTo>
                    <a:pt x="965" y="0"/>
                  </a:moveTo>
                  <a:lnTo>
                    <a:pt x="965" y="0"/>
                  </a:lnTo>
                  <a:cubicBezTo>
                    <a:pt x="971" y="112"/>
                    <a:pt x="924" y="224"/>
                    <a:pt x="842" y="306"/>
                  </a:cubicBezTo>
                  <a:cubicBezTo>
                    <a:pt x="700" y="436"/>
                    <a:pt x="494" y="447"/>
                    <a:pt x="341" y="353"/>
                  </a:cubicBezTo>
                  <a:cubicBezTo>
                    <a:pt x="400" y="300"/>
                    <a:pt x="459" y="241"/>
                    <a:pt x="459" y="241"/>
                  </a:cubicBezTo>
                  <a:cubicBezTo>
                    <a:pt x="506" y="194"/>
                    <a:pt x="459" y="159"/>
                    <a:pt x="435" y="159"/>
                  </a:cubicBezTo>
                  <a:cubicBezTo>
                    <a:pt x="147" y="153"/>
                    <a:pt x="147" y="153"/>
                    <a:pt x="147" y="153"/>
                  </a:cubicBezTo>
                  <a:cubicBezTo>
                    <a:pt x="135" y="153"/>
                    <a:pt x="123" y="153"/>
                    <a:pt x="123" y="153"/>
                  </a:cubicBezTo>
                  <a:cubicBezTo>
                    <a:pt x="94" y="153"/>
                    <a:pt x="94" y="153"/>
                    <a:pt x="94" y="153"/>
                  </a:cubicBezTo>
                  <a:cubicBezTo>
                    <a:pt x="41" y="147"/>
                    <a:pt x="41" y="147"/>
                    <a:pt x="41" y="147"/>
                  </a:cubicBezTo>
                  <a:cubicBezTo>
                    <a:pt x="23" y="147"/>
                    <a:pt x="11" y="159"/>
                    <a:pt x="11" y="177"/>
                  </a:cubicBezTo>
                  <a:cubicBezTo>
                    <a:pt x="0" y="565"/>
                    <a:pt x="0" y="565"/>
                    <a:pt x="0" y="565"/>
                  </a:cubicBezTo>
                  <a:cubicBezTo>
                    <a:pt x="0" y="601"/>
                    <a:pt x="35" y="636"/>
                    <a:pt x="76" y="595"/>
                  </a:cubicBezTo>
                  <a:cubicBezTo>
                    <a:pt x="76" y="595"/>
                    <a:pt x="147" y="536"/>
                    <a:pt x="194" y="489"/>
                  </a:cubicBezTo>
                  <a:cubicBezTo>
                    <a:pt x="423" y="671"/>
                    <a:pt x="759" y="659"/>
                    <a:pt x="977" y="453"/>
                  </a:cubicBezTo>
                  <a:cubicBezTo>
                    <a:pt x="1107" y="330"/>
                    <a:pt x="1165" y="171"/>
                    <a:pt x="1165" y="6"/>
                  </a:cubicBezTo>
                  <a:cubicBezTo>
                    <a:pt x="965" y="0"/>
                    <a:pt x="965" y="0"/>
                    <a:pt x="965" y="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3" name="Google Shape;383;p41"/>
            <p:cNvSpPr/>
            <p:nvPr/>
          </p:nvSpPr>
          <p:spPr>
            <a:xfrm>
              <a:off x="9797875" y="4805458"/>
              <a:ext cx="198925" cy="58869"/>
            </a:xfrm>
            <a:custGeom>
              <a:avLst/>
              <a:gdLst/>
              <a:ahLst/>
              <a:cxnLst/>
              <a:rect l="l" t="t" r="r" b="b"/>
              <a:pathLst>
                <a:path w="431" h="130" extrusionOk="0">
                  <a:moveTo>
                    <a:pt x="12" y="0"/>
                  </a:moveTo>
                  <a:lnTo>
                    <a:pt x="430" y="106"/>
                  </a:lnTo>
                  <a:lnTo>
                    <a:pt x="412" y="129"/>
                  </a:lnTo>
                  <a:lnTo>
                    <a:pt x="0" y="17"/>
                  </a:lnTo>
                  <a:lnTo>
                    <a:pt x="12"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4" name="Google Shape;384;p41"/>
            <p:cNvSpPr/>
            <p:nvPr/>
          </p:nvSpPr>
          <p:spPr>
            <a:xfrm>
              <a:off x="9692324" y="4695839"/>
              <a:ext cx="355224" cy="401936"/>
            </a:xfrm>
            <a:custGeom>
              <a:avLst/>
              <a:gdLst/>
              <a:ahLst/>
              <a:cxnLst/>
              <a:rect l="l" t="t" r="r" b="b"/>
              <a:pathLst>
                <a:path w="773" h="873" extrusionOk="0">
                  <a:moveTo>
                    <a:pt x="542" y="772"/>
                  </a:moveTo>
                  <a:lnTo>
                    <a:pt x="560" y="872"/>
                  </a:lnTo>
                  <a:lnTo>
                    <a:pt x="0" y="707"/>
                  </a:lnTo>
                  <a:lnTo>
                    <a:pt x="130" y="566"/>
                  </a:lnTo>
                  <a:lnTo>
                    <a:pt x="254" y="159"/>
                  </a:lnTo>
                  <a:lnTo>
                    <a:pt x="206" y="0"/>
                  </a:lnTo>
                  <a:lnTo>
                    <a:pt x="772" y="159"/>
                  </a:lnTo>
                  <a:lnTo>
                    <a:pt x="689" y="224"/>
                  </a:lnTo>
                  <a:lnTo>
                    <a:pt x="542" y="772"/>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5" name="Google Shape;385;p41"/>
            <p:cNvSpPr/>
            <p:nvPr/>
          </p:nvSpPr>
          <p:spPr>
            <a:xfrm>
              <a:off x="9692324" y="4695839"/>
              <a:ext cx="355224" cy="401936"/>
            </a:xfrm>
            <a:custGeom>
              <a:avLst/>
              <a:gdLst/>
              <a:ahLst/>
              <a:cxnLst/>
              <a:rect l="l" t="t" r="r" b="b"/>
              <a:pathLst>
                <a:path w="773" h="873" extrusionOk="0">
                  <a:moveTo>
                    <a:pt x="542" y="772"/>
                  </a:moveTo>
                  <a:lnTo>
                    <a:pt x="560" y="872"/>
                  </a:lnTo>
                  <a:lnTo>
                    <a:pt x="0" y="707"/>
                  </a:lnTo>
                  <a:lnTo>
                    <a:pt x="130" y="566"/>
                  </a:lnTo>
                  <a:lnTo>
                    <a:pt x="254" y="159"/>
                  </a:lnTo>
                  <a:lnTo>
                    <a:pt x="206" y="0"/>
                  </a:lnTo>
                  <a:lnTo>
                    <a:pt x="772" y="159"/>
                  </a:lnTo>
                  <a:lnTo>
                    <a:pt x="689" y="224"/>
                  </a:lnTo>
                </a:path>
              </a:pathLst>
            </a:cu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6" name="Google Shape;386;p41"/>
            <p:cNvSpPr/>
            <p:nvPr/>
          </p:nvSpPr>
          <p:spPr>
            <a:xfrm>
              <a:off x="9917637" y="4890717"/>
              <a:ext cx="448595" cy="166458"/>
            </a:xfrm>
            <a:custGeom>
              <a:avLst/>
              <a:gdLst/>
              <a:ahLst/>
              <a:cxnLst/>
              <a:rect l="l" t="t" r="r" b="b"/>
              <a:pathLst>
                <a:path w="973" h="360" extrusionOk="0">
                  <a:moveTo>
                    <a:pt x="41" y="0"/>
                  </a:moveTo>
                  <a:lnTo>
                    <a:pt x="41" y="0"/>
                  </a:lnTo>
                  <a:cubicBezTo>
                    <a:pt x="41" y="0"/>
                    <a:pt x="842" y="118"/>
                    <a:pt x="883" y="130"/>
                  </a:cubicBezTo>
                  <a:cubicBezTo>
                    <a:pt x="942" y="142"/>
                    <a:pt x="972" y="177"/>
                    <a:pt x="972" y="230"/>
                  </a:cubicBezTo>
                  <a:cubicBezTo>
                    <a:pt x="972" y="300"/>
                    <a:pt x="948" y="336"/>
                    <a:pt x="895" y="348"/>
                  </a:cubicBezTo>
                  <a:cubicBezTo>
                    <a:pt x="848" y="359"/>
                    <a:pt x="807" y="354"/>
                    <a:pt x="730" y="348"/>
                  </a:cubicBezTo>
                  <a:cubicBezTo>
                    <a:pt x="654" y="336"/>
                    <a:pt x="0" y="177"/>
                    <a:pt x="0" y="177"/>
                  </a:cubicBezTo>
                  <a:lnTo>
                    <a:pt x="41" y="0"/>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87" name="Google Shape;387;p41"/>
            <p:cNvSpPr/>
            <p:nvPr/>
          </p:nvSpPr>
          <p:spPr>
            <a:xfrm>
              <a:off x="9686234" y="5178972"/>
              <a:ext cx="369432" cy="87288"/>
            </a:xfrm>
            <a:custGeom>
              <a:avLst/>
              <a:gdLst/>
              <a:ahLst/>
              <a:cxnLst/>
              <a:rect l="l" t="t" r="r" b="b"/>
              <a:pathLst>
                <a:path w="801" h="190" extrusionOk="0">
                  <a:moveTo>
                    <a:pt x="0" y="189"/>
                  </a:moveTo>
                  <a:lnTo>
                    <a:pt x="800" y="189"/>
                  </a:lnTo>
                  <a:lnTo>
                    <a:pt x="712" y="0"/>
                  </a:lnTo>
                  <a:lnTo>
                    <a:pt x="58" y="0"/>
                  </a:lnTo>
                  <a:lnTo>
                    <a:pt x="0" y="18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nvGrpSpPr>
            <p:cNvPr id="388" name="Google Shape;388;p41"/>
            <p:cNvGrpSpPr/>
            <p:nvPr/>
          </p:nvGrpSpPr>
          <p:grpSpPr>
            <a:xfrm>
              <a:off x="11413633" y="6715667"/>
              <a:ext cx="1550803" cy="1559022"/>
              <a:chOff x="11413633" y="6715667"/>
              <a:chExt cx="1550803" cy="1559022"/>
            </a:xfrm>
          </p:grpSpPr>
          <p:sp>
            <p:nvSpPr>
              <p:cNvPr id="389" name="Google Shape;389;p41"/>
              <p:cNvSpPr/>
              <p:nvPr/>
            </p:nvSpPr>
            <p:spPr>
              <a:xfrm>
                <a:off x="12164675" y="7182561"/>
                <a:ext cx="308536" cy="308557"/>
              </a:xfrm>
              <a:custGeom>
                <a:avLst/>
                <a:gdLst/>
                <a:ahLst/>
                <a:cxnLst/>
                <a:rect l="l" t="t" r="r" b="b"/>
                <a:pathLst>
                  <a:path w="672" h="672" extrusionOk="0">
                    <a:moveTo>
                      <a:pt x="624" y="671"/>
                    </a:moveTo>
                    <a:lnTo>
                      <a:pt x="624" y="671"/>
                    </a:lnTo>
                    <a:cubicBezTo>
                      <a:pt x="594" y="671"/>
                      <a:pt x="576" y="647"/>
                      <a:pt x="576" y="624"/>
                    </a:cubicBezTo>
                    <a:cubicBezTo>
                      <a:pt x="576" y="329"/>
                      <a:pt x="341" y="94"/>
                      <a:pt x="47" y="94"/>
                    </a:cubicBezTo>
                    <a:cubicBezTo>
                      <a:pt x="18" y="94"/>
                      <a:pt x="0" y="70"/>
                      <a:pt x="0" y="47"/>
                    </a:cubicBezTo>
                    <a:cubicBezTo>
                      <a:pt x="0" y="23"/>
                      <a:pt x="18" y="0"/>
                      <a:pt x="47" y="0"/>
                    </a:cubicBezTo>
                    <a:cubicBezTo>
                      <a:pt x="388" y="0"/>
                      <a:pt x="671" y="276"/>
                      <a:pt x="671" y="624"/>
                    </a:cubicBezTo>
                    <a:cubicBezTo>
                      <a:pt x="671" y="647"/>
                      <a:pt x="647" y="671"/>
                      <a:pt x="624" y="671"/>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0" name="Google Shape;390;p41"/>
              <p:cNvSpPr/>
              <p:nvPr/>
            </p:nvSpPr>
            <p:spPr>
              <a:xfrm>
                <a:off x="12235721" y="7639307"/>
                <a:ext cx="97433" cy="397876"/>
              </a:xfrm>
              <a:custGeom>
                <a:avLst/>
                <a:gdLst/>
                <a:ahLst/>
                <a:cxnLst/>
                <a:rect l="l" t="t" r="r" b="b"/>
                <a:pathLst>
                  <a:path w="212" h="866" extrusionOk="0">
                    <a:moveTo>
                      <a:pt x="76" y="865"/>
                    </a:moveTo>
                    <a:lnTo>
                      <a:pt x="0" y="853"/>
                    </a:lnTo>
                    <a:lnTo>
                      <a:pt x="140" y="0"/>
                    </a:lnTo>
                    <a:lnTo>
                      <a:pt x="211" y="12"/>
                    </a:lnTo>
                    <a:lnTo>
                      <a:pt x="76" y="865"/>
                    </a:ln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1" name="Google Shape;391;p41"/>
              <p:cNvSpPr/>
              <p:nvPr/>
            </p:nvSpPr>
            <p:spPr>
              <a:xfrm>
                <a:off x="12036796" y="7639307"/>
                <a:ext cx="97433" cy="397876"/>
              </a:xfrm>
              <a:custGeom>
                <a:avLst/>
                <a:gdLst/>
                <a:ahLst/>
                <a:cxnLst/>
                <a:rect l="l" t="t" r="r" b="b"/>
                <a:pathLst>
                  <a:path w="213" h="866" extrusionOk="0">
                    <a:moveTo>
                      <a:pt x="141" y="865"/>
                    </a:moveTo>
                    <a:lnTo>
                      <a:pt x="0" y="12"/>
                    </a:lnTo>
                    <a:lnTo>
                      <a:pt x="76" y="0"/>
                    </a:lnTo>
                    <a:lnTo>
                      <a:pt x="212" y="853"/>
                    </a:lnTo>
                    <a:lnTo>
                      <a:pt x="141" y="865"/>
                    </a:ln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2" name="Google Shape;392;p41"/>
              <p:cNvSpPr/>
              <p:nvPr/>
            </p:nvSpPr>
            <p:spPr>
              <a:xfrm>
                <a:off x="12063184" y="7641336"/>
                <a:ext cx="251701" cy="50750"/>
              </a:xfrm>
              <a:custGeom>
                <a:avLst/>
                <a:gdLst/>
                <a:ahLst/>
                <a:cxnLst/>
                <a:rect l="l" t="t" r="r" b="b"/>
                <a:pathLst>
                  <a:path w="547" h="112" extrusionOk="0">
                    <a:moveTo>
                      <a:pt x="546" y="111"/>
                    </a:moveTo>
                    <a:lnTo>
                      <a:pt x="546" y="111"/>
                    </a:lnTo>
                    <a:cubicBezTo>
                      <a:pt x="517" y="111"/>
                      <a:pt x="499" y="88"/>
                      <a:pt x="493" y="64"/>
                    </a:cubicBezTo>
                    <a:cubicBezTo>
                      <a:pt x="487" y="53"/>
                      <a:pt x="481" y="35"/>
                      <a:pt x="475" y="35"/>
                    </a:cubicBezTo>
                    <a:cubicBezTo>
                      <a:pt x="470" y="35"/>
                      <a:pt x="464" y="53"/>
                      <a:pt x="458" y="64"/>
                    </a:cubicBezTo>
                    <a:cubicBezTo>
                      <a:pt x="453" y="88"/>
                      <a:pt x="435" y="111"/>
                      <a:pt x="406" y="111"/>
                    </a:cubicBezTo>
                    <a:cubicBezTo>
                      <a:pt x="376" y="111"/>
                      <a:pt x="365" y="88"/>
                      <a:pt x="359" y="64"/>
                    </a:cubicBezTo>
                    <a:cubicBezTo>
                      <a:pt x="353" y="53"/>
                      <a:pt x="347" y="35"/>
                      <a:pt x="341" y="35"/>
                    </a:cubicBezTo>
                    <a:cubicBezTo>
                      <a:pt x="335" y="35"/>
                      <a:pt x="329" y="53"/>
                      <a:pt x="323" y="64"/>
                    </a:cubicBezTo>
                    <a:cubicBezTo>
                      <a:pt x="312" y="88"/>
                      <a:pt x="300" y="111"/>
                      <a:pt x="270" y="111"/>
                    </a:cubicBezTo>
                    <a:cubicBezTo>
                      <a:pt x="241" y="111"/>
                      <a:pt x="229" y="88"/>
                      <a:pt x="217" y="64"/>
                    </a:cubicBezTo>
                    <a:cubicBezTo>
                      <a:pt x="217" y="53"/>
                      <a:pt x="206" y="35"/>
                      <a:pt x="200" y="35"/>
                    </a:cubicBezTo>
                    <a:cubicBezTo>
                      <a:pt x="200" y="35"/>
                      <a:pt x="188" y="53"/>
                      <a:pt x="188" y="64"/>
                    </a:cubicBezTo>
                    <a:cubicBezTo>
                      <a:pt x="176" y="88"/>
                      <a:pt x="164" y="111"/>
                      <a:pt x="135" y="111"/>
                    </a:cubicBezTo>
                    <a:cubicBezTo>
                      <a:pt x="106" y="111"/>
                      <a:pt x="94" y="88"/>
                      <a:pt x="82" y="64"/>
                    </a:cubicBezTo>
                    <a:cubicBezTo>
                      <a:pt x="76" y="53"/>
                      <a:pt x="70" y="35"/>
                      <a:pt x="64" y="35"/>
                    </a:cubicBezTo>
                    <a:cubicBezTo>
                      <a:pt x="58" y="35"/>
                      <a:pt x="52" y="53"/>
                      <a:pt x="47" y="64"/>
                    </a:cubicBezTo>
                    <a:cubicBezTo>
                      <a:pt x="41" y="88"/>
                      <a:pt x="29" y="111"/>
                      <a:pt x="0" y="111"/>
                    </a:cubicBezTo>
                    <a:cubicBezTo>
                      <a:pt x="0" y="76"/>
                      <a:pt x="0" y="76"/>
                      <a:pt x="0" y="76"/>
                    </a:cubicBezTo>
                    <a:cubicBezTo>
                      <a:pt x="0" y="76"/>
                      <a:pt x="11" y="58"/>
                      <a:pt x="11" y="47"/>
                    </a:cubicBezTo>
                    <a:cubicBezTo>
                      <a:pt x="23" y="29"/>
                      <a:pt x="35" y="0"/>
                      <a:pt x="64" y="0"/>
                    </a:cubicBezTo>
                    <a:cubicBezTo>
                      <a:pt x="94" y="0"/>
                      <a:pt x="106" y="29"/>
                      <a:pt x="117" y="47"/>
                    </a:cubicBezTo>
                    <a:cubicBezTo>
                      <a:pt x="123" y="58"/>
                      <a:pt x="129" y="76"/>
                      <a:pt x="135" y="76"/>
                    </a:cubicBezTo>
                    <a:cubicBezTo>
                      <a:pt x="141" y="76"/>
                      <a:pt x="147" y="58"/>
                      <a:pt x="153" y="47"/>
                    </a:cubicBezTo>
                    <a:cubicBezTo>
                      <a:pt x="159" y="29"/>
                      <a:pt x="170" y="0"/>
                      <a:pt x="200" y="0"/>
                    </a:cubicBezTo>
                    <a:cubicBezTo>
                      <a:pt x="235" y="0"/>
                      <a:pt x="247" y="29"/>
                      <a:pt x="253" y="47"/>
                    </a:cubicBezTo>
                    <a:cubicBezTo>
                      <a:pt x="259" y="58"/>
                      <a:pt x="264" y="76"/>
                      <a:pt x="270" y="76"/>
                    </a:cubicBezTo>
                    <a:cubicBezTo>
                      <a:pt x="276" y="76"/>
                      <a:pt x="282" y="58"/>
                      <a:pt x="288" y="47"/>
                    </a:cubicBezTo>
                    <a:cubicBezTo>
                      <a:pt x="300" y="29"/>
                      <a:pt x="312" y="0"/>
                      <a:pt x="341" y="0"/>
                    </a:cubicBezTo>
                    <a:cubicBezTo>
                      <a:pt x="371" y="0"/>
                      <a:pt x="382" y="29"/>
                      <a:pt x="388" y="47"/>
                    </a:cubicBezTo>
                    <a:cubicBezTo>
                      <a:pt x="394" y="58"/>
                      <a:pt x="406" y="76"/>
                      <a:pt x="406" y="76"/>
                    </a:cubicBezTo>
                    <a:cubicBezTo>
                      <a:pt x="412" y="76"/>
                      <a:pt x="418" y="58"/>
                      <a:pt x="423" y="47"/>
                    </a:cubicBezTo>
                    <a:cubicBezTo>
                      <a:pt x="435" y="29"/>
                      <a:pt x="447" y="0"/>
                      <a:pt x="475" y="0"/>
                    </a:cubicBezTo>
                    <a:cubicBezTo>
                      <a:pt x="505" y="0"/>
                      <a:pt x="517" y="29"/>
                      <a:pt x="528" y="47"/>
                    </a:cubicBezTo>
                    <a:cubicBezTo>
                      <a:pt x="528" y="58"/>
                      <a:pt x="540" y="76"/>
                      <a:pt x="546" y="76"/>
                    </a:cubicBezTo>
                    <a:cubicBezTo>
                      <a:pt x="546" y="111"/>
                      <a:pt x="546" y="111"/>
                      <a:pt x="546" y="111"/>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3" name="Google Shape;393;p41"/>
              <p:cNvSpPr/>
              <p:nvPr/>
            </p:nvSpPr>
            <p:spPr>
              <a:xfrm>
                <a:off x="12164677" y="6715667"/>
                <a:ext cx="44657" cy="272017"/>
              </a:xfrm>
              <a:custGeom>
                <a:avLst/>
                <a:gdLst/>
                <a:ahLst/>
                <a:cxnLst/>
                <a:rect l="l" t="t" r="r" b="b"/>
                <a:pathLst>
                  <a:path w="96" h="590" extrusionOk="0">
                    <a:moveTo>
                      <a:pt x="47" y="589"/>
                    </a:moveTo>
                    <a:lnTo>
                      <a:pt x="47" y="589"/>
                    </a:lnTo>
                    <a:cubicBezTo>
                      <a:pt x="18" y="589"/>
                      <a:pt x="0" y="571"/>
                      <a:pt x="0" y="542"/>
                    </a:cubicBezTo>
                    <a:cubicBezTo>
                      <a:pt x="0" y="47"/>
                      <a:pt x="0" y="47"/>
                      <a:pt x="0" y="47"/>
                    </a:cubicBezTo>
                    <a:cubicBezTo>
                      <a:pt x="0" y="23"/>
                      <a:pt x="18" y="0"/>
                      <a:pt x="47" y="0"/>
                    </a:cubicBezTo>
                    <a:cubicBezTo>
                      <a:pt x="71" y="0"/>
                      <a:pt x="95" y="23"/>
                      <a:pt x="95" y="47"/>
                    </a:cubicBezTo>
                    <a:cubicBezTo>
                      <a:pt x="95" y="542"/>
                      <a:pt x="95" y="542"/>
                      <a:pt x="95" y="542"/>
                    </a:cubicBezTo>
                    <a:cubicBezTo>
                      <a:pt x="95" y="571"/>
                      <a:pt x="71" y="589"/>
                      <a:pt x="47" y="589"/>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4" name="Google Shape;394;p41"/>
              <p:cNvSpPr/>
              <p:nvPr/>
            </p:nvSpPr>
            <p:spPr>
              <a:xfrm>
                <a:off x="12420436" y="6813105"/>
                <a:ext cx="162388" cy="243597"/>
              </a:xfrm>
              <a:custGeom>
                <a:avLst/>
                <a:gdLst/>
                <a:ahLst/>
                <a:cxnLst/>
                <a:rect l="l" t="t" r="r" b="b"/>
                <a:pathLst>
                  <a:path w="354" h="531" extrusionOk="0">
                    <a:moveTo>
                      <a:pt x="53" y="530"/>
                    </a:moveTo>
                    <a:lnTo>
                      <a:pt x="53" y="530"/>
                    </a:lnTo>
                    <a:cubicBezTo>
                      <a:pt x="47" y="530"/>
                      <a:pt x="35" y="530"/>
                      <a:pt x="29" y="524"/>
                    </a:cubicBezTo>
                    <a:cubicBezTo>
                      <a:pt x="6" y="512"/>
                      <a:pt x="0" y="483"/>
                      <a:pt x="12" y="459"/>
                    </a:cubicBezTo>
                    <a:cubicBezTo>
                      <a:pt x="259" y="29"/>
                      <a:pt x="259" y="29"/>
                      <a:pt x="259" y="29"/>
                    </a:cubicBezTo>
                    <a:cubicBezTo>
                      <a:pt x="271" y="6"/>
                      <a:pt x="300" y="0"/>
                      <a:pt x="324" y="12"/>
                    </a:cubicBezTo>
                    <a:cubicBezTo>
                      <a:pt x="347" y="23"/>
                      <a:pt x="353" y="53"/>
                      <a:pt x="341" y="76"/>
                    </a:cubicBezTo>
                    <a:cubicBezTo>
                      <a:pt x="94" y="506"/>
                      <a:pt x="94" y="506"/>
                      <a:pt x="94" y="506"/>
                    </a:cubicBezTo>
                    <a:cubicBezTo>
                      <a:pt x="88" y="524"/>
                      <a:pt x="70" y="530"/>
                      <a:pt x="53" y="530"/>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5" name="Google Shape;395;p41"/>
              <p:cNvSpPr/>
              <p:nvPr/>
            </p:nvSpPr>
            <p:spPr>
              <a:xfrm>
                <a:off x="12611243" y="7087153"/>
                <a:ext cx="249671" cy="160368"/>
              </a:xfrm>
              <a:custGeom>
                <a:avLst/>
                <a:gdLst/>
                <a:ahLst/>
                <a:cxnLst/>
                <a:rect l="l" t="t" r="r" b="b"/>
                <a:pathLst>
                  <a:path w="543" h="348" extrusionOk="0">
                    <a:moveTo>
                      <a:pt x="59" y="347"/>
                    </a:moveTo>
                    <a:lnTo>
                      <a:pt x="59" y="347"/>
                    </a:lnTo>
                    <a:cubicBezTo>
                      <a:pt x="41" y="347"/>
                      <a:pt x="23" y="341"/>
                      <a:pt x="18" y="323"/>
                    </a:cubicBezTo>
                    <a:cubicBezTo>
                      <a:pt x="0" y="306"/>
                      <a:pt x="12" y="276"/>
                      <a:pt x="29" y="264"/>
                    </a:cubicBezTo>
                    <a:cubicBezTo>
                      <a:pt x="459" y="11"/>
                      <a:pt x="459" y="11"/>
                      <a:pt x="459" y="11"/>
                    </a:cubicBezTo>
                    <a:cubicBezTo>
                      <a:pt x="483" y="0"/>
                      <a:pt x="512" y="5"/>
                      <a:pt x="524" y="29"/>
                    </a:cubicBezTo>
                    <a:cubicBezTo>
                      <a:pt x="542" y="52"/>
                      <a:pt x="530" y="82"/>
                      <a:pt x="506" y="94"/>
                    </a:cubicBezTo>
                    <a:cubicBezTo>
                      <a:pt x="82" y="341"/>
                      <a:pt x="82" y="341"/>
                      <a:pt x="82" y="341"/>
                    </a:cubicBezTo>
                    <a:cubicBezTo>
                      <a:pt x="71" y="347"/>
                      <a:pt x="65" y="347"/>
                      <a:pt x="59" y="347"/>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6" name="Google Shape;396;p41"/>
              <p:cNvSpPr/>
              <p:nvPr/>
            </p:nvSpPr>
            <p:spPr>
              <a:xfrm>
                <a:off x="12684317" y="7466758"/>
                <a:ext cx="280119" cy="42630"/>
              </a:xfrm>
              <a:custGeom>
                <a:avLst/>
                <a:gdLst/>
                <a:ahLst/>
                <a:cxnLst/>
                <a:rect l="l" t="t" r="r" b="b"/>
                <a:pathLst>
                  <a:path w="607" h="94" extrusionOk="0">
                    <a:moveTo>
                      <a:pt x="559" y="93"/>
                    </a:moveTo>
                    <a:lnTo>
                      <a:pt x="559" y="93"/>
                    </a:lnTo>
                    <a:cubicBezTo>
                      <a:pt x="47" y="93"/>
                      <a:pt x="47" y="93"/>
                      <a:pt x="47" y="93"/>
                    </a:cubicBezTo>
                    <a:cubicBezTo>
                      <a:pt x="23" y="93"/>
                      <a:pt x="0" y="70"/>
                      <a:pt x="0" y="47"/>
                    </a:cubicBezTo>
                    <a:cubicBezTo>
                      <a:pt x="0" y="18"/>
                      <a:pt x="23" y="0"/>
                      <a:pt x="47" y="0"/>
                    </a:cubicBezTo>
                    <a:cubicBezTo>
                      <a:pt x="559" y="0"/>
                      <a:pt x="559" y="0"/>
                      <a:pt x="559" y="0"/>
                    </a:cubicBezTo>
                    <a:cubicBezTo>
                      <a:pt x="589" y="0"/>
                      <a:pt x="606" y="18"/>
                      <a:pt x="606" y="47"/>
                    </a:cubicBezTo>
                    <a:cubicBezTo>
                      <a:pt x="606" y="70"/>
                      <a:pt x="589" y="93"/>
                      <a:pt x="559" y="93"/>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7" name="Google Shape;397;p41"/>
              <p:cNvSpPr/>
              <p:nvPr/>
            </p:nvSpPr>
            <p:spPr>
              <a:xfrm>
                <a:off x="12611243" y="7722537"/>
                <a:ext cx="249671" cy="160369"/>
              </a:xfrm>
              <a:custGeom>
                <a:avLst/>
                <a:gdLst/>
                <a:ahLst/>
                <a:cxnLst/>
                <a:rect l="l" t="t" r="r" b="b"/>
                <a:pathLst>
                  <a:path w="543" h="349" extrusionOk="0">
                    <a:moveTo>
                      <a:pt x="483" y="348"/>
                    </a:moveTo>
                    <a:lnTo>
                      <a:pt x="483" y="348"/>
                    </a:lnTo>
                    <a:cubicBezTo>
                      <a:pt x="477" y="348"/>
                      <a:pt x="471" y="348"/>
                      <a:pt x="459" y="342"/>
                    </a:cubicBezTo>
                    <a:cubicBezTo>
                      <a:pt x="35" y="94"/>
                      <a:pt x="35" y="94"/>
                      <a:pt x="35" y="94"/>
                    </a:cubicBezTo>
                    <a:cubicBezTo>
                      <a:pt x="12" y="83"/>
                      <a:pt x="0" y="53"/>
                      <a:pt x="18" y="30"/>
                    </a:cubicBezTo>
                    <a:cubicBezTo>
                      <a:pt x="29" y="6"/>
                      <a:pt x="59" y="0"/>
                      <a:pt x="82" y="12"/>
                    </a:cubicBezTo>
                    <a:cubicBezTo>
                      <a:pt x="512" y="259"/>
                      <a:pt x="512" y="259"/>
                      <a:pt x="512" y="259"/>
                    </a:cubicBezTo>
                    <a:cubicBezTo>
                      <a:pt x="530" y="271"/>
                      <a:pt x="542" y="300"/>
                      <a:pt x="524" y="324"/>
                    </a:cubicBezTo>
                    <a:cubicBezTo>
                      <a:pt x="518" y="342"/>
                      <a:pt x="501" y="348"/>
                      <a:pt x="483" y="348"/>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8" name="Google Shape;398;p41"/>
              <p:cNvSpPr/>
              <p:nvPr/>
            </p:nvSpPr>
            <p:spPr>
              <a:xfrm>
                <a:off x="11785096" y="6813105"/>
                <a:ext cx="166448" cy="243597"/>
              </a:xfrm>
              <a:custGeom>
                <a:avLst/>
                <a:gdLst/>
                <a:ahLst/>
                <a:cxnLst/>
                <a:rect l="l" t="t" r="r" b="b"/>
                <a:pathLst>
                  <a:path w="360" h="531" extrusionOk="0">
                    <a:moveTo>
                      <a:pt x="306" y="530"/>
                    </a:moveTo>
                    <a:lnTo>
                      <a:pt x="306" y="530"/>
                    </a:lnTo>
                    <a:cubicBezTo>
                      <a:pt x="288" y="530"/>
                      <a:pt x="271" y="524"/>
                      <a:pt x="265" y="506"/>
                    </a:cubicBezTo>
                    <a:cubicBezTo>
                      <a:pt x="18" y="76"/>
                      <a:pt x="18" y="76"/>
                      <a:pt x="18" y="76"/>
                    </a:cubicBezTo>
                    <a:cubicBezTo>
                      <a:pt x="0" y="53"/>
                      <a:pt x="12" y="23"/>
                      <a:pt x="35" y="12"/>
                    </a:cubicBezTo>
                    <a:cubicBezTo>
                      <a:pt x="53" y="0"/>
                      <a:pt x="83" y="6"/>
                      <a:pt x="100" y="29"/>
                    </a:cubicBezTo>
                    <a:cubicBezTo>
                      <a:pt x="347" y="459"/>
                      <a:pt x="347" y="459"/>
                      <a:pt x="347" y="459"/>
                    </a:cubicBezTo>
                    <a:cubicBezTo>
                      <a:pt x="359" y="483"/>
                      <a:pt x="353" y="512"/>
                      <a:pt x="330" y="524"/>
                    </a:cubicBezTo>
                    <a:cubicBezTo>
                      <a:pt x="318" y="530"/>
                      <a:pt x="312" y="530"/>
                      <a:pt x="306" y="530"/>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399" name="Google Shape;399;p41"/>
              <p:cNvSpPr/>
              <p:nvPr/>
            </p:nvSpPr>
            <p:spPr>
              <a:xfrm>
                <a:off x="11511066" y="7087153"/>
                <a:ext cx="247641" cy="162398"/>
              </a:xfrm>
              <a:custGeom>
                <a:avLst/>
                <a:gdLst/>
                <a:ahLst/>
                <a:cxnLst/>
                <a:rect l="l" t="t" r="r" b="b"/>
                <a:pathLst>
                  <a:path w="537" h="354" extrusionOk="0">
                    <a:moveTo>
                      <a:pt x="483" y="353"/>
                    </a:moveTo>
                    <a:lnTo>
                      <a:pt x="483" y="353"/>
                    </a:lnTo>
                    <a:cubicBezTo>
                      <a:pt x="477" y="353"/>
                      <a:pt x="471" y="347"/>
                      <a:pt x="460" y="347"/>
                    </a:cubicBezTo>
                    <a:cubicBezTo>
                      <a:pt x="30" y="94"/>
                      <a:pt x="30" y="94"/>
                      <a:pt x="30" y="94"/>
                    </a:cubicBezTo>
                    <a:cubicBezTo>
                      <a:pt x="12" y="82"/>
                      <a:pt x="0" y="52"/>
                      <a:pt x="12" y="29"/>
                    </a:cubicBezTo>
                    <a:cubicBezTo>
                      <a:pt x="30" y="11"/>
                      <a:pt x="59" y="0"/>
                      <a:pt x="77" y="17"/>
                    </a:cubicBezTo>
                    <a:cubicBezTo>
                      <a:pt x="507" y="264"/>
                      <a:pt x="507" y="264"/>
                      <a:pt x="507" y="264"/>
                    </a:cubicBezTo>
                    <a:cubicBezTo>
                      <a:pt x="530" y="276"/>
                      <a:pt x="536" y="306"/>
                      <a:pt x="524" y="329"/>
                    </a:cubicBezTo>
                    <a:cubicBezTo>
                      <a:pt x="519" y="341"/>
                      <a:pt x="501" y="353"/>
                      <a:pt x="483" y="353"/>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0" name="Google Shape;400;p41"/>
              <p:cNvSpPr/>
              <p:nvPr/>
            </p:nvSpPr>
            <p:spPr>
              <a:xfrm>
                <a:off x="11413633" y="7466758"/>
                <a:ext cx="274030" cy="42630"/>
              </a:xfrm>
              <a:custGeom>
                <a:avLst/>
                <a:gdLst/>
                <a:ahLst/>
                <a:cxnLst/>
                <a:rect l="l" t="t" r="r" b="b"/>
                <a:pathLst>
                  <a:path w="596" h="94" extrusionOk="0">
                    <a:moveTo>
                      <a:pt x="548" y="93"/>
                    </a:moveTo>
                    <a:lnTo>
                      <a:pt x="548" y="93"/>
                    </a:lnTo>
                    <a:cubicBezTo>
                      <a:pt x="47" y="93"/>
                      <a:pt x="47" y="93"/>
                      <a:pt x="47" y="93"/>
                    </a:cubicBezTo>
                    <a:cubicBezTo>
                      <a:pt x="24" y="93"/>
                      <a:pt x="0" y="70"/>
                      <a:pt x="0" y="47"/>
                    </a:cubicBezTo>
                    <a:cubicBezTo>
                      <a:pt x="0" y="18"/>
                      <a:pt x="24" y="0"/>
                      <a:pt x="47" y="0"/>
                    </a:cubicBezTo>
                    <a:cubicBezTo>
                      <a:pt x="548" y="0"/>
                      <a:pt x="548" y="0"/>
                      <a:pt x="548" y="0"/>
                    </a:cubicBezTo>
                    <a:cubicBezTo>
                      <a:pt x="571" y="0"/>
                      <a:pt x="595" y="18"/>
                      <a:pt x="595" y="47"/>
                    </a:cubicBezTo>
                    <a:cubicBezTo>
                      <a:pt x="595" y="70"/>
                      <a:pt x="571" y="93"/>
                      <a:pt x="548" y="93"/>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1" name="Google Shape;401;p41"/>
              <p:cNvSpPr/>
              <p:nvPr/>
            </p:nvSpPr>
            <p:spPr>
              <a:xfrm>
                <a:off x="11511066" y="7722537"/>
                <a:ext cx="249671" cy="160369"/>
              </a:xfrm>
              <a:custGeom>
                <a:avLst/>
                <a:gdLst/>
                <a:ahLst/>
                <a:cxnLst/>
                <a:rect l="l" t="t" r="r" b="b"/>
                <a:pathLst>
                  <a:path w="543" h="349" extrusionOk="0">
                    <a:moveTo>
                      <a:pt x="53" y="348"/>
                    </a:moveTo>
                    <a:lnTo>
                      <a:pt x="53" y="348"/>
                    </a:lnTo>
                    <a:cubicBezTo>
                      <a:pt x="42" y="348"/>
                      <a:pt x="24" y="342"/>
                      <a:pt x="12" y="324"/>
                    </a:cubicBezTo>
                    <a:cubicBezTo>
                      <a:pt x="0" y="300"/>
                      <a:pt x="12" y="271"/>
                      <a:pt x="30" y="259"/>
                    </a:cubicBezTo>
                    <a:cubicBezTo>
                      <a:pt x="460" y="12"/>
                      <a:pt x="460" y="12"/>
                      <a:pt x="460" y="12"/>
                    </a:cubicBezTo>
                    <a:cubicBezTo>
                      <a:pt x="483" y="0"/>
                      <a:pt x="513" y="6"/>
                      <a:pt x="524" y="30"/>
                    </a:cubicBezTo>
                    <a:cubicBezTo>
                      <a:pt x="542" y="53"/>
                      <a:pt x="530" y="83"/>
                      <a:pt x="507" y="94"/>
                    </a:cubicBezTo>
                    <a:cubicBezTo>
                      <a:pt x="77" y="342"/>
                      <a:pt x="77" y="342"/>
                      <a:pt x="77" y="342"/>
                    </a:cubicBezTo>
                    <a:cubicBezTo>
                      <a:pt x="71" y="348"/>
                      <a:pt x="65" y="348"/>
                      <a:pt x="53" y="348"/>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2" name="Google Shape;402;p41"/>
              <p:cNvSpPr/>
              <p:nvPr/>
            </p:nvSpPr>
            <p:spPr>
              <a:xfrm>
                <a:off x="11770885" y="7054673"/>
                <a:ext cx="830208" cy="988599"/>
              </a:xfrm>
              <a:custGeom>
                <a:avLst/>
                <a:gdLst/>
                <a:ahLst/>
                <a:cxnLst/>
                <a:rect l="l" t="t" r="r" b="b"/>
                <a:pathLst>
                  <a:path w="1802" h="2149" extrusionOk="0">
                    <a:moveTo>
                      <a:pt x="1318" y="2148"/>
                    </a:moveTo>
                    <a:lnTo>
                      <a:pt x="1318" y="2148"/>
                    </a:lnTo>
                    <a:lnTo>
                      <a:pt x="1318" y="2148"/>
                    </a:lnTo>
                    <a:cubicBezTo>
                      <a:pt x="477" y="2148"/>
                      <a:pt x="477" y="2148"/>
                      <a:pt x="477" y="2148"/>
                    </a:cubicBezTo>
                    <a:cubicBezTo>
                      <a:pt x="435" y="2148"/>
                      <a:pt x="400" y="2113"/>
                      <a:pt x="400" y="2071"/>
                    </a:cubicBezTo>
                    <a:cubicBezTo>
                      <a:pt x="400" y="2066"/>
                      <a:pt x="400" y="2066"/>
                      <a:pt x="400" y="2060"/>
                    </a:cubicBezTo>
                    <a:cubicBezTo>
                      <a:pt x="406" y="2001"/>
                      <a:pt x="400" y="1830"/>
                      <a:pt x="341" y="1753"/>
                    </a:cubicBezTo>
                    <a:cubicBezTo>
                      <a:pt x="5" y="1324"/>
                      <a:pt x="0" y="907"/>
                      <a:pt x="0" y="901"/>
                    </a:cubicBezTo>
                    <a:cubicBezTo>
                      <a:pt x="0" y="400"/>
                      <a:pt x="400" y="0"/>
                      <a:pt x="900" y="0"/>
                    </a:cubicBezTo>
                    <a:cubicBezTo>
                      <a:pt x="1394" y="0"/>
                      <a:pt x="1801" y="400"/>
                      <a:pt x="1801" y="901"/>
                    </a:cubicBezTo>
                    <a:cubicBezTo>
                      <a:pt x="1801" y="907"/>
                      <a:pt x="1794" y="1324"/>
                      <a:pt x="1453" y="1753"/>
                    </a:cubicBezTo>
                    <a:cubicBezTo>
                      <a:pt x="1394" y="1836"/>
                      <a:pt x="1394" y="2007"/>
                      <a:pt x="1394" y="2054"/>
                    </a:cubicBezTo>
                    <a:cubicBezTo>
                      <a:pt x="1394" y="2060"/>
                      <a:pt x="1394" y="2066"/>
                      <a:pt x="1394" y="2071"/>
                    </a:cubicBezTo>
                    <a:cubicBezTo>
                      <a:pt x="1394" y="2113"/>
                      <a:pt x="1365" y="2148"/>
                      <a:pt x="1318" y="2148"/>
                    </a:cubicBezTo>
                    <a:close/>
                    <a:moveTo>
                      <a:pt x="477" y="1989"/>
                    </a:moveTo>
                    <a:lnTo>
                      <a:pt x="477" y="1989"/>
                    </a:lnTo>
                    <a:cubicBezTo>
                      <a:pt x="435" y="1989"/>
                      <a:pt x="406" y="2024"/>
                      <a:pt x="400" y="2060"/>
                    </a:cubicBezTo>
                    <a:cubicBezTo>
                      <a:pt x="406" y="2018"/>
                      <a:pt x="441" y="1989"/>
                      <a:pt x="477" y="1989"/>
                    </a:cubicBezTo>
                    <a:close/>
                    <a:moveTo>
                      <a:pt x="1329" y="1995"/>
                    </a:moveTo>
                    <a:lnTo>
                      <a:pt x="1329" y="1995"/>
                    </a:lnTo>
                    <a:cubicBezTo>
                      <a:pt x="1341" y="1995"/>
                      <a:pt x="1353" y="2001"/>
                      <a:pt x="1365" y="2007"/>
                    </a:cubicBezTo>
                    <a:cubicBezTo>
                      <a:pt x="1353" y="2001"/>
                      <a:pt x="1341" y="1995"/>
                      <a:pt x="1329" y="1995"/>
                    </a:cubicBezTo>
                    <a:close/>
                    <a:moveTo>
                      <a:pt x="559" y="1989"/>
                    </a:moveTo>
                    <a:lnTo>
                      <a:pt x="559" y="1989"/>
                    </a:lnTo>
                    <a:cubicBezTo>
                      <a:pt x="1241" y="1989"/>
                      <a:pt x="1241" y="1989"/>
                      <a:pt x="1241" y="1989"/>
                    </a:cubicBezTo>
                    <a:cubicBezTo>
                      <a:pt x="1241" y="1954"/>
                      <a:pt x="1241" y="1924"/>
                      <a:pt x="1241" y="1924"/>
                    </a:cubicBezTo>
                    <a:cubicBezTo>
                      <a:pt x="1253" y="1812"/>
                      <a:pt x="1282" y="1724"/>
                      <a:pt x="1329" y="1659"/>
                    </a:cubicBezTo>
                    <a:cubicBezTo>
                      <a:pt x="1636" y="1271"/>
                      <a:pt x="1641" y="907"/>
                      <a:pt x="1641" y="901"/>
                    </a:cubicBezTo>
                    <a:cubicBezTo>
                      <a:pt x="1641" y="489"/>
                      <a:pt x="1312" y="153"/>
                      <a:pt x="900" y="153"/>
                    </a:cubicBezTo>
                    <a:cubicBezTo>
                      <a:pt x="488" y="153"/>
                      <a:pt x="153" y="489"/>
                      <a:pt x="153" y="901"/>
                    </a:cubicBezTo>
                    <a:cubicBezTo>
                      <a:pt x="153" y="907"/>
                      <a:pt x="164" y="1271"/>
                      <a:pt x="471" y="1659"/>
                    </a:cubicBezTo>
                    <a:cubicBezTo>
                      <a:pt x="518" y="1724"/>
                      <a:pt x="547" y="1812"/>
                      <a:pt x="553" y="1924"/>
                    </a:cubicBezTo>
                    <a:cubicBezTo>
                      <a:pt x="553" y="1924"/>
                      <a:pt x="559" y="1954"/>
                      <a:pt x="559" y="1989"/>
                    </a:cubicBezTo>
                    <a:close/>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3" name="Google Shape;403;p41"/>
              <p:cNvSpPr/>
              <p:nvPr/>
            </p:nvSpPr>
            <p:spPr>
              <a:xfrm>
                <a:off x="11967782" y="8049362"/>
                <a:ext cx="434387" cy="73079"/>
              </a:xfrm>
              <a:custGeom>
                <a:avLst/>
                <a:gdLst/>
                <a:ahLst/>
                <a:cxnLst/>
                <a:rect l="l" t="t" r="r" b="b"/>
                <a:pathLst>
                  <a:path w="943" h="160" extrusionOk="0">
                    <a:moveTo>
                      <a:pt x="865" y="159"/>
                    </a:moveTo>
                    <a:lnTo>
                      <a:pt x="865" y="159"/>
                    </a:lnTo>
                    <a:cubicBezTo>
                      <a:pt x="77" y="159"/>
                      <a:pt x="77" y="159"/>
                      <a:pt x="77" y="159"/>
                    </a:cubicBezTo>
                    <a:cubicBezTo>
                      <a:pt x="36" y="159"/>
                      <a:pt x="0" y="123"/>
                      <a:pt x="0" y="76"/>
                    </a:cubicBezTo>
                    <a:cubicBezTo>
                      <a:pt x="0" y="35"/>
                      <a:pt x="36" y="0"/>
                      <a:pt x="77" y="0"/>
                    </a:cubicBezTo>
                    <a:cubicBezTo>
                      <a:pt x="865" y="0"/>
                      <a:pt x="865" y="0"/>
                      <a:pt x="865" y="0"/>
                    </a:cubicBezTo>
                    <a:cubicBezTo>
                      <a:pt x="906" y="0"/>
                      <a:pt x="942" y="35"/>
                      <a:pt x="942" y="76"/>
                    </a:cubicBezTo>
                    <a:cubicBezTo>
                      <a:pt x="942" y="123"/>
                      <a:pt x="906" y="159"/>
                      <a:pt x="865" y="159"/>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4" name="Google Shape;404;p41"/>
              <p:cNvSpPr/>
              <p:nvPr/>
            </p:nvSpPr>
            <p:spPr>
              <a:xfrm>
                <a:off x="11996199" y="8126502"/>
                <a:ext cx="379581" cy="71049"/>
              </a:xfrm>
              <a:custGeom>
                <a:avLst/>
                <a:gdLst/>
                <a:ahLst/>
                <a:cxnLst/>
                <a:rect l="l" t="t" r="r" b="b"/>
                <a:pathLst>
                  <a:path w="825" h="154" extrusionOk="0">
                    <a:moveTo>
                      <a:pt x="747" y="153"/>
                    </a:moveTo>
                    <a:lnTo>
                      <a:pt x="747" y="153"/>
                    </a:lnTo>
                    <a:cubicBezTo>
                      <a:pt x="77" y="153"/>
                      <a:pt x="77" y="153"/>
                      <a:pt x="77" y="153"/>
                    </a:cubicBezTo>
                    <a:cubicBezTo>
                      <a:pt x="36" y="153"/>
                      <a:pt x="0" y="117"/>
                      <a:pt x="0" y="76"/>
                    </a:cubicBezTo>
                    <a:cubicBezTo>
                      <a:pt x="0" y="35"/>
                      <a:pt x="36" y="0"/>
                      <a:pt x="77" y="0"/>
                    </a:cubicBezTo>
                    <a:cubicBezTo>
                      <a:pt x="747" y="0"/>
                      <a:pt x="747" y="0"/>
                      <a:pt x="747" y="0"/>
                    </a:cubicBezTo>
                    <a:cubicBezTo>
                      <a:pt x="788" y="0"/>
                      <a:pt x="824" y="35"/>
                      <a:pt x="824" y="76"/>
                    </a:cubicBezTo>
                    <a:cubicBezTo>
                      <a:pt x="824" y="117"/>
                      <a:pt x="788" y="153"/>
                      <a:pt x="747" y="153"/>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5" name="Google Shape;405;p41"/>
              <p:cNvSpPr/>
              <p:nvPr/>
            </p:nvSpPr>
            <p:spPr>
              <a:xfrm>
                <a:off x="12038826" y="8201610"/>
                <a:ext cx="290268" cy="73079"/>
              </a:xfrm>
              <a:custGeom>
                <a:avLst/>
                <a:gdLst/>
                <a:ahLst/>
                <a:cxnLst/>
                <a:rect l="l" t="t" r="r" b="b"/>
                <a:pathLst>
                  <a:path w="630" h="160" extrusionOk="0">
                    <a:moveTo>
                      <a:pt x="552" y="159"/>
                    </a:moveTo>
                    <a:lnTo>
                      <a:pt x="552" y="159"/>
                    </a:lnTo>
                    <a:cubicBezTo>
                      <a:pt x="82" y="159"/>
                      <a:pt x="82" y="159"/>
                      <a:pt x="82" y="159"/>
                    </a:cubicBezTo>
                    <a:cubicBezTo>
                      <a:pt x="35" y="159"/>
                      <a:pt x="0" y="123"/>
                      <a:pt x="0" y="82"/>
                    </a:cubicBezTo>
                    <a:cubicBezTo>
                      <a:pt x="0" y="35"/>
                      <a:pt x="35" y="0"/>
                      <a:pt x="82" y="0"/>
                    </a:cubicBezTo>
                    <a:cubicBezTo>
                      <a:pt x="552" y="0"/>
                      <a:pt x="552" y="0"/>
                      <a:pt x="552" y="0"/>
                    </a:cubicBezTo>
                    <a:cubicBezTo>
                      <a:pt x="593" y="0"/>
                      <a:pt x="629" y="35"/>
                      <a:pt x="629" y="82"/>
                    </a:cubicBezTo>
                    <a:cubicBezTo>
                      <a:pt x="629" y="123"/>
                      <a:pt x="593" y="159"/>
                      <a:pt x="552" y="159"/>
                    </a:cubicBezTo>
                  </a:path>
                </a:pathLst>
              </a:custGeom>
              <a:solidFill>
                <a:srgbClr val="BFBFB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sp>
          <p:nvSpPr>
            <p:cNvPr id="406" name="Google Shape;406;p41"/>
            <p:cNvSpPr/>
            <p:nvPr/>
          </p:nvSpPr>
          <p:spPr>
            <a:xfrm>
              <a:off x="10930529" y="9644927"/>
              <a:ext cx="316656" cy="320737"/>
            </a:xfrm>
            <a:custGeom>
              <a:avLst/>
              <a:gdLst/>
              <a:ahLst/>
              <a:cxnLst/>
              <a:rect l="l" t="t" r="r" b="b"/>
              <a:pathLst>
                <a:path w="690" h="696" extrusionOk="0">
                  <a:moveTo>
                    <a:pt x="689" y="347"/>
                  </a:moveTo>
                  <a:lnTo>
                    <a:pt x="689" y="347"/>
                  </a:lnTo>
                  <a:cubicBezTo>
                    <a:pt x="689" y="153"/>
                    <a:pt x="536" y="0"/>
                    <a:pt x="348" y="0"/>
                  </a:cubicBezTo>
                  <a:cubicBezTo>
                    <a:pt x="153" y="0"/>
                    <a:pt x="0" y="153"/>
                    <a:pt x="0" y="347"/>
                  </a:cubicBezTo>
                  <a:cubicBezTo>
                    <a:pt x="0" y="536"/>
                    <a:pt x="153" y="695"/>
                    <a:pt x="348" y="695"/>
                  </a:cubicBezTo>
                  <a:cubicBezTo>
                    <a:pt x="536" y="695"/>
                    <a:pt x="689" y="536"/>
                    <a:pt x="689" y="347"/>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7" name="Google Shape;407;p41"/>
            <p:cNvSpPr/>
            <p:nvPr/>
          </p:nvSpPr>
          <p:spPr>
            <a:xfrm>
              <a:off x="10640263" y="7357139"/>
              <a:ext cx="247641" cy="243597"/>
            </a:xfrm>
            <a:custGeom>
              <a:avLst/>
              <a:gdLst/>
              <a:ahLst/>
              <a:cxnLst/>
              <a:rect l="l" t="t" r="r" b="b"/>
              <a:pathLst>
                <a:path w="537" h="530" extrusionOk="0">
                  <a:moveTo>
                    <a:pt x="536" y="265"/>
                  </a:moveTo>
                  <a:lnTo>
                    <a:pt x="536" y="265"/>
                  </a:lnTo>
                  <a:cubicBezTo>
                    <a:pt x="536" y="118"/>
                    <a:pt x="418" y="0"/>
                    <a:pt x="271" y="0"/>
                  </a:cubicBezTo>
                  <a:cubicBezTo>
                    <a:pt x="124" y="0"/>
                    <a:pt x="0" y="118"/>
                    <a:pt x="0" y="265"/>
                  </a:cubicBezTo>
                  <a:cubicBezTo>
                    <a:pt x="0" y="412"/>
                    <a:pt x="124" y="529"/>
                    <a:pt x="271" y="529"/>
                  </a:cubicBezTo>
                  <a:cubicBezTo>
                    <a:pt x="418" y="529"/>
                    <a:pt x="536" y="412"/>
                    <a:pt x="536" y="265"/>
                  </a:cubicBezTo>
                </a:path>
              </a:pathLst>
            </a:custGeom>
            <a:solidFill>
              <a:srgbClr val="4FBE9A"/>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8" name="Google Shape;408;p41"/>
            <p:cNvSpPr/>
            <p:nvPr/>
          </p:nvSpPr>
          <p:spPr>
            <a:xfrm>
              <a:off x="11665334" y="2958177"/>
              <a:ext cx="1067700" cy="1067769"/>
            </a:xfrm>
            <a:custGeom>
              <a:avLst/>
              <a:gdLst/>
              <a:ahLst/>
              <a:cxnLst/>
              <a:rect l="l" t="t" r="r" b="b"/>
              <a:pathLst>
                <a:path w="2320" h="2321" extrusionOk="0">
                  <a:moveTo>
                    <a:pt x="2319" y="1160"/>
                  </a:moveTo>
                  <a:lnTo>
                    <a:pt x="2319" y="1160"/>
                  </a:lnTo>
                  <a:cubicBezTo>
                    <a:pt x="2319" y="518"/>
                    <a:pt x="1801" y="0"/>
                    <a:pt x="1160" y="0"/>
                  </a:cubicBezTo>
                  <a:cubicBezTo>
                    <a:pt x="524" y="0"/>
                    <a:pt x="0" y="518"/>
                    <a:pt x="0" y="1160"/>
                  </a:cubicBezTo>
                  <a:cubicBezTo>
                    <a:pt x="0" y="1802"/>
                    <a:pt x="524" y="2320"/>
                    <a:pt x="1160" y="2320"/>
                  </a:cubicBezTo>
                  <a:cubicBezTo>
                    <a:pt x="1801" y="2320"/>
                    <a:pt x="2319" y="1802"/>
                    <a:pt x="2319" y="1160"/>
                  </a:cubicBezTo>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09" name="Google Shape;409;p41"/>
            <p:cNvSpPr/>
            <p:nvPr/>
          </p:nvSpPr>
          <p:spPr>
            <a:xfrm>
              <a:off x="8638833" y="4673507"/>
              <a:ext cx="777430" cy="781542"/>
            </a:xfrm>
            <a:custGeom>
              <a:avLst/>
              <a:gdLst/>
              <a:ahLst/>
              <a:cxnLst/>
              <a:rect l="l" t="t" r="r" b="b"/>
              <a:pathLst>
                <a:path w="1691" h="1697" extrusionOk="0">
                  <a:moveTo>
                    <a:pt x="1690" y="848"/>
                  </a:moveTo>
                  <a:lnTo>
                    <a:pt x="1690" y="848"/>
                  </a:lnTo>
                  <a:cubicBezTo>
                    <a:pt x="1690" y="383"/>
                    <a:pt x="1313" y="0"/>
                    <a:pt x="842" y="0"/>
                  </a:cubicBezTo>
                  <a:cubicBezTo>
                    <a:pt x="377" y="0"/>
                    <a:pt x="0" y="383"/>
                    <a:pt x="0" y="848"/>
                  </a:cubicBezTo>
                  <a:cubicBezTo>
                    <a:pt x="0" y="1319"/>
                    <a:pt x="377" y="1696"/>
                    <a:pt x="842" y="1696"/>
                  </a:cubicBezTo>
                  <a:cubicBezTo>
                    <a:pt x="1313" y="1696"/>
                    <a:pt x="1690" y="1319"/>
                    <a:pt x="1690" y="848"/>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0" name="Google Shape;410;p41"/>
            <p:cNvSpPr/>
            <p:nvPr/>
          </p:nvSpPr>
          <p:spPr>
            <a:xfrm>
              <a:off x="11900796" y="4620729"/>
              <a:ext cx="598805" cy="598844"/>
            </a:xfrm>
            <a:custGeom>
              <a:avLst/>
              <a:gdLst/>
              <a:ahLst/>
              <a:cxnLst/>
              <a:rect l="l" t="t" r="r" b="b"/>
              <a:pathLst>
                <a:path w="1301" h="1303" extrusionOk="0">
                  <a:moveTo>
                    <a:pt x="1300" y="654"/>
                  </a:moveTo>
                  <a:lnTo>
                    <a:pt x="1300" y="654"/>
                  </a:lnTo>
                  <a:cubicBezTo>
                    <a:pt x="1300" y="295"/>
                    <a:pt x="1006" y="0"/>
                    <a:pt x="648" y="0"/>
                  </a:cubicBezTo>
                  <a:cubicBezTo>
                    <a:pt x="289" y="0"/>
                    <a:pt x="0" y="295"/>
                    <a:pt x="0" y="654"/>
                  </a:cubicBezTo>
                  <a:cubicBezTo>
                    <a:pt x="0" y="1013"/>
                    <a:pt x="289" y="1302"/>
                    <a:pt x="648" y="1302"/>
                  </a:cubicBezTo>
                  <a:cubicBezTo>
                    <a:pt x="1006" y="1302"/>
                    <a:pt x="1300" y="1013"/>
                    <a:pt x="1300" y="654"/>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1" name="Google Shape;411;p41"/>
            <p:cNvSpPr/>
            <p:nvPr/>
          </p:nvSpPr>
          <p:spPr>
            <a:xfrm>
              <a:off x="9456860" y="8274691"/>
              <a:ext cx="1023043" cy="1021080"/>
            </a:xfrm>
            <a:custGeom>
              <a:avLst/>
              <a:gdLst/>
              <a:ahLst/>
              <a:cxnLst/>
              <a:rect l="l" t="t" r="r" b="b"/>
              <a:pathLst>
                <a:path w="2221" h="2220" extrusionOk="0">
                  <a:moveTo>
                    <a:pt x="2220" y="1112"/>
                  </a:moveTo>
                  <a:lnTo>
                    <a:pt x="2220" y="1112"/>
                  </a:lnTo>
                  <a:cubicBezTo>
                    <a:pt x="2220" y="500"/>
                    <a:pt x="1720" y="0"/>
                    <a:pt x="1107" y="0"/>
                  </a:cubicBezTo>
                  <a:cubicBezTo>
                    <a:pt x="495" y="0"/>
                    <a:pt x="0" y="500"/>
                    <a:pt x="0" y="1112"/>
                  </a:cubicBezTo>
                  <a:cubicBezTo>
                    <a:pt x="0" y="1725"/>
                    <a:pt x="495" y="2219"/>
                    <a:pt x="1107" y="2219"/>
                  </a:cubicBezTo>
                  <a:cubicBezTo>
                    <a:pt x="1720" y="2219"/>
                    <a:pt x="2220" y="1725"/>
                    <a:pt x="2220" y="111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2" name="Google Shape;412;p41"/>
            <p:cNvSpPr/>
            <p:nvPr/>
          </p:nvSpPr>
          <p:spPr>
            <a:xfrm>
              <a:off x="11492798" y="8560918"/>
              <a:ext cx="578506" cy="578543"/>
            </a:xfrm>
            <a:custGeom>
              <a:avLst/>
              <a:gdLst/>
              <a:ahLst/>
              <a:cxnLst/>
              <a:rect l="l" t="t" r="r" b="b"/>
              <a:pathLst>
                <a:path w="1255" h="1255" extrusionOk="0">
                  <a:moveTo>
                    <a:pt x="1254" y="624"/>
                  </a:moveTo>
                  <a:lnTo>
                    <a:pt x="1254" y="624"/>
                  </a:lnTo>
                  <a:cubicBezTo>
                    <a:pt x="1254" y="276"/>
                    <a:pt x="972" y="0"/>
                    <a:pt x="630" y="0"/>
                  </a:cubicBezTo>
                  <a:cubicBezTo>
                    <a:pt x="283" y="0"/>
                    <a:pt x="0" y="276"/>
                    <a:pt x="0" y="624"/>
                  </a:cubicBezTo>
                  <a:cubicBezTo>
                    <a:pt x="0" y="971"/>
                    <a:pt x="283" y="1254"/>
                    <a:pt x="630" y="1254"/>
                  </a:cubicBezTo>
                  <a:cubicBezTo>
                    <a:pt x="972" y="1254"/>
                    <a:pt x="1254" y="971"/>
                    <a:pt x="1254" y="624"/>
                  </a:cubicBezTo>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3" name="Google Shape;413;p41"/>
            <p:cNvSpPr/>
            <p:nvPr/>
          </p:nvSpPr>
          <p:spPr>
            <a:xfrm>
              <a:off x="9306652" y="7176473"/>
              <a:ext cx="637372" cy="637413"/>
            </a:xfrm>
            <a:custGeom>
              <a:avLst/>
              <a:gdLst/>
              <a:ahLst/>
              <a:cxnLst/>
              <a:rect l="l" t="t" r="r" b="b"/>
              <a:pathLst>
                <a:path w="1385" h="1383" extrusionOk="0">
                  <a:moveTo>
                    <a:pt x="1384" y="695"/>
                  </a:moveTo>
                  <a:lnTo>
                    <a:pt x="1384" y="695"/>
                  </a:lnTo>
                  <a:cubicBezTo>
                    <a:pt x="1384" y="312"/>
                    <a:pt x="1072" y="0"/>
                    <a:pt x="689" y="0"/>
                  </a:cubicBezTo>
                  <a:cubicBezTo>
                    <a:pt x="307" y="0"/>
                    <a:pt x="0" y="312"/>
                    <a:pt x="0" y="695"/>
                  </a:cubicBezTo>
                  <a:cubicBezTo>
                    <a:pt x="0" y="1076"/>
                    <a:pt x="307" y="1382"/>
                    <a:pt x="689" y="1382"/>
                  </a:cubicBezTo>
                  <a:cubicBezTo>
                    <a:pt x="1072" y="1382"/>
                    <a:pt x="1384" y="1076"/>
                    <a:pt x="1384" y="695"/>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4" name="Google Shape;414;p41"/>
            <p:cNvSpPr/>
            <p:nvPr/>
          </p:nvSpPr>
          <p:spPr>
            <a:xfrm>
              <a:off x="9458891" y="7308421"/>
              <a:ext cx="330864" cy="371487"/>
            </a:xfrm>
            <a:custGeom>
              <a:avLst/>
              <a:gdLst/>
              <a:ahLst/>
              <a:cxnLst/>
              <a:rect l="l" t="t" r="r" b="b"/>
              <a:pathLst>
                <a:path w="719" h="807" extrusionOk="0">
                  <a:moveTo>
                    <a:pt x="712" y="547"/>
                  </a:moveTo>
                  <a:lnTo>
                    <a:pt x="712" y="547"/>
                  </a:lnTo>
                  <a:lnTo>
                    <a:pt x="712" y="547"/>
                  </a:lnTo>
                  <a:cubicBezTo>
                    <a:pt x="712" y="165"/>
                    <a:pt x="712" y="165"/>
                    <a:pt x="712" y="165"/>
                  </a:cubicBezTo>
                  <a:cubicBezTo>
                    <a:pt x="712" y="30"/>
                    <a:pt x="712" y="30"/>
                    <a:pt x="712" y="30"/>
                  </a:cubicBezTo>
                  <a:cubicBezTo>
                    <a:pt x="712" y="18"/>
                    <a:pt x="707" y="12"/>
                    <a:pt x="701" y="6"/>
                  </a:cubicBezTo>
                  <a:cubicBezTo>
                    <a:pt x="695" y="0"/>
                    <a:pt x="683" y="0"/>
                    <a:pt x="677" y="0"/>
                  </a:cubicBezTo>
                  <a:cubicBezTo>
                    <a:pt x="236" y="106"/>
                    <a:pt x="236" y="106"/>
                    <a:pt x="236" y="106"/>
                  </a:cubicBezTo>
                  <a:cubicBezTo>
                    <a:pt x="224" y="112"/>
                    <a:pt x="212" y="124"/>
                    <a:pt x="212" y="136"/>
                  </a:cubicBezTo>
                  <a:cubicBezTo>
                    <a:pt x="212" y="271"/>
                    <a:pt x="212" y="271"/>
                    <a:pt x="212" y="271"/>
                  </a:cubicBezTo>
                  <a:cubicBezTo>
                    <a:pt x="212" y="594"/>
                    <a:pt x="212" y="594"/>
                    <a:pt x="212" y="594"/>
                  </a:cubicBezTo>
                  <a:cubicBezTo>
                    <a:pt x="206" y="594"/>
                    <a:pt x="200" y="588"/>
                    <a:pt x="194" y="588"/>
                  </a:cubicBezTo>
                  <a:cubicBezTo>
                    <a:pt x="171" y="588"/>
                    <a:pt x="141" y="600"/>
                    <a:pt x="118" y="612"/>
                  </a:cubicBezTo>
                  <a:cubicBezTo>
                    <a:pt x="59" y="635"/>
                    <a:pt x="0" y="700"/>
                    <a:pt x="12" y="753"/>
                  </a:cubicBezTo>
                  <a:cubicBezTo>
                    <a:pt x="18" y="788"/>
                    <a:pt x="47" y="806"/>
                    <a:pt x="88" y="806"/>
                  </a:cubicBezTo>
                  <a:cubicBezTo>
                    <a:pt x="112" y="806"/>
                    <a:pt x="141" y="800"/>
                    <a:pt x="165" y="788"/>
                  </a:cubicBezTo>
                  <a:cubicBezTo>
                    <a:pt x="224" y="765"/>
                    <a:pt x="277" y="706"/>
                    <a:pt x="271" y="653"/>
                  </a:cubicBezTo>
                  <a:lnTo>
                    <a:pt x="271" y="653"/>
                  </a:lnTo>
                  <a:cubicBezTo>
                    <a:pt x="271" y="295"/>
                    <a:pt x="271" y="295"/>
                    <a:pt x="271" y="295"/>
                  </a:cubicBezTo>
                  <a:cubicBezTo>
                    <a:pt x="654" y="206"/>
                    <a:pt x="654" y="206"/>
                    <a:pt x="654" y="206"/>
                  </a:cubicBezTo>
                  <a:cubicBezTo>
                    <a:pt x="654" y="488"/>
                    <a:pt x="654" y="488"/>
                    <a:pt x="654" y="488"/>
                  </a:cubicBezTo>
                  <a:cubicBezTo>
                    <a:pt x="648" y="482"/>
                    <a:pt x="642" y="482"/>
                    <a:pt x="630" y="482"/>
                  </a:cubicBezTo>
                  <a:cubicBezTo>
                    <a:pt x="606" y="482"/>
                    <a:pt x="583" y="488"/>
                    <a:pt x="553" y="506"/>
                  </a:cubicBezTo>
                  <a:cubicBezTo>
                    <a:pt x="495" y="529"/>
                    <a:pt x="436" y="588"/>
                    <a:pt x="448" y="647"/>
                  </a:cubicBezTo>
                  <a:cubicBezTo>
                    <a:pt x="453" y="682"/>
                    <a:pt x="483" y="700"/>
                    <a:pt x="530" y="700"/>
                  </a:cubicBezTo>
                  <a:cubicBezTo>
                    <a:pt x="553" y="700"/>
                    <a:pt x="577" y="694"/>
                    <a:pt x="606" y="682"/>
                  </a:cubicBezTo>
                  <a:cubicBezTo>
                    <a:pt x="660" y="659"/>
                    <a:pt x="718" y="600"/>
                    <a:pt x="712" y="547"/>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5" name="Google Shape;415;p41"/>
            <p:cNvSpPr/>
            <p:nvPr/>
          </p:nvSpPr>
          <p:spPr>
            <a:xfrm>
              <a:off x="9718712" y="8560917"/>
              <a:ext cx="493252" cy="584634"/>
            </a:xfrm>
            <a:custGeom>
              <a:avLst/>
              <a:gdLst/>
              <a:ahLst/>
              <a:cxnLst/>
              <a:rect l="l" t="t" r="r" b="b"/>
              <a:pathLst>
                <a:path w="1073" h="1272" extrusionOk="0">
                  <a:moveTo>
                    <a:pt x="1054" y="1124"/>
                  </a:moveTo>
                  <a:lnTo>
                    <a:pt x="1054" y="1124"/>
                  </a:lnTo>
                  <a:cubicBezTo>
                    <a:pt x="736" y="577"/>
                    <a:pt x="736" y="577"/>
                    <a:pt x="736" y="577"/>
                  </a:cubicBezTo>
                  <a:cubicBezTo>
                    <a:pt x="736" y="100"/>
                    <a:pt x="736" y="100"/>
                    <a:pt x="736" y="100"/>
                  </a:cubicBezTo>
                  <a:cubicBezTo>
                    <a:pt x="760" y="94"/>
                    <a:pt x="778" y="76"/>
                    <a:pt x="778" y="53"/>
                  </a:cubicBezTo>
                  <a:cubicBezTo>
                    <a:pt x="778" y="23"/>
                    <a:pt x="754" y="0"/>
                    <a:pt x="725" y="0"/>
                  </a:cubicBezTo>
                  <a:cubicBezTo>
                    <a:pt x="354" y="0"/>
                    <a:pt x="354" y="0"/>
                    <a:pt x="354" y="0"/>
                  </a:cubicBezTo>
                  <a:cubicBezTo>
                    <a:pt x="324" y="0"/>
                    <a:pt x="301" y="23"/>
                    <a:pt x="301" y="53"/>
                  </a:cubicBezTo>
                  <a:cubicBezTo>
                    <a:pt x="301" y="76"/>
                    <a:pt x="312" y="94"/>
                    <a:pt x="336" y="100"/>
                  </a:cubicBezTo>
                  <a:cubicBezTo>
                    <a:pt x="336" y="577"/>
                    <a:pt x="336" y="577"/>
                    <a:pt x="336" y="577"/>
                  </a:cubicBezTo>
                  <a:cubicBezTo>
                    <a:pt x="18" y="1124"/>
                    <a:pt x="18" y="1124"/>
                    <a:pt x="18" y="1124"/>
                  </a:cubicBezTo>
                  <a:cubicBezTo>
                    <a:pt x="0" y="1154"/>
                    <a:pt x="0" y="1195"/>
                    <a:pt x="18" y="1224"/>
                  </a:cubicBezTo>
                  <a:cubicBezTo>
                    <a:pt x="36" y="1254"/>
                    <a:pt x="71" y="1271"/>
                    <a:pt x="106" y="1271"/>
                  </a:cubicBezTo>
                  <a:cubicBezTo>
                    <a:pt x="966" y="1271"/>
                    <a:pt x="966" y="1271"/>
                    <a:pt x="966" y="1271"/>
                  </a:cubicBezTo>
                  <a:cubicBezTo>
                    <a:pt x="1001" y="1271"/>
                    <a:pt x="1037" y="1254"/>
                    <a:pt x="1054" y="1224"/>
                  </a:cubicBezTo>
                  <a:cubicBezTo>
                    <a:pt x="1072" y="1195"/>
                    <a:pt x="1072" y="1154"/>
                    <a:pt x="1054" y="1124"/>
                  </a:cubicBezTo>
                  <a:close/>
                  <a:moveTo>
                    <a:pt x="324" y="53"/>
                  </a:moveTo>
                  <a:lnTo>
                    <a:pt x="324" y="53"/>
                  </a:lnTo>
                  <a:cubicBezTo>
                    <a:pt x="324" y="35"/>
                    <a:pt x="336" y="23"/>
                    <a:pt x="354" y="23"/>
                  </a:cubicBezTo>
                  <a:cubicBezTo>
                    <a:pt x="725" y="23"/>
                    <a:pt x="725" y="23"/>
                    <a:pt x="725" y="23"/>
                  </a:cubicBezTo>
                  <a:cubicBezTo>
                    <a:pt x="742" y="23"/>
                    <a:pt x="754" y="35"/>
                    <a:pt x="754" y="53"/>
                  </a:cubicBezTo>
                  <a:cubicBezTo>
                    <a:pt x="754" y="64"/>
                    <a:pt x="742" y="76"/>
                    <a:pt x="725" y="76"/>
                  </a:cubicBezTo>
                  <a:cubicBezTo>
                    <a:pt x="354" y="76"/>
                    <a:pt x="354" y="76"/>
                    <a:pt x="354" y="76"/>
                  </a:cubicBezTo>
                  <a:cubicBezTo>
                    <a:pt x="336" y="76"/>
                    <a:pt x="324" y="64"/>
                    <a:pt x="324" y="53"/>
                  </a:cubicBezTo>
                  <a:close/>
                  <a:moveTo>
                    <a:pt x="1037" y="1213"/>
                  </a:moveTo>
                  <a:lnTo>
                    <a:pt x="1037" y="1213"/>
                  </a:lnTo>
                  <a:cubicBezTo>
                    <a:pt x="1019" y="1236"/>
                    <a:pt x="995" y="1248"/>
                    <a:pt x="966" y="1248"/>
                  </a:cubicBezTo>
                  <a:cubicBezTo>
                    <a:pt x="106" y="1248"/>
                    <a:pt x="106" y="1248"/>
                    <a:pt x="106" y="1248"/>
                  </a:cubicBezTo>
                  <a:cubicBezTo>
                    <a:pt x="77" y="1248"/>
                    <a:pt x="53" y="1236"/>
                    <a:pt x="41" y="1213"/>
                  </a:cubicBezTo>
                  <a:cubicBezTo>
                    <a:pt x="30" y="1189"/>
                    <a:pt x="30" y="1159"/>
                    <a:pt x="41" y="1136"/>
                  </a:cubicBezTo>
                  <a:cubicBezTo>
                    <a:pt x="359" y="588"/>
                    <a:pt x="359" y="588"/>
                    <a:pt x="359" y="588"/>
                  </a:cubicBezTo>
                  <a:cubicBezTo>
                    <a:pt x="359" y="583"/>
                    <a:pt x="359" y="583"/>
                    <a:pt x="359" y="583"/>
                  </a:cubicBezTo>
                  <a:cubicBezTo>
                    <a:pt x="359" y="106"/>
                    <a:pt x="359" y="106"/>
                    <a:pt x="359" y="106"/>
                  </a:cubicBezTo>
                  <a:cubicBezTo>
                    <a:pt x="713" y="106"/>
                    <a:pt x="713" y="106"/>
                    <a:pt x="713" y="106"/>
                  </a:cubicBezTo>
                  <a:cubicBezTo>
                    <a:pt x="713" y="583"/>
                    <a:pt x="713" y="583"/>
                    <a:pt x="713" y="583"/>
                  </a:cubicBezTo>
                  <a:cubicBezTo>
                    <a:pt x="1037" y="1136"/>
                    <a:pt x="1037" y="1136"/>
                    <a:pt x="1037" y="1136"/>
                  </a:cubicBezTo>
                  <a:cubicBezTo>
                    <a:pt x="1048" y="1159"/>
                    <a:pt x="1048" y="1189"/>
                    <a:pt x="1037" y="121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6" name="Google Shape;416;p41"/>
            <p:cNvSpPr/>
            <p:nvPr/>
          </p:nvSpPr>
          <p:spPr>
            <a:xfrm>
              <a:off x="9889220" y="8422880"/>
              <a:ext cx="44657" cy="44660"/>
            </a:xfrm>
            <a:custGeom>
              <a:avLst/>
              <a:gdLst/>
              <a:ahLst/>
              <a:cxnLst/>
              <a:rect l="l" t="t" r="r" b="b"/>
              <a:pathLst>
                <a:path w="96" h="95" extrusionOk="0">
                  <a:moveTo>
                    <a:pt x="47" y="94"/>
                  </a:moveTo>
                  <a:lnTo>
                    <a:pt x="47" y="94"/>
                  </a:lnTo>
                  <a:cubicBezTo>
                    <a:pt x="77" y="94"/>
                    <a:pt x="95" y="71"/>
                    <a:pt x="95" y="47"/>
                  </a:cubicBezTo>
                  <a:cubicBezTo>
                    <a:pt x="95" y="24"/>
                    <a:pt x="77" y="0"/>
                    <a:pt x="47" y="0"/>
                  </a:cubicBezTo>
                  <a:cubicBezTo>
                    <a:pt x="24" y="0"/>
                    <a:pt x="0" y="24"/>
                    <a:pt x="0" y="47"/>
                  </a:cubicBezTo>
                  <a:cubicBezTo>
                    <a:pt x="0" y="71"/>
                    <a:pt x="24" y="94"/>
                    <a:pt x="47" y="94"/>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7" name="Google Shape;417;p41"/>
            <p:cNvSpPr/>
            <p:nvPr/>
          </p:nvSpPr>
          <p:spPr>
            <a:xfrm>
              <a:off x="9958234" y="8333561"/>
              <a:ext cx="36537" cy="34509"/>
            </a:xfrm>
            <a:custGeom>
              <a:avLst/>
              <a:gdLst/>
              <a:ahLst/>
              <a:cxnLst/>
              <a:rect l="l" t="t" r="r" b="b"/>
              <a:pathLst>
                <a:path w="78" h="77" extrusionOk="0">
                  <a:moveTo>
                    <a:pt x="36" y="76"/>
                  </a:moveTo>
                  <a:lnTo>
                    <a:pt x="36" y="76"/>
                  </a:lnTo>
                  <a:cubicBezTo>
                    <a:pt x="59" y="76"/>
                    <a:pt x="77" y="59"/>
                    <a:pt x="77" y="41"/>
                  </a:cubicBezTo>
                  <a:cubicBezTo>
                    <a:pt x="77" y="18"/>
                    <a:pt x="59" y="0"/>
                    <a:pt x="36" y="0"/>
                  </a:cubicBezTo>
                  <a:cubicBezTo>
                    <a:pt x="18" y="0"/>
                    <a:pt x="0" y="18"/>
                    <a:pt x="0" y="41"/>
                  </a:cubicBezTo>
                  <a:cubicBezTo>
                    <a:pt x="0" y="59"/>
                    <a:pt x="18" y="76"/>
                    <a:pt x="36" y="76"/>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8" name="Google Shape;418;p41"/>
            <p:cNvSpPr/>
            <p:nvPr/>
          </p:nvSpPr>
          <p:spPr>
            <a:xfrm>
              <a:off x="9996800" y="8400549"/>
              <a:ext cx="58866" cy="60899"/>
            </a:xfrm>
            <a:custGeom>
              <a:avLst/>
              <a:gdLst/>
              <a:ahLst/>
              <a:cxnLst/>
              <a:rect l="l" t="t" r="r" b="b"/>
              <a:pathLst>
                <a:path w="130" h="131" extrusionOk="0">
                  <a:moveTo>
                    <a:pt x="65" y="130"/>
                  </a:moveTo>
                  <a:lnTo>
                    <a:pt x="65" y="130"/>
                  </a:lnTo>
                  <a:cubicBezTo>
                    <a:pt x="100" y="130"/>
                    <a:pt x="129" y="100"/>
                    <a:pt x="129" y="65"/>
                  </a:cubicBezTo>
                  <a:cubicBezTo>
                    <a:pt x="129" y="30"/>
                    <a:pt x="100" y="0"/>
                    <a:pt x="65" y="0"/>
                  </a:cubicBezTo>
                  <a:cubicBezTo>
                    <a:pt x="29" y="0"/>
                    <a:pt x="0" y="30"/>
                    <a:pt x="0" y="65"/>
                  </a:cubicBezTo>
                  <a:cubicBezTo>
                    <a:pt x="0" y="100"/>
                    <a:pt x="29" y="130"/>
                    <a:pt x="65" y="130"/>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19" name="Google Shape;419;p41"/>
            <p:cNvSpPr/>
            <p:nvPr/>
          </p:nvSpPr>
          <p:spPr>
            <a:xfrm>
              <a:off x="9941995" y="8518288"/>
              <a:ext cx="28418" cy="28420"/>
            </a:xfrm>
            <a:custGeom>
              <a:avLst/>
              <a:gdLst/>
              <a:ahLst/>
              <a:cxnLst/>
              <a:rect l="l" t="t" r="r" b="b"/>
              <a:pathLst>
                <a:path w="60" h="60" extrusionOk="0">
                  <a:moveTo>
                    <a:pt x="30" y="59"/>
                  </a:moveTo>
                  <a:lnTo>
                    <a:pt x="30" y="59"/>
                  </a:lnTo>
                  <a:cubicBezTo>
                    <a:pt x="41" y="59"/>
                    <a:pt x="59" y="47"/>
                    <a:pt x="59" y="30"/>
                  </a:cubicBezTo>
                  <a:cubicBezTo>
                    <a:pt x="59" y="12"/>
                    <a:pt x="41" y="0"/>
                    <a:pt x="30" y="0"/>
                  </a:cubicBezTo>
                  <a:cubicBezTo>
                    <a:pt x="12" y="0"/>
                    <a:pt x="0" y="12"/>
                    <a:pt x="0" y="30"/>
                  </a:cubicBezTo>
                  <a:cubicBezTo>
                    <a:pt x="0" y="47"/>
                    <a:pt x="12" y="59"/>
                    <a:pt x="30" y="59"/>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0" name="Google Shape;420;p41"/>
            <p:cNvSpPr/>
            <p:nvPr/>
          </p:nvSpPr>
          <p:spPr>
            <a:xfrm>
              <a:off x="9747130" y="8928344"/>
              <a:ext cx="442506" cy="192849"/>
            </a:xfrm>
            <a:custGeom>
              <a:avLst/>
              <a:gdLst/>
              <a:ahLst/>
              <a:cxnLst/>
              <a:rect l="l" t="t" r="r" b="b"/>
              <a:pathLst>
                <a:path w="961" h="419" extrusionOk="0">
                  <a:moveTo>
                    <a:pt x="772" y="42"/>
                  </a:moveTo>
                  <a:lnTo>
                    <a:pt x="772" y="42"/>
                  </a:lnTo>
                  <a:cubicBezTo>
                    <a:pt x="642" y="42"/>
                    <a:pt x="642" y="42"/>
                    <a:pt x="642" y="42"/>
                  </a:cubicBezTo>
                  <a:cubicBezTo>
                    <a:pt x="636" y="30"/>
                    <a:pt x="619" y="24"/>
                    <a:pt x="607" y="24"/>
                  </a:cubicBezTo>
                  <a:cubicBezTo>
                    <a:pt x="589" y="24"/>
                    <a:pt x="577" y="30"/>
                    <a:pt x="565" y="42"/>
                  </a:cubicBezTo>
                  <a:cubicBezTo>
                    <a:pt x="489" y="42"/>
                    <a:pt x="489" y="42"/>
                    <a:pt x="489" y="42"/>
                  </a:cubicBezTo>
                  <a:cubicBezTo>
                    <a:pt x="471" y="18"/>
                    <a:pt x="442" y="0"/>
                    <a:pt x="407" y="0"/>
                  </a:cubicBezTo>
                  <a:cubicBezTo>
                    <a:pt x="377" y="0"/>
                    <a:pt x="348" y="18"/>
                    <a:pt x="330" y="42"/>
                  </a:cubicBezTo>
                  <a:cubicBezTo>
                    <a:pt x="183" y="42"/>
                    <a:pt x="183" y="42"/>
                    <a:pt x="183" y="42"/>
                  </a:cubicBezTo>
                  <a:cubicBezTo>
                    <a:pt x="6" y="354"/>
                    <a:pt x="6" y="354"/>
                    <a:pt x="6" y="354"/>
                  </a:cubicBezTo>
                  <a:cubicBezTo>
                    <a:pt x="0" y="366"/>
                    <a:pt x="0" y="383"/>
                    <a:pt x="6" y="395"/>
                  </a:cubicBezTo>
                  <a:cubicBezTo>
                    <a:pt x="12" y="413"/>
                    <a:pt x="30" y="418"/>
                    <a:pt x="47" y="418"/>
                  </a:cubicBezTo>
                  <a:cubicBezTo>
                    <a:pt x="907" y="418"/>
                    <a:pt x="907" y="418"/>
                    <a:pt x="907" y="418"/>
                  </a:cubicBezTo>
                  <a:cubicBezTo>
                    <a:pt x="925" y="418"/>
                    <a:pt x="942" y="413"/>
                    <a:pt x="948" y="395"/>
                  </a:cubicBezTo>
                  <a:cubicBezTo>
                    <a:pt x="960" y="383"/>
                    <a:pt x="960" y="366"/>
                    <a:pt x="948" y="354"/>
                  </a:cubicBezTo>
                  <a:lnTo>
                    <a:pt x="772" y="42"/>
                  </a:lnTo>
                  <a:close/>
                  <a:moveTo>
                    <a:pt x="300" y="324"/>
                  </a:moveTo>
                  <a:lnTo>
                    <a:pt x="300" y="324"/>
                  </a:lnTo>
                  <a:cubicBezTo>
                    <a:pt x="271" y="324"/>
                    <a:pt x="248" y="301"/>
                    <a:pt x="248" y="271"/>
                  </a:cubicBezTo>
                  <a:cubicBezTo>
                    <a:pt x="248" y="242"/>
                    <a:pt x="271" y="218"/>
                    <a:pt x="300" y="218"/>
                  </a:cubicBezTo>
                  <a:cubicBezTo>
                    <a:pt x="330" y="218"/>
                    <a:pt x="353" y="242"/>
                    <a:pt x="353" y="271"/>
                  </a:cubicBezTo>
                  <a:cubicBezTo>
                    <a:pt x="353" y="301"/>
                    <a:pt x="330" y="324"/>
                    <a:pt x="300" y="324"/>
                  </a:cubicBezTo>
                  <a:close/>
                  <a:moveTo>
                    <a:pt x="407" y="130"/>
                  </a:moveTo>
                  <a:lnTo>
                    <a:pt x="407" y="130"/>
                  </a:lnTo>
                  <a:cubicBezTo>
                    <a:pt x="389" y="130"/>
                    <a:pt x="371" y="112"/>
                    <a:pt x="371" y="89"/>
                  </a:cubicBezTo>
                  <a:cubicBezTo>
                    <a:pt x="371" y="71"/>
                    <a:pt x="389" y="53"/>
                    <a:pt x="407" y="53"/>
                  </a:cubicBezTo>
                  <a:cubicBezTo>
                    <a:pt x="430" y="53"/>
                    <a:pt x="448" y="71"/>
                    <a:pt x="448" y="89"/>
                  </a:cubicBezTo>
                  <a:cubicBezTo>
                    <a:pt x="448" y="112"/>
                    <a:pt x="430" y="130"/>
                    <a:pt x="407" y="130"/>
                  </a:cubicBezTo>
                  <a:close/>
                  <a:moveTo>
                    <a:pt x="607" y="53"/>
                  </a:moveTo>
                  <a:lnTo>
                    <a:pt x="607" y="53"/>
                  </a:lnTo>
                  <a:cubicBezTo>
                    <a:pt x="612" y="53"/>
                    <a:pt x="624" y="59"/>
                    <a:pt x="624" y="71"/>
                  </a:cubicBezTo>
                  <a:cubicBezTo>
                    <a:pt x="624" y="77"/>
                    <a:pt x="612" y="83"/>
                    <a:pt x="607" y="83"/>
                  </a:cubicBezTo>
                  <a:cubicBezTo>
                    <a:pt x="595" y="83"/>
                    <a:pt x="589" y="77"/>
                    <a:pt x="589" y="71"/>
                  </a:cubicBezTo>
                  <a:cubicBezTo>
                    <a:pt x="589" y="59"/>
                    <a:pt x="595" y="53"/>
                    <a:pt x="607" y="53"/>
                  </a:cubicBezTo>
                  <a:close/>
                  <a:moveTo>
                    <a:pt x="560" y="289"/>
                  </a:moveTo>
                  <a:lnTo>
                    <a:pt x="560" y="289"/>
                  </a:lnTo>
                  <a:cubicBezTo>
                    <a:pt x="518" y="289"/>
                    <a:pt x="477" y="248"/>
                    <a:pt x="477" y="206"/>
                  </a:cubicBezTo>
                  <a:cubicBezTo>
                    <a:pt x="477" y="159"/>
                    <a:pt x="518" y="124"/>
                    <a:pt x="560" y="124"/>
                  </a:cubicBezTo>
                  <a:cubicBezTo>
                    <a:pt x="607" y="124"/>
                    <a:pt x="642" y="159"/>
                    <a:pt x="642" y="206"/>
                  </a:cubicBezTo>
                  <a:cubicBezTo>
                    <a:pt x="642" y="248"/>
                    <a:pt x="607" y="289"/>
                    <a:pt x="560" y="289"/>
                  </a:cubicBezTo>
                  <a:close/>
                  <a:moveTo>
                    <a:pt x="695" y="366"/>
                  </a:moveTo>
                  <a:lnTo>
                    <a:pt x="695" y="366"/>
                  </a:lnTo>
                  <a:cubicBezTo>
                    <a:pt x="683" y="366"/>
                    <a:pt x="671" y="354"/>
                    <a:pt x="671" y="342"/>
                  </a:cubicBezTo>
                  <a:cubicBezTo>
                    <a:pt x="671" y="324"/>
                    <a:pt x="683" y="318"/>
                    <a:pt x="695" y="318"/>
                  </a:cubicBezTo>
                  <a:cubicBezTo>
                    <a:pt x="713" y="318"/>
                    <a:pt x="719" y="324"/>
                    <a:pt x="719" y="342"/>
                  </a:cubicBezTo>
                  <a:cubicBezTo>
                    <a:pt x="719" y="354"/>
                    <a:pt x="713" y="366"/>
                    <a:pt x="695" y="36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1" name="Google Shape;421;p41"/>
            <p:cNvSpPr/>
            <p:nvPr/>
          </p:nvSpPr>
          <p:spPr>
            <a:xfrm>
              <a:off x="11545573" y="8615727"/>
              <a:ext cx="361313" cy="466895"/>
            </a:xfrm>
            <a:custGeom>
              <a:avLst/>
              <a:gdLst/>
              <a:ahLst/>
              <a:cxnLst/>
              <a:rect l="l" t="t" r="r" b="b"/>
              <a:pathLst>
                <a:path w="784" h="1014" extrusionOk="0">
                  <a:moveTo>
                    <a:pt x="760" y="919"/>
                  </a:moveTo>
                  <a:lnTo>
                    <a:pt x="424" y="766"/>
                  </a:lnTo>
                  <a:lnTo>
                    <a:pt x="695" y="130"/>
                  </a:lnTo>
                  <a:lnTo>
                    <a:pt x="289" y="707"/>
                  </a:lnTo>
                  <a:lnTo>
                    <a:pt x="0" y="577"/>
                  </a:lnTo>
                  <a:lnTo>
                    <a:pt x="783" y="0"/>
                  </a:lnTo>
                  <a:lnTo>
                    <a:pt x="760" y="919"/>
                  </a:lnTo>
                  <a:close/>
                  <a:moveTo>
                    <a:pt x="330" y="1013"/>
                  </a:moveTo>
                  <a:lnTo>
                    <a:pt x="277" y="801"/>
                  </a:lnTo>
                  <a:lnTo>
                    <a:pt x="465" y="872"/>
                  </a:lnTo>
                  <a:lnTo>
                    <a:pt x="330" y="101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2" name="Google Shape;422;p41"/>
            <p:cNvSpPr/>
            <p:nvPr/>
          </p:nvSpPr>
          <p:spPr>
            <a:xfrm>
              <a:off x="12207303" y="4697868"/>
              <a:ext cx="192835" cy="209088"/>
            </a:xfrm>
            <a:custGeom>
              <a:avLst/>
              <a:gdLst/>
              <a:ahLst/>
              <a:cxnLst/>
              <a:rect l="l" t="t" r="r" b="b"/>
              <a:pathLst>
                <a:path w="418" h="455" extrusionOk="0">
                  <a:moveTo>
                    <a:pt x="0" y="454"/>
                  </a:moveTo>
                  <a:lnTo>
                    <a:pt x="0" y="454"/>
                  </a:lnTo>
                  <a:cubicBezTo>
                    <a:pt x="417" y="271"/>
                    <a:pt x="417" y="271"/>
                    <a:pt x="417" y="271"/>
                  </a:cubicBezTo>
                  <a:cubicBezTo>
                    <a:pt x="340" y="118"/>
                    <a:pt x="187" y="6"/>
                    <a:pt x="0" y="0"/>
                  </a:cubicBezTo>
                  <a:lnTo>
                    <a:pt x="0" y="454"/>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3" name="Google Shape;423;p41"/>
            <p:cNvSpPr/>
            <p:nvPr/>
          </p:nvSpPr>
          <p:spPr>
            <a:xfrm>
              <a:off x="11977930" y="4697868"/>
              <a:ext cx="349133" cy="444566"/>
            </a:xfrm>
            <a:custGeom>
              <a:avLst/>
              <a:gdLst/>
              <a:ahLst/>
              <a:cxnLst/>
              <a:rect l="l" t="t" r="r" b="b"/>
              <a:pathLst>
                <a:path w="760" h="967" extrusionOk="0">
                  <a:moveTo>
                    <a:pt x="465" y="489"/>
                  </a:moveTo>
                  <a:lnTo>
                    <a:pt x="465" y="489"/>
                  </a:lnTo>
                  <a:cubicBezTo>
                    <a:pt x="465" y="0"/>
                    <a:pt x="465" y="0"/>
                    <a:pt x="465" y="0"/>
                  </a:cubicBezTo>
                  <a:cubicBezTo>
                    <a:pt x="206" y="6"/>
                    <a:pt x="0" y="218"/>
                    <a:pt x="0" y="483"/>
                  </a:cubicBezTo>
                  <a:cubicBezTo>
                    <a:pt x="0" y="748"/>
                    <a:pt x="218" y="966"/>
                    <a:pt x="483" y="966"/>
                  </a:cubicBezTo>
                  <a:cubicBezTo>
                    <a:pt x="577" y="966"/>
                    <a:pt x="664" y="936"/>
                    <a:pt x="741" y="889"/>
                  </a:cubicBezTo>
                  <a:lnTo>
                    <a:pt x="741" y="889"/>
                  </a:lnTo>
                  <a:cubicBezTo>
                    <a:pt x="753" y="883"/>
                    <a:pt x="753" y="883"/>
                    <a:pt x="753" y="883"/>
                  </a:cubicBezTo>
                  <a:lnTo>
                    <a:pt x="753" y="883"/>
                  </a:lnTo>
                  <a:cubicBezTo>
                    <a:pt x="759" y="877"/>
                    <a:pt x="759" y="877"/>
                    <a:pt x="759" y="877"/>
                  </a:cubicBezTo>
                  <a:lnTo>
                    <a:pt x="465" y="489"/>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4" name="Google Shape;424;p41"/>
            <p:cNvSpPr/>
            <p:nvPr/>
          </p:nvSpPr>
          <p:spPr>
            <a:xfrm>
              <a:off x="12213392" y="4839965"/>
              <a:ext cx="209074" cy="251717"/>
            </a:xfrm>
            <a:custGeom>
              <a:avLst/>
              <a:gdLst/>
              <a:ahLst/>
              <a:cxnLst/>
              <a:rect l="l" t="t" r="r" b="b"/>
              <a:pathLst>
                <a:path w="454" h="549" extrusionOk="0">
                  <a:moveTo>
                    <a:pt x="453" y="177"/>
                  </a:moveTo>
                  <a:lnTo>
                    <a:pt x="453" y="177"/>
                  </a:lnTo>
                  <a:cubicBezTo>
                    <a:pt x="453" y="112"/>
                    <a:pt x="441" y="53"/>
                    <a:pt x="423" y="0"/>
                  </a:cubicBezTo>
                  <a:cubicBezTo>
                    <a:pt x="0" y="183"/>
                    <a:pt x="0" y="183"/>
                    <a:pt x="0" y="183"/>
                  </a:cubicBezTo>
                  <a:cubicBezTo>
                    <a:pt x="276" y="548"/>
                    <a:pt x="276" y="548"/>
                    <a:pt x="276" y="548"/>
                  </a:cubicBezTo>
                  <a:cubicBezTo>
                    <a:pt x="382" y="460"/>
                    <a:pt x="453" y="324"/>
                    <a:pt x="453" y="177"/>
                  </a:cubicBez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5" name="Google Shape;425;p41"/>
            <p:cNvSpPr/>
            <p:nvPr/>
          </p:nvSpPr>
          <p:spPr>
            <a:xfrm>
              <a:off x="11841931" y="3682879"/>
              <a:ext cx="657670" cy="62930"/>
            </a:xfrm>
            <a:custGeom>
              <a:avLst/>
              <a:gdLst/>
              <a:ahLst/>
              <a:cxnLst/>
              <a:rect l="l" t="t" r="r" b="b"/>
              <a:pathLst>
                <a:path w="1430" h="137" extrusionOk="0">
                  <a:moveTo>
                    <a:pt x="1429" y="0"/>
                  </a:moveTo>
                  <a:lnTo>
                    <a:pt x="0" y="0"/>
                  </a:lnTo>
                  <a:lnTo>
                    <a:pt x="0" y="136"/>
                  </a:lnTo>
                  <a:lnTo>
                    <a:pt x="1429" y="136"/>
                  </a:lnTo>
                  <a:lnTo>
                    <a:pt x="1429" y="0"/>
                  </a:lnTo>
                  <a:close/>
                  <a:moveTo>
                    <a:pt x="1365" y="83"/>
                  </a:moveTo>
                  <a:lnTo>
                    <a:pt x="1247" y="83"/>
                  </a:lnTo>
                  <a:lnTo>
                    <a:pt x="1247" y="53"/>
                  </a:lnTo>
                  <a:lnTo>
                    <a:pt x="1365" y="53"/>
                  </a:lnTo>
                  <a:lnTo>
                    <a:pt x="1365" y="83"/>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426" name="Google Shape;426;p41"/>
            <p:cNvSpPr/>
            <p:nvPr/>
          </p:nvSpPr>
          <p:spPr>
            <a:xfrm>
              <a:off x="11870350" y="3295153"/>
              <a:ext cx="596775" cy="369456"/>
            </a:xfrm>
            <a:custGeom>
              <a:avLst/>
              <a:gdLst/>
              <a:ahLst/>
              <a:cxnLst/>
              <a:rect l="l" t="t" r="r" b="b"/>
              <a:pathLst>
                <a:path w="1296" h="802" extrusionOk="0">
                  <a:moveTo>
                    <a:pt x="1295" y="0"/>
                  </a:moveTo>
                  <a:lnTo>
                    <a:pt x="0" y="0"/>
                  </a:lnTo>
                  <a:lnTo>
                    <a:pt x="0" y="801"/>
                  </a:lnTo>
                  <a:lnTo>
                    <a:pt x="1295" y="801"/>
                  </a:lnTo>
                  <a:lnTo>
                    <a:pt x="1295" y="0"/>
                  </a:lnTo>
                  <a:close/>
                  <a:moveTo>
                    <a:pt x="1154" y="689"/>
                  </a:moveTo>
                  <a:lnTo>
                    <a:pt x="148" y="689"/>
                  </a:lnTo>
                  <a:lnTo>
                    <a:pt x="148" y="112"/>
                  </a:lnTo>
                  <a:lnTo>
                    <a:pt x="1154" y="112"/>
                  </a:lnTo>
                  <a:lnTo>
                    <a:pt x="1154" y="68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sp>
        <p:nvSpPr>
          <p:cNvPr id="3" name="Brandline_LVC">
            <a:extLst>
              <a:ext uri="{FF2B5EF4-FFF2-40B4-BE49-F238E27FC236}">
                <a16:creationId xmlns:a16="http://schemas.microsoft.com/office/drawing/2014/main" id="{36B425A9-F25E-CB5F-E7CC-78EA85E9A162}"/>
              </a:ext>
            </a:extLst>
          </p:cNvPr>
          <p:cNvSpPr/>
          <p:nvPr/>
        </p:nvSpPr>
        <p:spPr>
          <a:xfrm>
            <a:off x="6489700" y="816324"/>
            <a:ext cx="32881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a:solidFill>
                  <a:srgbClr val="3F3F3F"/>
                </a:solidFill>
                <a:latin typeface="Open Sans"/>
                <a:ea typeface="Open Sans"/>
                <a:cs typeface="Open Sans"/>
                <a:sym typeface="Open Sans"/>
              </a:rPr>
              <a:t>Need for YARN</a:t>
            </a:r>
            <a:endParaRPr sz="2800"/>
          </a:p>
        </p:txBody>
      </p:sp>
      <p:sp>
        <p:nvSpPr>
          <p:cNvPr id="434" name="Google Shape;434;p42"/>
          <p:cNvSpPr/>
          <p:nvPr/>
        </p:nvSpPr>
        <p:spPr>
          <a:xfrm>
            <a:off x="2065128" y="1690705"/>
            <a:ext cx="5527040" cy="1367325"/>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Users could develop MapReduce applications using scripting languages before 2012.</a:t>
            </a:r>
            <a:endParaRPr/>
          </a:p>
        </p:txBody>
      </p:sp>
      <p:sp>
        <p:nvSpPr>
          <p:cNvPr id="435" name="Google Shape;435;p42"/>
          <p:cNvSpPr/>
          <p:nvPr/>
        </p:nvSpPr>
        <p:spPr>
          <a:xfrm>
            <a:off x="7931961" y="1709994"/>
            <a:ext cx="5953760" cy="1367325"/>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Users were able to work with different processing models in addition to MapReduce since 2012.</a:t>
            </a:r>
            <a:endParaRPr/>
          </a:p>
        </p:txBody>
      </p:sp>
      <p:grpSp>
        <p:nvGrpSpPr>
          <p:cNvPr id="436" name="Google Shape;436;p42"/>
          <p:cNvGrpSpPr/>
          <p:nvPr/>
        </p:nvGrpSpPr>
        <p:grpSpPr>
          <a:xfrm>
            <a:off x="2970335" y="3712256"/>
            <a:ext cx="10582030" cy="4139684"/>
            <a:chOff x="3707661" y="3745781"/>
            <a:chExt cx="7854216" cy="3085457"/>
          </a:xfrm>
        </p:grpSpPr>
        <p:grpSp>
          <p:nvGrpSpPr>
            <p:cNvPr id="437" name="Google Shape;437;p42"/>
            <p:cNvGrpSpPr/>
            <p:nvPr/>
          </p:nvGrpSpPr>
          <p:grpSpPr>
            <a:xfrm>
              <a:off x="3707661" y="3745781"/>
              <a:ext cx="3378678" cy="3085457"/>
              <a:chOff x="8772525" y="2924746"/>
              <a:chExt cx="3003269" cy="2742629"/>
            </a:xfrm>
          </p:grpSpPr>
          <p:sp>
            <p:nvSpPr>
              <p:cNvPr id="438" name="Google Shape;438;p42"/>
              <p:cNvSpPr/>
              <p:nvPr/>
            </p:nvSpPr>
            <p:spPr>
              <a:xfrm>
                <a:off x="8772525" y="2924746"/>
                <a:ext cx="3003269" cy="2742629"/>
              </a:xfrm>
              <a:prstGeom prst="rightArrowCallout">
                <a:avLst>
                  <a:gd name="adj1" fmla="val 14576"/>
                  <a:gd name="adj2" fmla="val 14118"/>
                  <a:gd name="adj3" fmla="val 14580"/>
                  <a:gd name="adj4" fmla="val 82159"/>
                </a:avLst>
              </a:prstGeom>
              <a:solidFill>
                <a:srgbClr val="F2F2F2"/>
              </a:solidFill>
              <a:ln w="25400"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39" name="Google Shape;439;p42"/>
              <p:cNvSpPr/>
              <p:nvPr/>
            </p:nvSpPr>
            <p:spPr>
              <a:xfrm>
                <a:off x="8911528" y="4884326"/>
                <a:ext cx="2171203" cy="616652"/>
              </a:xfrm>
              <a:prstGeom prst="rect">
                <a:avLst/>
              </a:prstGeom>
              <a:solidFill>
                <a:srgbClr val="FEE599"/>
              </a:solidFill>
              <a:ln w="25400" cap="flat" cmpd="sng">
                <a:solidFill>
                  <a:srgbClr val="7B7B7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grpSp>
            <p:nvGrpSpPr>
              <p:cNvPr id="440" name="Google Shape;440;p42"/>
              <p:cNvGrpSpPr/>
              <p:nvPr/>
            </p:nvGrpSpPr>
            <p:grpSpPr>
              <a:xfrm>
                <a:off x="8911529" y="4075828"/>
                <a:ext cx="2171203" cy="808497"/>
                <a:chOff x="5219262" y="6138944"/>
                <a:chExt cx="2171203" cy="808497"/>
              </a:xfrm>
            </p:grpSpPr>
            <p:sp>
              <p:nvSpPr>
                <p:cNvPr id="441" name="Google Shape;441;p42"/>
                <p:cNvSpPr/>
                <p:nvPr/>
              </p:nvSpPr>
              <p:spPr>
                <a:xfrm>
                  <a:off x="5219262" y="6138944"/>
                  <a:ext cx="2171203" cy="808497"/>
                </a:xfrm>
                <a:prstGeom prst="rect">
                  <a:avLst/>
                </a:prstGeom>
                <a:solidFill>
                  <a:srgbClr val="C4E0B2"/>
                </a:solidFill>
                <a:ln w="25400" cap="flat" cmpd="sng">
                  <a:solidFill>
                    <a:srgbClr val="7B7B7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42" name="Google Shape;442;p42"/>
                <p:cNvSpPr txBox="1"/>
                <p:nvPr/>
              </p:nvSpPr>
              <p:spPr>
                <a:xfrm>
                  <a:off x="5229050" y="6262029"/>
                  <a:ext cx="2145751" cy="535240"/>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3F3F3F"/>
                      </a:solidFill>
                      <a:latin typeface="Open Sans"/>
                      <a:ea typeface="Open Sans"/>
                      <a:cs typeface="Open Sans"/>
                      <a:sym typeface="Open Sans"/>
                    </a:rPr>
                    <a:t>MapReduce</a:t>
                  </a:r>
                  <a:endParaRPr sz="1600" b="1" i="0" u="none" strike="noStrike" cap="none" dirty="0">
                    <a:solidFill>
                      <a:srgbClr val="3F3F3F"/>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3F3F3F"/>
                      </a:solidFill>
                      <a:latin typeface="Open Sans"/>
                      <a:ea typeface="Open Sans"/>
                      <a:cs typeface="Open Sans"/>
                      <a:sym typeface="Open Sans"/>
                    </a:rPr>
                    <a:t>(cluster resource management </a:t>
                  </a:r>
                  <a:br>
                    <a:rPr lang="en-US" sz="1600" b="0" i="0" u="none" strike="noStrike" cap="none" dirty="0">
                      <a:solidFill>
                        <a:srgbClr val="3F3F3F"/>
                      </a:solidFill>
                      <a:latin typeface="Open Sans"/>
                      <a:ea typeface="Open Sans"/>
                      <a:cs typeface="Open Sans"/>
                      <a:sym typeface="Open Sans"/>
                    </a:rPr>
                  </a:br>
                  <a:r>
                    <a:rPr lang="en-US" sz="1600" b="0" i="0" u="none" strike="noStrike" cap="none" dirty="0">
                      <a:solidFill>
                        <a:srgbClr val="3F3F3F"/>
                      </a:solidFill>
                      <a:latin typeface="Open Sans"/>
                      <a:ea typeface="Open Sans"/>
                      <a:cs typeface="Open Sans"/>
                      <a:sym typeface="Open Sans"/>
                    </a:rPr>
                    <a:t>and data processing)</a:t>
                  </a:r>
                  <a:endParaRPr sz="1600" b="0" i="0" u="none" strike="noStrike" cap="none" dirty="0">
                    <a:solidFill>
                      <a:srgbClr val="3F3F3F"/>
                    </a:solidFill>
                    <a:latin typeface="Open Sans"/>
                    <a:ea typeface="Open Sans"/>
                    <a:cs typeface="Open Sans"/>
                    <a:sym typeface="Open Sans"/>
                  </a:endParaRPr>
                </a:p>
              </p:txBody>
            </p:sp>
          </p:grpSp>
          <p:sp>
            <p:nvSpPr>
              <p:cNvPr id="443" name="Google Shape;443;p42"/>
              <p:cNvSpPr txBox="1"/>
              <p:nvPr/>
            </p:nvSpPr>
            <p:spPr>
              <a:xfrm>
                <a:off x="8921565" y="3041959"/>
                <a:ext cx="2145352" cy="208986"/>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Open Sans"/>
                    <a:ea typeface="Open Sans"/>
                    <a:cs typeface="Open Sans"/>
                    <a:sym typeface="Open Sans"/>
                  </a:rPr>
                  <a:t>HADOOP 1.0</a:t>
                </a:r>
                <a:endParaRPr sz="1600" b="0" i="0" u="none" strike="noStrike" cap="none">
                  <a:solidFill>
                    <a:srgbClr val="3F3F3F"/>
                  </a:solidFill>
                  <a:latin typeface="Open Sans"/>
                  <a:ea typeface="Open Sans"/>
                  <a:cs typeface="Open Sans"/>
                  <a:sym typeface="Open Sans"/>
                </a:endParaRPr>
              </a:p>
            </p:txBody>
          </p:sp>
        </p:grpSp>
        <p:grpSp>
          <p:nvGrpSpPr>
            <p:cNvPr id="444" name="Google Shape;444;p42"/>
            <p:cNvGrpSpPr/>
            <p:nvPr/>
          </p:nvGrpSpPr>
          <p:grpSpPr>
            <a:xfrm>
              <a:off x="7139201" y="3745781"/>
              <a:ext cx="4422676" cy="3085457"/>
              <a:chOff x="11835482" y="2924746"/>
              <a:chExt cx="3931268" cy="2742629"/>
            </a:xfrm>
          </p:grpSpPr>
          <p:sp>
            <p:nvSpPr>
              <p:cNvPr id="445" name="Google Shape;445;p42"/>
              <p:cNvSpPr/>
              <p:nvPr/>
            </p:nvSpPr>
            <p:spPr>
              <a:xfrm>
                <a:off x="11835482" y="2924746"/>
                <a:ext cx="3931268" cy="2742629"/>
              </a:xfrm>
              <a:prstGeom prst="rect">
                <a:avLst/>
              </a:prstGeom>
              <a:solidFill>
                <a:srgbClr val="F2F2F2"/>
              </a:solidFill>
              <a:ln w="25400"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46" name="Google Shape;446;p42"/>
              <p:cNvSpPr/>
              <p:nvPr/>
            </p:nvSpPr>
            <p:spPr>
              <a:xfrm>
                <a:off x="11954907" y="4884326"/>
                <a:ext cx="3692416" cy="616652"/>
              </a:xfrm>
              <a:prstGeom prst="rect">
                <a:avLst/>
              </a:prstGeom>
              <a:solidFill>
                <a:srgbClr val="FEE599"/>
              </a:solidFill>
              <a:ln w="25400" cap="flat" cmpd="sng">
                <a:solidFill>
                  <a:srgbClr val="7B7B7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47" name="Google Shape;447;p42"/>
              <p:cNvSpPr/>
              <p:nvPr/>
            </p:nvSpPr>
            <p:spPr>
              <a:xfrm>
                <a:off x="11954907" y="4220370"/>
                <a:ext cx="3692416" cy="663956"/>
              </a:xfrm>
              <a:prstGeom prst="rect">
                <a:avLst/>
              </a:prstGeom>
              <a:solidFill>
                <a:srgbClr val="F4B081"/>
              </a:solidFill>
              <a:ln w="25400" cap="flat" cmpd="sng">
                <a:solidFill>
                  <a:srgbClr val="7B7B7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48" name="Google Shape;448;p42"/>
              <p:cNvSpPr/>
              <p:nvPr/>
            </p:nvSpPr>
            <p:spPr>
              <a:xfrm rot="5400000">
                <a:off x="12429715" y="3058758"/>
                <a:ext cx="878973" cy="1828588"/>
              </a:xfrm>
              <a:prstGeom prst="rightArrowCallout">
                <a:avLst>
                  <a:gd name="adj1" fmla="val 24488"/>
                  <a:gd name="adj2" fmla="val 25269"/>
                  <a:gd name="adj3" fmla="val 14580"/>
                  <a:gd name="adj4" fmla="val 78318"/>
                </a:avLst>
              </a:prstGeom>
              <a:solidFill>
                <a:srgbClr val="EDEDED"/>
              </a:solidFill>
              <a:ln w="25400" cap="flat" cmpd="sng">
                <a:solidFill>
                  <a:srgbClr val="7B7B7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49" name="Google Shape;449;p42"/>
              <p:cNvSpPr/>
              <p:nvPr/>
            </p:nvSpPr>
            <p:spPr>
              <a:xfrm rot="5400000">
                <a:off x="14293543" y="3058758"/>
                <a:ext cx="878973" cy="1828588"/>
              </a:xfrm>
              <a:prstGeom prst="rightArrowCallout">
                <a:avLst>
                  <a:gd name="adj1" fmla="val 24488"/>
                  <a:gd name="adj2" fmla="val 25269"/>
                  <a:gd name="adj3" fmla="val 14580"/>
                  <a:gd name="adj4" fmla="val 78318"/>
                </a:avLst>
              </a:prstGeom>
              <a:solidFill>
                <a:srgbClr val="EDEDED"/>
              </a:solidFill>
              <a:ln w="25400" cap="flat" cmpd="sng">
                <a:solidFill>
                  <a:srgbClr val="7B7B7B"/>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3F3F3F"/>
                  </a:solidFill>
                  <a:latin typeface="Open Sans"/>
                  <a:ea typeface="Open Sans"/>
                  <a:cs typeface="Open Sans"/>
                  <a:sym typeface="Open Sans"/>
                </a:endParaRPr>
              </a:p>
            </p:txBody>
          </p:sp>
          <p:sp>
            <p:nvSpPr>
              <p:cNvPr id="450" name="Google Shape;450;p42"/>
              <p:cNvSpPr txBox="1"/>
              <p:nvPr/>
            </p:nvSpPr>
            <p:spPr>
              <a:xfrm>
                <a:off x="12066503" y="3578592"/>
                <a:ext cx="1632808" cy="372113"/>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Open Sans"/>
                    <a:ea typeface="Open Sans"/>
                    <a:cs typeface="Open Sans"/>
                    <a:sym typeface="Open Sans"/>
                  </a:rPr>
                  <a:t>MapReduce</a:t>
                </a:r>
                <a:endParaRPr sz="1600" b="1" i="0" u="none" strike="noStrike" cap="none">
                  <a:solidFill>
                    <a:srgbClr val="3F3F3F"/>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(data processing)</a:t>
                </a:r>
                <a:endParaRPr sz="1600" b="0" i="0" u="none" strike="noStrike" cap="none">
                  <a:solidFill>
                    <a:srgbClr val="3F3F3F"/>
                  </a:solidFill>
                  <a:latin typeface="Open Sans"/>
                  <a:ea typeface="Open Sans"/>
                  <a:cs typeface="Open Sans"/>
                  <a:sym typeface="Open Sans"/>
                </a:endParaRPr>
              </a:p>
            </p:txBody>
          </p:sp>
          <p:sp>
            <p:nvSpPr>
              <p:cNvPr id="451" name="Google Shape;451;p42"/>
              <p:cNvSpPr txBox="1"/>
              <p:nvPr/>
            </p:nvSpPr>
            <p:spPr>
              <a:xfrm>
                <a:off x="13916627" y="3578592"/>
                <a:ext cx="1632808" cy="372113"/>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Open Sans"/>
                    <a:ea typeface="Open Sans"/>
                    <a:cs typeface="Open Sans"/>
                    <a:sym typeface="Open Sans"/>
                  </a:rPr>
                  <a:t>Others</a:t>
                </a:r>
                <a:endParaRPr sz="1600" b="0" i="0" u="none" strike="noStrike" cap="none">
                  <a:solidFill>
                    <a:srgbClr val="3F3F3F"/>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(data processing)</a:t>
                </a:r>
                <a:endParaRPr sz="1600" b="0" i="0" u="none" strike="noStrike" cap="none">
                  <a:solidFill>
                    <a:srgbClr val="3F3F3F"/>
                  </a:solidFill>
                  <a:latin typeface="Open Sans"/>
                  <a:ea typeface="Open Sans"/>
                  <a:cs typeface="Open Sans"/>
                  <a:sym typeface="Open Sans"/>
                </a:endParaRPr>
              </a:p>
            </p:txBody>
          </p:sp>
          <p:sp>
            <p:nvSpPr>
              <p:cNvPr id="452" name="Google Shape;452;p42"/>
              <p:cNvSpPr txBox="1"/>
              <p:nvPr/>
            </p:nvSpPr>
            <p:spPr>
              <a:xfrm>
                <a:off x="12066503" y="4300954"/>
                <a:ext cx="3482930" cy="372113"/>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Open Sans"/>
                    <a:ea typeface="Open Sans"/>
                    <a:cs typeface="Open Sans"/>
                    <a:sym typeface="Open Sans"/>
                  </a:rPr>
                  <a:t>YARN</a:t>
                </a:r>
                <a:endParaRPr sz="1600" b="0" i="0" u="none" strike="noStrike" cap="none">
                  <a:solidFill>
                    <a:srgbClr val="3F3F3F"/>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(cluster resource management)</a:t>
                </a:r>
                <a:endParaRPr sz="1600" b="0" i="0" u="none" strike="noStrike" cap="none">
                  <a:solidFill>
                    <a:srgbClr val="3F3F3F"/>
                  </a:solidFill>
                  <a:latin typeface="Open Sans"/>
                  <a:ea typeface="Open Sans"/>
                  <a:cs typeface="Open Sans"/>
                  <a:sym typeface="Open Sans"/>
                </a:endParaRPr>
              </a:p>
            </p:txBody>
          </p:sp>
          <p:sp>
            <p:nvSpPr>
              <p:cNvPr id="453" name="Google Shape;453;p42"/>
              <p:cNvSpPr txBox="1"/>
              <p:nvPr/>
            </p:nvSpPr>
            <p:spPr>
              <a:xfrm>
                <a:off x="12058672" y="4981981"/>
                <a:ext cx="3484890" cy="372113"/>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Open Sans"/>
                    <a:ea typeface="Open Sans"/>
                    <a:cs typeface="Open Sans"/>
                    <a:sym typeface="Open Sans"/>
                  </a:rPr>
                  <a:t>HDFS</a:t>
                </a:r>
                <a:endParaRPr sz="1600" b="0" i="0" u="none" strike="noStrike" cap="none">
                  <a:solidFill>
                    <a:srgbClr val="3F3F3F"/>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3F3F3F"/>
                    </a:solidFill>
                    <a:latin typeface="Open Sans"/>
                    <a:ea typeface="Open Sans"/>
                    <a:cs typeface="Open Sans"/>
                    <a:sym typeface="Open Sans"/>
                  </a:rPr>
                  <a:t>(redundant, reliable storage)</a:t>
                </a:r>
                <a:endParaRPr sz="1600" b="0" i="0" u="none" strike="noStrike" cap="none">
                  <a:solidFill>
                    <a:srgbClr val="3F3F3F"/>
                  </a:solidFill>
                  <a:latin typeface="Open Sans"/>
                  <a:ea typeface="Open Sans"/>
                  <a:cs typeface="Open Sans"/>
                  <a:sym typeface="Open Sans"/>
                </a:endParaRPr>
              </a:p>
            </p:txBody>
          </p:sp>
          <p:sp>
            <p:nvSpPr>
              <p:cNvPr id="454" name="Google Shape;454;p42"/>
              <p:cNvSpPr txBox="1"/>
              <p:nvPr/>
            </p:nvSpPr>
            <p:spPr>
              <a:xfrm>
                <a:off x="12728017" y="3032954"/>
                <a:ext cx="2145353" cy="208986"/>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Open Sans"/>
                    <a:ea typeface="Open Sans"/>
                    <a:cs typeface="Open Sans"/>
                    <a:sym typeface="Open Sans"/>
                  </a:rPr>
                  <a:t>HADOOP</a:t>
                </a:r>
                <a:endParaRPr sz="1600" b="0" i="0" u="none" strike="noStrike" cap="none">
                  <a:solidFill>
                    <a:srgbClr val="3F3F3F"/>
                  </a:solidFill>
                  <a:latin typeface="Open Sans"/>
                  <a:ea typeface="Open Sans"/>
                  <a:cs typeface="Open Sans"/>
                  <a:sym typeface="Open Sans"/>
                </a:endParaRPr>
              </a:p>
            </p:txBody>
          </p:sp>
        </p:grpSp>
        <p:sp>
          <p:nvSpPr>
            <p:cNvPr id="455" name="Google Shape;455;p42"/>
            <p:cNvSpPr txBox="1"/>
            <p:nvPr/>
          </p:nvSpPr>
          <p:spPr>
            <a:xfrm>
              <a:off x="3875051" y="6060171"/>
              <a:ext cx="2442604" cy="418627"/>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3F3F3F"/>
                  </a:solidFill>
                  <a:latin typeface="Open Sans"/>
                  <a:ea typeface="Open Sans"/>
                  <a:cs typeface="Open Sans"/>
                  <a:sym typeface="Open Sans"/>
                </a:rPr>
                <a:t>HDFS</a:t>
              </a:r>
              <a:endParaRPr sz="1600" b="0" i="0" u="none" strike="noStrike" cap="none" dirty="0">
                <a:solidFill>
                  <a:srgbClr val="3F3F3F"/>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3F3F3F"/>
                  </a:solidFill>
                  <a:latin typeface="Open Sans"/>
                  <a:ea typeface="Open Sans"/>
                  <a:cs typeface="Open Sans"/>
                  <a:sym typeface="Open Sans"/>
                </a:rPr>
                <a:t>(redundant, reliable storage)</a:t>
              </a:r>
              <a:endParaRPr sz="1600" b="0" i="0" u="none" strike="noStrike" cap="none" dirty="0">
                <a:solidFill>
                  <a:srgbClr val="3F3F3F"/>
                </a:solidFill>
                <a:latin typeface="Open Sans"/>
                <a:ea typeface="Open Sans"/>
                <a:cs typeface="Open Sans"/>
                <a:sym typeface="Open Sans"/>
              </a:endParaRPr>
            </a:p>
          </p:txBody>
        </p:sp>
      </p:grpSp>
      <p:sp>
        <p:nvSpPr>
          <p:cNvPr id="3" name="Brandline_LVC">
            <a:extLst>
              <a:ext uri="{FF2B5EF4-FFF2-40B4-BE49-F238E27FC236}">
                <a16:creationId xmlns:a16="http://schemas.microsoft.com/office/drawing/2014/main" id="{1BC619CF-6940-F278-2A23-BFA417ACCCA0}"/>
              </a:ext>
            </a:extLst>
          </p:cNvPr>
          <p:cNvSpPr/>
          <p:nvPr/>
        </p:nvSpPr>
        <p:spPr>
          <a:xfrm>
            <a:off x="6489700" y="816324"/>
            <a:ext cx="32881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3"/>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rmAutofit/>
          </a:bodyPr>
          <a:lstStyle/>
          <a:p>
            <a:pPr lvl="0"/>
            <a:r>
              <a:rPr lang="en-US" dirty="0">
                <a:sym typeface="Open Sans"/>
              </a:rPr>
              <a:t>Use Case: YARN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44"/>
          <p:cNvSpPr txBox="1">
            <a:spLocks noGrp="1"/>
          </p:cNvSpPr>
          <p:nvPr>
            <p:ph type="title"/>
          </p:nvPr>
        </p:nvSpPr>
        <p:spPr>
          <a:xfrm>
            <a:off x="-10160" y="191778"/>
            <a:ext cx="16276320" cy="687244"/>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3200">
                <a:solidFill>
                  <a:srgbClr val="3F3F3F"/>
                </a:solidFill>
                <a:latin typeface="Open Sans"/>
                <a:ea typeface="Open Sans"/>
                <a:cs typeface="Open Sans"/>
                <a:sym typeface="Open Sans"/>
              </a:rPr>
              <a:t>YARN: Use Case</a:t>
            </a:r>
            <a:endParaRPr/>
          </a:p>
        </p:txBody>
      </p:sp>
      <p:sp>
        <p:nvSpPr>
          <p:cNvPr id="467" name="Google Shape;467;p44"/>
          <p:cNvSpPr/>
          <p:nvPr/>
        </p:nvSpPr>
        <p:spPr>
          <a:xfrm>
            <a:off x="5009343" y="3698580"/>
            <a:ext cx="10535457" cy="2362245"/>
          </a:xfrm>
          <a:prstGeom prst="roundRect">
            <a:avLst>
              <a:gd name="adj" fmla="val 7772"/>
            </a:avLst>
          </a:prstGeom>
          <a:noFill/>
          <a:ln w="9525" cap="flat" cmpd="sng">
            <a:solidFill>
              <a:srgbClr val="F7CAAC"/>
            </a:solidFill>
            <a:prstDash val="solid"/>
            <a:round/>
            <a:headEnd type="none" w="sm" len="sm"/>
            <a:tailEnd type="none" w="sm" len="sm"/>
          </a:ln>
        </p:spPr>
        <p:txBody>
          <a:bodyPr spcFirstLastPara="1" wrap="square" lIns="91425" tIns="45700" rIns="91425" bIns="45700" anchor="ctr" anchorCtr="0">
            <a:noAutofit/>
          </a:bodyPr>
          <a:lstStyle/>
          <a:p>
            <a:pPr marL="342900" marR="0" lvl="0" indent="-190500" algn="l" rtl="0">
              <a:lnSpc>
                <a:spcPct val="115000"/>
              </a:lnSpc>
              <a:spcBef>
                <a:spcPts val="0"/>
              </a:spcBef>
              <a:spcAft>
                <a:spcPts val="0"/>
              </a:spcAft>
              <a:buClr>
                <a:srgbClr val="000000"/>
              </a:buClr>
              <a:buSzPts val="2400"/>
              <a:buFont typeface="Arial"/>
              <a:buNone/>
            </a:pPr>
            <a:endParaRPr sz="1650" b="0" i="0" u="none" strike="noStrike" cap="none">
              <a:solidFill>
                <a:srgbClr val="3F3F3F"/>
              </a:solidFill>
              <a:latin typeface="Open Sans"/>
              <a:ea typeface="Open Sans"/>
              <a:cs typeface="Open Sans"/>
              <a:sym typeface="Open Sans"/>
            </a:endParaRPr>
          </a:p>
        </p:txBody>
      </p:sp>
      <p:sp>
        <p:nvSpPr>
          <p:cNvPr id="469" name="Google Shape;469;p44"/>
          <p:cNvSpPr txBox="1"/>
          <p:nvPr/>
        </p:nvSpPr>
        <p:spPr>
          <a:xfrm>
            <a:off x="5284291" y="4169962"/>
            <a:ext cx="10061770" cy="1625188"/>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Yahoo was the first company to implement Hadoop, and it continues to set the standard high in the Hadoop ecosystem. Due to MapReduce limitations, Yahoo struggled to handle iterative and stream processing of data on the Hadoop infrastructure in late 2012.</a:t>
            </a:r>
            <a:endParaRPr/>
          </a:p>
        </p:txBody>
      </p:sp>
      <p:pic>
        <p:nvPicPr>
          <p:cNvPr id="470" name="Google Shape;470;p44"/>
          <p:cNvPicPr preferRelativeResize="0"/>
          <p:nvPr/>
        </p:nvPicPr>
        <p:blipFill rotWithShape="1">
          <a:blip r:embed="rId3">
            <a:alphaModFix/>
          </a:blip>
          <a:srcRect/>
          <a:stretch/>
        </p:blipFill>
        <p:spPr>
          <a:xfrm>
            <a:off x="4704924" y="3507357"/>
            <a:ext cx="1890613" cy="454424"/>
          </a:xfrm>
          <a:prstGeom prst="rect">
            <a:avLst/>
          </a:prstGeom>
          <a:noFill/>
          <a:ln>
            <a:noFill/>
          </a:ln>
        </p:spPr>
      </p:pic>
      <p:grpSp>
        <p:nvGrpSpPr>
          <p:cNvPr id="471" name="Google Shape;471;p44"/>
          <p:cNvGrpSpPr/>
          <p:nvPr/>
        </p:nvGrpSpPr>
        <p:grpSpPr>
          <a:xfrm>
            <a:off x="1445723" y="2769524"/>
            <a:ext cx="2676238" cy="3915756"/>
            <a:chOff x="3667125" y="1247775"/>
            <a:chExt cx="1809751" cy="2647950"/>
          </a:xfrm>
        </p:grpSpPr>
        <p:sp>
          <p:nvSpPr>
            <p:cNvPr id="472" name="Google Shape;472;p44"/>
            <p:cNvSpPr/>
            <p:nvPr/>
          </p:nvSpPr>
          <p:spPr>
            <a:xfrm>
              <a:off x="4232275" y="3473450"/>
              <a:ext cx="679450" cy="422275"/>
            </a:xfrm>
            <a:custGeom>
              <a:avLst/>
              <a:gdLst/>
              <a:ahLst/>
              <a:cxnLst/>
              <a:rect l="l" t="t" r="r" b="b"/>
              <a:pathLst>
                <a:path w="180" h="112" extrusionOk="0">
                  <a:moveTo>
                    <a:pt x="179" y="67"/>
                  </a:moveTo>
                  <a:cubicBezTo>
                    <a:pt x="179" y="64"/>
                    <a:pt x="176" y="62"/>
                    <a:pt x="172" y="62"/>
                  </a:cubicBezTo>
                  <a:cubicBezTo>
                    <a:pt x="72" y="62"/>
                    <a:pt x="72" y="62"/>
                    <a:pt x="72" y="62"/>
                  </a:cubicBezTo>
                  <a:cubicBezTo>
                    <a:pt x="174" y="42"/>
                    <a:pt x="174" y="42"/>
                    <a:pt x="174" y="42"/>
                  </a:cubicBezTo>
                  <a:cubicBezTo>
                    <a:pt x="177" y="41"/>
                    <a:pt x="180" y="39"/>
                    <a:pt x="179" y="35"/>
                  </a:cubicBezTo>
                  <a:cubicBezTo>
                    <a:pt x="179" y="32"/>
                    <a:pt x="176" y="30"/>
                    <a:pt x="172" y="30"/>
                  </a:cubicBezTo>
                  <a:cubicBezTo>
                    <a:pt x="77" y="30"/>
                    <a:pt x="77" y="30"/>
                    <a:pt x="77" y="30"/>
                  </a:cubicBezTo>
                  <a:cubicBezTo>
                    <a:pt x="174" y="12"/>
                    <a:pt x="174" y="12"/>
                    <a:pt x="174" y="12"/>
                  </a:cubicBezTo>
                  <a:cubicBezTo>
                    <a:pt x="177" y="11"/>
                    <a:pt x="180" y="8"/>
                    <a:pt x="179" y="5"/>
                  </a:cubicBezTo>
                  <a:cubicBezTo>
                    <a:pt x="179" y="2"/>
                    <a:pt x="176" y="0"/>
                    <a:pt x="172" y="0"/>
                  </a:cubicBezTo>
                  <a:cubicBezTo>
                    <a:pt x="8" y="0"/>
                    <a:pt x="8" y="0"/>
                    <a:pt x="8" y="0"/>
                  </a:cubicBezTo>
                  <a:cubicBezTo>
                    <a:pt x="4" y="0"/>
                    <a:pt x="0" y="2"/>
                    <a:pt x="0" y="6"/>
                  </a:cubicBezTo>
                  <a:cubicBezTo>
                    <a:pt x="0" y="9"/>
                    <a:pt x="4" y="12"/>
                    <a:pt x="8" y="12"/>
                  </a:cubicBezTo>
                  <a:cubicBezTo>
                    <a:pt x="103" y="12"/>
                    <a:pt x="103" y="12"/>
                    <a:pt x="103" y="12"/>
                  </a:cubicBezTo>
                  <a:cubicBezTo>
                    <a:pt x="6" y="30"/>
                    <a:pt x="6" y="30"/>
                    <a:pt x="6" y="30"/>
                  </a:cubicBezTo>
                  <a:cubicBezTo>
                    <a:pt x="3" y="31"/>
                    <a:pt x="0" y="34"/>
                    <a:pt x="1" y="37"/>
                  </a:cubicBezTo>
                  <a:cubicBezTo>
                    <a:pt x="1" y="40"/>
                    <a:pt x="4" y="42"/>
                    <a:pt x="8" y="42"/>
                  </a:cubicBezTo>
                  <a:cubicBezTo>
                    <a:pt x="108" y="42"/>
                    <a:pt x="108" y="42"/>
                    <a:pt x="108" y="42"/>
                  </a:cubicBezTo>
                  <a:cubicBezTo>
                    <a:pt x="6" y="62"/>
                    <a:pt x="6" y="62"/>
                    <a:pt x="6" y="62"/>
                  </a:cubicBezTo>
                  <a:cubicBezTo>
                    <a:pt x="3" y="63"/>
                    <a:pt x="0" y="66"/>
                    <a:pt x="1" y="69"/>
                  </a:cubicBezTo>
                  <a:cubicBezTo>
                    <a:pt x="1" y="72"/>
                    <a:pt x="4" y="75"/>
                    <a:pt x="8" y="75"/>
                  </a:cubicBezTo>
                  <a:cubicBezTo>
                    <a:pt x="125" y="75"/>
                    <a:pt x="125" y="75"/>
                    <a:pt x="125" y="75"/>
                  </a:cubicBezTo>
                  <a:cubicBezTo>
                    <a:pt x="34" y="99"/>
                    <a:pt x="34" y="99"/>
                    <a:pt x="34" y="99"/>
                  </a:cubicBezTo>
                  <a:cubicBezTo>
                    <a:pt x="31" y="100"/>
                    <a:pt x="29" y="103"/>
                    <a:pt x="29" y="106"/>
                  </a:cubicBezTo>
                  <a:cubicBezTo>
                    <a:pt x="30" y="109"/>
                    <a:pt x="33" y="112"/>
                    <a:pt x="37" y="112"/>
                  </a:cubicBezTo>
                  <a:cubicBezTo>
                    <a:pt x="144" y="112"/>
                    <a:pt x="144" y="112"/>
                    <a:pt x="144" y="112"/>
                  </a:cubicBezTo>
                  <a:cubicBezTo>
                    <a:pt x="147" y="112"/>
                    <a:pt x="151" y="109"/>
                    <a:pt x="151" y="105"/>
                  </a:cubicBezTo>
                  <a:cubicBezTo>
                    <a:pt x="151" y="102"/>
                    <a:pt x="147" y="99"/>
                    <a:pt x="144" y="99"/>
                  </a:cubicBezTo>
                  <a:cubicBezTo>
                    <a:pt x="83" y="99"/>
                    <a:pt x="83" y="99"/>
                    <a:pt x="83" y="99"/>
                  </a:cubicBezTo>
                  <a:cubicBezTo>
                    <a:pt x="174" y="74"/>
                    <a:pt x="174" y="74"/>
                    <a:pt x="174" y="74"/>
                  </a:cubicBezTo>
                  <a:cubicBezTo>
                    <a:pt x="178" y="73"/>
                    <a:pt x="180" y="70"/>
                    <a:pt x="179" y="6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3" name="Google Shape;473;p44"/>
            <p:cNvSpPr/>
            <p:nvPr/>
          </p:nvSpPr>
          <p:spPr>
            <a:xfrm>
              <a:off x="4240213" y="2822575"/>
              <a:ext cx="520700" cy="519113"/>
            </a:xfrm>
            <a:custGeom>
              <a:avLst/>
              <a:gdLst/>
              <a:ahLst/>
              <a:cxnLst/>
              <a:rect l="l" t="t" r="r" b="b"/>
              <a:pathLst>
                <a:path w="138" h="138" extrusionOk="0">
                  <a:moveTo>
                    <a:pt x="124" y="58"/>
                  </a:moveTo>
                  <a:cubicBezTo>
                    <a:pt x="123" y="55"/>
                    <a:pt x="122" y="53"/>
                    <a:pt x="121" y="50"/>
                  </a:cubicBezTo>
                  <a:cubicBezTo>
                    <a:pt x="133" y="43"/>
                    <a:pt x="133" y="43"/>
                    <a:pt x="133" y="43"/>
                  </a:cubicBezTo>
                  <a:cubicBezTo>
                    <a:pt x="132" y="40"/>
                    <a:pt x="130" y="37"/>
                    <a:pt x="129" y="34"/>
                  </a:cubicBezTo>
                  <a:cubicBezTo>
                    <a:pt x="127" y="31"/>
                    <a:pt x="125" y="28"/>
                    <a:pt x="123" y="26"/>
                  </a:cubicBezTo>
                  <a:cubicBezTo>
                    <a:pt x="111" y="32"/>
                    <a:pt x="111" y="32"/>
                    <a:pt x="111" y="32"/>
                  </a:cubicBezTo>
                  <a:cubicBezTo>
                    <a:pt x="109" y="30"/>
                    <a:pt x="107" y="28"/>
                    <a:pt x="105" y="26"/>
                  </a:cubicBezTo>
                  <a:cubicBezTo>
                    <a:pt x="112" y="15"/>
                    <a:pt x="112" y="15"/>
                    <a:pt x="112" y="15"/>
                  </a:cubicBezTo>
                  <a:cubicBezTo>
                    <a:pt x="109" y="12"/>
                    <a:pt x="106" y="11"/>
                    <a:pt x="103" y="9"/>
                  </a:cubicBezTo>
                  <a:cubicBezTo>
                    <a:pt x="100" y="7"/>
                    <a:pt x="97" y="6"/>
                    <a:pt x="94" y="4"/>
                  </a:cubicBezTo>
                  <a:cubicBezTo>
                    <a:pt x="87" y="16"/>
                    <a:pt x="87" y="16"/>
                    <a:pt x="87" y="16"/>
                  </a:cubicBezTo>
                  <a:cubicBezTo>
                    <a:pt x="85" y="15"/>
                    <a:pt x="82" y="14"/>
                    <a:pt x="79" y="14"/>
                  </a:cubicBezTo>
                  <a:cubicBezTo>
                    <a:pt x="79" y="0"/>
                    <a:pt x="79" y="0"/>
                    <a:pt x="79" y="0"/>
                  </a:cubicBezTo>
                  <a:cubicBezTo>
                    <a:pt x="76" y="0"/>
                    <a:pt x="72" y="0"/>
                    <a:pt x="69" y="0"/>
                  </a:cubicBezTo>
                  <a:cubicBezTo>
                    <a:pt x="65" y="0"/>
                    <a:pt x="62" y="0"/>
                    <a:pt x="59" y="0"/>
                  </a:cubicBezTo>
                  <a:cubicBezTo>
                    <a:pt x="59" y="14"/>
                    <a:pt x="59" y="14"/>
                    <a:pt x="59" y="14"/>
                  </a:cubicBezTo>
                  <a:cubicBezTo>
                    <a:pt x="56" y="14"/>
                    <a:pt x="53" y="15"/>
                    <a:pt x="50" y="16"/>
                  </a:cubicBezTo>
                  <a:cubicBezTo>
                    <a:pt x="43" y="4"/>
                    <a:pt x="43" y="4"/>
                    <a:pt x="43" y="4"/>
                  </a:cubicBezTo>
                  <a:cubicBezTo>
                    <a:pt x="40" y="6"/>
                    <a:pt x="37" y="7"/>
                    <a:pt x="34" y="9"/>
                  </a:cubicBezTo>
                  <a:cubicBezTo>
                    <a:pt x="31" y="11"/>
                    <a:pt x="28" y="12"/>
                    <a:pt x="26" y="15"/>
                  </a:cubicBezTo>
                  <a:cubicBezTo>
                    <a:pt x="32" y="26"/>
                    <a:pt x="32" y="26"/>
                    <a:pt x="32" y="26"/>
                  </a:cubicBezTo>
                  <a:cubicBezTo>
                    <a:pt x="30" y="28"/>
                    <a:pt x="28" y="30"/>
                    <a:pt x="26" y="32"/>
                  </a:cubicBezTo>
                  <a:cubicBezTo>
                    <a:pt x="15" y="26"/>
                    <a:pt x="15" y="26"/>
                    <a:pt x="15" y="26"/>
                  </a:cubicBezTo>
                  <a:cubicBezTo>
                    <a:pt x="13" y="28"/>
                    <a:pt x="11" y="31"/>
                    <a:pt x="9" y="34"/>
                  </a:cubicBezTo>
                  <a:cubicBezTo>
                    <a:pt x="7" y="37"/>
                    <a:pt x="6" y="40"/>
                    <a:pt x="5" y="43"/>
                  </a:cubicBezTo>
                  <a:cubicBezTo>
                    <a:pt x="16" y="50"/>
                    <a:pt x="16" y="50"/>
                    <a:pt x="16" y="50"/>
                  </a:cubicBezTo>
                  <a:cubicBezTo>
                    <a:pt x="15" y="53"/>
                    <a:pt x="14" y="55"/>
                    <a:pt x="14" y="58"/>
                  </a:cubicBezTo>
                  <a:cubicBezTo>
                    <a:pt x="0" y="58"/>
                    <a:pt x="0" y="58"/>
                    <a:pt x="0" y="58"/>
                  </a:cubicBezTo>
                  <a:cubicBezTo>
                    <a:pt x="0" y="62"/>
                    <a:pt x="0" y="65"/>
                    <a:pt x="0" y="69"/>
                  </a:cubicBezTo>
                  <a:cubicBezTo>
                    <a:pt x="0" y="72"/>
                    <a:pt x="0" y="75"/>
                    <a:pt x="0" y="79"/>
                  </a:cubicBezTo>
                  <a:cubicBezTo>
                    <a:pt x="14" y="79"/>
                    <a:pt x="14" y="79"/>
                    <a:pt x="14" y="79"/>
                  </a:cubicBezTo>
                  <a:cubicBezTo>
                    <a:pt x="14" y="82"/>
                    <a:pt x="15" y="84"/>
                    <a:pt x="16" y="87"/>
                  </a:cubicBezTo>
                  <a:cubicBezTo>
                    <a:pt x="5" y="94"/>
                    <a:pt x="5" y="94"/>
                    <a:pt x="5" y="94"/>
                  </a:cubicBezTo>
                  <a:cubicBezTo>
                    <a:pt x="6" y="97"/>
                    <a:pt x="7" y="100"/>
                    <a:pt x="9" y="103"/>
                  </a:cubicBezTo>
                  <a:cubicBezTo>
                    <a:pt x="11" y="106"/>
                    <a:pt x="13" y="109"/>
                    <a:pt x="15" y="112"/>
                  </a:cubicBezTo>
                  <a:cubicBezTo>
                    <a:pt x="26" y="105"/>
                    <a:pt x="26" y="105"/>
                    <a:pt x="26" y="105"/>
                  </a:cubicBezTo>
                  <a:cubicBezTo>
                    <a:pt x="28" y="107"/>
                    <a:pt x="30" y="109"/>
                    <a:pt x="32" y="111"/>
                  </a:cubicBezTo>
                  <a:cubicBezTo>
                    <a:pt x="26" y="123"/>
                    <a:pt x="26" y="123"/>
                    <a:pt x="26" y="123"/>
                  </a:cubicBezTo>
                  <a:cubicBezTo>
                    <a:pt x="28" y="125"/>
                    <a:pt x="31" y="127"/>
                    <a:pt x="34" y="128"/>
                  </a:cubicBezTo>
                  <a:cubicBezTo>
                    <a:pt x="37" y="130"/>
                    <a:pt x="40" y="132"/>
                    <a:pt x="43" y="133"/>
                  </a:cubicBezTo>
                  <a:cubicBezTo>
                    <a:pt x="50" y="121"/>
                    <a:pt x="50" y="121"/>
                    <a:pt x="50" y="121"/>
                  </a:cubicBezTo>
                  <a:cubicBezTo>
                    <a:pt x="53" y="122"/>
                    <a:pt x="56" y="123"/>
                    <a:pt x="59" y="123"/>
                  </a:cubicBezTo>
                  <a:cubicBezTo>
                    <a:pt x="59" y="137"/>
                    <a:pt x="59" y="137"/>
                    <a:pt x="59" y="137"/>
                  </a:cubicBezTo>
                  <a:cubicBezTo>
                    <a:pt x="62" y="137"/>
                    <a:pt x="65" y="138"/>
                    <a:pt x="69" y="138"/>
                  </a:cubicBezTo>
                  <a:cubicBezTo>
                    <a:pt x="72" y="138"/>
                    <a:pt x="76" y="137"/>
                    <a:pt x="79" y="137"/>
                  </a:cubicBezTo>
                  <a:cubicBezTo>
                    <a:pt x="79" y="123"/>
                    <a:pt x="79" y="123"/>
                    <a:pt x="79" y="123"/>
                  </a:cubicBezTo>
                  <a:cubicBezTo>
                    <a:pt x="82" y="123"/>
                    <a:pt x="85" y="122"/>
                    <a:pt x="87" y="121"/>
                  </a:cubicBezTo>
                  <a:cubicBezTo>
                    <a:pt x="94" y="133"/>
                    <a:pt x="94" y="133"/>
                    <a:pt x="94" y="133"/>
                  </a:cubicBezTo>
                  <a:cubicBezTo>
                    <a:pt x="97" y="132"/>
                    <a:pt x="100" y="130"/>
                    <a:pt x="103" y="128"/>
                  </a:cubicBezTo>
                  <a:cubicBezTo>
                    <a:pt x="106" y="127"/>
                    <a:pt x="109" y="125"/>
                    <a:pt x="112" y="123"/>
                  </a:cubicBezTo>
                  <a:cubicBezTo>
                    <a:pt x="105" y="111"/>
                    <a:pt x="105" y="111"/>
                    <a:pt x="105" y="111"/>
                  </a:cubicBezTo>
                  <a:cubicBezTo>
                    <a:pt x="107" y="109"/>
                    <a:pt x="109" y="107"/>
                    <a:pt x="111" y="105"/>
                  </a:cubicBezTo>
                  <a:cubicBezTo>
                    <a:pt x="123" y="112"/>
                    <a:pt x="123" y="112"/>
                    <a:pt x="123" y="112"/>
                  </a:cubicBezTo>
                  <a:cubicBezTo>
                    <a:pt x="125" y="109"/>
                    <a:pt x="127" y="106"/>
                    <a:pt x="129" y="103"/>
                  </a:cubicBezTo>
                  <a:cubicBezTo>
                    <a:pt x="130" y="100"/>
                    <a:pt x="132" y="97"/>
                    <a:pt x="133" y="94"/>
                  </a:cubicBezTo>
                  <a:cubicBezTo>
                    <a:pt x="121" y="87"/>
                    <a:pt x="121" y="87"/>
                    <a:pt x="121" y="87"/>
                  </a:cubicBezTo>
                  <a:cubicBezTo>
                    <a:pt x="122" y="84"/>
                    <a:pt x="123" y="82"/>
                    <a:pt x="124" y="79"/>
                  </a:cubicBezTo>
                  <a:cubicBezTo>
                    <a:pt x="137" y="79"/>
                    <a:pt x="137" y="79"/>
                    <a:pt x="137" y="79"/>
                  </a:cubicBezTo>
                  <a:cubicBezTo>
                    <a:pt x="138" y="75"/>
                    <a:pt x="138" y="72"/>
                    <a:pt x="138" y="69"/>
                  </a:cubicBezTo>
                  <a:cubicBezTo>
                    <a:pt x="138" y="65"/>
                    <a:pt x="138" y="62"/>
                    <a:pt x="137" y="58"/>
                  </a:cubicBezTo>
                  <a:lnTo>
                    <a:pt x="124" y="58"/>
                  </a:lnTo>
                  <a:close/>
                  <a:moveTo>
                    <a:pt x="108" y="68"/>
                  </a:moveTo>
                  <a:cubicBezTo>
                    <a:pt x="108" y="68"/>
                    <a:pt x="108" y="68"/>
                    <a:pt x="108" y="68"/>
                  </a:cubicBezTo>
                  <a:cubicBezTo>
                    <a:pt x="108" y="68"/>
                    <a:pt x="108" y="68"/>
                    <a:pt x="108" y="68"/>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7" y="76"/>
                    <a:pt x="107" y="76"/>
                    <a:pt x="107" y="76"/>
                  </a:cubicBezTo>
                  <a:cubicBezTo>
                    <a:pt x="107" y="76"/>
                    <a:pt x="107" y="76"/>
                    <a:pt x="107" y="76"/>
                  </a:cubicBezTo>
                  <a:cubicBezTo>
                    <a:pt x="107" y="76"/>
                    <a:pt x="107" y="76"/>
                    <a:pt x="107" y="76"/>
                  </a:cubicBezTo>
                  <a:cubicBezTo>
                    <a:pt x="107" y="76"/>
                    <a:pt x="107" y="76"/>
                    <a:pt x="107" y="76"/>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9"/>
                    <a:pt x="107" y="79"/>
                    <a:pt x="107" y="79"/>
                  </a:cubicBezTo>
                  <a:cubicBezTo>
                    <a:pt x="107" y="79"/>
                    <a:pt x="107" y="79"/>
                    <a:pt x="107" y="79"/>
                  </a:cubicBezTo>
                  <a:cubicBezTo>
                    <a:pt x="107" y="79"/>
                    <a:pt x="107" y="79"/>
                    <a:pt x="107" y="79"/>
                  </a:cubicBezTo>
                  <a:cubicBezTo>
                    <a:pt x="107" y="79"/>
                    <a:pt x="107" y="79"/>
                    <a:pt x="107" y="79"/>
                  </a:cubicBezTo>
                  <a:cubicBezTo>
                    <a:pt x="106" y="82"/>
                    <a:pt x="105" y="85"/>
                    <a:pt x="103" y="88"/>
                  </a:cubicBezTo>
                  <a:cubicBezTo>
                    <a:pt x="102" y="89"/>
                    <a:pt x="102" y="90"/>
                    <a:pt x="101" y="91"/>
                  </a:cubicBezTo>
                  <a:cubicBezTo>
                    <a:pt x="101" y="91"/>
                    <a:pt x="101" y="91"/>
                    <a:pt x="101" y="91"/>
                  </a:cubicBezTo>
                  <a:cubicBezTo>
                    <a:pt x="101" y="91"/>
                    <a:pt x="101" y="91"/>
                    <a:pt x="101" y="91"/>
                  </a:cubicBezTo>
                  <a:cubicBezTo>
                    <a:pt x="101" y="91"/>
                    <a:pt x="101" y="91"/>
                    <a:pt x="101" y="91"/>
                  </a:cubicBezTo>
                  <a:cubicBezTo>
                    <a:pt x="101" y="91"/>
                    <a:pt x="101" y="91"/>
                    <a:pt x="101" y="91"/>
                  </a:cubicBezTo>
                  <a:cubicBezTo>
                    <a:pt x="101" y="92"/>
                    <a:pt x="101" y="92"/>
                    <a:pt x="101" y="92"/>
                  </a:cubicBezTo>
                  <a:cubicBezTo>
                    <a:pt x="98" y="95"/>
                    <a:pt x="95" y="98"/>
                    <a:pt x="92" y="100"/>
                  </a:cubicBezTo>
                  <a:cubicBezTo>
                    <a:pt x="92" y="101"/>
                    <a:pt x="92" y="101"/>
                    <a:pt x="92" y="101"/>
                  </a:cubicBezTo>
                  <a:cubicBezTo>
                    <a:pt x="92" y="101"/>
                    <a:pt x="92" y="101"/>
                    <a:pt x="92" y="101"/>
                  </a:cubicBezTo>
                  <a:cubicBezTo>
                    <a:pt x="92" y="101"/>
                    <a:pt x="92" y="101"/>
                    <a:pt x="92" y="101"/>
                  </a:cubicBezTo>
                  <a:cubicBezTo>
                    <a:pt x="92" y="101"/>
                    <a:pt x="92" y="101"/>
                    <a:pt x="92" y="101"/>
                  </a:cubicBezTo>
                  <a:cubicBezTo>
                    <a:pt x="92" y="101"/>
                    <a:pt x="92" y="101"/>
                    <a:pt x="92" y="101"/>
                  </a:cubicBezTo>
                  <a:cubicBezTo>
                    <a:pt x="91" y="101"/>
                    <a:pt x="91" y="101"/>
                    <a:pt x="91" y="101"/>
                  </a:cubicBezTo>
                  <a:cubicBezTo>
                    <a:pt x="90" y="102"/>
                    <a:pt x="90" y="102"/>
                    <a:pt x="88" y="103"/>
                  </a:cubicBezTo>
                  <a:cubicBezTo>
                    <a:pt x="85" y="105"/>
                    <a:pt x="82" y="106"/>
                    <a:pt x="79" y="107"/>
                  </a:cubicBezTo>
                  <a:cubicBezTo>
                    <a:pt x="79" y="107"/>
                    <a:pt x="79" y="107"/>
                    <a:pt x="79" y="107"/>
                  </a:cubicBezTo>
                  <a:cubicBezTo>
                    <a:pt x="79" y="107"/>
                    <a:pt x="79" y="107"/>
                    <a:pt x="79" y="107"/>
                  </a:cubicBezTo>
                  <a:cubicBezTo>
                    <a:pt x="78" y="107"/>
                    <a:pt x="77" y="107"/>
                    <a:pt x="75" y="107"/>
                  </a:cubicBezTo>
                  <a:cubicBezTo>
                    <a:pt x="75" y="108"/>
                    <a:pt x="75" y="108"/>
                    <a:pt x="75" y="108"/>
                  </a:cubicBezTo>
                  <a:cubicBezTo>
                    <a:pt x="75" y="108"/>
                    <a:pt x="75" y="108"/>
                    <a:pt x="75" y="108"/>
                  </a:cubicBezTo>
                  <a:cubicBezTo>
                    <a:pt x="74" y="108"/>
                    <a:pt x="74" y="108"/>
                    <a:pt x="74" y="108"/>
                  </a:cubicBezTo>
                  <a:cubicBezTo>
                    <a:pt x="74" y="108"/>
                    <a:pt x="74" y="108"/>
                    <a:pt x="74" y="108"/>
                  </a:cubicBezTo>
                  <a:cubicBezTo>
                    <a:pt x="74" y="108"/>
                    <a:pt x="74" y="108"/>
                    <a:pt x="74" y="108"/>
                  </a:cubicBezTo>
                  <a:cubicBezTo>
                    <a:pt x="74" y="108"/>
                    <a:pt x="74" y="108"/>
                    <a:pt x="74"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0" y="108"/>
                    <a:pt x="70" y="108"/>
                    <a:pt x="70" y="108"/>
                  </a:cubicBezTo>
                  <a:cubicBezTo>
                    <a:pt x="70" y="108"/>
                    <a:pt x="70" y="108"/>
                    <a:pt x="70" y="108"/>
                  </a:cubicBezTo>
                  <a:cubicBezTo>
                    <a:pt x="70" y="108"/>
                    <a:pt x="70" y="108"/>
                    <a:pt x="70" y="108"/>
                  </a:cubicBezTo>
                  <a:cubicBezTo>
                    <a:pt x="70" y="108"/>
                    <a:pt x="70" y="108"/>
                    <a:pt x="70" y="108"/>
                  </a:cubicBezTo>
                  <a:cubicBezTo>
                    <a:pt x="70" y="108"/>
                    <a:pt x="70" y="108"/>
                    <a:pt x="70" y="108"/>
                  </a:cubicBezTo>
                  <a:cubicBezTo>
                    <a:pt x="69" y="108"/>
                    <a:pt x="69" y="108"/>
                    <a:pt x="69" y="108"/>
                  </a:cubicBezTo>
                  <a:cubicBezTo>
                    <a:pt x="69" y="108"/>
                    <a:pt x="69" y="108"/>
                    <a:pt x="69" y="108"/>
                  </a:cubicBezTo>
                  <a:cubicBezTo>
                    <a:pt x="69" y="108"/>
                    <a:pt x="69" y="108"/>
                    <a:pt x="69" y="108"/>
                  </a:cubicBezTo>
                  <a:cubicBezTo>
                    <a:pt x="69" y="108"/>
                    <a:pt x="69" y="108"/>
                    <a:pt x="69" y="108"/>
                  </a:cubicBezTo>
                  <a:cubicBezTo>
                    <a:pt x="68" y="108"/>
                    <a:pt x="68" y="108"/>
                    <a:pt x="68" y="108"/>
                  </a:cubicBezTo>
                  <a:cubicBezTo>
                    <a:pt x="68" y="108"/>
                    <a:pt x="68" y="108"/>
                    <a:pt x="68" y="108"/>
                  </a:cubicBezTo>
                  <a:cubicBezTo>
                    <a:pt x="68" y="108"/>
                    <a:pt x="68" y="108"/>
                    <a:pt x="68" y="108"/>
                  </a:cubicBezTo>
                  <a:cubicBezTo>
                    <a:pt x="67" y="108"/>
                    <a:pt x="67" y="108"/>
                    <a:pt x="67" y="108"/>
                  </a:cubicBezTo>
                  <a:cubicBezTo>
                    <a:pt x="67" y="108"/>
                    <a:pt x="67" y="108"/>
                    <a:pt x="67" y="108"/>
                  </a:cubicBezTo>
                  <a:cubicBezTo>
                    <a:pt x="66" y="108"/>
                    <a:pt x="66" y="108"/>
                    <a:pt x="66" y="108"/>
                  </a:cubicBezTo>
                  <a:cubicBezTo>
                    <a:pt x="66" y="108"/>
                    <a:pt x="66" y="108"/>
                    <a:pt x="66" y="108"/>
                  </a:cubicBezTo>
                  <a:cubicBezTo>
                    <a:pt x="66" y="108"/>
                    <a:pt x="66" y="108"/>
                    <a:pt x="66" y="108"/>
                  </a:cubicBezTo>
                  <a:cubicBezTo>
                    <a:pt x="65" y="108"/>
                    <a:pt x="65" y="108"/>
                    <a:pt x="65" y="108"/>
                  </a:cubicBezTo>
                  <a:cubicBezTo>
                    <a:pt x="65" y="108"/>
                    <a:pt x="65" y="108"/>
                    <a:pt x="65" y="108"/>
                  </a:cubicBezTo>
                  <a:cubicBezTo>
                    <a:pt x="64" y="108"/>
                    <a:pt x="64" y="108"/>
                    <a:pt x="64" y="108"/>
                  </a:cubicBezTo>
                  <a:cubicBezTo>
                    <a:pt x="64" y="108"/>
                    <a:pt x="64" y="108"/>
                    <a:pt x="64" y="108"/>
                  </a:cubicBezTo>
                  <a:cubicBezTo>
                    <a:pt x="63" y="108"/>
                    <a:pt x="63" y="108"/>
                    <a:pt x="63" y="108"/>
                  </a:cubicBezTo>
                  <a:cubicBezTo>
                    <a:pt x="63" y="108"/>
                    <a:pt x="63" y="108"/>
                    <a:pt x="63" y="108"/>
                  </a:cubicBezTo>
                  <a:cubicBezTo>
                    <a:pt x="62" y="108"/>
                    <a:pt x="62" y="107"/>
                    <a:pt x="62" y="107"/>
                  </a:cubicBezTo>
                  <a:cubicBezTo>
                    <a:pt x="62" y="107"/>
                    <a:pt x="62" y="107"/>
                    <a:pt x="62" y="107"/>
                  </a:cubicBezTo>
                  <a:cubicBezTo>
                    <a:pt x="61" y="107"/>
                    <a:pt x="61" y="107"/>
                    <a:pt x="61" y="107"/>
                  </a:cubicBezTo>
                  <a:cubicBezTo>
                    <a:pt x="61" y="107"/>
                    <a:pt x="61" y="107"/>
                    <a:pt x="61" y="107"/>
                  </a:cubicBezTo>
                  <a:cubicBezTo>
                    <a:pt x="61" y="107"/>
                    <a:pt x="61" y="107"/>
                    <a:pt x="61" y="107"/>
                  </a:cubicBezTo>
                  <a:cubicBezTo>
                    <a:pt x="60" y="107"/>
                    <a:pt x="60" y="107"/>
                    <a:pt x="60" y="107"/>
                  </a:cubicBezTo>
                  <a:cubicBezTo>
                    <a:pt x="60" y="107"/>
                    <a:pt x="60" y="107"/>
                    <a:pt x="60" y="107"/>
                  </a:cubicBezTo>
                  <a:cubicBezTo>
                    <a:pt x="60" y="107"/>
                    <a:pt x="60" y="107"/>
                    <a:pt x="60" y="107"/>
                  </a:cubicBezTo>
                  <a:cubicBezTo>
                    <a:pt x="60" y="107"/>
                    <a:pt x="60"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8" y="107"/>
                    <a:pt x="58" y="107"/>
                    <a:pt x="58" y="107"/>
                  </a:cubicBezTo>
                  <a:cubicBezTo>
                    <a:pt x="58" y="106"/>
                    <a:pt x="58" y="106"/>
                    <a:pt x="58" y="106"/>
                  </a:cubicBezTo>
                  <a:cubicBezTo>
                    <a:pt x="58" y="106"/>
                    <a:pt x="58" y="106"/>
                    <a:pt x="58" y="106"/>
                  </a:cubicBezTo>
                  <a:cubicBezTo>
                    <a:pt x="57" y="106"/>
                    <a:pt x="57" y="106"/>
                    <a:pt x="57" y="106"/>
                  </a:cubicBezTo>
                  <a:cubicBezTo>
                    <a:pt x="57" y="106"/>
                    <a:pt x="57" y="106"/>
                    <a:pt x="57" y="106"/>
                  </a:cubicBezTo>
                  <a:cubicBezTo>
                    <a:pt x="57" y="106"/>
                    <a:pt x="57" y="106"/>
                    <a:pt x="57" y="106"/>
                  </a:cubicBezTo>
                  <a:cubicBezTo>
                    <a:pt x="57" y="106"/>
                    <a:pt x="57" y="106"/>
                    <a:pt x="57" y="106"/>
                  </a:cubicBezTo>
                  <a:cubicBezTo>
                    <a:pt x="56" y="106"/>
                    <a:pt x="56" y="106"/>
                    <a:pt x="56" y="106"/>
                  </a:cubicBezTo>
                  <a:cubicBezTo>
                    <a:pt x="54" y="105"/>
                    <a:pt x="51" y="104"/>
                    <a:pt x="49" y="103"/>
                  </a:cubicBezTo>
                  <a:cubicBezTo>
                    <a:pt x="48" y="102"/>
                    <a:pt x="48" y="102"/>
                    <a:pt x="47" y="102"/>
                  </a:cubicBezTo>
                  <a:cubicBezTo>
                    <a:pt x="47" y="102"/>
                    <a:pt x="47" y="102"/>
                    <a:pt x="47" y="102"/>
                  </a:cubicBezTo>
                  <a:cubicBezTo>
                    <a:pt x="47" y="102"/>
                    <a:pt x="47" y="102"/>
                    <a:pt x="47" y="102"/>
                  </a:cubicBezTo>
                  <a:cubicBezTo>
                    <a:pt x="47" y="101"/>
                    <a:pt x="47" y="101"/>
                    <a:pt x="47" y="101"/>
                  </a:cubicBezTo>
                  <a:cubicBezTo>
                    <a:pt x="46" y="101"/>
                    <a:pt x="46" y="101"/>
                    <a:pt x="46" y="101"/>
                  </a:cubicBezTo>
                  <a:cubicBezTo>
                    <a:pt x="46" y="101"/>
                    <a:pt x="46" y="101"/>
                    <a:pt x="46" y="101"/>
                  </a:cubicBezTo>
                  <a:cubicBezTo>
                    <a:pt x="43" y="98"/>
                    <a:pt x="39" y="95"/>
                    <a:pt x="37" y="92"/>
                  </a:cubicBezTo>
                  <a:cubicBezTo>
                    <a:pt x="37" y="92"/>
                    <a:pt x="37" y="92"/>
                    <a:pt x="37" y="92"/>
                  </a:cubicBezTo>
                  <a:cubicBezTo>
                    <a:pt x="37" y="91"/>
                    <a:pt x="37" y="91"/>
                    <a:pt x="37" y="91"/>
                  </a:cubicBezTo>
                  <a:cubicBezTo>
                    <a:pt x="36" y="91"/>
                    <a:pt x="36" y="91"/>
                    <a:pt x="36" y="91"/>
                  </a:cubicBezTo>
                  <a:cubicBezTo>
                    <a:pt x="36" y="90"/>
                    <a:pt x="35" y="89"/>
                    <a:pt x="35" y="88"/>
                  </a:cubicBezTo>
                  <a:cubicBezTo>
                    <a:pt x="33" y="85"/>
                    <a:pt x="31" y="82"/>
                    <a:pt x="31" y="79"/>
                  </a:cubicBezTo>
                  <a:cubicBezTo>
                    <a:pt x="31" y="79"/>
                    <a:pt x="31" y="79"/>
                    <a:pt x="31" y="79"/>
                  </a:cubicBezTo>
                  <a:cubicBezTo>
                    <a:pt x="31" y="79"/>
                    <a:pt x="31" y="79"/>
                    <a:pt x="31" y="79"/>
                  </a:cubicBezTo>
                  <a:cubicBezTo>
                    <a:pt x="31" y="79"/>
                    <a:pt x="31" y="79"/>
                    <a:pt x="31" y="79"/>
                  </a:cubicBezTo>
                  <a:cubicBezTo>
                    <a:pt x="30" y="77"/>
                    <a:pt x="30" y="75"/>
                    <a:pt x="29" y="72"/>
                  </a:cubicBezTo>
                  <a:cubicBezTo>
                    <a:pt x="29" y="72"/>
                    <a:pt x="29" y="72"/>
                    <a:pt x="29" y="72"/>
                  </a:cubicBezTo>
                  <a:cubicBezTo>
                    <a:pt x="29" y="72"/>
                    <a:pt x="29" y="72"/>
                    <a:pt x="29" y="72"/>
                  </a:cubicBezTo>
                  <a:cubicBezTo>
                    <a:pt x="29" y="71"/>
                    <a:pt x="29" y="71"/>
                    <a:pt x="29" y="71"/>
                  </a:cubicBezTo>
                  <a:cubicBezTo>
                    <a:pt x="29" y="71"/>
                    <a:pt x="29" y="71"/>
                    <a:pt x="29" y="71"/>
                  </a:cubicBezTo>
                  <a:cubicBezTo>
                    <a:pt x="29" y="71"/>
                    <a:pt x="29" y="71"/>
                    <a:pt x="29" y="71"/>
                  </a:cubicBezTo>
                  <a:cubicBezTo>
                    <a:pt x="29" y="71"/>
                    <a:pt x="29" y="71"/>
                    <a:pt x="29" y="70"/>
                  </a:cubicBezTo>
                  <a:cubicBezTo>
                    <a:pt x="29" y="70"/>
                    <a:pt x="29" y="70"/>
                    <a:pt x="29" y="70"/>
                  </a:cubicBezTo>
                  <a:cubicBezTo>
                    <a:pt x="29" y="70"/>
                    <a:pt x="29" y="70"/>
                    <a:pt x="29" y="70"/>
                  </a:cubicBezTo>
                  <a:cubicBezTo>
                    <a:pt x="29" y="70"/>
                    <a:pt x="29" y="70"/>
                    <a:pt x="29" y="70"/>
                  </a:cubicBezTo>
                  <a:cubicBezTo>
                    <a:pt x="29" y="70"/>
                    <a:pt x="29" y="70"/>
                    <a:pt x="29" y="70"/>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7"/>
                    <a:pt x="29" y="67"/>
                    <a:pt x="29" y="67"/>
                  </a:cubicBezTo>
                  <a:cubicBezTo>
                    <a:pt x="29" y="67"/>
                    <a:pt x="29" y="67"/>
                    <a:pt x="29" y="67"/>
                  </a:cubicBezTo>
                  <a:cubicBezTo>
                    <a:pt x="29" y="67"/>
                    <a:pt x="29" y="67"/>
                    <a:pt x="29" y="67"/>
                  </a:cubicBezTo>
                  <a:cubicBezTo>
                    <a:pt x="29" y="67"/>
                    <a:pt x="29" y="67"/>
                    <a:pt x="29" y="67"/>
                  </a:cubicBezTo>
                  <a:cubicBezTo>
                    <a:pt x="29" y="67"/>
                    <a:pt x="29" y="67"/>
                    <a:pt x="29" y="67"/>
                  </a:cubicBezTo>
                  <a:cubicBezTo>
                    <a:pt x="29" y="67"/>
                    <a:pt x="29" y="67"/>
                    <a:pt x="29" y="67"/>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4"/>
                    <a:pt x="29" y="64"/>
                    <a:pt x="29" y="64"/>
                  </a:cubicBezTo>
                  <a:cubicBezTo>
                    <a:pt x="29" y="64"/>
                    <a:pt x="29" y="64"/>
                    <a:pt x="29" y="64"/>
                  </a:cubicBezTo>
                  <a:cubicBezTo>
                    <a:pt x="30" y="64"/>
                    <a:pt x="30" y="64"/>
                    <a:pt x="30" y="64"/>
                  </a:cubicBezTo>
                  <a:cubicBezTo>
                    <a:pt x="30" y="64"/>
                    <a:pt x="30" y="64"/>
                    <a:pt x="30" y="64"/>
                  </a:cubicBezTo>
                  <a:cubicBezTo>
                    <a:pt x="30" y="64"/>
                    <a:pt x="30" y="64"/>
                    <a:pt x="30" y="64"/>
                  </a:cubicBezTo>
                  <a:cubicBezTo>
                    <a:pt x="30" y="64"/>
                    <a:pt x="30" y="64"/>
                    <a:pt x="30" y="64"/>
                  </a:cubicBezTo>
                  <a:cubicBezTo>
                    <a:pt x="30" y="64"/>
                    <a:pt x="30" y="64"/>
                    <a:pt x="30" y="64"/>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1"/>
                    <a:pt x="30" y="61"/>
                    <a:pt x="30" y="61"/>
                  </a:cubicBezTo>
                  <a:cubicBezTo>
                    <a:pt x="30" y="61"/>
                    <a:pt x="30" y="61"/>
                    <a:pt x="30" y="61"/>
                  </a:cubicBezTo>
                  <a:cubicBezTo>
                    <a:pt x="30" y="61"/>
                    <a:pt x="30" y="61"/>
                    <a:pt x="30" y="61"/>
                  </a:cubicBezTo>
                  <a:cubicBezTo>
                    <a:pt x="30" y="61"/>
                    <a:pt x="30" y="61"/>
                    <a:pt x="30" y="61"/>
                  </a:cubicBezTo>
                  <a:cubicBezTo>
                    <a:pt x="30" y="61"/>
                    <a:pt x="30" y="61"/>
                    <a:pt x="30" y="61"/>
                  </a:cubicBezTo>
                  <a:cubicBezTo>
                    <a:pt x="30" y="61"/>
                    <a:pt x="30" y="61"/>
                    <a:pt x="30" y="61"/>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1" y="59"/>
                    <a:pt x="31" y="59"/>
                    <a:pt x="31" y="59"/>
                  </a:cubicBezTo>
                  <a:cubicBezTo>
                    <a:pt x="31" y="59"/>
                    <a:pt x="31" y="59"/>
                    <a:pt x="31" y="59"/>
                  </a:cubicBezTo>
                  <a:cubicBezTo>
                    <a:pt x="31" y="58"/>
                    <a:pt x="31" y="58"/>
                    <a:pt x="31" y="58"/>
                  </a:cubicBezTo>
                  <a:cubicBezTo>
                    <a:pt x="31" y="58"/>
                    <a:pt x="31" y="58"/>
                    <a:pt x="31" y="58"/>
                  </a:cubicBezTo>
                  <a:cubicBezTo>
                    <a:pt x="31" y="58"/>
                    <a:pt x="31" y="58"/>
                    <a:pt x="31" y="58"/>
                  </a:cubicBezTo>
                  <a:cubicBezTo>
                    <a:pt x="31" y="58"/>
                    <a:pt x="31" y="58"/>
                    <a:pt x="31" y="58"/>
                  </a:cubicBezTo>
                  <a:cubicBezTo>
                    <a:pt x="32" y="55"/>
                    <a:pt x="33" y="52"/>
                    <a:pt x="35" y="49"/>
                  </a:cubicBezTo>
                  <a:cubicBezTo>
                    <a:pt x="35" y="48"/>
                    <a:pt x="36" y="47"/>
                    <a:pt x="36" y="46"/>
                  </a:cubicBezTo>
                  <a:cubicBezTo>
                    <a:pt x="36" y="46"/>
                    <a:pt x="36" y="46"/>
                    <a:pt x="36" y="46"/>
                  </a:cubicBezTo>
                  <a:cubicBezTo>
                    <a:pt x="36" y="46"/>
                    <a:pt x="36" y="46"/>
                    <a:pt x="36" y="46"/>
                  </a:cubicBezTo>
                  <a:cubicBezTo>
                    <a:pt x="36" y="46"/>
                    <a:pt x="36" y="46"/>
                    <a:pt x="36" y="46"/>
                  </a:cubicBezTo>
                  <a:cubicBezTo>
                    <a:pt x="36" y="46"/>
                    <a:pt x="36" y="46"/>
                    <a:pt x="36" y="46"/>
                  </a:cubicBezTo>
                  <a:cubicBezTo>
                    <a:pt x="37" y="46"/>
                    <a:pt x="37" y="46"/>
                    <a:pt x="37" y="46"/>
                  </a:cubicBezTo>
                  <a:cubicBezTo>
                    <a:pt x="39" y="42"/>
                    <a:pt x="42" y="39"/>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7" y="36"/>
                    <a:pt x="47" y="36"/>
                    <a:pt x="47" y="36"/>
                  </a:cubicBezTo>
                  <a:cubicBezTo>
                    <a:pt x="47" y="36"/>
                    <a:pt x="47" y="36"/>
                    <a:pt x="47" y="36"/>
                  </a:cubicBezTo>
                  <a:cubicBezTo>
                    <a:pt x="47" y="36"/>
                    <a:pt x="47" y="36"/>
                    <a:pt x="47" y="36"/>
                  </a:cubicBezTo>
                  <a:cubicBezTo>
                    <a:pt x="47" y="35"/>
                    <a:pt x="48" y="35"/>
                    <a:pt x="49" y="34"/>
                  </a:cubicBezTo>
                  <a:cubicBezTo>
                    <a:pt x="52" y="33"/>
                    <a:pt x="55" y="31"/>
                    <a:pt x="59" y="30"/>
                  </a:cubicBezTo>
                  <a:cubicBezTo>
                    <a:pt x="59" y="30"/>
                    <a:pt x="59" y="30"/>
                    <a:pt x="59" y="30"/>
                  </a:cubicBezTo>
                  <a:cubicBezTo>
                    <a:pt x="59" y="30"/>
                    <a:pt x="59" y="30"/>
                    <a:pt x="59" y="30"/>
                  </a:cubicBezTo>
                  <a:cubicBezTo>
                    <a:pt x="59" y="30"/>
                    <a:pt x="59" y="30"/>
                    <a:pt x="59" y="30"/>
                  </a:cubicBezTo>
                  <a:cubicBezTo>
                    <a:pt x="60" y="30"/>
                    <a:pt x="61" y="30"/>
                    <a:pt x="62" y="30"/>
                  </a:cubicBezTo>
                  <a:cubicBezTo>
                    <a:pt x="62" y="30"/>
                    <a:pt x="62" y="30"/>
                    <a:pt x="62" y="30"/>
                  </a:cubicBezTo>
                  <a:cubicBezTo>
                    <a:pt x="63" y="29"/>
                    <a:pt x="63" y="29"/>
                    <a:pt x="63" y="29"/>
                  </a:cubicBezTo>
                  <a:cubicBezTo>
                    <a:pt x="63" y="29"/>
                    <a:pt x="63" y="29"/>
                    <a:pt x="63" y="29"/>
                  </a:cubicBezTo>
                  <a:cubicBezTo>
                    <a:pt x="64" y="29"/>
                    <a:pt x="64" y="29"/>
                    <a:pt x="64" y="29"/>
                  </a:cubicBezTo>
                  <a:cubicBezTo>
                    <a:pt x="64" y="29"/>
                    <a:pt x="64" y="29"/>
                    <a:pt x="64" y="29"/>
                  </a:cubicBezTo>
                  <a:cubicBezTo>
                    <a:pt x="64" y="29"/>
                    <a:pt x="64" y="29"/>
                    <a:pt x="64" y="29"/>
                  </a:cubicBezTo>
                  <a:cubicBezTo>
                    <a:pt x="64" y="29"/>
                    <a:pt x="64" y="29"/>
                    <a:pt x="64" y="29"/>
                  </a:cubicBezTo>
                  <a:cubicBezTo>
                    <a:pt x="64" y="29"/>
                    <a:pt x="64" y="29"/>
                    <a:pt x="64" y="29"/>
                  </a:cubicBezTo>
                  <a:cubicBezTo>
                    <a:pt x="64" y="29"/>
                    <a:pt x="64" y="29"/>
                    <a:pt x="64" y="29"/>
                  </a:cubicBezTo>
                  <a:cubicBezTo>
                    <a:pt x="65" y="29"/>
                    <a:pt x="65" y="29"/>
                    <a:pt x="65" y="29"/>
                  </a:cubicBezTo>
                  <a:cubicBezTo>
                    <a:pt x="65" y="29"/>
                    <a:pt x="65" y="29"/>
                    <a:pt x="65" y="29"/>
                  </a:cubicBezTo>
                  <a:cubicBezTo>
                    <a:pt x="65" y="29"/>
                    <a:pt x="65" y="29"/>
                    <a:pt x="65" y="29"/>
                  </a:cubicBezTo>
                  <a:cubicBezTo>
                    <a:pt x="65" y="29"/>
                    <a:pt x="65" y="29"/>
                    <a:pt x="65" y="29"/>
                  </a:cubicBezTo>
                  <a:cubicBezTo>
                    <a:pt x="65" y="29"/>
                    <a:pt x="65" y="29"/>
                    <a:pt x="65" y="29"/>
                  </a:cubicBezTo>
                  <a:cubicBezTo>
                    <a:pt x="65" y="29"/>
                    <a:pt x="65" y="29"/>
                    <a:pt x="65"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7" y="29"/>
                    <a:pt x="67" y="29"/>
                    <a:pt x="67" y="29"/>
                  </a:cubicBezTo>
                  <a:cubicBezTo>
                    <a:pt x="67" y="29"/>
                    <a:pt x="67" y="29"/>
                    <a:pt x="67" y="29"/>
                  </a:cubicBezTo>
                  <a:cubicBezTo>
                    <a:pt x="67" y="29"/>
                    <a:pt x="67" y="29"/>
                    <a:pt x="67" y="29"/>
                  </a:cubicBezTo>
                  <a:cubicBezTo>
                    <a:pt x="67" y="29"/>
                    <a:pt x="67" y="29"/>
                    <a:pt x="67" y="29"/>
                  </a:cubicBezTo>
                  <a:cubicBezTo>
                    <a:pt x="67" y="29"/>
                    <a:pt x="67" y="29"/>
                    <a:pt x="67" y="29"/>
                  </a:cubicBezTo>
                  <a:cubicBezTo>
                    <a:pt x="67" y="29"/>
                    <a:pt x="67" y="29"/>
                    <a:pt x="67" y="29"/>
                  </a:cubicBezTo>
                  <a:cubicBezTo>
                    <a:pt x="68" y="29"/>
                    <a:pt x="68" y="29"/>
                    <a:pt x="68" y="29"/>
                  </a:cubicBezTo>
                  <a:cubicBezTo>
                    <a:pt x="68" y="29"/>
                    <a:pt x="68" y="29"/>
                    <a:pt x="68" y="29"/>
                  </a:cubicBezTo>
                  <a:cubicBezTo>
                    <a:pt x="68" y="29"/>
                    <a:pt x="68" y="29"/>
                    <a:pt x="68" y="29"/>
                  </a:cubicBezTo>
                  <a:cubicBezTo>
                    <a:pt x="68" y="29"/>
                    <a:pt x="68" y="29"/>
                    <a:pt x="68" y="29"/>
                  </a:cubicBezTo>
                  <a:cubicBezTo>
                    <a:pt x="68" y="29"/>
                    <a:pt x="68" y="29"/>
                    <a:pt x="68" y="29"/>
                  </a:cubicBezTo>
                  <a:cubicBezTo>
                    <a:pt x="69" y="29"/>
                    <a:pt x="69" y="29"/>
                    <a:pt x="69" y="29"/>
                  </a:cubicBezTo>
                  <a:cubicBezTo>
                    <a:pt x="69" y="29"/>
                    <a:pt x="69" y="29"/>
                    <a:pt x="70" y="29"/>
                  </a:cubicBezTo>
                  <a:cubicBezTo>
                    <a:pt x="70" y="29"/>
                    <a:pt x="70" y="29"/>
                    <a:pt x="70" y="29"/>
                  </a:cubicBezTo>
                  <a:cubicBezTo>
                    <a:pt x="70" y="29"/>
                    <a:pt x="70" y="29"/>
                    <a:pt x="70" y="29"/>
                  </a:cubicBezTo>
                  <a:cubicBezTo>
                    <a:pt x="70" y="29"/>
                    <a:pt x="70" y="29"/>
                    <a:pt x="71" y="29"/>
                  </a:cubicBezTo>
                  <a:cubicBezTo>
                    <a:pt x="71" y="29"/>
                    <a:pt x="71" y="29"/>
                    <a:pt x="71" y="29"/>
                  </a:cubicBezTo>
                  <a:cubicBezTo>
                    <a:pt x="71" y="29"/>
                    <a:pt x="71" y="29"/>
                    <a:pt x="72" y="29"/>
                  </a:cubicBezTo>
                  <a:cubicBezTo>
                    <a:pt x="72" y="29"/>
                    <a:pt x="72" y="29"/>
                    <a:pt x="72" y="29"/>
                  </a:cubicBezTo>
                  <a:cubicBezTo>
                    <a:pt x="72" y="29"/>
                    <a:pt x="72" y="29"/>
                    <a:pt x="72" y="29"/>
                  </a:cubicBezTo>
                  <a:cubicBezTo>
                    <a:pt x="72" y="29"/>
                    <a:pt x="72" y="29"/>
                    <a:pt x="73" y="29"/>
                  </a:cubicBezTo>
                  <a:cubicBezTo>
                    <a:pt x="73" y="29"/>
                    <a:pt x="73" y="29"/>
                    <a:pt x="73" y="29"/>
                  </a:cubicBezTo>
                  <a:cubicBezTo>
                    <a:pt x="73" y="29"/>
                    <a:pt x="73" y="29"/>
                    <a:pt x="74" y="29"/>
                  </a:cubicBezTo>
                  <a:cubicBezTo>
                    <a:pt x="74" y="29"/>
                    <a:pt x="74" y="29"/>
                    <a:pt x="74" y="29"/>
                  </a:cubicBezTo>
                  <a:cubicBezTo>
                    <a:pt x="75" y="29"/>
                    <a:pt x="75" y="29"/>
                    <a:pt x="75" y="29"/>
                  </a:cubicBezTo>
                  <a:cubicBezTo>
                    <a:pt x="75" y="30"/>
                    <a:pt x="75" y="30"/>
                    <a:pt x="75" y="30"/>
                  </a:cubicBezTo>
                  <a:cubicBezTo>
                    <a:pt x="75" y="30"/>
                    <a:pt x="75" y="30"/>
                    <a:pt x="76" y="30"/>
                  </a:cubicBezTo>
                  <a:cubicBezTo>
                    <a:pt x="76" y="30"/>
                    <a:pt x="76" y="30"/>
                    <a:pt x="76" y="30"/>
                  </a:cubicBezTo>
                  <a:cubicBezTo>
                    <a:pt x="76" y="30"/>
                    <a:pt x="76" y="30"/>
                    <a:pt x="76" y="30"/>
                  </a:cubicBezTo>
                  <a:cubicBezTo>
                    <a:pt x="76" y="30"/>
                    <a:pt x="76" y="30"/>
                    <a:pt x="76" y="30"/>
                  </a:cubicBezTo>
                  <a:cubicBezTo>
                    <a:pt x="77" y="30"/>
                    <a:pt x="77" y="30"/>
                    <a:pt x="77" y="30"/>
                  </a:cubicBezTo>
                  <a:cubicBezTo>
                    <a:pt x="77" y="30"/>
                    <a:pt x="77" y="30"/>
                    <a:pt x="77" y="30"/>
                  </a:cubicBezTo>
                  <a:cubicBezTo>
                    <a:pt x="77" y="30"/>
                    <a:pt x="77" y="30"/>
                    <a:pt x="77" y="30"/>
                  </a:cubicBezTo>
                  <a:cubicBezTo>
                    <a:pt x="77" y="30"/>
                    <a:pt x="77" y="30"/>
                    <a:pt x="77" y="30"/>
                  </a:cubicBezTo>
                  <a:cubicBezTo>
                    <a:pt x="78" y="30"/>
                    <a:pt x="78" y="30"/>
                    <a:pt x="78" y="30"/>
                  </a:cubicBezTo>
                  <a:cubicBezTo>
                    <a:pt x="78" y="30"/>
                    <a:pt x="78" y="30"/>
                    <a:pt x="78" y="30"/>
                  </a:cubicBezTo>
                  <a:cubicBezTo>
                    <a:pt x="78" y="30"/>
                    <a:pt x="78" y="30"/>
                    <a:pt x="78" y="30"/>
                  </a:cubicBezTo>
                  <a:cubicBezTo>
                    <a:pt x="79" y="30"/>
                    <a:pt x="79" y="30"/>
                    <a:pt x="79" y="30"/>
                  </a:cubicBezTo>
                  <a:cubicBezTo>
                    <a:pt x="79" y="30"/>
                    <a:pt x="79" y="30"/>
                    <a:pt x="79" y="30"/>
                  </a:cubicBezTo>
                  <a:cubicBezTo>
                    <a:pt x="79" y="30"/>
                    <a:pt x="79" y="30"/>
                    <a:pt x="79" y="30"/>
                  </a:cubicBezTo>
                  <a:cubicBezTo>
                    <a:pt x="79" y="30"/>
                    <a:pt x="79" y="30"/>
                    <a:pt x="79" y="30"/>
                  </a:cubicBezTo>
                  <a:cubicBezTo>
                    <a:pt x="80" y="31"/>
                    <a:pt x="80" y="31"/>
                    <a:pt x="80" y="31"/>
                  </a:cubicBezTo>
                  <a:cubicBezTo>
                    <a:pt x="80" y="31"/>
                    <a:pt x="80" y="31"/>
                    <a:pt x="80" y="31"/>
                  </a:cubicBezTo>
                  <a:cubicBezTo>
                    <a:pt x="80" y="31"/>
                    <a:pt x="80" y="31"/>
                    <a:pt x="80" y="31"/>
                  </a:cubicBezTo>
                  <a:cubicBezTo>
                    <a:pt x="80" y="31"/>
                    <a:pt x="80" y="31"/>
                    <a:pt x="80" y="31"/>
                  </a:cubicBezTo>
                  <a:cubicBezTo>
                    <a:pt x="81" y="31"/>
                    <a:pt x="81" y="31"/>
                    <a:pt x="81" y="31"/>
                  </a:cubicBezTo>
                  <a:cubicBezTo>
                    <a:pt x="81" y="31"/>
                    <a:pt x="81" y="31"/>
                    <a:pt x="81" y="31"/>
                  </a:cubicBezTo>
                  <a:cubicBezTo>
                    <a:pt x="81" y="31"/>
                    <a:pt x="81" y="31"/>
                    <a:pt x="81" y="31"/>
                  </a:cubicBezTo>
                  <a:cubicBezTo>
                    <a:pt x="81" y="31"/>
                    <a:pt x="81" y="31"/>
                    <a:pt x="81" y="31"/>
                  </a:cubicBezTo>
                  <a:cubicBezTo>
                    <a:pt x="84" y="32"/>
                    <a:pt x="86" y="33"/>
                    <a:pt x="88" y="34"/>
                  </a:cubicBezTo>
                  <a:cubicBezTo>
                    <a:pt x="89" y="35"/>
                    <a:pt x="90" y="35"/>
                    <a:pt x="90" y="35"/>
                  </a:cubicBezTo>
                  <a:cubicBezTo>
                    <a:pt x="90" y="35"/>
                    <a:pt x="90" y="35"/>
                    <a:pt x="90" y="35"/>
                  </a:cubicBezTo>
                  <a:cubicBezTo>
                    <a:pt x="90" y="36"/>
                    <a:pt x="90" y="36"/>
                    <a:pt x="90" y="36"/>
                  </a:cubicBezTo>
                  <a:cubicBezTo>
                    <a:pt x="91" y="36"/>
                    <a:pt x="91" y="36"/>
                    <a:pt x="91" y="36"/>
                  </a:cubicBezTo>
                  <a:cubicBezTo>
                    <a:pt x="91" y="36"/>
                    <a:pt x="91" y="36"/>
                    <a:pt x="91" y="36"/>
                  </a:cubicBezTo>
                  <a:cubicBezTo>
                    <a:pt x="91" y="36"/>
                    <a:pt x="91" y="36"/>
                    <a:pt x="91" y="36"/>
                  </a:cubicBezTo>
                  <a:cubicBezTo>
                    <a:pt x="95" y="39"/>
                    <a:pt x="98" y="42"/>
                    <a:pt x="101" y="45"/>
                  </a:cubicBezTo>
                  <a:cubicBezTo>
                    <a:pt x="101" y="45"/>
                    <a:pt x="101" y="45"/>
                    <a:pt x="101" y="45"/>
                  </a:cubicBezTo>
                  <a:cubicBezTo>
                    <a:pt x="101" y="46"/>
                    <a:pt x="101" y="46"/>
                    <a:pt x="101" y="46"/>
                  </a:cubicBezTo>
                  <a:cubicBezTo>
                    <a:pt x="101" y="46"/>
                    <a:pt x="101" y="46"/>
                    <a:pt x="101" y="46"/>
                  </a:cubicBezTo>
                  <a:cubicBezTo>
                    <a:pt x="101" y="46"/>
                    <a:pt x="101" y="46"/>
                    <a:pt x="101" y="46"/>
                  </a:cubicBezTo>
                  <a:cubicBezTo>
                    <a:pt x="102" y="47"/>
                    <a:pt x="102" y="48"/>
                    <a:pt x="103" y="49"/>
                  </a:cubicBezTo>
                  <a:cubicBezTo>
                    <a:pt x="105" y="52"/>
                    <a:pt x="106" y="55"/>
                    <a:pt x="107" y="58"/>
                  </a:cubicBezTo>
                  <a:cubicBezTo>
                    <a:pt x="107" y="58"/>
                    <a:pt x="107" y="58"/>
                    <a:pt x="107" y="58"/>
                  </a:cubicBezTo>
                  <a:cubicBezTo>
                    <a:pt x="107" y="60"/>
                    <a:pt x="108" y="62"/>
                    <a:pt x="108" y="65"/>
                  </a:cubicBezTo>
                  <a:cubicBezTo>
                    <a:pt x="108" y="65"/>
                    <a:pt x="108" y="65"/>
                    <a:pt x="108" y="65"/>
                  </a:cubicBezTo>
                  <a:cubicBezTo>
                    <a:pt x="108" y="66"/>
                    <a:pt x="108" y="66"/>
                    <a:pt x="108" y="66"/>
                  </a:cubicBezTo>
                  <a:cubicBezTo>
                    <a:pt x="108" y="66"/>
                    <a:pt x="108" y="66"/>
                    <a:pt x="108" y="66"/>
                  </a:cubicBezTo>
                  <a:cubicBezTo>
                    <a:pt x="108" y="66"/>
                    <a:pt x="108" y="66"/>
                    <a:pt x="108" y="67"/>
                  </a:cubicBezTo>
                  <a:cubicBezTo>
                    <a:pt x="108" y="67"/>
                    <a:pt x="108" y="67"/>
                    <a:pt x="108" y="67"/>
                  </a:cubicBezTo>
                  <a:cubicBezTo>
                    <a:pt x="108" y="67"/>
                    <a:pt x="108" y="67"/>
                    <a:pt x="108" y="67"/>
                  </a:cubicBezTo>
                  <a:cubicBezTo>
                    <a:pt x="108" y="67"/>
                    <a:pt x="108" y="67"/>
                    <a:pt x="108" y="67"/>
                  </a:cubicBezTo>
                  <a:cubicBezTo>
                    <a:pt x="108" y="68"/>
                    <a:pt x="108" y="68"/>
                    <a:pt x="108" y="68"/>
                  </a:cubicBezTo>
                  <a:cubicBezTo>
                    <a:pt x="108" y="68"/>
                    <a:pt x="108" y="68"/>
                    <a:pt x="108" y="68"/>
                  </a:cubicBezTo>
                  <a:cubicBezTo>
                    <a:pt x="108" y="68"/>
                    <a:pt x="108" y="68"/>
                    <a:pt x="108" y="68"/>
                  </a:cubicBezTo>
                  <a:cubicBezTo>
                    <a:pt x="108" y="68"/>
                    <a:pt x="108" y="68"/>
                    <a:pt x="108" y="68"/>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4" name="Google Shape;474;p44"/>
            <p:cNvSpPr/>
            <p:nvPr/>
          </p:nvSpPr>
          <p:spPr>
            <a:xfrm>
              <a:off x="4591050" y="1247775"/>
              <a:ext cx="169863" cy="169863"/>
            </a:xfrm>
            <a:custGeom>
              <a:avLst/>
              <a:gdLst/>
              <a:ahLst/>
              <a:cxnLst/>
              <a:rect l="l" t="t" r="r" b="b"/>
              <a:pathLst>
                <a:path w="45" h="45" extrusionOk="0">
                  <a:moveTo>
                    <a:pt x="0" y="27"/>
                  </a:moveTo>
                  <a:cubicBezTo>
                    <a:pt x="0" y="27"/>
                    <a:pt x="0" y="28"/>
                    <a:pt x="0" y="29"/>
                  </a:cubicBezTo>
                  <a:cubicBezTo>
                    <a:pt x="6" y="28"/>
                    <a:pt x="6" y="28"/>
                    <a:pt x="6" y="28"/>
                  </a:cubicBezTo>
                  <a:cubicBezTo>
                    <a:pt x="6" y="28"/>
                    <a:pt x="6" y="29"/>
                    <a:pt x="6" y="29"/>
                  </a:cubicBezTo>
                  <a:cubicBezTo>
                    <a:pt x="2" y="32"/>
                    <a:pt x="2" y="32"/>
                    <a:pt x="2" y="32"/>
                  </a:cubicBezTo>
                  <a:cubicBezTo>
                    <a:pt x="2" y="33"/>
                    <a:pt x="2" y="33"/>
                    <a:pt x="3" y="34"/>
                  </a:cubicBezTo>
                  <a:cubicBezTo>
                    <a:pt x="3" y="35"/>
                    <a:pt x="3" y="35"/>
                    <a:pt x="4" y="36"/>
                  </a:cubicBezTo>
                  <a:cubicBezTo>
                    <a:pt x="9" y="33"/>
                    <a:pt x="9" y="33"/>
                    <a:pt x="9" y="33"/>
                  </a:cubicBezTo>
                  <a:cubicBezTo>
                    <a:pt x="9" y="33"/>
                    <a:pt x="9" y="34"/>
                    <a:pt x="10" y="34"/>
                  </a:cubicBezTo>
                  <a:cubicBezTo>
                    <a:pt x="6" y="39"/>
                    <a:pt x="6" y="39"/>
                    <a:pt x="6" y="39"/>
                  </a:cubicBezTo>
                  <a:cubicBezTo>
                    <a:pt x="7" y="39"/>
                    <a:pt x="7" y="40"/>
                    <a:pt x="8" y="40"/>
                  </a:cubicBezTo>
                  <a:cubicBezTo>
                    <a:pt x="8" y="41"/>
                    <a:pt x="9" y="41"/>
                    <a:pt x="9" y="41"/>
                  </a:cubicBezTo>
                  <a:cubicBezTo>
                    <a:pt x="13" y="37"/>
                    <a:pt x="13" y="37"/>
                    <a:pt x="13" y="37"/>
                  </a:cubicBezTo>
                  <a:cubicBezTo>
                    <a:pt x="13" y="37"/>
                    <a:pt x="14" y="38"/>
                    <a:pt x="14" y="38"/>
                  </a:cubicBezTo>
                  <a:cubicBezTo>
                    <a:pt x="12" y="43"/>
                    <a:pt x="12" y="43"/>
                    <a:pt x="12" y="43"/>
                  </a:cubicBezTo>
                  <a:cubicBezTo>
                    <a:pt x="13" y="43"/>
                    <a:pt x="14" y="44"/>
                    <a:pt x="14" y="44"/>
                  </a:cubicBezTo>
                  <a:cubicBezTo>
                    <a:pt x="15" y="44"/>
                    <a:pt x="16" y="44"/>
                    <a:pt x="17" y="45"/>
                  </a:cubicBezTo>
                  <a:cubicBezTo>
                    <a:pt x="18" y="39"/>
                    <a:pt x="18" y="39"/>
                    <a:pt x="18" y="39"/>
                  </a:cubicBezTo>
                  <a:cubicBezTo>
                    <a:pt x="19" y="40"/>
                    <a:pt x="20" y="40"/>
                    <a:pt x="20" y="40"/>
                  </a:cubicBezTo>
                  <a:cubicBezTo>
                    <a:pt x="20" y="45"/>
                    <a:pt x="20" y="45"/>
                    <a:pt x="20" y="45"/>
                  </a:cubicBezTo>
                  <a:cubicBezTo>
                    <a:pt x="21" y="45"/>
                    <a:pt x="22" y="45"/>
                    <a:pt x="22" y="45"/>
                  </a:cubicBezTo>
                  <a:cubicBezTo>
                    <a:pt x="23" y="45"/>
                    <a:pt x="24" y="45"/>
                    <a:pt x="24" y="45"/>
                  </a:cubicBezTo>
                  <a:cubicBezTo>
                    <a:pt x="24" y="40"/>
                    <a:pt x="24" y="40"/>
                    <a:pt x="24" y="40"/>
                  </a:cubicBezTo>
                  <a:cubicBezTo>
                    <a:pt x="25" y="40"/>
                    <a:pt x="26" y="40"/>
                    <a:pt x="26" y="39"/>
                  </a:cubicBezTo>
                  <a:cubicBezTo>
                    <a:pt x="28" y="45"/>
                    <a:pt x="28" y="45"/>
                    <a:pt x="28" y="45"/>
                  </a:cubicBezTo>
                  <a:cubicBezTo>
                    <a:pt x="29" y="44"/>
                    <a:pt x="29" y="44"/>
                    <a:pt x="30" y="44"/>
                  </a:cubicBezTo>
                  <a:cubicBezTo>
                    <a:pt x="31" y="44"/>
                    <a:pt x="31" y="43"/>
                    <a:pt x="32" y="43"/>
                  </a:cubicBezTo>
                  <a:cubicBezTo>
                    <a:pt x="30" y="38"/>
                    <a:pt x="30" y="38"/>
                    <a:pt x="30" y="38"/>
                  </a:cubicBezTo>
                  <a:cubicBezTo>
                    <a:pt x="31" y="38"/>
                    <a:pt x="31" y="37"/>
                    <a:pt x="32" y="37"/>
                  </a:cubicBezTo>
                  <a:cubicBezTo>
                    <a:pt x="35" y="41"/>
                    <a:pt x="35" y="41"/>
                    <a:pt x="35" y="41"/>
                  </a:cubicBezTo>
                  <a:cubicBezTo>
                    <a:pt x="36" y="41"/>
                    <a:pt x="36" y="41"/>
                    <a:pt x="37" y="40"/>
                  </a:cubicBezTo>
                  <a:cubicBezTo>
                    <a:pt x="37" y="40"/>
                    <a:pt x="38" y="39"/>
                    <a:pt x="38" y="39"/>
                  </a:cubicBezTo>
                  <a:cubicBezTo>
                    <a:pt x="35" y="34"/>
                    <a:pt x="35" y="34"/>
                    <a:pt x="35" y="34"/>
                  </a:cubicBezTo>
                  <a:cubicBezTo>
                    <a:pt x="35" y="34"/>
                    <a:pt x="36" y="33"/>
                    <a:pt x="36" y="33"/>
                  </a:cubicBezTo>
                  <a:cubicBezTo>
                    <a:pt x="41" y="36"/>
                    <a:pt x="41" y="36"/>
                    <a:pt x="41" y="36"/>
                  </a:cubicBezTo>
                  <a:cubicBezTo>
                    <a:pt x="41" y="35"/>
                    <a:pt x="42" y="35"/>
                    <a:pt x="42" y="34"/>
                  </a:cubicBezTo>
                  <a:cubicBezTo>
                    <a:pt x="42" y="33"/>
                    <a:pt x="43" y="33"/>
                    <a:pt x="43" y="32"/>
                  </a:cubicBezTo>
                  <a:cubicBezTo>
                    <a:pt x="38" y="29"/>
                    <a:pt x="38" y="29"/>
                    <a:pt x="38" y="29"/>
                  </a:cubicBezTo>
                  <a:cubicBezTo>
                    <a:pt x="38" y="29"/>
                    <a:pt x="39" y="28"/>
                    <a:pt x="39" y="28"/>
                  </a:cubicBezTo>
                  <a:cubicBezTo>
                    <a:pt x="44" y="29"/>
                    <a:pt x="44" y="29"/>
                    <a:pt x="44" y="29"/>
                  </a:cubicBezTo>
                  <a:cubicBezTo>
                    <a:pt x="44" y="28"/>
                    <a:pt x="45" y="27"/>
                    <a:pt x="45" y="27"/>
                  </a:cubicBezTo>
                  <a:cubicBezTo>
                    <a:pt x="45" y="26"/>
                    <a:pt x="45" y="25"/>
                    <a:pt x="45" y="24"/>
                  </a:cubicBezTo>
                  <a:cubicBezTo>
                    <a:pt x="39" y="23"/>
                    <a:pt x="39" y="23"/>
                    <a:pt x="39" y="23"/>
                  </a:cubicBezTo>
                  <a:cubicBezTo>
                    <a:pt x="39" y="23"/>
                    <a:pt x="39" y="23"/>
                    <a:pt x="39" y="23"/>
                  </a:cubicBezTo>
                  <a:cubicBezTo>
                    <a:pt x="39" y="22"/>
                    <a:pt x="39" y="22"/>
                    <a:pt x="39" y="22"/>
                  </a:cubicBezTo>
                  <a:cubicBezTo>
                    <a:pt x="45" y="21"/>
                    <a:pt x="45" y="21"/>
                    <a:pt x="45" y="21"/>
                  </a:cubicBezTo>
                  <a:cubicBezTo>
                    <a:pt x="45" y="20"/>
                    <a:pt x="45" y="19"/>
                    <a:pt x="45" y="19"/>
                  </a:cubicBezTo>
                  <a:cubicBezTo>
                    <a:pt x="45" y="18"/>
                    <a:pt x="44" y="17"/>
                    <a:pt x="44" y="17"/>
                  </a:cubicBezTo>
                  <a:cubicBezTo>
                    <a:pt x="39" y="18"/>
                    <a:pt x="39" y="18"/>
                    <a:pt x="39" y="18"/>
                  </a:cubicBezTo>
                  <a:cubicBezTo>
                    <a:pt x="39" y="17"/>
                    <a:pt x="38" y="16"/>
                    <a:pt x="38" y="16"/>
                  </a:cubicBezTo>
                  <a:cubicBezTo>
                    <a:pt x="43" y="13"/>
                    <a:pt x="43" y="13"/>
                    <a:pt x="43" y="13"/>
                  </a:cubicBezTo>
                  <a:cubicBezTo>
                    <a:pt x="43" y="13"/>
                    <a:pt x="42" y="12"/>
                    <a:pt x="42" y="11"/>
                  </a:cubicBezTo>
                  <a:cubicBezTo>
                    <a:pt x="42" y="11"/>
                    <a:pt x="41" y="10"/>
                    <a:pt x="41" y="9"/>
                  </a:cubicBezTo>
                  <a:cubicBezTo>
                    <a:pt x="36" y="12"/>
                    <a:pt x="36" y="12"/>
                    <a:pt x="36" y="12"/>
                  </a:cubicBezTo>
                  <a:cubicBezTo>
                    <a:pt x="36" y="12"/>
                    <a:pt x="35" y="11"/>
                    <a:pt x="35" y="11"/>
                  </a:cubicBezTo>
                  <a:cubicBezTo>
                    <a:pt x="38" y="7"/>
                    <a:pt x="38" y="7"/>
                    <a:pt x="38" y="7"/>
                  </a:cubicBezTo>
                  <a:cubicBezTo>
                    <a:pt x="38" y="6"/>
                    <a:pt x="37" y="6"/>
                    <a:pt x="37" y="5"/>
                  </a:cubicBezTo>
                  <a:cubicBezTo>
                    <a:pt x="36" y="5"/>
                    <a:pt x="36" y="4"/>
                    <a:pt x="35" y="4"/>
                  </a:cubicBezTo>
                  <a:cubicBezTo>
                    <a:pt x="32" y="8"/>
                    <a:pt x="32" y="8"/>
                    <a:pt x="32" y="8"/>
                  </a:cubicBezTo>
                  <a:cubicBezTo>
                    <a:pt x="31" y="8"/>
                    <a:pt x="31" y="8"/>
                    <a:pt x="30" y="7"/>
                  </a:cubicBezTo>
                  <a:cubicBezTo>
                    <a:pt x="32" y="2"/>
                    <a:pt x="32" y="2"/>
                    <a:pt x="32" y="2"/>
                  </a:cubicBezTo>
                  <a:cubicBezTo>
                    <a:pt x="31" y="2"/>
                    <a:pt x="31" y="1"/>
                    <a:pt x="30" y="1"/>
                  </a:cubicBezTo>
                  <a:cubicBezTo>
                    <a:pt x="29" y="1"/>
                    <a:pt x="29" y="1"/>
                    <a:pt x="28" y="1"/>
                  </a:cubicBezTo>
                  <a:cubicBezTo>
                    <a:pt x="26" y="6"/>
                    <a:pt x="26" y="6"/>
                    <a:pt x="26" y="6"/>
                  </a:cubicBezTo>
                  <a:cubicBezTo>
                    <a:pt x="26" y="6"/>
                    <a:pt x="25" y="6"/>
                    <a:pt x="24" y="6"/>
                  </a:cubicBezTo>
                  <a:cubicBezTo>
                    <a:pt x="24" y="0"/>
                    <a:pt x="24" y="0"/>
                    <a:pt x="24" y="0"/>
                  </a:cubicBezTo>
                  <a:cubicBezTo>
                    <a:pt x="24" y="0"/>
                    <a:pt x="23" y="0"/>
                    <a:pt x="22" y="0"/>
                  </a:cubicBezTo>
                  <a:cubicBezTo>
                    <a:pt x="22" y="0"/>
                    <a:pt x="21" y="0"/>
                    <a:pt x="20" y="0"/>
                  </a:cubicBezTo>
                  <a:cubicBezTo>
                    <a:pt x="20" y="6"/>
                    <a:pt x="20" y="6"/>
                    <a:pt x="20" y="6"/>
                  </a:cubicBezTo>
                  <a:cubicBezTo>
                    <a:pt x="20" y="6"/>
                    <a:pt x="19" y="6"/>
                    <a:pt x="18" y="6"/>
                  </a:cubicBezTo>
                  <a:cubicBezTo>
                    <a:pt x="17" y="1"/>
                    <a:pt x="17" y="1"/>
                    <a:pt x="17" y="1"/>
                  </a:cubicBezTo>
                  <a:cubicBezTo>
                    <a:pt x="16" y="1"/>
                    <a:pt x="15" y="1"/>
                    <a:pt x="14" y="1"/>
                  </a:cubicBezTo>
                  <a:cubicBezTo>
                    <a:pt x="14" y="1"/>
                    <a:pt x="13" y="2"/>
                    <a:pt x="12" y="2"/>
                  </a:cubicBezTo>
                  <a:cubicBezTo>
                    <a:pt x="14" y="7"/>
                    <a:pt x="14" y="7"/>
                    <a:pt x="14" y="7"/>
                  </a:cubicBezTo>
                  <a:cubicBezTo>
                    <a:pt x="14" y="8"/>
                    <a:pt x="13" y="8"/>
                    <a:pt x="13" y="8"/>
                  </a:cubicBezTo>
                  <a:cubicBezTo>
                    <a:pt x="9" y="4"/>
                    <a:pt x="9" y="4"/>
                    <a:pt x="9" y="4"/>
                  </a:cubicBezTo>
                  <a:cubicBezTo>
                    <a:pt x="9" y="4"/>
                    <a:pt x="8" y="5"/>
                    <a:pt x="8" y="5"/>
                  </a:cubicBezTo>
                  <a:cubicBezTo>
                    <a:pt x="7" y="6"/>
                    <a:pt x="7" y="6"/>
                    <a:pt x="6" y="7"/>
                  </a:cubicBezTo>
                  <a:cubicBezTo>
                    <a:pt x="10" y="11"/>
                    <a:pt x="10" y="11"/>
                    <a:pt x="10" y="11"/>
                  </a:cubicBezTo>
                  <a:cubicBezTo>
                    <a:pt x="9" y="11"/>
                    <a:pt x="9" y="12"/>
                    <a:pt x="9" y="12"/>
                  </a:cubicBezTo>
                  <a:cubicBezTo>
                    <a:pt x="4" y="9"/>
                    <a:pt x="4" y="9"/>
                    <a:pt x="4" y="9"/>
                  </a:cubicBezTo>
                  <a:cubicBezTo>
                    <a:pt x="3" y="10"/>
                    <a:pt x="3" y="11"/>
                    <a:pt x="3" y="11"/>
                  </a:cubicBezTo>
                  <a:cubicBezTo>
                    <a:pt x="2" y="12"/>
                    <a:pt x="2" y="13"/>
                    <a:pt x="2" y="13"/>
                  </a:cubicBezTo>
                  <a:cubicBezTo>
                    <a:pt x="6" y="16"/>
                    <a:pt x="6" y="16"/>
                    <a:pt x="6" y="16"/>
                  </a:cubicBezTo>
                  <a:cubicBezTo>
                    <a:pt x="6" y="16"/>
                    <a:pt x="6" y="17"/>
                    <a:pt x="6" y="18"/>
                  </a:cubicBezTo>
                  <a:cubicBezTo>
                    <a:pt x="0" y="17"/>
                    <a:pt x="0" y="17"/>
                    <a:pt x="0" y="17"/>
                  </a:cubicBezTo>
                  <a:cubicBezTo>
                    <a:pt x="0" y="17"/>
                    <a:pt x="0" y="18"/>
                    <a:pt x="0" y="19"/>
                  </a:cubicBezTo>
                  <a:cubicBezTo>
                    <a:pt x="0" y="19"/>
                    <a:pt x="0" y="20"/>
                    <a:pt x="0" y="21"/>
                  </a:cubicBezTo>
                  <a:cubicBezTo>
                    <a:pt x="5" y="22"/>
                    <a:pt x="5" y="22"/>
                    <a:pt x="5" y="22"/>
                  </a:cubicBezTo>
                  <a:cubicBezTo>
                    <a:pt x="5" y="22"/>
                    <a:pt x="5" y="22"/>
                    <a:pt x="5" y="23"/>
                  </a:cubicBezTo>
                  <a:cubicBezTo>
                    <a:pt x="5" y="23"/>
                    <a:pt x="5" y="23"/>
                    <a:pt x="5" y="23"/>
                  </a:cubicBezTo>
                  <a:cubicBezTo>
                    <a:pt x="0" y="24"/>
                    <a:pt x="0" y="24"/>
                    <a:pt x="0" y="24"/>
                  </a:cubicBezTo>
                  <a:cubicBezTo>
                    <a:pt x="0" y="25"/>
                    <a:pt x="0" y="26"/>
                    <a:pt x="0" y="27"/>
                  </a:cubicBezTo>
                  <a:close/>
                  <a:moveTo>
                    <a:pt x="22" y="12"/>
                  </a:moveTo>
                  <a:cubicBezTo>
                    <a:pt x="28" y="12"/>
                    <a:pt x="33" y="17"/>
                    <a:pt x="33" y="23"/>
                  </a:cubicBezTo>
                  <a:cubicBezTo>
                    <a:pt x="33" y="28"/>
                    <a:pt x="28" y="33"/>
                    <a:pt x="22" y="33"/>
                  </a:cubicBezTo>
                  <a:cubicBezTo>
                    <a:pt x="17" y="33"/>
                    <a:pt x="12" y="28"/>
                    <a:pt x="12" y="23"/>
                  </a:cubicBezTo>
                  <a:cubicBezTo>
                    <a:pt x="12" y="17"/>
                    <a:pt x="17" y="12"/>
                    <a:pt x="22" y="1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5" name="Google Shape;475;p44"/>
            <p:cNvSpPr/>
            <p:nvPr/>
          </p:nvSpPr>
          <p:spPr>
            <a:xfrm>
              <a:off x="3863975" y="1466850"/>
              <a:ext cx="466725" cy="466725"/>
            </a:xfrm>
            <a:custGeom>
              <a:avLst/>
              <a:gdLst/>
              <a:ahLst/>
              <a:cxnLst/>
              <a:rect l="l" t="t" r="r" b="b"/>
              <a:pathLst>
                <a:path w="124" h="124" extrusionOk="0">
                  <a:moveTo>
                    <a:pt x="13" y="71"/>
                  </a:moveTo>
                  <a:cubicBezTo>
                    <a:pt x="13" y="74"/>
                    <a:pt x="14" y="77"/>
                    <a:pt x="15" y="79"/>
                  </a:cubicBezTo>
                  <a:cubicBezTo>
                    <a:pt x="4" y="85"/>
                    <a:pt x="4" y="85"/>
                    <a:pt x="4" y="85"/>
                  </a:cubicBezTo>
                  <a:cubicBezTo>
                    <a:pt x="5" y="88"/>
                    <a:pt x="7" y="91"/>
                    <a:pt x="8" y="93"/>
                  </a:cubicBezTo>
                  <a:cubicBezTo>
                    <a:pt x="10" y="96"/>
                    <a:pt x="12" y="99"/>
                    <a:pt x="13" y="101"/>
                  </a:cubicBezTo>
                  <a:cubicBezTo>
                    <a:pt x="24" y="95"/>
                    <a:pt x="24" y="95"/>
                    <a:pt x="24" y="95"/>
                  </a:cubicBezTo>
                  <a:cubicBezTo>
                    <a:pt x="26" y="97"/>
                    <a:pt x="27" y="99"/>
                    <a:pt x="29" y="100"/>
                  </a:cubicBezTo>
                  <a:cubicBezTo>
                    <a:pt x="23" y="111"/>
                    <a:pt x="23" y="111"/>
                    <a:pt x="23" y="111"/>
                  </a:cubicBezTo>
                  <a:cubicBezTo>
                    <a:pt x="26" y="113"/>
                    <a:pt x="28" y="114"/>
                    <a:pt x="31" y="116"/>
                  </a:cubicBezTo>
                  <a:cubicBezTo>
                    <a:pt x="31" y="116"/>
                    <a:pt x="32" y="117"/>
                    <a:pt x="32" y="117"/>
                  </a:cubicBezTo>
                  <a:cubicBezTo>
                    <a:pt x="35" y="118"/>
                    <a:pt x="37" y="119"/>
                    <a:pt x="39" y="120"/>
                  </a:cubicBezTo>
                  <a:cubicBezTo>
                    <a:pt x="45" y="110"/>
                    <a:pt x="45" y="110"/>
                    <a:pt x="45" y="110"/>
                  </a:cubicBezTo>
                  <a:cubicBezTo>
                    <a:pt x="48" y="110"/>
                    <a:pt x="50" y="111"/>
                    <a:pt x="53" y="112"/>
                  </a:cubicBezTo>
                  <a:cubicBezTo>
                    <a:pt x="53" y="124"/>
                    <a:pt x="53" y="124"/>
                    <a:pt x="53" y="124"/>
                  </a:cubicBezTo>
                  <a:cubicBezTo>
                    <a:pt x="56" y="124"/>
                    <a:pt x="59" y="124"/>
                    <a:pt x="62" y="124"/>
                  </a:cubicBezTo>
                  <a:cubicBezTo>
                    <a:pt x="65" y="124"/>
                    <a:pt x="68" y="124"/>
                    <a:pt x="71" y="124"/>
                  </a:cubicBezTo>
                  <a:cubicBezTo>
                    <a:pt x="71" y="112"/>
                    <a:pt x="71" y="112"/>
                    <a:pt x="71" y="112"/>
                  </a:cubicBezTo>
                  <a:cubicBezTo>
                    <a:pt x="74" y="111"/>
                    <a:pt x="76" y="110"/>
                    <a:pt x="79" y="110"/>
                  </a:cubicBezTo>
                  <a:cubicBezTo>
                    <a:pt x="85" y="120"/>
                    <a:pt x="85" y="120"/>
                    <a:pt x="85" y="120"/>
                  </a:cubicBezTo>
                  <a:cubicBezTo>
                    <a:pt x="87" y="119"/>
                    <a:pt x="89" y="118"/>
                    <a:pt x="91" y="117"/>
                  </a:cubicBezTo>
                  <a:cubicBezTo>
                    <a:pt x="92" y="117"/>
                    <a:pt x="92" y="116"/>
                    <a:pt x="93" y="116"/>
                  </a:cubicBezTo>
                  <a:cubicBezTo>
                    <a:pt x="96" y="114"/>
                    <a:pt x="98" y="113"/>
                    <a:pt x="100" y="111"/>
                  </a:cubicBezTo>
                  <a:cubicBezTo>
                    <a:pt x="94" y="100"/>
                    <a:pt x="94" y="100"/>
                    <a:pt x="94" y="100"/>
                  </a:cubicBezTo>
                  <a:cubicBezTo>
                    <a:pt x="96" y="99"/>
                    <a:pt x="98" y="97"/>
                    <a:pt x="100" y="95"/>
                  </a:cubicBezTo>
                  <a:cubicBezTo>
                    <a:pt x="110" y="101"/>
                    <a:pt x="110" y="101"/>
                    <a:pt x="110" y="101"/>
                  </a:cubicBezTo>
                  <a:cubicBezTo>
                    <a:pt x="112" y="99"/>
                    <a:pt x="114" y="96"/>
                    <a:pt x="116" y="93"/>
                  </a:cubicBezTo>
                  <a:cubicBezTo>
                    <a:pt x="117" y="91"/>
                    <a:pt x="118" y="88"/>
                    <a:pt x="120" y="85"/>
                  </a:cubicBezTo>
                  <a:cubicBezTo>
                    <a:pt x="109" y="79"/>
                    <a:pt x="109" y="79"/>
                    <a:pt x="109" y="79"/>
                  </a:cubicBezTo>
                  <a:cubicBezTo>
                    <a:pt x="110" y="77"/>
                    <a:pt x="111" y="74"/>
                    <a:pt x="111" y="71"/>
                  </a:cubicBezTo>
                  <a:cubicBezTo>
                    <a:pt x="123" y="71"/>
                    <a:pt x="123" y="71"/>
                    <a:pt x="123" y="71"/>
                  </a:cubicBezTo>
                  <a:cubicBezTo>
                    <a:pt x="124" y="68"/>
                    <a:pt x="124" y="65"/>
                    <a:pt x="124" y="62"/>
                  </a:cubicBezTo>
                  <a:cubicBezTo>
                    <a:pt x="124" y="59"/>
                    <a:pt x="124" y="56"/>
                    <a:pt x="123" y="53"/>
                  </a:cubicBezTo>
                  <a:cubicBezTo>
                    <a:pt x="111" y="53"/>
                    <a:pt x="111" y="53"/>
                    <a:pt x="111" y="53"/>
                  </a:cubicBezTo>
                  <a:cubicBezTo>
                    <a:pt x="111" y="51"/>
                    <a:pt x="110" y="48"/>
                    <a:pt x="109" y="46"/>
                  </a:cubicBezTo>
                  <a:cubicBezTo>
                    <a:pt x="120" y="40"/>
                    <a:pt x="120" y="40"/>
                    <a:pt x="120" y="40"/>
                  </a:cubicBezTo>
                  <a:cubicBezTo>
                    <a:pt x="118" y="37"/>
                    <a:pt x="117" y="34"/>
                    <a:pt x="116" y="31"/>
                  </a:cubicBezTo>
                  <a:cubicBezTo>
                    <a:pt x="114" y="29"/>
                    <a:pt x="112" y="26"/>
                    <a:pt x="110" y="24"/>
                  </a:cubicBezTo>
                  <a:cubicBezTo>
                    <a:pt x="100" y="30"/>
                    <a:pt x="100" y="30"/>
                    <a:pt x="100" y="30"/>
                  </a:cubicBezTo>
                  <a:cubicBezTo>
                    <a:pt x="98" y="28"/>
                    <a:pt x="96" y="26"/>
                    <a:pt x="94" y="24"/>
                  </a:cubicBezTo>
                  <a:cubicBezTo>
                    <a:pt x="100" y="14"/>
                    <a:pt x="100" y="14"/>
                    <a:pt x="100" y="14"/>
                  </a:cubicBezTo>
                  <a:cubicBezTo>
                    <a:pt x="98" y="12"/>
                    <a:pt x="96" y="10"/>
                    <a:pt x="93" y="9"/>
                  </a:cubicBezTo>
                  <a:cubicBezTo>
                    <a:pt x="92" y="8"/>
                    <a:pt x="92" y="8"/>
                    <a:pt x="91" y="8"/>
                  </a:cubicBezTo>
                  <a:cubicBezTo>
                    <a:pt x="89" y="7"/>
                    <a:pt x="87" y="6"/>
                    <a:pt x="85" y="5"/>
                  </a:cubicBezTo>
                  <a:cubicBezTo>
                    <a:pt x="79" y="15"/>
                    <a:pt x="79" y="15"/>
                    <a:pt x="79" y="15"/>
                  </a:cubicBezTo>
                  <a:cubicBezTo>
                    <a:pt x="76" y="14"/>
                    <a:pt x="74" y="14"/>
                    <a:pt x="71" y="13"/>
                  </a:cubicBezTo>
                  <a:cubicBezTo>
                    <a:pt x="71" y="1"/>
                    <a:pt x="71" y="1"/>
                    <a:pt x="71" y="1"/>
                  </a:cubicBezTo>
                  <a:cubicBezTo>
                    <a:pt x="68" y="1"/>
                    <a:pt x="65" y="0"/>
                    <a:pt x="62" y="0"/>
                  </a:cubicBezTo>
                  <a:cubicBezTo>
                    <a:pt x="59" y="0"/>
                    <a:pt x="56" y="1"/>
                    <a:pt x="53" y="1"/>
                  </a:cubicBezTo>
                  <a:cubicBezTo>
                    <a:pt x="53" y="13"/>
                    <a:pt x="53" y="13"/>
                    <a:pt x="53" y="13"/>
                  </a:cubicBezTo>
                  <a:cubicBezTo>
                    <a:pt x="50" y="14"/>
                    <a:pt x="48" y="14"/>
                    <a:pt x="45" y="15"/>
                  </a:cubicBezTo>
                  <a:cubicBezTo>
                    <a:pt x="39" y="5"/>
                    <a:pt x="39" y="5"/>
                    <a:pt x="39" y="5"/>
                  </a:cubicBezTo>
                  <a:cubicBezTo>
                    <a:pt x="37" y="6"/>
                    <a:pt x="35" y="7"/>
                    <a:pt x="32" y="8"/>
                  </a:cubicBezTo>
                  <a:cubicBezTo>
                    <a:pt x="32" y="8"/>
                    <a:pt x="31" y="8"/>
                    <a:pt x="31" y="9"/>
                  </a:cubicBezTo>
                  <a:cubicBezTo>
                    <a:pt x="28" y="10"/>
                    <a:pt x="26" y="12"/>
                    <a:pt x="23" y="14"/>
                  </a:cubicBezTo>
                  <a:cubicBezTo>
                    <a:pt x="29" y="24"/>
                    <a:pt x="29" y="24"/>
                    <a:pt x="29" y="24"/>
                  </a:cubicBezTo>
                  <a:cubicBezTo>
                    <a:pt x="27" y="26"/>
                    <a:pt x="26" y="28"/>
                    <a:pt x="24" y="30"/>
                  </a:cubicBezTo>
                  <a:cubicBezTo>
                    <a:pt x="13" y="24"/>
                    <a:pt x="13" y="24"/>
                    <a:pt x="13" y="24"/>
                  </a:cubicBezTo>
                  <a:cubicBezTo>
                    <a:pt x="12" y="26"/>
                    <a:pt x="10" y="29"/>
                    <a:pt x="8" y="31"/>
                  </a:cubicBezTo>
                  <a:cubicBezTo>
                    <a:pt x="7" y="34"/>
                    <a:pt x="5" y="37"/>
                    <a:pt x="4" y="40"/>
                  </a:cubicBezTo>
                  <a:cubicBezTo>
                    <a:pt x="15" y="46"/>
                    <a:pt x="15" y="46"/>
                    <a:pt x="15" y="46"/>
                  </a:cubicBezTo>
                  <a:cubicBezTo>
                    <a:pt x="14" y="48"/>
                    <a:pt x="13" y="51"/>
                    <a:pt x="13" y="53"/>
                  </a:cubicBezTo>
                  <a:cubicBezTo>
                    <a:pt x="1" y="53"/>
                    <a:pt x="1" y="53"/>
                    <a:pt x="1" y="53"/>
                  </a:cubicBezTo>
                  <a:cubicBezTo>
                    <a:pt x="0" y="56"/>
                    <a:pt x="0" y="59"/>
                    <a:pt x="0" y="62"/>
                  </a:cubicBezTo>
                  <a:cubicBezTo>
                    <a:pt x="0" y="65"/>
                    <a:pt x="0" y="68"/>
                    <a:pt x="1" y="71"/>
                  </a:cubicBezTo>
                  <a:lnTo>
                    <a:pt x="13" y="71"/>
                  </a:lnTo>
                  <a:close/>
                  <a:moveTo>
                    <a:pt x="91" y="50"/>
                  </a:moveTo>
                  <a:cubicBezTo>
                    <a:pt x="98" y="50"/>
                    <a:pt x="104" y="55"/>
                    <a:pt x="104" y="62"/>
                  </a:cubicBezTo>
                  <a:cubicBezTo>
                    <a:pt x="104" y="69"/>
                    <a:pt x="98" y="75"/>
                    <a:pt x="91" y="75"/>
                  </a:cubicBezTo>
                  <a:cubicBezTo>
                    <a:pt x="85" y="75"/>
                    <a:pt x="79" y="69"/>
                    <a:pt x="79" y="62"/>
                  </a:cubicBezTo>
                  <a:cubicBezTo>
                    <a:pt x="79" y="55"/>
                    <a:pt x="85" y="50"/>
                    <a:pt x="91" y="50"/>
                  </a:cubicBezTo>
                  <a:close/>
                  <a:moveTo>
                    <a:pt x="62" y="20"/>
                  </a:moveTo>
                  <a:cubicBezTo>
                    <a:pt x="69" y="20"/>
                    <a:pt x="74" y="26"/>
                    <a:pt x="74" y="33"/>
                  </a:cubicBezTo>
                  <a:cubicBezTo>
                    <a:pt x="74" y="40"/>
                    <a:pt x="69" y="45"/>
                    <a:pt x="62" y="45"/>
                  </a:cubicBezTo>
                  <a:cubicBezTo>
                    <a:pt x="55" y="45"/>
                    <a:pt x="50" y="40"/>
                    <a:pt x="50" y="33"/>
                  </a:cubicBezTo>
                  <a:cubicBezTo>
                    <a:pt x="50" y="26"/>
                    <a:pt x="55" y="20"/>
                    <a:pt x="62" y="20"/>
                  </a:cubicBezTo>
                  <a:close/>
                  <a:moveTo>
                    <a:pt x="70" y="62"/>
                  </a:moveTo>
                  <a:cubicBezTo>
                    <a:pt x="70" y="67"/>
                    <a:pt x="66" y="71"/>
                    <a:pt x="62" y="71"/>
                  </a:cubicBezTo>
                  <a:cubicBezTo>
                    <a:pt x="57" y="71"/>
                    <a:pt x="54" y="67"/>
                    <a:pt x="54" y="62"/>
                  </a:cubicBezTo>
                  <a:cubicBezTo>
                    <a:pt x="54" y="58"/>
                    <a:pt x="57" y="54"/>
                    <a:pt x="62" y="54"/>
                  </a:cubicBezTo>
                  <a:cubicBezTo>
                    <a:pt x="66" y="54"/>
                    <a:pt x="70" y="58"/>
                    <a:pt x="70" y="62"/>
                  </a:cubicBezTo>
                  <a:close/>
                  <a:moveTo>
                    <a:pt x="62" y="80"/>
                  </a:moveTo>
                  <a:cubicBezTo>
                    <a:pt x="69" y="80"/>
                    <a:pt x="74" y="85"/>
                    <a:pt x="74" y="92"/>
                  </a:cubicBezTo>
                  <a:cubicBezTo>
                    <a:pt x="74" y="99"/>
                    <a:pt x="69" y="104"/>
                    <a:pt x="62" y="104"/>
                  </a:cubicBezTo>
                  <a:cubicBezTo>
                    <a:pt x="55" y="104"/>
                    <a:pt x="50" y="99"/>
                    <a:pt x="50" y="92"/>
                  </a:cubicBezTo>
                  <a:cubicBezTo>
                    <a:pt x="50" y="85"/>
                    <a:pt x="55" y="80"/>
                    <a:pt x="62" y="80"/>
                  </a:cubicBezTo>
                  <a:close/>
                  <a:moveTo>
                    <a:pt x="32" y="50"/>
                  </a:moveTo>
                  <a:cubicBezTo>
                    <a:pt x="32" y="50"/>
                    <a:pt x="32" y="50"/>
                    <a:pt x="32" y="50"/>
                  </a:cubicBezTo>
                  <a:cubicBezTo>
                    <a:pt x="39" y="50"/>
                    <a:pt x="45" y="55"/>
                    <a:pt x="45" y="62"/>
                  </a:cubicBezTo>
                  <a:cubicBezTo>
                    <a:pt x="45" y="69"/>
                    <a:pt x="39" y="75"/>
                    <a:pt x="32" y="75"/>
                  </a:cubicBezTo>
                  <a:cubicBezTo>
                    <a:pt x="32" y="75"/>
                    <a:pt x="32" y="75"/>
                    <a:pt x="32" y="75"/>
                  </a:cubicBezTo>
                  <a:cubicBezTo>
                    <a:pt x="26" y="75"/>
                    <a:pt x="20" y="69"/>
                    <a:pt x="20" y="62"/>
                  </a:cubicBezTo>
                  <a:cubicBezTo>
                    <a:pt x="20" y="55"/>
                    <a:pt x="26" y="50"/>
                    <a:pt x="32" y="50"/>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6" name="Google Shape;476;p44"/>
            <p:cNvSpPr/>
            <p:nvPr/>
          </p:nvSpPr>
          <p:spPr>
            <a:xfrm>
              <a:off x="4297363" y="1612900"/>
              <a:ext cx="896938" cy="896938"/>
            </a:xfrm>
            <a:custGeom>
              <a:avLst/>
              <a:gdLst/>
              <a:ahLst/>
              <a:cxnLst/>
              <a:rect l="l" t="t" r="r" b="b"/>
              <a:pathLst>
                <a:path w="238" h="238" extrusionOk="0">
                  <a:moveTo>
                    <a:pt x="19" y="88"/>
                  </a:moveTo>
                  <a:cubicBezTo>
                    <a:pt x="5" y="86"/>
                    <a:pt x="5" y="86"/>
                    <a:pt x="5" y="86"/>
                  </a:cubicBezTo>
                  <a:cubicBezTo>
                    <a:pt x="2" y="94"/>
                    <a:pt x="1" y="103"/>
                    <a:pt x="0" y="112"/>
                  </a:cubicBezTo>
                  <a:cubicBezTo>
                    <a:pt x="14" y="114"/>
                    <a:pt x="14" y="114"/>
                    <a:pt x="14" y="114"/>
                  </a:cubicBezTo>
                  <a:cubicBezTo>
                    <a:pt x="14" y="116"/>
                    <a:pt x="14" y="117"/>
                    <a:pt x="14" y="119"/>
                  </a:cubicBezTo>
                  <a:cubicBezTo>
                    <a:pt x="14" y="121"/>
                    <a:pt x="14" y="123"/>
                    <a:pt x="14" y="124"/>
                  </a:cubicBezTo>
                  <a:cubicBezTo>
                    <a:pt x="0" y="127"/>
                    <a:pt x="0" y="127"/>
                    <a:pt x="0" y="127"/>
                  </a:cubicBezTo>
                  <a:cubicBezTo>
                    <a:pt x="1" y="136"/>
                    <a:pt x="2" y="144"/>
                    <a:pt x="5" y="153"/>
                  </a:cubicBezTo>
                  <a:cubicBezTo>
                    <a:pt x="19" y="150"/>
                    <a:pt x="19" y="150"/>
                    <a:pt x="19" y="150"/>
                  </a:cubicBezTo>
                  <a:cubicBezTo>
                    <a:pt x="20" y="154"/>
                    <a:pt x="21" y="157"/>
                    <a:pt x="22" y="160"/>
                  </a:cubicBezTo>
                  <a:cubicBezTo>
                    <a:pt x="10" y="167"/>
                    <a:pt x="10" y="167"/>
                    <a:pt x="10" y="167"/>
                  </a:cubicBezTo>
                  <a:cubicBezTo>
                    <a:pt x="14" y="175"/>
                    <a:pt x="18" y="183"/>
                    <a:pt x="23" y="190"/>
                  </a:cubicBezTo>
                  <a:cubicBezTo>
                    <a:pt x="35" y="183"/>
                    <a:pt x="35" y="183"/>
                    <a:pt x="35" y="183"/>
                  </a:cubicBezTo>
                  <a:cubicBezTo>
                    <a:pt x="37" y="186"/>
                    <a:pt x="40" y="188"/>
                    <a:pt x="42" y="191"/>
                  </a:cubicBezTo>
                  <a:cubicBezTo>
                    <a:pt x="33" y="201"/>
                    <a:pt x="33" y="201"/>
                    <a:pt x="33" y="201"/>
                  </a:cubicBezTo>
                  <a:cubicBezTo>
                    <a:pt x="39" y="208"/>
                    <a:pt x="46" y="213"/>
                    <a:pt x="53" y="218"/>
                  </a:cubicBezTo>
                  <a:cubicBezTo>
                    <a:pt x="59" y="211"/>
                    <a:pt x="59" y="211"/>
                    <a:pt x="59" y="211"/>
                  </a:cubicBezTo>
                  <a:cubicBezTo>
                    <a:pt x="62" y="208"/>
                    <a:pt x="62" y="208"/>
                    <a:pt x="62" y="208"/>
                  </a:cubicBezTo>
                  <a:cubicBezTo>
                    <a:pt x="65" y="210"/>
                    <a:pt x="68" y="211"/>
                    <a:pt x="71" y="213"/>
                  </a:cubicBezTo>
                  <a:cubicBezTo>
                    <a:pt x="66" y="226"/>
                    <a:pt x="66" y="226"/>
                    <a:pt x="66" y="226"/>
                  </a:cubicBezTo>
                  <a:cubicBezTo>
                    <a:pt x="72" y="229"/>
                    <a:pt x="78" y="231"/>
                    <a:pt x="85" y="233"/>
                  </a:cubicBezTo>
                  <a:cubicBezTo>
                    <a:pt x="87" y="234"/>
                    <a:pt x="89" y="234"/>
                    <a:pt x="91" y="235"/>
                  </a:cubicBezTo>
                  <a:cubicBezTo>
                    <a:pt x="96" y="222"/>
                    <a:pt x="96" y="222"/>
                    <a:pt x="96" y="222"/>
                  </a:cubicBezTo>
                  <a:cubicBezTo>
                    <a:pt x="96" y="222"/>
                    <a:pt x="96" y="222"/>
                    <a:pt x="96" y="222"/>
                  </a:cubicBezTo>
                  <a:cubicBezTo>
                    <a:pt x="99" y="223"/>
                    <a:pt x="103" y="223"/>
                    <a:pt x="106" y="224"/>
                  </a:cubicBezTo>
                  <a:cubicBezTo>
                    <a:pt x="106" y="238"/>
                    <a:pt x="106" y="238"/>
                    <a:pt x="106" y="238"/>
                  </a:cubicBezTo>
                  <a:cubicBezTo>
                    <a:pt x="110" y="238"/>
                    <a:pt x="115" y="238"/>
                    <a:pt x="119" y="238"/>
                  </a:cubicBezTo>
                  <a:cubicBezTo>
                    <a:pt x="124" y="238"/>
                    <a:pt x="128" y="238"/>
                    <a:pt x="132" y="238"/>
                  </a:cubicBezTo>
                  <a:cubicBezTo>
                    <a:pt x="132" y="224"/>
                    <a:pt x="132" y="224"/>
                    <a:pt x="132" y="224"/>
                  </a:cubicBezTo>
                  <a:cubicBezTo>
                    <a:pt x="136" y="223"/>
                    <a:pt x="139" y="223"/>
                    <a:pt x="143" y="222"/>
                  </a:cubicBezTo>
                  <a:cubicBezTo>
                    <a:pt x="143" y="222"/>
                    <a:pt x="143" y="222"/>
                    <a:pt x="143" y="222"/>
                  </a:cubicBezTo>
                  <a:cubicBezTo>
                    <a:pt x="147" y="235"/>
                    <a:pt x="147" y="235"/>
                    <a:pt x="147" y="235"/>
                  </a:cubicBezTo>
                  <a:cubicBezTo>
                    <a:pt x="149" y="234"/>
                    <a:pt x="152" y="234"/>
                    <a:pt x="154" y="233"/>
                  </a:cubicBezTo>
                  <a:cubicBezTo>
                    <a:pt x="160" y="231"/>
                    <a:pt x="166" y="229"/>
                    <a:pt x="172" y="226"/>
                  </a:cubicBezTo>
                  <a:cubicBezTo>
                    <a:pt x="167" y="213"/>
                    <a:pt x="167" y="213"/>
                    <a:pt x="167" y="213"/>
                  </a:cubicBezTo>
                  <a:cubicBezTo>
                    <a:pt x="170" y="211"/>
                    <a:pt x="173" y="210"/>
                    <a:pt x="176" y="208"/>
                  </a:cubicBezTo>
                  <a:cubicBezTo>
                    <a:pt x="179" y="211"/>
                    <a:pt x="179" y="211"/>
                    <a:pt x="179" y="211"/>
                  </a:cubicBezTo>
                  <a:cubicBezTo>
                    <a:pt x="185" y="218"/>
                    <a:pt x="185" y="218"/>
                    <a:pt x="185" y="218"/>
                  </a:cubicBezTo>
                  <a:cubicBezTo>
                    <a:pt x="193" y="213"/>
                    <a:pt x="199" y="208"/>
                    <a:pt x="205" y="201"/>
                  </a:cubicBezTo>
                  <a:cubicBezTo>
                    <a:pt x="197" y="191"/>
                    <a:pt x="197" y="191"/>
                    <a:pt x="197" y="191"/>
                  </a:cubicBezTo>
                  <a:cubicBezTo>
                    <a:pt x="199" y="188"/>
                    <a:pt x="201" y="186"/>
                    <a:pt x="203" y="183"/>
                  </a:cubicBezTo>
                  <a:cubicBezTo>
                    <a:pt x="215" y="190"/>
                    <a:pt x="215" y="190"/>
                    <a:pt x="215" y="190"/>
                  </a:cubicBezTo>
                  <a:cubicBezTo>
                    <a:pt x="220" y="183"/>
                    <a:pt x="225" y="175"/>
                    <a:pt x="228" y="167"/>
                  </a:cubicBezTo>
                  <a:cubicBezTo>
                    <a:pt x="216" y="160"/>
                    <a:pt x="216" y="160"/>
                    <a:pt x="216" y="160"/>
                  </a:cubicBezTo>
                  <a:cubicBezTo>
                    <a:pt x="218" y="157"/>
                    <a:pt x="219" y="154"/>
                    <a:pt x="220" y="150"/>
                  </a:cubicBezTo>
                  <a:cubicBezTo>
                    <a:pt x="234" y="153"/>
                    <a:pt x="234" y="153"/>
                    <a:pt x="234" y="153"/>
                  </a:cubicBezTo>
                  <a:cubicBezTo>
                    <a:pt x="236" y="144"/>
                    <a:pt x="238" y="136"/>
                    <a:pt x="238" y="127"/>
                  </a:cubicBezTo>
                  <a:cubicBezTo>
                    <a:pt x="224" y="124"/>
                    <a:pt x="224" y="124"/>
                    <a:pt x="224" y="124"/>
                  </a:cubicBezTo>
                  <a:cubicBezTo>
                    <a:pt x="225" y="123"/>
                    <a:pt x="225" y="121"/>
                    <a:pt x="225" y="119"/>
                  </a:cubicBezTo>
                  <a:cubicBezTo>
                    <a:pt x="225" y="117"/>
                    <a:pt x="225" y="116"/>
                    <a:pt x="224" y="114"/>
                  </a:cubicBezTo>
                  <a:cubicBezTo>
                    <a:pt x="238" y="112"/>
                    <a:pt x="238" y="112"/>
                    <a:pt x="238" y="112"/>
                  </a:cubicBezTo>
                  <a:cubicBezTo>
                    <a:pt x="238" y="103"/>
                    <a:pt x="236" y="94"/>
                    <a:pt x="234" y="86"/>
                  </a:cubicBezTo>
                  <a:cubicBezTo>
                    <a:pt x="220" y="88"/>
                    <a:pt x="220" y="88"/>
                    <a:pt x="220" y="88"/>
                  </a:cubicBezTo>
                  <a:cubicBezTo>
                    <a:pt x="219" y="85"/>
                    <a:pt x="218" y="81"/>
                    <a:pt x="216" y="78"/>
                  </a:cubicBezTo>
                  <a:cubicBezTo>
                    <a:pt x="228" y="71"/>
                    <a:pt x="228" y="71"/>
                    <a:pt x="228" y="71"/>
                  </a:cubicBezTo>
                  <a:cubicBezTo>
                    <a:pt x="225" y="63"/>
                    <a:pt x="220" y="56"/>
                    <a:pt x="215" y="49"/>
                  </a:cubicBezTo>
                  <a:cubicBezTo>
                    <a:pt x="203" y="55"/>
                    <a:pt x="203" y="55"/>
                    <a:pt x="203" y="55"/>
                  </a:cubicBezTo>
                  <a:cubicBezTo>
                    <a:pt x="201" y="53"/>
                    <a:pt x="199" y="50"/>
                    <a:pt x="197" y="47"/>
                  </a:cubicBezTo>
                  <a:cubicBezTo>
                    <a:pt x="205" y="37"/>
                    <a:pt x="205" y="37"/>
                    <a:pt x="205" y="37"/>
                  </a:cubicBezTo>
                  <a:cubicBezTo>
                    <a:pt x="199" y="31"/>
                    <a:pt x="193" y="25"/>
                    <a:pt x="185" y="20"/>
                  </a:cubicBezTo>
                  <a:cubicBezTo>
                    <a:pt x="179" y="27"/>
                    <a:pt x="179" y="27"/>
                    <a:pt x="179" y="27"/>
                  </a:cubicBezTo>
                  <a:cubicBezTo>
                    <a:pt x="176" y="31"/>
                    <a:pt x="176" y="31"/>
                    <a:pt x="176" y="31"/>
                  </a:cubicBezTo>
                  <a:cubicBezTo>
                    <a:pt x="173" y="29"/>
                    <a:pt x="170" y="27"/>
                    <a:pt x="167" y="25"/>
                  </a:cubicBezTo>
                  <a:cubicBezTo>
                    <a:pt x="172" y="12"/>
                    <a:pt x="172" y="12"/>
                    <a:pt x="172" y="12"/>
                  </a:cubicBezTo>
                  <a:cubicBezTo>
                    <a:pt x="166" y="9"/>
                    <a:pt x="160" y="7"/>
                    <a:pt x="154" y="5"/>
                  </a:cubicBezTo>
                  <a:cubicBezTo>
                    <a:pt x="152" y="4"/>
                    <a:pt x="149" y="4"/>
                    <a:pt x="147" y="3"/>
                  </a:cubicBezTo>
                  <a:cubicBezTo>
                    <a:pt x="143" y="16"/>
                    <a:pt x="143" y="16"/>
                    <a:pt x="143" y="16"/>
                  </a:cubicBezTo>
                  <a:cubicBezTo>
                    <a:pt x="143" y="16"/>
                    <a:pt x="143" y="16"/>
                    <a:pt x="143" y="16"/>
                  </a:cubicBezTo>
                  <a:cubicBezTo>
                    <a:pt x="139" y="16"/>
                    <a:pt x="136" y="15"/>
                    <a:pt x="132" y="15"/>
                  </a:cubicBezTo>
                  <a:cubicBezTo>
                    <a:pt x="132" y="1"/>
                    <a:pt x="132" y="1"/>
                    <a:pt x="132" y="1"/>
                  </a:cubicBezTo>
                  <a:cubicBezTo>
                    <a:pt x="128" y="0"/>
                    <a:pt x="124" y="0"/>
                    <a:pt x="119" y="0"/>
                  </a:cubicBezTo>
                  <a:cubicBezTo>
                    <a:pt x="115" y="0"/>
                    <a:pt x="110" y="0"/>
                    <a:pt x="106" y="1"/>
                  </a:cubicBezTo>
                  <a:cubicBezTo>
                    <a:pt x="106" y="15"/>
                    <a:pt x="106" y="15"/>
                    <a:pt x="106" y="15"/>
                  </a:cubicBezTo>
                  <a:cubicBezTo>
                    <a:pt x="103" y="15"/>
                    <a:pt x="99" y="16"/>
                    <a:pt x="96" y="16"/>
                  </a:cubicBezTo>
                  <a:cubicBezTo>
                    <a:pt x="96" y="16"/>
                    <a:pt x="96" y="16"/>
                    <a:pt x="96" y="16"/>
                  </a:cubicBezTo>
                  <a:cubicBezTo>
                    <a:pt x="91" y="3"/>
                    <a:pt x="91" y="3"/>
                    <a:pt x="91" y="3"/>
                  </a:cubicBezTo>
                  <a:cubicBezTo>
                    <a:pt x="89" y="4"/>
                    <a:pt x="87" y="4"/>
                    <a:pt x="85" y="5"/>
                  </a:cubicBezTo>
                  <a:cubicBezTo>
                    <a:pt x="78" y="7"/>
                    <a:pt x="72" y="9"/>
                    <a:pt x="66" y="12"/>
                  </a:cubicBezTo>
                  <a:cubicBezTo>
                    <a:pt x="71" y="25"/>
                    <a:pt x="71" y="25"/>
                    <a:pt x="71" y="25"/>
                  </a:cubicBezTo>
                  <a:cubicBezTo>
                    <a:pt x="68" y="27"/>
                    <a:pt x="65" y="29"/>
                    <a:pt x="62" y="31"/>
                  </a:cubicBezTo>
                  <a:cubicBezTo>
                    <a:pt x="59" y="27"/>
                    <a:pt x="59" y="27"/>
                    <a:pt x="59" y="27"/>
                  </a:cubicBezTo>
                  <a:cubicBezTo>
                    <a:pt x="53" y="20"/>
                    <a:pt x="53" y="20"/>
                    <a:pt x="53" y="20"/>
                  </a:cubicBezTo>
                  <a:cubicBezTo>
                    <a:pt x="46" y="25"/>
                    <a:pt x="39" y="31"/>
                    <a:pt x="33" y="37"/>
                  </a:cubicBezTo>
                  <a:cubicBezTo>
                    <a:pt x="42" y="47"/>
                    <a:pt x="42" y="47"/>
                    <a:pt x="42" y="47"/>
                  </a:cubicBezTo>
                  <a:cubicBezTo>
                    <a:pt x="40" y="50"/>
                    <a:pt x="37" y="53"/>
                    <a:pt x="35" y="55"/>
                  </a:cubicBezTo>
                  <a:cubicBezTo>
                    <a:pt x="23" y="49"/>
                    <a:pt x="23" y="49"/>
                    <a:pt x="23" y="49"/>
                  </a:cubicBezTo>
                  <a:cubicBezTo>
                    <a:pt x="18" y="56"/>
                    <a:pt x="14" y="63"/>
                    <a:pt x="10" y="71"/>
                  </a:cubicBezTo>
                  <a:cubicBezTo>
                    <a:pt x="22" y="78"/>
                    <a:pt x="22" y="78"/>
                    <a:pt x="22" y="78"/>
                  </a:cubicBezTo>
                  <a:cubicBezTo>
                    <a:pt x="21" y="81"/>
                    <a:pt x="20" y="85"/>
                    <a:pt x="19" y="88"/>
                  </a:cubicBezTo>
                  <a:close/>
                  <a:moveTo>
                    <a:pt x="68" y="197"/>
                  </a:moveTo>
                  <a:cubicBezTo>
                    <a:pt x="65" y="195"/>
                    <a:pt x="62" y="193"/>
                    <a:pt x="59" y="190"/>
                  </a:cubicBezTo>
                  <a:cubicBezTo>
                    <a:pt x="52" y="185"/>
                    <a:pt x="46" y="178"/>
                    <a:pt x="42" y="171"/>
                  </a:cubicBezTo>
                  <a:cubicBezTo>
                    <a:pt x="59" y="160"/>
                    <a:pt x="59" y="160"/>
                    <a:pt x="59" y="160"/>
                  </a:cubicBezTo>
                  <a:cubicBezTo>
                    <a:pt x="85" y="146"/>
                    <a:pt x="85" y="146"/>
                    <a:pt x="85" y="146"/>
                  </a:cubicBezTo>
                  <a:cubicBezTo>
                    <a:pt x="96" y="139"/>
                    <a:pt x="96" y="139"/>
                    <a:pt x="96" y="139"/>
                  </a:cubicBezTo>
                  <a:cubicBezTo>
                    <a:pt x="98" y="138"/>
                    <a:pt x="98" y="138"/>
                    <a:pt x="98" y="138"/>
                  </a:cubicBezTo>
                  <a:cubicBezTo>
                    <a:pt x="98" y="139"/>
                    <a:pt x="99" y="140"/>
                    <a:pt x="100" y="141"/>
                  </a:cubicBezTo>
                  <a:cubicBezTo>
                    <a:pt x="96" y="149"/>
                    <a:pt x="96" y="149"/>
                    <a:pt x="96" y="149"/>
                  </a:cubicBezTo>
                  <a:cubicBezTo>
                    <a:pt x="85" y="167"/>
                    <a:pt x="85" y="167"/>
                    <a:pt x="85" y="167"/>
                  </a:cubicBezTo>
                  <a:lnTo>
                    <a:pt x="68" y="197"/>
                  </a:lnTo>
                  <a:close/>
                  <a:moveTo>
                    <a:pt x="114" y="212"/>
                  </a:moveTo>
                  <a:cubicBezTo>
                    <a:pt x="107" y="212"/>
                    <a:pt x="101" y="211"/>
                    <a:pt x="96" y="209"/>
                  </a:cubicBezTo>
                  <a:cubicBezTo>
                    <a:pt x="92" y="208"/>
                    <a:pt x="88" y="207"/>
                    <a:pt x="85" y="206"/>
                  </a:cubicBezTo>
                  <a:cubicBezTo>
                    <a:pt x="82" y="205"/>
                    <a:pt x="80" y="204"/>
                    <a:pt x="78" y="202"/>
                  </a:cubicBezTo>
                  <a:cubicBezTo>
                    <a:pt x="85" y="190"/>
                    <a:pt x="85" y="190"/>
                    <a:pt x="85" y="190"/>
                  </a:cubicBezTo>
                  <a:cubicBezTo>
                    <a:pt x="96" y="171"/>
                    <a:pt x="96" y="171"/>
                    <a:pt x="96" y="171"/>
                  </a:cubicBezTo>
                  <a:cubicBezTo>
                    <a:pt x="110" y="146"/>
                    <a:pt x="110" y="146"/>
                    <a:pt x="110" y="146"/>
                  </a:cubicBezTo>
                  <a:cubicBezTo>
                    <a:pt x="111" y="147"/>
                    <a:pt x="112" y="147"/>
                    <a:pt x="114" y="147"/>
                  </a:cubicBezTo>
                  <a:lnTo>
                    <a:pt x="114" y="212"/>
                  </a:lnTo>
                  <a:close/>
                  <a:moveTo>
                    <a:pt x="154" y="206"/>
                  </a:moveTo>
                  <a:cubicBezTo>
                    <a:pt x="150" y="207"/>
                    <a:pt x="147" y="208"/>
                    <a:pt x="143" y="209"/>
                  </a:cubicBezTo>
                  <a:cubicBezTo>
                    <a:pt x="137" y="211"/>
                    <a:pt x="131" y="212"/>
                    <a:pt x="125" y="212"/>
                  </a:cubicBezTo>
                  <a:cubicBezTo>
                    <a:pt x="125" y="147"/>
                    <a:pt x="125" y="147"/>
                    <a:pt x="125" y="147"/>
                  </a:cubicBezTo>
                  <a:cubicBezTo>
                    <a:pt x="126" y="147"/>
                    <a:pt x="127" y="147"/>
                    <a:pt x="128" y="146"/>
                  </a:cubicBezTo>
                  <a:cubicBezTo>
                    <a:pt x="143" y="171"/>
                    <a:pt x="143" y="171"/>
                    <a:pt x="143" y="171"/>
                  </a:cubicBezTo>
                  <a:cubicBezTo>
                    <a:pt x="154" y="190"/>
                    <a:pt x="154" y="190"/>
                    <a:pt x="154" y="190"/>
                  </a:cubicBezTo>
                  <a:cubicBezTo>
                    <a:pt x="161" y="202"/>
                    <a:pt x="161" y="202"/>
                    <a:pt x="161" y="202"/>
                  </a:cubicBezTo>
                  <a:cubicBezTo>
                    <a:pt x="158" y="204"/>
                    <a:pt x="156" y="205"/>
                    <a:pt x="154" y="206"/>
                  </a:cubicBezTo>
                  <a:close/>
                  <a:moveTo>
                    <a:pt x="179" y="190"/>
                  </a:moveTo>
                  <a:cubicBezTo>
                    <a:pt x="177" y="193"/>
                    <a:pt x="174" y="195"/>
                    <a:pt x="171" y="197"/>
                  </a:cubicBezTo>
                  <a:cubicBezTo>
                    <a:pt x="154" y="167"/>
                    <a:pt x="154" y="167"/>
                    <a:pt x="154" y="167"/>
                  </a:cubicBezTo>
                  <a:cubicBezTo>
                    <a:pt x="143" y="149"/>
                    <a:pt x="143" y="149"/>
                    <a:pt x="143" y="149"/>
                  </a:cubicBezTo>
                  <a:cubicBezTo>
                    <a:pt x="138" y="141"/>
                    <a:pt x="138" y="141"/>
                    <a:pt x="138" y="141"/>
                  </a:cubicBezTo>
                  <a:cubicBezTo>
                    <a:pt x="139" y="140"/>
                    <a:pt x="140" y="139"/>
                    <a:pt x="141" y="138"/>
                  </a:cubicBezTo>
                  <a:cubicBezTo>
                    <a:pt x="143" y="139"/>
                    <a:pt x="143" y="139"/>
                    <a:pt x="143" y="139"/>
                  </a:cubicBezTo>
                  <a:cubicBezTo>
                    <a:pt x="154" y="146"/>
                    <a:pt x="154" y="146"/>
                    <a:pt x="154" y="146"/>
                  </a:cubicBezTo>
                  <a:cubicBezTo>
                    <a:pt x="179" y="160"/>
                    <a:pt x="179" y="160"/>
                    <a:pt x="179" y="160"/>
                  </a:cubicBezTo>
                  <a:cubicBezTo>
                    <a:pt x="197" y="171"/>
                    <a:pt x="197" y="171"/>
                    <a:pt x="197" y="171"/>
                  </a:cubicBezTo>
                  <a:cubicBezTo>
                    <a:pt x="192" y="178"/>
                    <a:pt x="186" y="185"/>
                    <a:pt x="179" y="190"/>
                  </a:cubicBezTo>
                  <a:close/>
                  <a:moveTo>
                    <a:pt x="203" y="161"/>
                  </a:moveTo>
                  <a:cubicBezTo>
                    <a:pt x="179" y="147"/>
                    <a:pt x="179" y="147"/>
                    <a:pt x="179" y="147"/>
                  </a:cubicBezTo>
                  <a:cubicBezTo>
                    <a:pt x="154" y="132"/>
                    <a:pt x="154" y="132"/>
                    <a:pt x="154" y="132"/>
                  </a:cubicBezTo>
                  <a:cubicBezTo>
                    <a:pt x="146" y="128"/>
                    <a:pt x="146" y="128"/>
                    <a:pt x="146" y="128"/>
                  </a:cubicBezTo>
                  <a:cubicBezTo>
                    <a:pt x="147" y="127"/>
                    <a:pt x="147" y="126"/>
                    <a:pt x="147" y="125"/>
                  </a:cubicBezTo>
                  <a:cubicBezTo>
                    <a:pt x="154" y="125"/>
                    <a:pt x="154" y="125"/>
                    <a:pt x="154" y="125"/>
                  </a:cubicBezTo>
                  <a:cubicBezTo>
                    <a:pt x="179" y="125"/>
                    <a:pt x="179" y="125"/>
                    <a:pt x="179" y="125"/>
                  </a:cubicBezTo>
                  <a:cubicBezTo>
                    <a:pt x="212" y="125"/>
                    <a:pt x="212" y="125"/>
                    <a:pt x="212" y="125"/>
                  </a:cubicBezTo>
                  <a:cubicBezTo>
                    <a:pt x="211" y="138"/>
                    <a:pt x="208" y="150"/>
                    <a:pt x="203" y="161"/>
                  </a:cubicBezTo>
                  <a:close/>
                  <a:moveTo>
                    <a:pt x="212" y="113"/>
                  </a:moveTo>
                  <a:cubicBezTo>
                    <a:pt x="179" y="113"/>
                    <a:pt x="179" y="113"/>
                    <a:pt x="179" y="113"/>
                  </a:cubicBezTo>
                  <a:cubicBezTo>
                    <a:pt x="154" y="113"/>
                    <a:pt x="154" y="113"/>
                    <a:pt x="154" y="113"/>
                  </a:cubicBezTo>
                  <a:cubicBezTo>
                    <a:pt x="147" y="113"/>
                    <a:pt x="147" y="113"/>
                    <a:pt x="147" y="113"/>
                  </a:cubicBezTo>
                  <a:cubicBezTo>
                    <a:pt x="147" y="112"/>
                    <a:pt x="147" y="111"/>
                    <a:pt x="146" y="110"/>
                  </a:cubicBezTo>
                  <a:cubicBezTo>
                    <a:pt x="154" y="106"/>
                    <a:pt x="154" y="106"/>
                    <a:pt x="154" y="106"/>
                  </a:cubicBezTo>
                  <a:cubicBezTo>
                    <a:pt x="179" y="91"/>
                    <a:pt x="179" y="91"/>
                    <a:pt x="179" y="91"/>
                  </a:cubicBezTo>
                  <a:cubicBezTo>
                    <a:pt x="203" y="78"/>
                    <a:pt x="203" y="78"/>
                    <a:pt x="203" y="78"/>
                  </a:cubicBezTo>
                  <a:cubicBezTo>
                    <a:pt x="208" y="88"/>
                    <a:pt x="211" y="101"/>
                    <a:pt x="212" y="113"/>
                  </a:cubicBezTo>
                  <a:close/>
                  <a:moveTo>
                    <a:pt x="171" y="41"/>
                  </a:moveTo>
                  <a:cubicBezTo>
                    <a:pt x="174" y="43"/>
                    <a:pt x="177" y="46"/>
                    <a:pt x="179" y="48"/>
                  </a:cubicBezTo>
                  <a:cubicBezTo>
                    <a:pt x="186" y="54"/>
                    <a:pt x="192" y="60"/>
                    <a:pt x="197" y="68"/>
                  </a:cubicBezTo>
                  <a:cubicBezTo>
                    <a:pt x="179" y="78"/>
                    <a:pt x="179" y="78"/>
                    <a:pt x="179" y="78"/>
                  </a:cubicBezTo>
                  <a:cubicBezTo>
                    <a:pt x="154" y="93"/>
                    <a:pt x="154" y="93"/>
                    <a:pt x="154" y="93"/>
                  </a:cubicBezTo>
                  <a:cubicBezTo>
                    <a:pt x="143" y="99"/>
                    <a:pt x="143" y="99"/>
                    <a:pt x="143" y="99"/>
                  </a:cubicBezTo>
                  <a:cubicBezTo>
                    <a:pt x="141" y="100"/>
                    <a:pt x="141" y="100"/>
                    <a:pt x="141" y="100"/>
                  </a:cubicBezTo>
                  <a:cubicBezTo>
                    <a:pt x="140" y="99"/>
                    <a:pt x="139" y="98"/>
                    <a:pt x="138" y="98"/>
                  </a:cubicBezTo>
                  <a:cubicBezTo>
                    <a:pt x="143" y="90"/>
                    <a:pt x="143" y="90"/>
                    <a:pt x="143" y="90"/>
                  </a:cubicBezTo>
                  <a:cubicBezTo>
                    <a:pt x="154" y="71"/>
                    <a:pt x="154" y="71"/>
                    <a:pt x="154" y="71"/>
                  </a:cubicBezTo>
                  <a:lnTo>
                    <a:pt x="171" y="41"/>
                  </a:lnTo>
                  <a:close/>
                  <a:moveTo>
                    <a:pt x="125" y="26"/>
                  </a:moveTo>
                  <a:cubicBezTo>
                    <a:pt x="131" y="27"/>
                    <a:pt x="137" y="28"/>
                    <a:pt x="143" y="29"/>
                  </a:cubicBezTo>
                  <a:cubicBezTo>
                    <a:pt x="147" y="30"/>
                    <a:pt x="150" y="31"/>
                    <a:pt x="154" y="33"/>
                  </a:cubicBezTo>
                  <a:cubicBezTo>
                    <a:pt x="156" y="34"/>
                    <a:pt x="158" y="35"/>
                    <a:pt x="161" y="36"/>
                  </a:cubicBezTo>
                  <a:cubicBezTo>
                    <a:pt x="154" y="48"/>
                    <a:pt x="154" y="48"/>
                    <a:pt x="154" y="48"/>
                  </a:cubicBezTo>
                  <a:cubicBezTo>
                    <a:pt x="143" y="67"/>
                    <a:pt x="143" y="67"/>
                    <a:pt x="143" y="67"/>
                  </a:cubicBezTo>
                  <a:cubicBezTo>
                    <a:pt x="128" y="92"/>
                    <a:pt x="128" y="92"/>
                    <a:pt x="128" y="92"/>
                  </a:cubicBezTo>
                  <a:cubicBezTo>
                    <a:pt x="127" y="92"/>
                    <a:pt x="126" y="91"/>
                    <a:pt x="125" y="91"/>
                  </a:cubicBezTo>
                  <a:lnTo>
                    <a:pt x="125" y="26"/>
                  </a:lnTo>
                  <a:close/>
                  <a:moveTo>
                    <a:pt x="138" y="119"/>
                  </a:moveTo>
                  <a:cubicBezTo>
                    <a:pt x="138" y="130"/>
                    <a:pt x="130" y="138"/>
                    <a:pt x="119" y="138"/>
                  </a:cubicBezTo>
                  <a:cubicBezTo>
                    <a:pt x="109" y="138"/>
                    <a:pt x="100" y="130"/>
                    <a:pt x="100" y="119"/>
                  </a:cubicBezTo>
                  <a:cubicBezTo>
                    <a:pt x="100" y="109"/>
                    <a:pt x="109" y="100"/>
                    <a:pt x="119" y="100"/>
                  </a:cubicBezTo>
                  <a:cubicBezTo>
                    <a:pt x="130" y="100"/>
                    <a:pt x="138" y="109"/>
                    <a:pt x="138" y="119"/>
                  </a:cubicBezTo>
                  <a:close/>
                  <a:moveTo>
                    <a:pt x="85" y="33"/>
                  </a:moveTo>
                  <a:cubicBezTo>
                    <a:pt x="88" y="31"/>
                    <a:pt x="92" y="30"/>
                    <a:pt x="96" y="29"/>
                  </a:cubicBezTo>
                  <a:cubicBezTo>
                    <a:pt x="101" y="28"/>
                    <a:pt x="107" y="27"/>
                    <a:pt x="114" y="26"/>
                  </a:cubicBezTo>
                  <a:cubicBezTo>
                    <a:pt x="114" y="91"/>
                    <a:pt x="114" y="91"/>
                    <a:pt x="114" y="91"/>
                  </a:cubicBezTo>
                  <a:cubicBezTo>
                    <a:pt x="112" y="91"/>
                    <a:pt x="111" y="92"/>
                    <a:pt x="110" y="92"/>
                  </a:cubicBezTo>
                  <a:cubicBezTo>
                    <a:pt x="96" y="67"/>
                    <a:pt x="96" y="67"/>
                    <a:pt x="96" y="67"/>
                  </a:cubicBezTo>
                  <a:cubicBezTo>
                    <a:pt x="85" y="48"/>
                    <a:pt x="85" y="48"/>
                    <a:pt x="85" y="48"/>
                  </a:cubicBezTo>
                  <a:cubicBezTo>
                    <a:pt x="78" y="36"/>
                    <a:pt x="78" y="36"/>
                    <a:pt x="78" y="36"/>
                  </a:cubicBezTo>
                  <a:cubicBezTo>
                    <a:pt x="80" y="35"/>
                    <a:pt x="82" y="34"/>
                    <a:pt x="85" y="33"/>
                  </a:cubicBezTo>
                  <a:close/>
                  <a:moveTo>
                    <a:pt x="59" y="48"/>
                  </a:moveTo>
                  <a:cubicBezTo>
                    <a:pt x="62" y="46"/>
                    <a:pt x="65" y="43"/>
                    <a:pt x="68" y="41"/>
                  </a:cubicBezTo>
                  <a:cubicBezTo>
                    <a:pt x="85" y="71"/>
                    <a:pt x="85" y="71"/>
                    <a:pt x="85" y="71"/>
                  </a:cubicBezTo>
                  <a:cubicBezTo>
                    <a:pt x="96" y="90"/>
                    <a:pt x="96" y="90"/>
                    <a:pt x="96" y="90"/>
                  </a:cubicBezTo>
                  <a:cubicBezTo>
                    <a:pt x="100" y="98"/>
                    <a:pt x="100" y="98"/>
                    <a:pt x="100" y="98"/>
                  </a:cubicBezTo>
                  <a:cubicBezTo>
                    <a:pt x="99" y="98"/>
                    <a:pt x="98" y="99"/>
                    <a:pt x="98" y="100"/>
                  </a:cubicBezTo>
                  <a:cubicBezTo>
                    <a:pt x="96" y="99"/>
                    <a:pt x="96" y="99"/>
                    <a:pt x="96" y="99"/>
                  </a:cubicBezTo>
                  <a:cubicBezTo>
                    <a:pt x="85" y="93"/>
                    <a:pt x="85" y="93"/>
                    <a:pt x="85" y="93"/>
                  </a:cubicBezTo>
                  <a:cubicBezTo>
                    <a:pt x="59" y="78"/>
                    <a:pt x="59" y="78"/>
                    <a:pt x="59" y="78"/>
                  </a:cubicBezTo>
                  <a:cubicBezTo>
                    <a:pt x="42" y="68"/>
                    <a:pt x="42" y="68"/>
                    <a:pt x="42" y="68"/>
                  </a:cubicBezTo>
                  <a:cubicBezTo>
                    <a:pt x="46" y="60"/>
                    <a:pt x="52" y="54"/>
                    <a:pt x="59" y="48"/>
                  </a:cubicBezTo>
                  <a:close/>
                  <a:moveTo>
                    <a:pt x="36" y="78"/>
                  </a:moveTo>
                  <a:cubicBezTo>
                    <a:pt x="59" y="91"/>
                    <a:pt x="59" y="91"/>
                    <a:pt x="59" y="91"/>
                  </a:cubicBezTo>
                  <a:cubicBezTo>
                    <a:pt x="85" y="106"/>
                    <a:pt x="85" y="106"/>
                    <a:pt x="85" y="106"/>
                  </a:cubicBezTo>
                  <a:cubicBezTo>
                    <a:pt x="92" y="110"/>
                    <a:pt x="92" y="110"/>
                    <a:pt x="92" y="110"/>
                  </a:cubicBezTo>
                  <a:cubicBezTo>
                    <a:pt x="92" y="111"/>
                    <a:pt x="91" y="112"/>
                    <a:pt x="91" y="113"/>
                  </a:cubicBezTo>
                  <a:cubicBezTo>
                    <a:pt x="85" y="113"/>
                    <a:pt x="85" y="113"/>
                    <a:pt x="85" y="113"/>
                  </a:cubicBezTo>
                  <a:cubicBezTo>
                    <a:pt x="59" y="113"/>
                    <a:pt x="59" y="113"/>
                    <a:pt x="59" y="113"/>
                  </a:cubicBezTo>
                  <a:cubicBezTo>
                    <a:pt x="26" y="113"/>
                    <a:pt x="26" y="113"/>
                    <a:pt x="26" y="113"/>
                  </a:cubicBezTo>
                  <a:cubicBezTo>
                    <a:pt x="27" y="101"/>
                    <a:pt x="30" y="88"/>
                    <a:pt x="36" y="78"/>
                  </a:cubicBezTo>
                  <a:close/>
                  <a:moveTo>
                    <a:pt x="59" y="125"/>
                  </a:moveTo>
                  <a:cubicBezTo>
                    <a:pt x="85" y="125"/>
                    <a:pt x="85" y="125"/>
                    <a:pt x="85" y="125"/>
                  </a:cubicBezTo>
                  <a:cubicBezTo>
                    <a:pt x="91" y="125"/>
                    <a:pt x="91" y="125"/>
                    <a:pt x="91" y="125"/>
                  </a:cubicBezTo>
                  <a:cubicBezTo>
                    <a:pt x="91" y="126"/>
                    <a:pt x="92" y="127"/>
                    <a:pt x="92" y="128"/>
                  </a:cubicBezTo>
                  <a:cubicBezTo>
                    <a:pt x="85" y="132"/>
                    <a:pt x="85" y="132"/>
                    <a:pt x="85" y="132"/>
                  </a:cubicBezTo>
                  <a:cubicBezTo>
                    <a:pt x="59" y="147"/>
                    <a:pt x="59" y="147"/>
                    <a:pt x="59" y="147"/>
                  </a:cubicBezTo>
                  <a:cubicBezTo>
                    <a:pt x="36" y="161"/>
                    <a:pt x="36" y="161"/>
                    <a:pt x="36" y="161"/>
                  </a:cubicBezTo>
                  <a:cubicBezTo>
                    <a:pt x="30" y="150"/>
                    <a:pt x="27" y="138"/>
                    <a:pt x="26" y="125"/>
                  </a:cubicBezTo>
                  <a:lnTo>
                    <a:pt x="59" y="125"/>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7" name="Google Shape;477;p44"/>
            <p:cNvSpPr/>
            <p:nvPr/>
          </p:nvSpPr>
          <p:spPr>
            <a:xfrm>
              <a:off x="3889375" y="2009775"/>
              <a:ext cx="377825" cy="395288"/>
            </a:xfrm>
            <a:custGeom>
              <a:avLst/>
              <a:gdLst/>
              <a:ahLst/>
              <a:cxnLst/>
              <a:rect l="l" t="t" r="r" b="b"/>
              <a:pathLst>
                <a:path w="100" h="105" extrusionOk="0">
                  <a:moveTo>
                    <a:pt x="95" y="79"/>
                  </a:moveTo>
                  <a:cubicBezTo>
                    <a:pt x="97" y="75"/>
                    <a:pt x="98" y="72"/>
                    <a:pt x="100" y="69"/>
                  </a:cubicBezTo>
                  <a:cubicBezTo>
                    <a:pt x="89" y="62"/>
                    <a:pt x="89" y="62"/>
                    <a:pt x="89" y="62"/>
                  </a:cubicBezTo>
                  <a:cubicBezTo>
                    <a:pt x="90" y="59"/>
                    <a:pt x="90" y="56"/>
                    <a:pt x="90" y="53"/>
                  </a:cubicBezTo>
                  <a:cubicBezTo>
                    <a:pt x="90" y="49"/>
                    <a:pt x="90" y="46"/>
                    <a:pt x="89" y="43"/>
                  </a:cubicBezTo>
                  <a:cubicBezTo>
                    <a:pt x="100" y="37"/>
                    <a:pt x="100" y="37"/>
                    <a:pt x="100" y="37"/>
                  </a:cubicBezTo>
                  <a:cubicBezTo>
                    <a:pt x="98" y="33"/>
                    <a:pt x="97" y="30"/>
                    <a:pt x="95" y="27"/>
                  </a:cubicBezTo>
                  <a:cubicBezTo>
                    <a:pt x="93" y="23"/>
                    <a:pt x="91" y="20"/>
                    <a:pt x="89" y="18"/>
                  </a:cubicBezTo>
                  <a:cubicBezTo>
                    <a:pt x="78" y="24"/>
                    <a:pt x="78" y="24"/>
                    <a:pt x="78" y="24"/>
                  </a:cubicBezTo>
                  <a:cubicBezTo>
                    <a:pt x="77" y="23"/>
                    <a:pt x="77" y="23"/>
                    <a:pt x="76" y="22"/>
                  </a:cubicBezTo>
                  <a:cubicBezTo>
                    <a:pt x="75" y="21"/>
                    <a:pt x="74" y="20"/>
                    <a:pt x="73" y="19"/>
                  </a:cubicBezTo>
                  <a:cubicBezTo>
                    <a:pt x="70" y="17"/>
                    <a:pt x="66" y="16"/>
                    <a:pt x="63" y="14"/>
                  </a:cubicBezTo>
                  <a:cubicBezTo>
                    <a:pt x="62" y="14"/>
                    <a:pt x="61" y="14"/>
                    <a:pt x="61" y="14"/>
                  </a:cubicBezTo>
                  <a:cubicBezTo>
                    <a:pt x="61" y="2"/>
                    <a:pt x="61" y="2"/>
                    <a:pt x="61" y="2"/>
                  </a:cubicBezTo>
                  <a:cubicBezTo>
                    <a:pt x="57" y="1"/>
                    <a:pt x="54" y="0"/>
                    <a:pt x="50" y="0"/>
                  </a:cubicBezTo>
                  <a:cubicBezTo>
                    <a:pt x="46" y="0"/>
                    <a:pt x="43" y="1"/>
                    <a:pt x="39" y="2"/>
                  </a:cubicBezTo>
                  <a:cubicBezTo>
                    <a:pt x="39" y="14"/>
                    <a:pt x="39" y="14"/>
                    <a:pt x="39" y="14"/>
                  </a:cubicBezTo>
                  <a:cubicBezTo>
                    <a:pt x="38" y="14"/>
                    <a:pt x="38" y="14"/>
                    <a:pt x="37" y="14"/>
                  </a:cubicBezTo>
                  <a:cubicBezTo>
                    <a:pt x="34" y="16"/>
                    <a:pt x="30" y="17"/>
                    <a:pt x="27" y="19"/>
                  </a:cubicBezTo>
                  <a:cubicBezTo>
                    <a:pt x="26" y="20"/>
                    <a:pt x="25" y="21"/>
                    <a:pt x="24" y="22"/>
                  </a:cubicBezTo>
                  <a:cubicBezTo>
                    <a:pt x="23" y="23"/>
                    <a:pt x="22" y="23"/>
                    <a:pt x="22" y="24"/>
                  </a:cubicBezTo>
                  <a:cubicBezTo>
                    <a:pt x="11" y="18"/>
                    <a:pt x="11" y="18"/>
                    <a:pt x="11" y="18"/>
                  </a:cubicBezTo>
                  <a:cubicBezTo>
                    <a:pt x="9" y="20"/>
                    <a:pt x="7" y="23"/>
                    <a:pt x="5" y="27"/>
                  </a:cubicBezTo>
                  <a:cubicBezTo>
                    <a:pt x="3" y="30"/>
                    <a:pt x="1" y="33"/>
                    <a:pt x="0" y="37"/>
                  </a:cubicBezTo>
                  <a:cubicBezTo>
                    <a:pt x="11" y="43"/>
                    <a:pt x="11" y="43"/>
                    <a:pt x="11" y="43"/>
                  </a:cubicBezTo>
                  <a:cubicBezTo>
                    <a:pt x="10" y="46"/>
                    <a:pt x="10" y="49"/>
                    <a:pt x="10" y="53"/>
                  </a:cubicBezTo>
                  <a:cubicBezTo>
                    <a:pt x="10" y="56"/>
                    <a:pt x="10" y="59"/>
                    <a:pt x="11" y="62"/>
                  </a:cubicBezTo>
                  <a:cubicBezTo>
                    <a:pt x="0" y="69"/>
                    <a:pt x="0" y="69"/>
                    <a:pt x="0" y="69"/>
                  </a:cubicBezTo>
                  <a:cubicBezTo>
                    <a:pt x="1" y="72"/>
                    <a:pt x="3" y="75"/>
                    <a:pt x="5" y="79"/>
                  </a:cubicBezTo>
                  <a:cubicBezTo>
                    <a:pt x="7" y="82"/>
                    <a:pt x="9" y="85"/>
                    <a:pt x="11" y="88"/>
                  </a:cubicBezTo>
                  <a:cubicBezTo>
                    <a:pt x="22" y="81"/>
                    <a:pt x="22" y="81"/>
                    <a:pt x="22" y="81"/>
                  </a:cubicBezTo>
                  <a:cubicBezTo>
                    <a:pt x="22" y="82"/>
                    <a:pt x="23" y="83"/>
                    <a:pt x="24" y="83"/>
                  </a:cubicBezTo>
                  <a:cubicBezTo>
                    <a:pt x="25" y="84"/>
                    <a:pt x="26" y="85"/>
                    <a:pt x="27" y="86"/>
                  </a:cubicBezTo>
                  <a:cubicBezTo>
                    <a:pt x="30" y="88"/>
                    <a:pt x="34" y="90"/>
                    <a:pt x="37" y="91"/>
                  </a:cubicBezTo>
                  <a:cubicBezTo>
                    <a:pt x="38" y="91"/>
                    <a:pt x="38" y="91"/>
                    <a:pt x="39" y="91"/>
                  </a:cubicBezTo>
                  <a:cubicBezTo>
                    <a:pt x="39" y="104"/>
                    <a:pt x="39" y="104"/>
                    <a:pt x="39" y="104"/>
                  </a:cubicBezTo>
                  <a:cubicBezTo>
                    <a:pt x="43" y="104"/>
                    <a:pt x="46" y="105"/>
                    <a:pt x="50" y="105"/>
                  </a:cubicBezTo>
                  <a:cubicBezTo>
                    <a:pt x="54" y="105"/>
                    <a:pt x="57" y="104"/>
                    <a:pt x="61" y="104"/>
                  </a:cubicBezTo>
                  <a:cubicBezTo>
                    <a:pt x="61" y="91"/>
                    <a:pt x="61" y="91"/>
                    <a:pt x="61" y="91"/>
                  </a:cubicBezTo>
                  <a:cubicBezTo>
                    <a:pt x="61" y="91"/>
                    <a:pt x="62" y="91"/>
                    <a:pt x="63" y="91"/>
                  </a:cubicBezTo>
                  <a:cubicBezTo>
                    <a:pt x="66" y="90"/>
                    <a:pt x="70" y="88"/>
                    <a:pt x="73" y="86"/>
                  </a:cubicBezTo>
                  <a:cubicBezTo>
                    <a:pt x="74" y="85"/>
                    <a:pt x="75" y="84"/>
                    <a:pt x="76" y="83"/>
                  </a:cubicBezTo>
                  <a:cubicBezTo>
                    <a:pt x="77" y="83"/>
                    <a:pt x="77" y="82"/>
                    <a:pt x="78" y="81"/>
                  </a:cubicBezTo>
                  <a:cubicBezTo>
                    <a:pt x="89" y="88"/>
                    <a:pt x="89" y="88"/>
                    <a:pt x="89" y="88"/>
                  </a:cubicBezTo>
                  <a:cubicBezTo>
                    <a:pt x="91" y="85"/>
                    <a:pt x="93" y="82"/>
                    <a:pt x="95" y="79"/>
                  </a:cubicBezTo>
                  <a:close/>
                  <a:moveTo>
                    <a:pt x="71" y="36"/>
                  </a:moveTo>
                  <a:cubicBezTo>
                    <a:pt x="71" y="36"/>
                    <a:pt x="72" y="36"/>
                    <a:pt x="73" y="36"/>
                  </a:cubicBezTo>
                  <a:cubicBezTo>
                    <a:pt x="74" y="36"/>
                    <a:pt x="75" y="37"/>
                    <a:pt x="76" y="38"/>
                  </a:cubicBezTo>
                  <a:cubicBezTo>
                    <a:pt x="76" y="38"/>
                    <a:pt x="76" y="39"/>
                    <a:pt x="76" y="39"/>
                  </a:cubicBezTo>
                  <a:cubicBezTo>
                    <a:pt x="76" y="39"/>
                    <a:pt x="76" y="40"/>
                    <a:pt x="76" y="40"/>
                  </a:cubicBezTo>
                  <a:cubicBezTo>
                    <a:pt x="76" y="41"/>
                    <a:pt x="75" y="42"/>
                    <a:pt x="74" y="43"/>
                  </a:cubicBezTo>
                  <a:cubicBezTo>
                    <a:pt x="74" y="43"/>
                    <a:pt x="73" y="43"/>
                    <a:pt x="73" y="43"/>
                  </a:cubicBezTo>
                  <a:cubicBezTo>
                    <a:pt x="71" y="43"/>
                    <a:pt x="70" y="42"/>
                    <a:pt x="70" y="41"/>
                  </a:cubicBezTo>
                  <a:cubicBezTo>
                    <a:pt x="69" y="40"/>
                    <a:pt x="69" y="37"/>
                    <a:pt x="71" y="36"/>
                  </a:cubicBezTo>
                  <a:close/>
                  <a:moveTo>
                    <a:pt x="61" y="29"/>
                  </a:moveTo>
                  <a:cubicBezTo>
                    <a:pt x="61" y="28"/>
                    <a:pt x="62" y="27"/>
                    <a:pt x="63" y="27"/>
                  </a:cubicBezTo>
                  <a:cubicBezTo>
                    <a:pt x="63" y="27"/>
                    <a:pt x="63" y="27"/>
                    <a:pt x="64" y="28"/>
                  </a:cubicBezTo>
                  <a:cubicBezTo>
                    <a:pt x="65" y="28"/>
                    <a:pt x="65" y="30"/>
                    <a:pt x="64" y="31"/>
                  </a:cubicBezTo>
                  <a:cubicBezTo>
                    <a:pt x="64" y="31"/>
                    <a:pt x="63" y="32"/>
                    <a:pt x="63" y="32"/>
                  </a:cubicBezTo>
                  <a:cubicBezTo>
                    <a:pt x="62" y="32"/>
                    <a:pt x="62" y="32"/>
                    <a:pt x="62" y="31"/>
                  </a:cubicBezTo>
                  <a:cubicBezTo>
                    <a:pt x="61" y="31"/>
                    <a:pt x="60" y="30"/>
                    <a:pt x="61" y="29"/>
                  </a:cubicBezTo>
                  <a:close/>
                  <a:moveTo>
                    <a:pt x="50" y="23"/>
                  </a:moveTo>
                  <a:cubicBezTo>
                    <a:pt x="52" y="23"/>
                    <a:pt x="53" y="24"/>
                    <a:pt x="53" y="26"/>
                  </a:cubicBezTo>
                  <a:cubicBezTo>
                    <a:pt x="53" y="28"/>
                    <a:pt x="52" y="30"/>
                    <a:pt x="50" y="30"/>
                  </a:cubicBezTo>
                  <a:cubicBezTo>
                    <a:pt x="48" y="30"/>
                    <a:pt x="46" y="28"/>
                    <a:pt x="46" y="26"/>
                  </a:cubicBezTo>
                  <a:cubicBezTo>
                    <a:pt x="46" y="24"/>
                    <a:pt x="48" y="23"/>
                    <a:pt x="50" y="23"/>
                  </a:cubicBezTo>
                  <a:close/>
                  <a:moveTo>
                    <a:pt x="23" y="55"/>
                  </a:moveTo>
                  <a:cubicBezTo>
                    <a:pt x="22" y="54"/>
                    <a:pt x="21" y="53"/>
                    <a:pt x="22" y="52"/>
                  </a:cubicBezTo>
                  <a:cubicBezTo>
                    <a:pt x="22" y="51"/>
                    <a:pt x="23" y="51"/>
                    <a:pt x="24" y="51"/>
                  </a:cubicBezTo>
                  <a:cubicBezTo>
                    <a:pt x="24" y="51"/>
                    <a:pt x="24" y="51"/>
                    <a:pt x="25" y="51"/>
                  </a:cubicBezTo>
                  <a:cubicBezTo>
                    <a:pt x="26" y="52"/>
                    <a:pt x="26" y="53"/>
                    <a:pt x="26" y="54"/>
                  </a:cubicBezTo>
                  <a:cubicBezTo>
                    <a:pt x="25" y="55"/>
                    <a:pt x="24" y="55"/>
                    <a:pt x="24" y="55"/>
                  </a:cubicBezTo>
                  <a:cubicBezTo>
                    <a:pt x="23" y="55"/>
                    <a:pt x="23" y="55"/>
                    <a:pt x="23" y="55"/>
                  </a:cubicBezTo>
                  <a:close/>
                  <a:moveTo>
                    <a:pt x="29" y="69"/>
                  </a:moveTo>
                  <a:cubicBezTo>
                    <a:pt x="28" y="69"/>
                    <a:pt x="28" y="69"/>
                    <a:pt x="27" y="69"/>
                  </a:cubicBezTo>
                  <a:cubicBezTo>
                    <a:pt x="26" y="69"/>
                    <a:pt x="25" y="69"/>
                    <a:pt x="24" y="67"/>
                  </a:cubicBezTo>
                  <a:cubicBezTo>
                    <a:pt x="24" y="67"/>
                    <a:pt x="24" y="67"/>
                    <a:pt x="24" y="66"/>
                  </a:cubicBezTo>
                  <a:cubicBezTo>
                    <a:pt x="24" y="66"/>
                    <a:pt x="24" y="66"/>
                    <a:pt x="24" y="65"/>
                  </a:cubicBezTo>
                  <a:cubicBezTo>
                    <a:pt x="24" y="64"/>
                    <a:pt x="24" y="63"/>
                    <a:pt x="25" y="63"/>
                  </a:cubicBezTo>
                  <a:cubicBezTo>
                    <a:pt x="26" y="62"/>
                    <a:pt x="27" y="62"/>
                    <a:pt x="27" y="62"/>
                  </a:cubicBezTo>
                  <a:cubicBezTo>
                    <a:pt x="28" y="62"/>
                    <a:pt x="30" y="63"/>
                    <a:pt x="30" y="64"/>
                  </a:cubicBezTo>
                  <a:cubicBezTo>
                    <a:pt x="31" y="66"/>
                    <a:pt x="31" y="68"/>
                    <a:pt x="29" y="69"/>
                  </a:cubicBezTo>
                  <a:close/>
                  <a:moveTo>
                    <a:pt x="30" y="41"/>
                  </a:moveTo>
                  <a:cubicBezTo>
                    <a:pt x="30" y="42"/>
                    <a:pt x="28" y="43"/>
                    <a:pt x="27" y="43"/>
                  </a:cubicBezTo>
                  <a:cubicBezTo>
                    <a:pt x="27" y="43"/>
                    <a:pt x="26" y="43"/>
                    <a:pt x="25" y="43"/>
                  </a:cubicBezTo>
                  <a:cubicBezTo>
                    <a:pt x="24" y="42"/>
                    <a:pt x="24" y="41"/>
                    <a:pt x="24" y="40"/>
                  </a:cubicBezTo>
                  <a:cubicBezTo>
                    <a:pt x="24" y="40"/>
                    <a:pt x="24" y="39"/>
                    <a:pt x="24" y="39"/>
                  </a:cubicBezTo>
                  <a:cubicBezTo>
                    <a:pt x="24" y="39"/>
                    <a:pt x="24" y="38"/>
                    <a:pt x="24" y="38"/>
                  </a:cubicBezTo>
                  <a:cubicBezTo>
                    <a:pt x="25" y="37"/>
                    <a:pt x="26" y="36"/>
                    <a:pt x="27" y="36"/>
                  </a:cubicBezTo>
                  <a:cubicBezTo>
                    <a:pt x="28" y="36"/>
                    <a:pt x="28" y="36"/>
                    <a:pt x="29" y="36"/>
                  </a:cubicBezTo>
                  <a:cubicBezTo>
                    <a:pt x="31" y="37"/>
                    <a:pt x="31" y="40"/>
                    <a:pt x="30" y="41"/>
                  </a:cubicBezTo>
                  <a:close/>
                  <a:moveTo>
                    <a:pt x="34" y="29"/>
                  </a:moveTo>
                  <a:cubicBezTo>
                    <a:pt x="35" y="28"/>
                    <a:pt x="36" y="28"/>
                    <a:pt x="37" y="28"/>
                  </a:cubicBezTo>
                  <a:cubicBezTo>
                    <a:pt x="37" y="28"/>
                    <a:pt x="37" y="28"/>
                    <a:pt x="37" y="28"/>
                  </a:cubicBezTo>
                  <a:cubicBezTo>
                    <a:pt x="38" y="29"/>
                    <a:pt x="39" y="30"/>
                    <a:pt x="38" y="31"/>
                  </a:cubicBezTo>
                  <a:cubicBezTo>
                    <a:pt x="38" y="32"/>
                    <a:pt x="38" y="32"/>
                    <a:pt x="37" y="32"/>
                  </a:cubicBezTo>
                  <a:cubicBezTo>
                    <a:pt x="37" y="32"/>
                    <a:pt x="36" y="32"/>
                    <a:pt x="35" y="32"/>
                  </a:cubicBezTo>
                  <a:cubicBezTo>
                    <a:pt x="34" y="31"/>
                    <a:pt x="34" y="30"/>
                    <a:pt x="34" y="29"/>
                  </a:cubicBezTo>
                  <a:close/>
                  <a:moveTo>
                    <a:pt x="39" y="77"/>
                  </a:moveTo>
                  <a:cubicBezTo>
                    <a:pt x="39" y="77"/>
                    <a:pt x="38" y="78"/>
                    <a:pt x="37" y="78"/>
                  </a:cubicBezTo>
                  <a:cubicBezTo>
                    <a:pt x="37" y="78"/>
                    <a:pt x="37" y="78"/>
                    <a:pt x="36" y="77"/>
                  </a:cubicBezTo>
                  <a:cubicBezTo>
                    <a:pt x="35" y="77"/>
                    <a:pt x="35" y="76"/>
                    <a:pt x="35" y="75"/>
                  </a:cubicBezTo>
                  <a:cubicBezTo>
                    <a:pt x="36" y="74"/>
                    <a:pt x="37" y="73"/>
                    <a:pt x="37" y="73"/>
                  </a:cubicBezTo>
                  <a:cubicBezTo>
                    <a:pt x="38" y="73"/>
                    <a:pt x="38" y="74"/>
                    <a:pt x="38" y="74"/>
                  </a:cubicBezTo>
                  <a:cubicBezTo>
                    <a:pt x="39" y="74"/>
                    <a:pt x="40" y="76"/>
                    <a:pt x="39" y="77"/>
                  </a:cubicBezTo>
                  <a:close/>
                  <a:moveTo>
                    <a:pt x="50" y="82"/>
                  </a:moveTo>
                  <a:cubicBezTo>
                    <a:pt x="48" y="82"/>
                    <a:pt x="46" y="81"/>
                    <a:pt x="46" y="79"/>
                  </a:cubicBezTo>
                  <a:cubicBezTo>
                    <a:pt x="46" y="77"/>
                    <a:pt x="48" y="75"/>
                    <a:pt x="50" y="75"/>
                  </a:cubicBezTo>
                  <a:cubicBezTo>
                    <a:pt x="52" y="75"/>
                    <a:pt x="53" y="77"/>
                    <a:pt x="53" y="79"/>
                  </a:cubicBezTo>
                  <a:cubicBezTo>
                    <a:pt x="53" y="81"/>
                    <a:pt x="52" y="82"/>
                    <a:pt x="50" y="82"/>
                  </a:cubicBezTo>
                  <a:close/>
                  <a:moveTo>
                    <a:pt x="50" y="65"/>
                  </a:moveTo>
                  <a:cubicBezTo>
                    <a:pt x="43" y="65"/>
                    <a:pt x="38" y="59"/>
                    <a:pt x="38" y="53"/>
                  </a:cubicBezTo>
                  <a:cubicBezTo>
                    <a:pt x="38" y="46"/>
                    <a:pt x="43" y="40"/>
                    <a:pt x="50" y="40"/>
                  </a:cubicBezTo>
                  <a:cubicBezTo>
                    <a:pt x="57" y="40"/>
                    <a:pt x="62" y="46"/>
                    <a:pt x="62" y="53"/>
                  </a:cubicBezTo>
                  <a:cubicBezTo>
                    <a:pt x="62" y="59"/>
                    <a:pt x="57" y="65"/>
                    <a:pt x="50" y="65"/>
                  </a:cubicBezTo>
                  <a:close/>
                  <a:moveTo>
                    <a:pt x="65" y="76"/>
                  </a:moveTo>
                  <a:cubicBezTo>
                    <a:pt x="65" y="77"/>
                    <a:pt x="64" y="77"/>
                    <a:pt x="63" y="77"/>
                  </a:cubicBezTo>
                  <a:cubicBezTo>
                    <a:pt x="63" y="77"/>
                    <a:pt x="63" y="77"/>
                    <a:pt x="63" y="77"/>
                  </a:cubicBezTo>
                  <a:cubicBezTo>
                    <a:pt x="61" y="76"/>
                    <a:pt x="61" y="75"/>
                    <a:pt x="62" y="74"/>
                  </a:cubicBezTo>
                  <a:cubicBezTo>
                    <a:pt x="62" y="74"/>
                    <a:pt x="62" y="73"/>
                    <a:pt x="63" y="73"/>
                  </a:cubicBezTo>
                  <a:cubicBezTo>
                    <a:pt x="63" y="73"/>
                    <a:pt x="64" y="73"/>
                    <a:pt x="65" y="73"/>
                  </a:cubicBezTo>
                  <a:cubicBezTo>
                    <a:pt x="66" y="74"/>
                    <a:pt x="66" y="75"/>
                    <a:pt x="65" y="76"/>
                  </a:cubicBezTo>
                  <a:close/>
                  <a:moveTo>
                    <a:pt x="76" y="66"/>
                  </a:moveTo>
                  <a:cubicBezTo>
                    <a:pt x="76" y="67"/>
                    <a:pt x="76" y="67"/>
                    <a:pt x="76" y="67"/>
                  </a:cubicBezTo>
                  <a:cubicBezTo>
                    <a:pt x="75" y="69"/>
                    <a:pt x="74" y="69"/>
                    <a:pt x="73" y="69"/>
                  </a:cubicBezTo>
                  <a:cubicBezTo>
                    <a:pt x="72" y="69"/>
                    <a:pt x="71" y="69"/>
                    <a:pt x="71" y="69"/>
                  </a:cubicBezTo>
                  <a:cubicBezTo>
                    <a:pt x="69" y="68"/>
                    <a:pt x="69" y="66"/>
                    <a:pt x="70" y="64"/>
                  </a:cubicBezTo>
                  <a:cubicBezTo>
                    <a:pt x="70" y="63"/>
                    <a:pt x="71" y="62"/>
                    <a:pt x="73" y="62"/>
                  </a:cubicBezTo>
                  <a:cubicBezTo>
                    <a:pt x="73" y="62"/>
                    <a:pt x="74" y="62"/>
                    <a:pt x="74" y="63"/>
                  </a:cubicBezTo>
                  <a:cubicBezTo>
                    <a:pt x="75" y="63"/>
                    <a:pt x="76" y="64"/>
                    <a:pt x="76" y="65"/>
                  </a:cubicBezTo>
                  <a:cubicBezTo>
                    <a:pt x="76" y="66"/>
                    <a:pt x="76" y="66"/>
                    <a:pt x="76" y="66"/>
                  </a:cubicBezTo>
                  <a:close/>
                  <a:moveTo>
                    <a:pt x="78" y="53"/>
                  </a:moveTo>
                  <a:cubicBezTo>
                    <a:pt x="78" y="54"/>
                    <a:pt x="77" y="54"/>
                    <a:pt x="76" y="54"/>
                  </a:cubicBezTo>
                  <a:cubicBezTo>
                    <a:pt x="76" y="54"/>
                    <a:pt x="75" y="54"/>
                    <a:pt x="75" y="54"/>
                  </a:cubicBezTo>
                  <a:cubicBezTo>
                    <a:pt x="74" y="53"/>
                    <a:pt x="74" y="52"/>
                    <a:pt x="74" y="51"/>
                  </a:cubicBezTo>
                  <a:cubicBezTo>
                    <a:pt x="75" y="50"/>
                    <a:pt x="75" y="50"/>
                    <a:pt x="76" y="50"/>
                  </a:cubicBezTo>
                  <a:cubicBezTo>
                    <a:pt x="77" y="50"/>
                    <a:pt x="77" y="50"/>
                    <a:pt x="77" y="50"/>
                  </a:cubicBezTo>
                  <a:cubicBezTo>
                    <a:pt x="78" y="51"/>
                    <a:pt x="79" y="52"/>
                    <a:pt x="78" y="53"/>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8" name="Google Shape;478;p44"/>
            <p:cNvSpPr/>
            <p:nvPr/>
          </p:nvSpPr>
          <p:spPr>
            <a:xfrm>
              <a:off x="5205413" y="1862138"/>
              <a:ext cx="271463" cy="266700"/>
            </a:xfrm>
            <a:custGeom>
              <a:avLst/>
              <a:gdLst/>
              <a:ahLst/>
              <a:cxnLst/>
              <a:rect l="l" t="t" r="r" b="b"/>
              <a:pathLst>
                <a:path w="72" h="71" extrusionOk="0">
                  <a:moveTo>
                    <a:pt x="31" y="7"/>
                  </a:moveTo>
                  <a:cubicBezTo>
                    <a:pt x="29" y="7"/>
                    <a:pt x="28" y="7"/>
                    <a:pt x="26" y="8"/>
                  </a:cubicBezTo>
                  <a:cubicBezTo>
                    <a:pt x="23" y="2"/>
                    <a:pt x="23" y="2"/>
                    <a:pt x="23" y="2"/>
                  </a:cubicBezTo>
                  <a:cubicBezTo>
                    <a:pt x="21" y="3"/>
                    <a:pt x="20" y="3"/>
                    <a:pt x="18" y="4"/>
                  </a:cubicBezTo>
                  <a:cubicBezTo>
                    <a:pt x="17" y="5"/>
                    <a:pt x="15" y="6"/>
                    <a:pt x="14" y="7"/>
                  </a:cubicBezTo>
                  <a:cubicBezTo>
                    <a:pt x="17" y="13"/>
                    <a:pt x="17" y="13"/>
                    <a:pt x="17" y="13"/>
                  </a:cubicBezTo>
                  <a:cubicBezTo>
                    <a:pt x="16" y="14"/>
                    <a:pt x="15" y="15"/>
                    <a:pt x="14" y="16"/>
                  </a:cubicBezTo>
                  <a:cubicBezTo>
                    <a:pt x="8" y="13"/>
                    <a:pt x="8" y="13"/>
                    <a:pt x="8" y="13"/>
                  </a:cubicBezTo>
                  <a:cubicBezTo>
                    <a:pt x="7" y="14"/>
                    <a:pt x="6" y="16"/>
                    <a:pt x="5" y="17"/>
                  </a:cubicBezTo>
                  <a:cubicBezTo>
                    <a:pt x="4" y="19"/>
                    <a:pt x="3" y="20"/>
                    <a:pt x="3" y="22"/>
                  </a:cubicBezTo>
                  <a:cubicBezTo>
                    <a:pt x="9" y="26"/>
                    <a:pt x="9" y="26"/>
                    <a:pt x="9" y="26"/>
                  </a:cubicBezTo>
                  <a:cubicBezTo>
                    <a:pt x="8" y="27"/>
                    <a:pt x="8" y="28"/>
                    <a:pt x="8" y="30"/>
                  </a:cubicBezTo>
                  <a:cubicBezTo>
                    <a:pt x="1" y="30"/>
                    <a:pt x="1" y="30"/>
                    <a:pt x="1" y="30"/>
                  </a:cubicBezTo>
                  <a:cubicBezTo>
                    <a:pt x="0" y="32"/>
                    <a:pt x="0" y="33"/>
                    <a:pt x="0" y="35"/>
                  </a:cubicBezTo>
                  <a:cubicBezTo>
                    <a:pt x="0" y="37"/>
                    <a:pt x="0" y="39"/>
                    <a:pt x="1" y="40"/>
                  </a:cubicBezTo>
                  <a:cubicBezTo>
                    <a:pt x="8" y="40"/>
                    <a:pt x="8" y="40"/>
                    <a:pt x="8" y="40"/>
                  </a:cubicBezTo>
                  <a:cubicBezTo>
                    <a:pt x="8" y="42"/>
                    <a:pt x="8" y="43"/>
                    <a:pt x="9" y="45"/>
                  </a:cubicBezTo>
                  <a:cubicBezTo>
                    <a:pt x="3" y="48"/>
                    <a:pt x="3" y="48"/>
                    <a:pt x="3" y="48"/>
                  </a:cubicBezTo>
                  <a:cubicBezTo>
                    <a:pt x="3" y="50"/>
                    <a:pt x="4" y="51"/>
                    <a:pt x="5" y="53"/>
                  </a:cubicBezTo>
                  <a:cubicBezTo>
                    <a:pt x="6" y="54"/>
                    <a:pt x="7" y="56"/>
                    <a:pt x="8" y="57"/>
                  </a:cubicBezTo>
                  <a:cubicBezTo>
                    <a:pt x="14" y="54"/>
                    <a:pt x="14" y="54"/>
                    <a:pt x="14" y="54"/>
                  </a:cubicBezTo>
                  <a:cubicBezTo>
                    <a:pt x="15" y="55"/>
                    <a:pt x="16" y="56"/>
                    <a:pt x="17" y="57"/>
                  </a:cubicBezTo>
                  <a:cubicBezTo>
                    <a:pt x="14" y="63"/>
                    <a:pt x="14" y="63"/>
                    <a:pt x="14" y="63"/>
                  </a:cubicBezTo>
                  <a:cubicBezTo>
                    <a:pt x="15" y="64"/>
                    <a:pt x="17" y="65"/>
                    <a:pt x="18" y="66"/>
                  </a:cubicBezTo>
                  <a:cubicBezTo>
                    <a:pt x="20" y="67"/>
                    <a:pt x="21" y="68"/>
                    <a:pt x="23" y="68"/>
                  </a:cubicBezTo>
                  <a:cubicBezTo>
                    <a:pt x="26" y="62"/>
                    <a:pt x="26" y="62"/>
                    <a:pt x="26" y="62"/>
                  </a:cubicBezTo>
                  <a:cubicBezTo>
                    <a:pt x="28" y="63"/>
                    <a:pt x="29" y="63"/>
                    <a:pt x="31" y="63"/>
                  </a:cubicBezTo>
                  <a:cubicBezTo>
                    <a:pt x="31" y="70"/>
                    <a:pt x="31" y="70"/>
                    <a:pt x="31" y="70"/>
                  </a:cubicBezTo>
                  <a:cubicBezTo>
                    <a:pt x="32" y="71"/>
                    <a:pt x="34" y="71"/>
                    <a:pt x="36" y="71"/>
                  </a:cubicBezTo>
                  <a:cubicBezTo>
                    <a:pt x="38" y="71"/>
                    <a:pt x="39" y="71"/>
                    <a:pt x="41" y="70"/>
                  </a:cubicBezTo>
                  <a:cubicBezTo>
                    <a:pt x="41" y="63"/>
                    <a:pt x="41" y="63"/>
                    <a:pt x="41" y="63"/>
                  </a:cubicBezTo>
                  <a:cubicBezTo>
                    <a:pt x="43" y="63"/>
                    <a:pt x="44" y="63"/>
                    <a:pt x="46" y="62"/>
                  </a:cubicBezTo>
                  <a:cubicBezTo>
                    <a:pt x="49" y="68"/>
                    <a:pt x="49" y="68"/>
                    <a:pt x="49" y="68"/>
                  </a:cubicBezTo>
                  <a:cubicBezTo>
                    <a:pt x="51" y="68"/>
                    <a:pt x="52" y="67"/>
                    <a:pt x="54" y="66"/>
                  </a:cubicBezTo>
                  <a:cubicBezTo>
                    <a:pt x="55" y="65"/>
                    <a:pt x="57" y="64"/>
                    <a:pt x="58" y="63"/>
                  </a:cubicBezTo>
                  <a:cubicBezTo>
                    <a:pt x="55" y="57"/>
                    <a:pt x="55" y="57"/>
                    <a:pt x="55" y="57"/>
                  </a:cubicBezTo>
                  <a:cubicBezTo>
                    <a:pt x="56" y="56"/>
                    <a:pt x="57" y="55"/>
                    <a:pt x="58" y="54"/>
                  </a:cubicBezTo>
                  <a:cubicBezTo>
                    <a:pt x="64" y="57"/>
                    <a:pt x="64" y="57"/>
                    <a:pt x="64" y="57"/>
                  </a:cubicBezTo>
                  <a:cubicBezTo>
                    <a:pt x="65" y="56"/>
                    <a:pt x="66" y="54"/>
                    <a:pt x="67" y="53"/>
                  </a:cubicBezTo>
                  <a:cubicBezTo>
                    <a:pt x="68" y="51"/>
                    <a:pt x="68" y="50"/>
                    <a:pt x="69" y="48"/>
                  </a:cubicBezTo>
                  <a:cubicBezTo>
                    <a:pt x="63" y="45"/>
                    <a:pt x="63" y="45"/>
                    <a:pt x="63" y="45"/>
                  </a:cubicBezTo>
                  <a:cubicBezTo>
                    <a:pt x="64" y="43"/>
                    <a:pt x="64" y="42"/>
                    <a:pt x="64" y="40"/>
                  </a:cubicBezTo>
                  <a:cubicBezTo>
                    <a:pt x="71" y="40"/>
                    <a:pt x="71" y="40"/>
                    <a:pt x="71" y="40"/>
                  </a:cubicBezTo>
                  <a:cubicBezTo>
                    <a:pt x="71" y="39"/>
                    <a:pt x="72" y="37"/>
                    <a:pt x="72" y="35"/>
                  </a:cubicBezTo>
                  <a:cubicBezTo>
                    <a:pt x="72" y="33"/>
                    <a:pt x="71" y="32"/>
                    <a:pt x="71" y="30"/>
                  </a:cubicBezTo>
                  <a:cubicBezTo>
                    <a:pt x="64" y="30"/>
                    <a:pt x="64" y="30"/>
                    <a:pt x="64" y="30"/>
                  </a:cubicBezTo>
                  <a:cubicBezTo>
                    <a:pt x="64" y="28"/>
                    <a:pt x="64" y="27"/>
                    <a:pt x="63" y="26"/>
                  </a:cubicBezTo>
                  <a:cubicBezTo>
                    <a:pt x="69" y="22"/>
                    <a:pt x="69" y="22"/>
                    <a:pt x="69" y="22"/>
                  </a:cubicBezTo>
                  <a:cubicBezTo>
                    <a:pt x="68" y="20"/>
                    <a:pt x="68" y="19"/>
                    <a:pt x="67" y="17"/>
                  </a:cubicBezTo>
                  <a:cubicBezTo>
                    <a:pt x="66" y="16"/>
                    <a:pt x="65" y="14"/>
                    <a:pt x="64" y="13"/>
                  </a:cubicBezTo>
                  <a:cubicBezTo>
                    <a:pt x="58" y="16"/>
                    <a:pt x="58" y="16"/>
                    <a:pt x="58" y="16"/>
                  </a:cubicBezTo>
                  <a:cubicBezTo>
                    <a:pt x="57" y="15"/>
                    <a:pt x="56" y="14"/>
                    <a:pt x="55" y="13"/>
                  </a:cubicBezTo>
                  <a:cubicBezTo>
                    <a:pt x="58" y="7"/>
                    <a:pt x="58" y="7"/>
                    <a:pt x="58" y="7"/>
                  </a:cubicBezTo>
                  <a:cubicBezTo>
                    <a:pt x="57" y="6"/>
                    <a:pt x="55" y="5"/>
                    <a:pt x="54" y="4"/>
                  </a:cubicBezTo>
                  <a:cubicBezTo>
                    <a:pt x="52" y="3"/>
                    <a:pt x="51" y="3"/>
                    <a:pt x="49" y="2"/>
                  </a:cubicBezTo>
                  <a:cubicBezTo>
                    <a:pt x="46" y="8"/>
                    <a:pt x="46" y="8"/>
                    <a:pt x="46" y="8"/>
                  </a:cubicBezTo>
                  <a:cubicBezTo>
                    <a:pt x="44" y="7"/>
                    <a:pt x="43" y="7"/>
                    <a:pt x="41" y="7"/>
                  </a:cubicBezTo>
                  <a:cubicBezTo>
                    <a:pt x="41" y="0"/>
                    <a:pt x="41" y="0"/>
                    <a:pt x="41" y="0"/>
                  </a:cubicBezTo>
                  <a:cubicBezTo>
                    <a:pt x="39" y="0"/>
                    <a:pt x="38" y="0"/>
                    <a:pt x="36" y="0"/>
                  </a:cubicBezTo>
                  <a:cubicBezTo>
                    <a:pt x="34" y="0"/>
                    <a:pt x="32" y="0"/>
                    <a:pt x="31" y="0"/>
                  </a:cubicBezTo>
                  <a:lnTo>
                    <a:pt x="31" y="7"/>
                  </a:lnTo>
                  <a:close/>
                  <a:moveTo>
                    <a:pt x="33" y="15"/>
                  </a:moveTo>
                  <a:cubicBezTo>
                    <a:pt x="33" y="15"/>
                    <a:pt x="33" y="15"/>
                    <a:pt x="33" y="15"/>
                  </a:cubicBezTo>
                  <a:cubicBezTo>
                    <a:pt x="33" y="15"/>
                    <a:pt x="33" y="15"/>
                    <a:pt x="33" y="15"/>
                  </a:cubicBezTo>
                  <a:cubicBezTo>
                    <a:pt x="33" y="15"/>
                    <a:pt x="33" y="15"/>
                    <a:pt x="33" y="15"/>
                  </a:cubicBezTo>
                  <a:cubicBezTo>
                    <a:pt x="33" y="15"/>
                    <a:pt x="33" y="15"/>
                    <a:pt x="33" y="15"/>
                  </a:cubicBezTo>
                  <a:cubicBezTo>
                    <a:pt x="33" y="15"/>
                    <a:pt x="33" y="15"/>
                    <a:pt x="33" y="15"/>
                  </a:cubicBezTo>
                  <a:cubicBezTo>
                    <a:pt x="33" y="15"/>
                    <a:pt x="33" y="15"/>
                    <a:pt x="33"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7" y="15"/>
                    <a:pt x="37" y="15"/>
                    <a:pt x="37" y="15"/>
                  </a:cubicBezTo>
                  <a:cubicBezTo>
                    <a:pt x="37" y="15"/>
                    <a:pt x="37" y="15"/>
                    <a:pt x="37" y="15"/>
                  </a:cubicBezTo>
                  <a:cubicBezTo>
                    <a:pt x="37" y="15"/>
                    <a:pt x="37" y="15"/>
                    <a:pt x="37" y="15"/>
                  </a:cubicBezTo>
                  <a:cubicBezTo>
                    <a:pt x="37" y="15"/>
                    <a:pt x="37" y="15"/>
                    <a:pt x="37" y="15"/>
                  </a:cubicBezTo>
                  <a:cubicBezTo>
                    <a:pt x="38" y="15"/>
                    <a:pt x="38" y="15"/>
                    <a:pt x="38" y="15"/>
                  </a:cubicBezTo>
                  <a:cubicBezTo>
                    <a:pt x="38" y="15"/>
                    <a:pt x="38" y="15"/>
                    <a:pt x="38" y="15"/>
                  </a:cubicBezTo>
                  <a:cubicBezTo>
                    <a:pt x="38" y="15"/>
                    <a:pt x="38" y="15"/>
                    <a:pt x="38" y="15"/>
                  </a:cubicBezTo>
                  <a:cubicBezTo>
                    <a:pt x="38" y="15"/>
                    <a:pt x="38" y="15"/>
                    <a:pt x="38" y="15"/>
                  </a:cubicBezTo>
                  <a:cubicBezTo>
                    <a:pt x="39" y="15"/>
                    <a:pt x="39" y="15"/>
                    <a:pt x="39" y="15"/>
                  </a:cubicBezTo>
                  <a:cubicBezTo>
                    <a:pt x="39" y="15"/>
                    <a:pt x="39" y="15"/>
                    <a:pt x="39" y="15"/>
                  </a:cubicBezTo>
                  <a:cubicBezTo>
                    <a:pt x="39" y="15"/>
                    <a:pt x="39" y="15"/>
                    <a:pt x="39" y="15"/>
                  </a:cubicBezTo>
                  <a:cubicBezTo>
                    <a:pt x="39" y="15"/>
                    <a:pt x="39" y="15"/>
                    <a:pt x="39"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4" y="16"/>
                    <a:pt x="45" y="17"/>
                    <a:pt x="46" y="17"/>
                  </a:cubicBezTo>
                  <a:cubicBezTo>
                    <a:pt x="46" y="18"/>
                    <a:pt x="47" y="18"/>
                    <a:pt x="47" y="18"/>
                  </a:cubicBezTo>
                  <a:cubicBezTo>
                    <a:pt x="47" y="18"/>
                    <a:pt x="47" y="18"/>
                    <a:pt x="47" y="18"/>
                  </a:cubicBezTo>
                  <a:cubicBezTo>
                    <a:pt x="47" y="18"/>
                    <a:pt x="47" y="18"/>
                    <a:pt x="47" y="18"/>
                  </a:cubicBezTo>
                  <a:cubicBezTo>
                    <a:pt x="47" y="18"/>
                    <a:pt x="47" y="18"/>
                    <a:pt x="47" y="18"/>
                  </a:cubicBezTo>
                  <a:cubicBezTo>
                    <a:pt x="48" y="18"/>
                    <a:pt x="48" y="18"/>
                    <a:pt x="48" y="18"/>
                  </a:cubicBezTo>
                  <a:cubicBezTo>
                    <a:pt x="48" y="18"/>
                    <a:pt x="48" y="18"/>
                    <a:pt x="48" y="18"/>
                  </a:cubicBezTo>
                  <a:cubicBezTo>
                    <a:pt x="49" y="20"/>
                    <a:pt x="51" y="21"/>
                    <a:pt x="52" y="23"/>
                  </a:cubicBezTo>
                  <a:cubicBezTo>
                    <a:pt x="52" y="23"/>
                    <a:pt x="52" y="23"/>
                    <a:pt x="52" y="23"/>
                  </a:cubicBezTo>
                  <a:cubicBezTo>
                    <a:pt x="53" y="23"/>
                    <a:pt x="53" y="23"/>
                    <a:pt x="53" y="23"/>
                  </a:cubicBezTo>
                  <a:cubicBezTo>
                    <a:pt x="53" y="23"/>
                    <a:pt x="53" y="23"/>
                    <a:pt x="53" y="23"/>
                  </a:cubicBezTo>
                  <a:cubicBezTo>
                    <a:pt x="53" y="23"/>
                    <a:pt x="53" y="23"/>
                    <a:pt x="53" y="23"/>
                  </a:cubicBezTo>
                  <a:cubicBezTo>
                    <a:pt x="53" y="24"/>
                    <a:pt x="53" y="24"/>
                    <a:pt x="54" y="25"/>
                  </a:cubicBezTo>
                  <a:cubicBezTo>
                    <a:pt x="54" y="27"/>
                    <a:pt x="55" y="28"/>
                    <a:pt x="56" y="30"/>
                  </a:cubicBezTo>
                  <a:cubicBezTo>
                    <a:pt x="56" y="30"/>
                    <a:pt x="56" y="30"/>
                    <a:pt x="56" y="30"/>
                  </a:cubicBezTo>
                  <a:cubicBezTo>
                    <a:pt x="56" y="31"/>
                    <a:pt x="56" y="32"/>
                    <a:pt x="56" y="33"/>
                  </a:cubicBezTo>
                  <a:cubicBezTo>
                    <a:pt x="56" y="33"/>
                    <a:pt x="56" y="33"/>
                    <a:pt x="56" y="33"/>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5" y="42"/>
                    <a:pt x="54" y="44"/>
                    <a:pt x="54" y="45"/>
                  </a:cubicBezTo>
                  <a:cubicBezTo>
                    <a:pt x="53" y="46"/>
                    <a:pt x="53" y="46"/>
                    <a:pt x="53" y="47"/>
                  </a:cubicBezTo>
                  <a:cubicBezTo>
                    <a:pt x="53" y="47"/>
                    <a:pt x="53" y="47"/>
                    <a:pt x="53" y="47"/>
                  </a:cubicBezTo>
                  <a:cubicBezTo>
                    <a:pt x="53" y="47"/>
                    <a:pt x="53" y="47"/>
                    <a:pt x="53" y="47"/>
                  </a:cubicBezTo>
                  <a:cubicBezTo>
                    <a:pt x="53" y="47"/>
                    <a:pt x="53" y="47"/>
                    <a:pt x="53" y="47"/>
                  </a:cubicBezTo>
                  <a:cubicBezTo>
                    <a:pt x="53" y="47"/>
                    <a:pt x="53" y="47"/>
                    <a:pt x="53" y="47"/>
                  </a:cubicBezTo>
                  <a:cubicBezTo>
                    <a:pt x="52" y="47"/>
                    <a:pt x="52" y="47"/>
                    <a:pt x="52" y="47"/>
                  </a:cubicBezTo>
                  <a:cubicBezTo>
                    <a:pt x="51" y="49"/>
                    <a:pt x="50" y="50"/>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7" y="52"/>
                    <a:pt x="47" y="52"/>
                    <a:pt x="46" y="53"/>
                  </a:cubicBezTo>
                  <a:cubicBezTo>
                    <a:pt x="45" y="54"/>
                    <a:pt x="43" y="54"/>
                    <a:pt x="41" y="55"/>
                  </a:cubicBezTo>
                  <a:cubicBezTo>
                    <a:pt x="41" y="55"/>
                    <a:pt x="41" y="55"/>
                    <a:pt x="41" y="55"/>
                  </a:cubicBezTo>
                  <a:cubicBezTo>
                    <a:pt x="41" y="55"/>
                    <a:pt x="41" y="55"/>
                    <a:pt x="41" y="55"/>
                  </a:cubicBezTo>
                  <a:cubicBezTo>
                    <a:pt x="41" y="55"/>
                    <a:pt x="41" y="55"/>
                    <a:pt x="41" y="55"/>
                  </a:cubicBezTo>
                  <a:cubicBezTo>
                    <a:pt x="41" y="55"/>
                    <a:pt x="40"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6" y="55"/>
                    <a:pt x="36" y="55"/>
                    <a:pt x="36" y="55"/>
                  </a:cubicBezTo>
                  <a:cubicBezTo>
                    <a:pt x="36" y="55"/>
                    <a:pt x="36" y="55"/>
                    <a:pt x="36" y="55"/>
                  </a:cubicBezTo>
                  <a:cubicBezTo>
                    <a:pt x="36" y="55"/>
                    <a:pt x="36" y="55"/>
                    <a:pt x="36" y="55"/>
                  </a:cubicBezTo>
                  <a:cubicBezTo>
                    <a:pt x="36" y="55"/>
                    <a:pt x="36" y="55"/>
                    <a:pt x="36" y="55"/>
                  </a:cubicBezTo>
                  <a:cubicBezTo>
                    <a:pt x="36" y="55"/>
                    <a:pt x="36" y="55"/>
                    <a:pt x="35" y="55"/>
                  </a:cubicBezTo>
                  <a:cubicBezTo>
                    <a:pt x="35" y="55"/>
                    <a:pt x="35" y="55"/>
                    <a:pt x="35" y="55"/>
                  </a:cubicBezTo>
                  <a:cubicBezTo>
                    <a:pt x="35" y="55"/>
                    <a:pt x="35" y="55"/>
                    <a:pt x="35" y="55"/>
                  </a:cubicBezTo>
                  <a:cubicBezTo>
                    <a:pt x="35" y="55"/>
                    <a:pt x="35" y="55"/>
                    <a:pt x="35" y="55"/>
                  </a:cubicBezTo>
                  <a:cubicBezTo>
                    <a:pt x="35" y="55"/>
                    <a:pt x="35" y="55"/>
                    <a:pt x="35" y="55"/>
                  </a:cubicBezTo>
                  <a:cubicBezTo>
                    <a:pt x="35" y="55"/>
                    <a:pt x="35" y="55"/>
                    <a:pt x="34" y="55"/>
                  </a:cubicBezTo>
                  <a:cubicBezTo>
                    <a:pt x="34" y="55"/>
                    <a:pt x="34" y="55"/>
                    <a:pt x="34" y="55"/>
                  </a:cubicBezTo>
                  <a:cubicBezTo>
                    <a:pt x="34" y="55"/>
                    <a:pt x="34" y="55"/>
                    <a:pt x="34" y="55"/>
                  </a:cubicBezTo>
                  <a:cubicBezTo>
                    <a:pt x="34" y="55"/>
                    <a:pt x="34" y="55"/>
                    <a:pt x="34" y="55"/>
                  </a:cubicBezTo>
                  <a:cubicBezTo>
                    <a:pt x="34" y="55"/>
                    <a:pt x="34" y="55"/>
                    <a:pt x="34" y="55"/>
                  </a:cubicBezTo>
                  <a:cubicBezTo>
                    <a:pt x="34" y="55"/>
                    <a:pt x="34" y="55"/>
                    <a:pt x="33" y="55"/>
                  </a:cubicBezTo>
                  <a:cubicBezTo>
                    <a:pt x="33" y="55"/>
                    <a:pt x="33" y="55"/>
                    <a:pt x="33" y="55"/>
                  </a:cubicBezTo>
                  <a:cubicBezTo>
                    <a:pt x="33" y="55"/>
                    <a:pt x="33" y="55"/>
                    <a:pt x="33" y="55"/>
                  </a:cubicBezTo>
                  <a:cubicBezTo>
                    <a:pt x="33" y="55"/>
                    <a:pt x="33" y="55"/>
                    <a:pt x="33" y="55"/>
                  </a:cubicBezTo>
                  <a:cubicBezTo>
                    <a:pt x="33" y="55"/>
                    <a:pt x="33"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1" y="55"/>
                    <a:pt x="31" y="55"/>
                    <a:pt x="31" y="55"/>
                  </a:cubicBezTo>
                  <a:cubicBezTo>
                    <a:pt x="31" y="55"/>
                    <a:pt x="31" y="55"/>
                    <a:pt x="31" y="55"/>
                  </a:cubicBezTo>
                  <a:cubicBezTo>
                    <a:pt x="31" y="55"/>
                    <a:pt x="31" y="55"/>
                    <a:pt x="31" y="55"/>
                  </a:cubicBezTo>
                  <a:cubicBezTo>
                    <a:pt x="31" y="55"/>
                    <a:pt x="31" y="55"/>
                    <a:pt x="31" y="55"/>
                  </a:cubicBezTo>
                  <a:cubicBezTo>
                    <a:pt x="31" y="55"/>
                    <a:pt x="31" y="55"/>
                    <a:pt x="31" y="55"/>
                  </a:cubicBezTo>
                  <a:cubicBezTo>
                    <a:pt x="31" y="55"/>
                    <a:pt x="31" y="55"/>
                    <a:pt x="31" y="55"/>
                  </a:cubicBezTo>
                  <a:cubicBezTo>
                    <a:pt x="30" y="55"/>
                    <a:pt x="30" y="55"/>
                    <a:pt x="30" y="55"/>
                  </a:cubicBezTo>
                  <a:cubicBezTo>
                    <a:pt x="30" y="55"/>
                    <a:pt x="30" y="55"/>
                    <a:pt x="30" y="55"/>
                  </a:cubicBezTo>
                  <a:cubicBezTo>
                    <a:pt x="30" y="55"/>
                    <a:pt x="30" y="55"/>
                    <a:pt x="30" y="55"/>
                  </a:cubicBezTo>
                  <a:cubicBezTo>
                    <a:pt x="30" y="55"/>
                    <a:pt x="30" y="55"/>
                    <a:pt x="30" y="55"/>
                  </a:cubicBezTo>
                  <a:cubicBezTo>
                    <a:pt x="30" y="55"/>
                    <a:pt x="30" y="55"/>
                    <a:pt x="30" y="55"/>
                  </a:cubicBezTo>
                  <a:cubicBezTo>
                    <a:pt x="30" y="54"/>
                    <a:pt x="30" y="54"/>
                    <a:pt x="30" y="54"/>
                  </a:cubicBezTo>
                  <a:cubicBezTo>
                    <a:pt x="30" y="54"/>
                    <a:pt x="30" y="54"/>
                    <a:pt x="30" y="54"/>
                  </a:cubicBezTo>
                  <a:cubicBezTo>
                    <a:pt x="30" y="54"/>
                    <a:pt x="30" y="54"/>
                    <a:pt x="30" y="54"/>
                  </a:cubicBezTo>
                  <a:cubicBezTo>
                    <a:pt x="28" y="54"/>
                    <a:pt x="27" y="53"/>
                    <a:pt x="26" y="53"/>
                  </a:cubicBezTo>
                  <a:cubicBezTo>
                    <a:pt x="25" y="53"/>
                    <a:pt x="25" y="52"/>
                    <a:pt x="25" y="52"/>
                  </a:cubicBezTo>
                  <a:cubicBezTo>
                    <a:pt x="25" y="52"/>
                    <a:pt x="25" y="52"/>
                    <a:pt x="25" y="52"/>
                  </a:cubicBezTo>
                  <a:cubicBezTo>
                    <a:pt x="25" y="52"/>
                    <a:pt x="25" y="52"/>
                    <a:pt x="25" y="52"/>
                  </a:cubicBezTo>
                  <a:cubicBezTo>
                    <a:pt x="25" y="52"/>
                    <a:pt x="25" y="52"/>
                    <a:pt x="25" y="52"/>
                  </a:cubicBezTo>
                  <a:cubicBezTo>
                    <a:pt x="24" y="52"/>
                    <a:pt x="24" y="52"/>
                    <a:pt x="24" y="52"/>
                  </a:cubicBezTo>
                  <a:cubicBezTo>
                    <a:pt x="24" y="52"/>
                    <a:pt x="24" y="52"/>
                    <a:pt x="24" y="52"/>
                  </a:cubicBezTo>
                  <a:cubicBezTo>
                    <a:pt x="22" y="50"/>
                    <a:pt x="21" y="49"/>
                    <a:pt x="19" y="47"/>
                  </a:cubicBezTo>
                  <a:cubicBezTo>
                    <a:pt x="19" y="47"/>
                    <a:pt x="19" y="47"/>
                    <a:pt x="19" y="47"/>
                  </a:cubicBezTo>
                  <a:cubicBezTo>
                    <a:pt x="19" y="47"/>
                    <a:pt x="19" y="47"/>
                    <a:pt x="19" y="47"/>
                  </a:cubicBezTo>
                  <a:cubicBezTo>
                    <a:pt x="19" y="47"/>
                    <a:pt x="19" y="47"/>
                    <a:pt x="19" y="47"/>
                  </a:cubicBezTo>
                  <a:cubicBezTo>
                    <a:pt x="19" y="46"/>
                    <a:pt x="19" y="46"/>
                    <a:pt x="18" y="45"/>
                  </a:cubicBezTo>
                  <a:cubicBezTo>
                    <a:pt x="17" y="44"/>
                    <a:pt x="17" y="42"/>
                    <a:pt x="16" y="40"/>
                  </a:cubicBezTo>
                  <a:cubicBezTo>
                    <a:pt x="16" y="40"/>
                    <a:pt x="16" y="40"/>
                    <a:pt x="16" y="40"/>
                  </a:cubicBezTo>
                  <a:cubicBezTo>
                    <a:pt x="16" y="39"/>
                    <a:pt x="16" y="38"/>
                    <a:pt x="16" y="37"/>
                  </a:cubicBezTo>
                  <a:cubicBezTo>
                    <a:pt x="16" y="37"/>
                    <a:pt x="16" y="37"/>
                    <a:pt x="16" y="37"/>
                  </a:cubicBezTo>
                  <a:cubicBezTo>
                    <a:pt x="16" y="37"/>
                    <a:pt x="16" y="37"/>
                    <a:pt x="16" y="37"/>
                  </a:cubicBezTo>
                  <a:cubicBezTo>
                    <a:pt x="16" y="37"/>
                    <a:pt x="16" y="37"/>
                    <a:pt x="16" y="37"/>
                  </a:cubicBezTo>
                  <a:cubicBezTo>
                    <a:pt x="16" y="37"/>
                    <a:pt x="16" y="37"/>
                    <a:pt x="16" y="37"/>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7" y="28"/>
                    <a:pt x="17" y="26"/>
                    <a:pt x="18" y="25"/>
                  </a:cubicBezTo>
                  <a:cubicBezTo>
                    <a:pt x="19" y="24"/>
                    <a:pt x="19" y="24"/>
                    <a:pt x="19" y="24"/>
                  </a:cubicBezTo>
                  <a:cubicBezTo>
                    <a:pt x="19" y="24"/>
                    <a:pt x="19" y="24"/>
                    <a:pt x="19" y="24"/>
                  </a:cubicBezTo>
                  <a:cubicBezTo>
                    <a:pt x="19" y="23"/>
                    <a:pt x="19" y="23"/>
                    <a:pt x="19" y="23"/>
                  </a:cubicBezTo>
                  <a:cubicBezTo>
                    <a:pt x="19" y="23"/>
                    <a:pt x="19" y="23"/>
                    <a:pt x="19" y="23"/>
                  </a:cubicBezTo>
                  <a:cubicBezTo>
                    <a:pt x="19" y="23"/>
                    <a:pt x="19" y="23"/>
                    <a:pt x="19" y="23"/>
                  </a:cubicBezTo>
                  <a:cubicBezTo>
                    <a:pt x="19" y="23"/>
                    <a:pt x="19" y="23"/>
                    <a:pt x="19" y="23"/>
                  </a:cubicBezTo>
                  <a:cubicBezTo>
                    <a:pt x="21" y="21"/>
                    <a:pt x="22" y="20"/>
                    <a:pt x="24" y="19"/>
                  </a:cubicBezTo>
                  <a:cubicBezTo>
                    <a:pt x="24" y="19"/>
                    <a:pt x="24" y="19"/>
                    <a:pt x="24" y="19"/>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5" y="18"/>
                    <a:pt x="25" y="18"/>
                    <a:pt x="25" y="18"/>
                  </a:cubicBezTo>
                  <a:cubicBezTo>
                    <a:pt x="25" y="18"/>
                    <a:pt x="25" y="18"/>
                    <a:pt x="25" y="18"/>
                  </a:cubicBezTo>
                  <a:cubicBezTo>
                    <a:pt x="25" y="18"/>
                    <a:pt x="25" y="18"/>
                    <a:pt x="26" y="17"/>
                  </a:cubicBezTo>
                  <a:cubicBezTo>
                    <a:pt x="27" y="17"/>
                    <a:pt x="29" y="16"/>
                    <a:pt x="31" y="15"/>
                  </a:cubicBezTo>
                  <a:cubicBezTo>
                    <a:pt x="31" y="15"/>
                    <a:pt x="32" y="15"/>
                    <a:pt x="33" y="15"/>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79" name="Google Shape;479;p44"/>
            <p:cNvSpPr/>
            <p:nvPr/>
          </p:nvSpPr>
          <p:spPr>
            <a:xfrm>
              <a:off x="4786313" y="1320800"/>
              <a:ext cx="306388" cy="300038"/>
            </a:xfrm>
            <a:custGeom>
              <a:avLst/>
              <a:gdLst/>
              <a:ahLst/>
              <a:cxnLst/>
              <a:rect l="l" t="t" r="r" b="b"/>
              <a:pathLst>
                <a:path w="81" h="80" extrusionOk="0">
                  <a:moveTo>
                    <a:pt x="9" y="46"/>
                  </a:moveTo>
                  <a:cubicBezTo>
                    <a:pt x="9" y="48"/>
                    <a:pt x="9" y="49"/>
                    <a:pt x="10" y="51"/>
                  </a:cubicBezTo>
                  <a:cubicBezTo>
                    <a:pt x="3" y="55"/>
                    <a:pt x="3" y="55"/>
                    <a:pt x="3" y="55"/>
                  </a:cubicBezTo>
                  <a:cubicBezTo>
                    <a:pt x="4" y="57"/>
                    <a:pt x="5" y="58"/>
                    <a:pt x="6" y="60"/>
                  </a:cubicBezTo>
                  <a:cubicBezTo>
                    <a:pt x="7" y="62"/>
                    <a:pt x="8" y="64"/>
                    <a:pt x="9" y="65"/>
                  </a:cubicBezTo>
                  <a:cubicBezTo>
                    <a:pt x="16" y="61"/>
                    <a:pt x="16" y="61"/>
                    <a:pt x="16" y="61"/>
                  </a:cubicBezTo>
                  <a:cubicBezTo>
                    <a:pt x="17" y="62"/>
                    <a:pt x="18" y="64"/>
                    <a:pt x="19" y="65"/>
                  </a:cubicBezTo>
                  <a:cubicBezTo>
                    <a:pt x="15" y="72"/>
                    <a:pt x="15" y="72"/>
                    <a:pt x="15" y="72"/>
                  </a:cubicBezTo>
                  <a:cubicBezTo>
                    <a:pt x="17" y="73"/>
                    <a:pt x="19" y="74"/>
                    <a:pt x="20" y="75"/>
                  </a:cubicBezTo>
                  <a:cubicBezTo>
                    <a:pt x="21" y="75"/>
                    <a:pt x="21" y="75"/>
                    <a:pt x="21" y="75"/>
                  </a:cubicBezTo>
                  <a:cubicBezTo>
                    <a:pt x="23" y="76"/>
                    <a:pt x="24" y="77"/>
                    <a:pt x="26" y="78"/>
                  </a:cubicBezTo>
                  <a:cubicBezTo>
                    <a:pt x="30" y="71"/>
                    <a:pt x="30" y="71"/>
                    <a:pt x="30" y="71"/>
                  </a:cubicBezTo>
                  <a:cubicBezTo>
                    <a:pt x="31" y="71"/>
                    <a:pt x="33" y="72"/>
                    <a:pt x="35" y="72"/>
                  </a:cubicBezTo>
                  <a:cubicBezTo>
                    <a:pt x="35" y="80"/>
                    <a:pt x="35" y="80"/>
                    <a:pt x="35" y="80"/>
                  </a:cubicBezTo>
                  <a:cubicBezTo>
                    <a:pt x="37" y="80"/>
                    <a:pt x="39" y="80"/>
                    <a:pt x="41" y="80"/>
                  </a:cubicBezTo>
                  <a:cubicBezTo>
                    <a:pt x="43" y="80"/>
                    <a:pt x="45" y="80"/>
                    <a:pt x="47" y="80"/>
                  </a:cubicBezTo>
                  <a:cubicBezTo>
                    <a:pt x="47" y="72"/>
                    <a:pt x="47" y="72"/>
                    <a:pt x="47" y="72"/>
                  </a:cubicBezTo>
                  <a:cubicBezTo>
                    <a:pt x="48" y="72"/>
                    <a:pt x="50" y="71"/>
                    <a:pt x="51" y="71"/>
                  </a:cubicBezTo>
                  <a:cubicBezTo>
                    <a:pt x="55" y="78"/>
                    <a:pt x="55" y="78"/>
                    <a:pt x="55" y="78"/>
                  </a:cubicBezTo>
                  <a:cubicBezTo>
                    <a:pt x="57" y="77"/>
                    <a:pt x="58" y="76"/>
                    <a:pt x="60" y="75"/>
                  </a:cubicBezTo>
                  <a:cubicBezTo>
                    <a:pt x="60" y="75"/>
                    <a:pt x="60" y="75"/>
                    <a:pt x="61" y="75"/>
                  </a:cubicBezTo>
                  <a:cubicBezTo>
                    <a:pt x="63" y="74"/>
                    <a:pt x="64" y="73"/>
                    <a:pt x="66" y="72"/>
                  </a:cubicBezTo>
                  <a:cubicBezTo>
                    <a:pt x="62" y="65"/>
                    <a:pt x="62" y="65"/>
                    <a:pt x="62" y="65"/>
                  </a:cubicBezTo>
                  <a:cubicBezTo>
                    <a:pt x="63" y="64"/>
                    <a:pt x="64" y="62"/>
                    <a:pt x="65" y="61"/>
                  </a:cubicBezTo>
                  <a:cubicBezTo>
                    <a:pt x="72" y="65"/>
                    <a:pt x="72" y="65"/>
                    <a:pt x="72" y="65"/>
                  </a:cubicBezTo>
                  <a:cubicBezTo>
                    <a:pt x="73" y="64"/>
                    <a:pt x="75" y="62"/>
                    <a:pt x="76" y="60"/>
                  </a:cubicBezTo>
                  <a:cubicBezTo>
                    <a:pt x="77" y="58"/>
                    <a:pt x="77" y="57"/>
                    <a:pt x="78" y="55"/>
                  </a:cubicBezTo>
                  <a:cubicBezTo>
                    <a:pt x="71" y="51"/>
                    <a:pt x="71" y="51"/>
                    <a:pt x="71" y="51"/>
                  </a:cubicBezTo>
                  <a:cubicBezTo>
                    <a:pt x="72" y="49"/>
                    <a:pt x="72" y="48"/>
                    <a:pt x="73" y="46"/>
                  </a:cubicBezTo>
                  <a:cubicBezTo>
                    <a:pt x="80" y="46"/>
                    <a:pt x="80" y="46"/>
                    <a:pt x="80" y="46"/>
                  </a:cubicBezTo>
                  <a:cubicBezTo>
                    <a:pt x="81" y="44"/>
                    <a:pt x="81" y="42"/>
                    <a:pt x="81" y="40"/>
                  </a:cubicBezTo>
                  <a:cubicBezTo>
                    <a:pt x="81" y="38"/>
                    <a:pt x="81" y="36"/>
                    <a:pt x="80" y="34"/>
                  </a:cubicBezTo>
                  <a:cubicBezTo>
                    <a:pt x="73" y="34"/>
                    <a:pt x="73" y="34"/>
                    <a:pt x="73" y="34"/>
                  </a:cubicBezTo>
                  <a:cubicBezTo>
                    <a:pt x="72" y="32"/>
                    <a:pt x="72" y="31"/>
                    <a:pt x="71" y="29"/>
                  </a:cubicBezTo>
                  <a:cubicBezTo>
                    <a:pt x="78" y="25"/>
                    <a:pt x="78" y="25"/>
                    <a:pt x="78" y="25"/>
                  </a:cubicBezTo>
                  <a:cubicBezTo>
                    <a:pt x="77" y="23"/>
                    <a:pt x="77" y="22"/>
                    <a:pt x="76" y="20"/>
                  </a:cubicBezTo>
                  <a:cubicBezTo>
                    <a:pt x="75" y="18"/>
                    <a:pt x="73" y="16"/>
                    <a:pt x="72" y="15"/>
                  </a:cubicBezTo>
                  <a:cubicBezTo>
                    <a:pt x="65" y="19"/>
                    <a:pt x="65" y="19"/>
                    <a:pt x="65" y="19"/>
                  </a:cubicBezTo>
                  <a:cubicBezTo>
                    <a:pt x="64" y="17"/>
                    <a:pt x="63" y="16"/>
                    <a:pt x="62" y="15"/>
                  </a:cubicBezTo>
                  <a:cubicBezTo>
                    <a:pt x="66" y="8"/>
                    <a:pt x="66" y="8"/>
                    <a:pt x="66" y="8"/>
                  </a:cubicBezTo>
                  <a:cubicBezTo>
                    <a:pt x="64" y="7"/>
                    <a:pt x="63" y="6"/>
                    <a:pt x="61" y="5"/>
                  </a:cubicBezTo>
                  <a:cubicBezTo>
                    <a:pt x="60" y="5"/>
                    <a:pt x="60" y="5"/>
                    <a:pt x="60" y="5"/>
                  </a:cubicBezTo>
                  <a:cubicBezTo>
                    <a:pt x="58" y="4"/>
                    <a:pt x="57" y="3"/>
                    <a:pt x="55" y="2"/>
                  </a:cubicBezTo>
                  <a:cubicBezTo>
                    <a:pt x="51" y="9"/>
                    <a:pt x="51" y="9"/>
                    <a:pt x="51" y="9"/>
                  </a:cubicBezTo>
                  <a:cubicBezTo>
                    <a:pt x="50" y="9"/>
                    <a:pt x="48" y="8"/>
                    <a:pt x="47" y="8"/>
                  </a:cubicBezTo>
                  <a:cubicBezTo>
                    <a:pt x="47" y="0"/>
                    <a:pt x="47" y="0"/>
                    <a:pt x="47" y="0"/>
                  </a:cubicBezTo>
                  <a:cubicBezTo>
                    <a:pt x="45" y="0"/>
                    <a:pt x="43" y="0"/>
                    <a:pt x="41" y="0"/>
                  </a:cubicBezTo>
                  <a:cubicBezTo>
                    <a:pt x="39" y="0"/>
                    <a:pt x="37" y="0"/>
                    <a:pt x="35" y="0"/>
                  </a:cubicBezTo>
                  <a:cubicBezTo>
                    <a:pt x="35" y="8"/>
                    <a:pt x="35" y="8"/>
                    <a:pt x="35" y="8"/>
                  </a:cubicBezTo>
                  <a:cubicBezTo>
                    <a:pt x="33" y="8"/>
                    <a:pt x="31" y="9"/>
                    <a:pt x="30" y="9"/>
                  </a:cubicBezTo>
                  <a:cubicBezTo>
                    <a:pt x="26" y="2"/>
                    <a:pt x="26" y="2"/>
                    <a:pt x="26" y="2"/>
                  </a:cubicBezTo>
                  <a:cubicBezTo>
                    <a:pt x="24" y="3"/>
                    <a:pt x="23" y="4"/>
                    <a:pt x="21" y="5"/>
                  </a:cubicBezTo>
                  <a:cubicBezTo>
                    <a:pt x="21" y="5"/>
                    <a:pt x="21" y="5"/>
                    <a:pt x="20" y="5"/>
                  </a:cubicBezTo>
                  <a:cubicBezTo>
                    <a:pt x="19" y="6"/>
                    <a:pt x="17" y="7"/>
                    <a:pt x="15" y="8"/>
                  </a:cubicBezTo>
                  <a:cubicBezTo>
                    <a:pt x="19" y="15"/>
                    <a:pt x="19" y="15"/>
                    <a:pt x="19" y="15"/>
                  </a:cubicBezTo>
                  <a:cubicBezTo>
                    <a:pt x="18" y="16"/>
                    <a:pt x="17" y="17"/>
                    <a:pt x="16" y="19"/>
                  </a:cubicBezTo>
                  <a:cubicBezTo>
                    <a:pt x="9" y="15"/>
                    <a:pt x="9" y="15"/>
                    <a:pt x="9" y="15"/>
                  </a:cubicBezTo>
                  <a:cubicBezTo>
                    <a:pt x="8" y="16"/>
                    <a:pt x="7" y="18"/>
                    <a:pt x="6" y="20"/>
                  </a:cubicBezTo>
                  <a:cubicBezTo>
                    <a:pt x="5" y="22"/>
                    <a:pt x="4" y="23"/>
                    <a:pt x="3" y="25"/>
                  </a:cubicBezTo>
                  <a:cubicBezTo>
                    <a:pt x="10" y="29"/>
                    <a:pt x="10" y="29"/>
                    <a:pt x="10" y="29"/>
                  </a:cubicBezTo>
                  <a:cubicBezTo>
                    <a:pt x="9" y="31"/>
                    <a:pt x="9" y="32"/>
                    <a:pt x="9" y="34"/>
                  </a:cubicBezTo>
                  <a:cubicBezTo>
                    <a:pt x="1" y="34"/>
                    <a:pt x="1" y="34"/>
                    <a:pt x="1" y="34"/>
                  </a:cubicBezTo>
                  <a:cubicBezTo>
                    <a:pt x="0" y="36"/>
                    <a:pt x="0" y="38"/>
                    <a:pt x="0" y="40"/>
                  </a:cubicBezTo>
                  <a:cubicBezTo>
                    <a:pt x="0" y="42"/>
                    <a:pt x="0" y="44"/>
                    <a:pt x="1" y="46"/>
                  </a:cubicBezTo>
                  <a:lnTo>
                    <a:pt x="9" y="46"/>
                  </a:lnTo>
                  <a:close/>
                  <a:moveTo>
                    <a:pt x="60" y="32"/>
                  </a:moveTo>
                  <a:cubicBezTo>
                    <a:pt x="64" y="32"/>
                    <a:pt x="68" y="36"/>
                    <a:pt x="68" y="40"/>
                  </a:cubicBezTo>
                  <a:cubicBezTo>
                    <a:pt x="68" y="44"/>
                    <a:pt x="64" y="48"/>
                    <a:pt x="60" y="48"/>
                  </a:cubicBezTo>
                  <a:cubicBezTo>
                    <a:pt x="55" y="48"/>
                    <a:pt x="52" y="44"/>
                    <a:pt x="52" y="40"/>
                  </a:cubicBezTo>
                  <a:cubicBezTo>
                    <a:pt x="52" y="36"/>
                    <a:pt x="55" y="32"/>
                    <a:pt x="60" y="32"/>
                  </a:cubicBezTo>
                  <a:close/>
                  <a:moveTo>
                    <a:pt x="41" y="13"/>
                  </a:moveTo>
                  <a:cubicBezTo>
                    <a:pt x="45" y="13"/>
                    <a:pt x="49" y="16"/>
                    <a:pt x="49" y="21"/>
                  </a:cubicBezTo>
                  <a:cubicBezTo>
                    <a:pt x="49" y="25"/>
                    <a:pt x="45" y="29"/>
                    <a:pt x="41" y="29"/>
                  </a:cubicBezTo>
                  <a:cubicBezTo>
                    <a:pt x="36" y="29"/>
                    <a:pt x="33" y="25"/>
                    <a:pt x="33" y="21"/>
                  </a:cubicBezTo>
                  <a:cubicBezTo>
                    <a:pt x="33" y="16"/>
                    <a:pt x="36" y="13"/>
                    <a:pt x="41" y="13"/>
                  </a:cubicBezTo>
                  <a:close/>
                  <a:moveTo>
                    <a:pt x="46" y="40"/>
                  </a:moveTo>
                  <a:cubicBezTo>
                    <a:pt x="46" y="43"/>
                    <a:pt x="44" y="45"/>
                    <a:pt x="41" y="45"/>
                  </a:cubicBezTo>
                  <a:cubicBezTo>
                    <a:pt x="38" y="45"/>
                    <a:pt x="35" y="43"/>
                    <a:pt x="35" y="40"/>
                  </a:cubicBezTo>
                  <a:cubicBezTo>
                    <a:pt x="35" y="37"/>
                    <a:pt x="38" y="35"/>
                    <a:pt x="41" y="35"/>
                  </a:cubicBezTo>
                  <a:cubicBezTo>
                    <a:pt x="44" y="35"/>
                    <a:pt x="46" y="37"/>
                    <a:pt x="46" y="40"/>
                  </a:cubicBezTo>
                  <a:close/>
                  <a:moveTo>
                    <a:pt x="41" y="51"/>
                  </a:moveTo>
                  <a:cubicBezTo>
                    <a:pt x="45" y="51"/>
                    <a:pt x="49" y="55"/>
                    <a:pt x="49" y="59"/>
                  </a:cubicBezTo>
                  <a:cubicBezTo>
                    <a:pt x="49" y="64"/>
                    <a:pt x="45" y="67"/>
                    <a:pt x="41" y="67"/>
                  </a:cubicBezTo>
                  <a:cubicBezTo>
                    <a:pt x="36" y="67"/>
                    <a:pt x="33" y="64"/>
                    <a:pt x="33" y="59"/>
                  </a:cubicBezTo>
                  <a:cubicBezTo>
                    <a:pt x="33" y="55"/>
                    <a:pt x="36" y="51"/>
                    <a:pt x="41" y="51"/>
                  </a:cubicBezTo>
                  <a:close/>
                  <a:moveTo>
                    <a:pt x="21" y="32"/>
                  </a:moveTo>
                  <a:cubicBezTo>
                    <a:pt x="26" y="32"/>
                    <a:pt x="29" y="36"/>
                    <a:pt x="29" y="40"/>
                  </a:cubicBezTo>
                  <a:cubicBezTo>
                    <a:pt x="29" y="44"/>
                    <a:pt x="26" y="48"/>
                    <a:pt x="21" y="48"/>
                  </a:cubicBezTo>
                  <a:cubicBezTo>
                    <a:pt x="17" y="48"/>
                    <a:pt x="13" y="44"/>
                    <a:pt x="13" y="40"/>
                  </a:cubicBezTo>
                  <a:cubicBezTo>
                    <a:pt x="13" y="36"/>
                    <a:pt x="17" y="32"/>
                    <a:pt x="21" y="3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0" name="Google Shape;480;p44"/>
            <p:cNvSpPr/>
            <p:nvPr/>
          </p:nvSpPr>
          <p:spPr>
            <a:xfrm>
              <a:off x="5010150" y="2392363"/>
              <a:ext cx="354013" cy="358775"/>
            </a:xfrm>
            <a:custGeom>
              <a:avLst/>
              <a:gdLst/>
              <a:ahLst/>
              <a:cxnLst/>
              <a:rect l="l" t="t" r="r" b="b"/>
              <a:pathLst>
                <a:path w="94" h="95" extrusionOk="0">
                  <a:moveTo>
                    <a:pt x="93" y="39"/>
                  </a:moveTo>
                  <a:cubicBezTo>
                    <a:pt x="93" y="38"/>
                    <a:pt x="93" y="37"/>
                    <a:pt x="92" y="35"/>
                  </a:cubicBezTo>
                  <a:cubicBezTo>
                    <a:pt x="81" y="37"/>
                    <a:pt x="81" y="37"/>
                    <a:pt x="81" y="37"/>
                  </a:cubicBezTo>
                  <a:cubicBezTo>
                    <a:pt x="81" y="36"/>
                    <a:pt x="80" y="35"/>
                    <a:pt x="80" y="34"/>
                  </a:cubicBezTo>
                  <a:cubicBezTo>
                    <a:pt x="90" y="28"/>
                    <a:pt x="90" y="28"/>
                    <a:pt x="90" y="28"/>
                  </a:cubicBezTo>
                  <a:cubicBezTo>
                    <a:pt x="89" y="27"/>
                    <a:pt x="89" y="25"/>
                    <a:pt x="88" y="24"/>
                  </a:cubicBezTo>
                  <a:cubicBezTo>
                    <a:pt x="87" y="23"/>
                    <a:pt x="86" y="21"/>
                    <a:pt x="85" y="20"/>
                  </a:cubicBezTo>
                  <a:cubicBezTo>
                    <a:pt x="75" y="26"/>
                    <a:pt x="75" y="26"/>
                    <a:pt x="75" y="26"/>
                  </a:cubicBezTo>
                  <a:cubicBezTo>
                    <a:pt x="75" y="25"/>
                    <a:pt x="74" y="24"/>
                    <a:pt x="73" y="23"/>
                  </a:cubicBezTo>
                  <a:cubicBezTo>
                    <a:pt x="81" y="15"/>
                    <a:pt x="81" y="15"/>
                    <a:pt x="81" y="15"/>
                  </a:cubicBezTo>
                  <a:cubicBezTo>
                    <a:pt x="80" y="13"/>
                    <a:pt x="78" y="12"/>
                    <a:pt x="77" y="11"/>
                  </a:cubicBezTo>
                  <a:cubicBezTo>
                    <a:pt x="76" y="10"/>
                    <a:pt x="75" y="10"/>
                    <a:pt x="74" y="9"/>
                  </a:cubicBezTo>
                  <a:cubicBezTo>
                    <a:pt x="66" y="18"/>
                    <a:pt x="66" y="18"/>
                    <a:pt x="66" y="18"/>
                  </a:cubicBezTo>
                  <a:cubicBezTo>
                    <a:pt x="65" y="17"/>
                    <a:pt x="64" y="16"/>
                    <a:pt x="63" y="16"/>
                  </a:cubicBezTo>
                  <a:cubicBezTo>
                    <a:pt x="67" y="5"/>
                    <a:pt x="67" y="5"/>
                    <a:pt x="67" y="5"/>
                  </a:cubicBezTo>
                  <a:cubicBezTo>
                    <a:pt x="66" y="4"/>
                    <a:pt x="64" y="4"/>
                    <a:pt x="63" y="3"/>
                  </a:cubicBezTo>
                  <a:cubicBezTo>
                    <a:pt x="62" y="3"/>
                    <a:pt x="60" y="2"/>
                    <a:pt x="59" y="2"/>
                  </a:cubicBezTo>
                  <a:cubicBezTo>
                    <a:pt x="55" y="13"/>
                    <a:pt x="55" y="13"/>
                    <a:pt x="55" y="13"/>
                  </a:cubicBezTo>
                  <a:cubicBezTo>
                    <a:pt x="54" y="13"/>
                    <a:pt x="52" y="12"/>
                    <a:pt x="51" y="12"/>
                  </a:cubicBezTo>
                  <a:cubicBezTo>
                    <a:pt x="51" y="1"/>
                    <a:pt x="51" y="1"/>
                    <a:pt x="51" y="1"/>
                  </a:cubicBezTo>
                  <a:cubicBezTo>
                    <a:pt x="50" y="0"/>
                    <a:pt x="48" y="0"/>
                    <a:pt x="47" y="0"/>
                  </a:cubicBezTo>
                  <a:cubicBezTo>
                    <a:pt x="45" y="0"/>
                    <a:pt x="44" y="0"/>
                    <a:pt x="42" y="1"/>
                  </a:cubicBezTo>
                  <a:cubicBezTo>
                    <a:pt x="42" y="12"/>
                    <a:pt x="42" y="12"/>
                    <a:pt x="42" y="12"/>
                  </a:cubicBezTo>
                  <a:cubicBezTo>
                    <a:pt x="41" y="12"/>
                    <a:pt x="40" y="13"/>
                    <a:pt x="39" y="13"/>
                  </a:cubicBezTo>
                  <a:cubicBezTo>
                    <a:pt x="35" y="2"/>
                    <a:pt x="35" y="2"/>
                    <a:pt x="35" y="2"/>
                  </a:cubicBezTo>
                  <a:cubicBezTo>
                    <a:pt x="34" y="2"/>
                    <a:pt x="32" y="3"/>
                    <a:pt x="31" y="3"/>
                  </a:cubicBezTo>
                  <a:cubicBezTo>
                    <a:pt x="29" y="4"/>
                    <a:pt x="28" y="4"/>
                    <a:pt x="27" y="5"/>
                  </a:cubicBezTo>
                  <a:cubicBezTo>
                    <a:pt x="30" y="16"/>
                    <a:pt x="30" y="16"/>
                    <a:pt x="30" y="16"/>
                  </a:cubicBezTo>
                  <a:cubicBezTo>
                    <a:pt x="29" y="16"/>
                    <a:pt x="28" y="17"/>
                    <a:pt x="27" y="18"/>
                  </a:cubicBezTo>
                  <a:cubicBezTo>
                    <a:pt x="20" y="9"/>
                    <a:pt x="20" y="9"/>
                    <a:pt x="20" y="9"/>
                  </a:cubicBezTo>
                  <a:cubicBezTo>
                    <a:pt x="19" y="10"/>
                    <a:pt x="18" y="10"/>
                    <a:pt x="16" y="11"/>
                  </a:cubicBezTo>
                  <a:cubicBezTo>
                    <a:pt x="15" y="12"/>
                    <a:pt x="14" y="13"/>
                    <a:pt x="13" y="15"/>
                  </a:cubicBezTo>
                  <a:cubicBezTo>
                    <a:pt x="21" y="23"/>
                    <a:pt x="21" y="23"/>
                    <a:pt x="21" y="23"/>
                  </a:cubicBezTo>
                  <a:cubicBezTo>
                    <a:pt x="20" y="24"/>
                    <a:pt x="19" y="25"/>
                    <a:pt x="18" y="26"/>
                  </a:cubicBezTo>
                  <a:cubicBezTo>
                    <a:pt x="8" y="20"/>
                    <a:pt x="8" y="20"/>
                    <a:pt x="8" y="20"/>
                  </a:cubicBezTo>
                  <a:cubicBezTo>
                    <a:pt x="7" y="21"/>
                    <a:pt x="7" y="23"/>
                    <a:pt x="6" y="24"/>
                  </a:cubicBezTo>
                  <a:cubicBezTo>
                    <a:pt x="5" y="25"/>
                    <a:pt x="4" y="27"/>
                    <a:pt x="4" y="28"/>
                  </a:cubicBezTo>
                  <a:cubicBezTo>
                    <a:pt x="14" y="34"/>
                    <a:pt x="14" y="34"/>
                    <a:pt x="14" y="34"/>
                  </a:cubicBezTo>
                  <a:cubicBezTo>
                    <a:pt x="13" y="35"/>
                    <a:pt x="13" y="36"/>
                    <a:pt x="13" y="37"/>
                  </a:cubicBezTo>
                  <a:cubicBezTo>
                    <a:pt x="1" y="35"/>
                    <a:pt x="1" y="35"/>
                    <a:pt x="1" y="35"/>
                  </a:cubicBezTo>
                  <a:cubicBezTo>
                    <a:pt x="1" y="37"/>
                    <a:pt x="0" y="38"/>
                    <a:pt x="0" y="39"/>
                  </a:cubicBezTo>
                  <a:cubicBezTo>
                    <a:pt x="0" y="41"/>
                    <a:pt x="0" y="42"/>
                    <a:pt x="0" y="44"/>
                  </a:cubicBezTo>
                  <a:cubicBezTo>
                    <a:pt x="11" y="46"/>
                    <a:pt x="11" y="46"/>
                    <a:pt x="11" y="46"/>
                  </a:cubicBezTo>
                  <a:cubicBezTo>
                    <a:pt x="11" y="47"/>
                    <a:pt x="11" y="47"/>
                    <a:pt x="11" y="48"/>
                  </a:cubicBezTo>
                  <a:cubicBezTo>
                    <a:pt x="11" y="48"/>
                    <a:pt x="11" y="49"/>
                    <a:pt x="11" y="49"/>
                  </a:cubicBezTo>
                  <a:cubicBezTo>
                    <a:pt x="0" y="51"/>
                    <a:pt x="0" y="51"/>
                    <a:pt x="0" y="51"/>
                  </a:cubicBezTo>
                  <a:cubicBezTo>
                    <a:pt x="0" y="53"/>
                    <a:pt x="0" y="54"/>
                    <a:pt x="0" y="56"/>
                  </a:cubicBezTo>
                  <a:cubicBezTo>
                    <a:pt x="0" y="57"/>
                    <a:pt x="1" y="59"/>
                    <a:pt x="1" y="60"/>
                  </a:cubicBezTo>
                  <a:cubicBezTo>
                    <a:pt x="13" y="58"/>
                    <a:pt x="13" y="58"/>
                    <a:pt x="13" y="58"/>
                  </a:cubicBezTo>
                  <a:cubicBezTo>
                    <a:pt x="13" y="59"/>
                    <a:pt x="13" y="60"/>
                    <a:pt x="14" y="62"/>
                  </a:cubicBezTo>
                  <a:cubicBezTo>
                    <a:pt x="4" y="67"/>
                    <a:pt x="4" y="67"/>
                    <a:pt x="4" y="67"/>
                  </a:cubicBezTo>
                  <a:cubicBezTo>
                    <a:pt x="4" y="69"/>
                    <a:pt x="5" y="70"/>
                    <a:pt x="6" y="71"/>
                  </a:cubicBezTo>
                  <a:cubicBezTo>
                    <a:pt x="7" y="73"/>
                    <a:pt x="7" y="74"/>
                    <a:pt x="8" y="75"/>
                  </a:cubicBezTo>
                  <a:cubicBezTo>
                    <a:pt x="18" y="69"/>
                    <a:pt x="18" y="69"/>
                    <a:pt x="18" y="69"/>
                  </a:cubicBezTo>
                  <a:cubicBezTo>
                    <a:pt x="19" y="70"/>
                    <a:pt x="20" y="71"/>
                    <a:pt x="21" y="72"/>
                  </a:cubicBezTo>
                  <a:cubicBezTo>
                    <a:pt x="13" y="81"/>
                    <a:pt x="13" y="81"/>
                    <a:pt x="13" y="81"/>
                  </a:cubicBezTo>
                  <a:cubicBezTo>
                    <a:pt x="14" y="82"/>
                    <a:pt x="15" y="83"/>
                    <a:pt x="16" y="84"/>
                  </a:cubicBezTo>
                  <a:cubicBezTo>
                    <a:pt x="18" y="85"/>
                    <a:pt x="19" y="86"/>
                    <a:pt x="20" y="87"/>
                  </a:cubicBezTo>
                  <a:cubicBezTo>
                    <a:pt x="27" y="78"/>
                    <a:pt x="27" y="78"/>
                    <a:pt x="27" y="78"/>
                  </a:cubicBezTo>
                  <a:cubicBezTo>
                    <a:pt x="28" y="78"/>
                    <a:pt x="29" y="79"/>
                    <a:pt x="30" y="80"/>
                  </a:cubicBezTo>
                  <a:cubicBezTo>
                    <a:pt x="27" y="90"/>
                    <a:pt x="27" y="90"/>
                    <a:pt x="27" y="90"/>
                  </a:cubicBezTo>
                  <a:cubicBezTo>
                    <a:pt x="28" y="91"/>
                    <a:pt x="29" y="92"/>
                    <a:pt x="31" y="92"/>
                  </a:cubicBezTo>
                  <a:cubicBezTo>
                    <a:pt x="32" y="93"/>
                    <a:pt x="34" y="93"/>
                    <a:pt x="35" y="93"/>
                  </a:cubicBezTo>
                  <a:cubicBezTo>
                    <a:pt x="39" y="83"/>
                    <a:pt x="39" y="83"/>
                    <a:pt x="39" y="83"/>
                  </a:cubicBezTo>
                  <a:cubicBezTo>
                    <a:pt x="40" y="83"/>
                    <a:pt x="41" y="83"/>
                    <a:pt x="42" y="83"/>
                  </a:cubicBezTo>
                  <a:cubicBezTo>
                    <a:pt x="42" y="95"/>
                    <a:pt x="42" y="95"/>
                    <a:pt x="42" y="95"/>
                  </a:cubicBezTo>
                  <a:cubicBezTo>
                    <a:pt x="44" y="95"/>
                    <a:pt x="45" y="95"/>
                    <a:pt x="47" y="95"/>
                  </a:cubicBezTo>
                  <a:cubicBezTo>
                    <a:pt x="48" y="95"/>
                    <a:pt x="50" y="95"/>
                    <a:pt x="51" y="95"/>
                  </a:cubicBezTo>
                  <a:cubicBezTo>
                    <a:pt x="51" y="83"/>
                    <a:pt x="51" y="83"/>
                    <a:pt x="51" y="83"/>
                  </a:cubicBezTo>
                  <a:cubicBezTo>
                    <a:pt x="52" y="83"/>
                    <a:pt x="54" y="83"/>
                    <a:pt x="55" y="83"/>
                  </a:cubicBezTo>
                  <a:cubicBezTo>
                    <a:pt x="59" y="93"/>
                    <a:pt x="59" y="93"/>
                    <a:pt x="59" y="93"/>
                  </a:cubicBezTo>
                  <a:cubicBezTo>
                    <a:pt x="60" y="93"/>
                    <a:pt x="62" y="93"/>
                    <a:pt x="63" y="92"/>
                  </a:cubicBezTo>
                  <a:cubicBezTo>
                    <a:pt x="64" y="92"/>
                    <a:pt x="66" y="91"/>
                    <a:pt x="67" y="90"/>
                  </a:cubicBezTo>
                  <a:cubicBezTo>
                    <a:pt x="63" y="80"/>
                    <a:pt x="63" y="80"/>
                    <a:pt x="63" y="80"/>
                  </a:cubicBezTo>
                  <a:cubicBezTo>
                    <a:pt x="64" y="79"/>
                    <a:pt x="65" y="78"/>
                    <a:pt x="66" y="78"/>
                  </a:cubicBezTo>
                  <a:cubicBezTo>
                    <a:pt x="74" y="87"/>
                    <a:pt x="74" y="87"/>
                    <a:pt x="74" y="87"/>
                  </a:cubicBezTo>
                  <a:cubicBezTo>
                    <a:pt x="75" y="86"/>
                    <a:pt x="76" y="85"/>
                    <a:pt x="77" y="84"/>
                  </a:cubicBezTo>
                  <a:cubicBezTo>
                    <a:pt x="78" y="83"/>
                    <a:pt x="80" y="82"/>
                    <a:pt x="81" y="81"/>
                  </a:cubicBezTo>
                  <a:cubicBezTo>
                    <a:pt x="73" y="72"/>
                    <a:pt x="73" y="72"/>
                    <a:pt x="73" y="72"/>
                  </a:cubicBezTo>
                  <a:cubicBezTo>
                    <a:pt x="74" y="71"/>
                    <a:pt x="75" y="70"/>
                    <a:pt x="75" y="69"/>
                  </a:cubicBezTo>
                  <a:cubicBezTo>
                    <a:pt x="85" y="75"/>
                    <a:pt x="85" y="75"/>
                    <a:pt x="85" y="75"/>
                  </a:cubicBezTo>
                  <a:cubicBezTo>
                    <a:pt x="86" y="74"/>
                    <a:pt x="87" y="73"/>
                    <a:pt x="88" y="71"/>
                  </a:cubicBezTo>
                  <a:cubicBezTo>
                    <a:pt x="89" y="70"/>
                    <a:pt x="89" y="69"/>
                    <a:pt x="90" y="67"/>
                  </a:cubicBezTo>
                  <a:cubicBezTo>
                    <a:pt x="80" y="62"/>
                    <a:pt x="80" y="62"/>
                    <a:pt x="80" y="62"/>
                  </a:cubicBezTo>
                  <a:cubicBezTo>
                    <a:pt x="80" y="60"/>
                    <a:pt x="81" y="59"/>
                    <a:pt x="81" y="58"/>
                  </a:cubicBezTo>
                  <a:cubicBezTo>
                    <a:pt x="92" y="60"/>
                    <a:pt x="92" y="60"/>
                    <a:pt x="92" y="60"/>
                  </a:cubicBezTo>
                  <a:cubicBezTo>
                    <a:pt x="93" y="59"/>
                    <a:pt x="93" y="57"/>
                    <a:pt x="93" y="56"/>
                  </a:cubicBezTo>
                  <a:cubicBezTo>
                    <a:pt x="94" y="54"/>
                    <a:pt x="94" y="53"/>
                    <a:pt x="94" y="51"/>
                  </a:cubicBezTo>
                  <a:cubicBezTo>
                    <a:pt x="83" y="49"/>
                    <a:pt x="83" y="49"/>
                    <a:pt x="83" y="49"/>
                  </a:cubicBezTo>
                  <a:cubicBezTo>
                    <a:pt x="83" y="49"/>
                    <a:pt x="83" y="48"/>
                    <a:pt x="83" y="48"/>
                  </a:cubicBezTo>
                  <a:cubicBezTo>
                    <a:pt x="83" y="47"/>
                    <a:pt x="83" y="47"/>
                    <a:pt x="83" y="46"/>
                  </a:cubicBezTo>
                  <a:cubicBezTo>
                    <a:pt x="94" y="44"/>
                    <a:pt x="94" y="44"/>
                    <a:pt x="94" y="44"/>
                  </a:cubicBezTo>
                  <a:cubicBezTo>
                    <a:pt x="94" y="42"/>
                    <a:pt x="94" y="41"/>
                    <a:pt x="93" y="39"/>
                  </a:cubicBezTo>
                  <a:close/>
                  <a:moveTo>
                    <a:pt x="47" y="69"/>
                  </a:moveTo>
                  <a:cubicBezTo>
                    <a:pt x="35" y="69"/>
                    <a:pt x="25" y="60"/>
                    <a:pt x="25" y="48"/>
                  </a:cubicBezTo>
                  <a:cubicBezTo>
                    <a:pt x="25" y="36"/>
                    <a:pt x="35" y="26"/>
                    <a:pt x="47" y="26"/>
                  </a:cubicBezTo>
                  <a:cubicBezTo>
                    <a:pt x="59" y="26"/>
                    <a:pt x="68" y="36"/>
                    <a:pt x="68" y="48"/>
                  </a:cubicBezTo>
                  <a:cubicBezTo>
                    <a:pt x="68" y="60"/>
                    <a:pt x="59" y="69"/>
                    <a:pt x="47" y="69"/>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1" name="Google Shape;481;p44"/>
            <p:cNvSpPr/>
            <p:nvPr/>
          </p:nvSpPr>
          <p:spPr>
            <a:xfrm>
              <a:off x="3949700" y="2608263"/>
              <a:ext cx="347663" cy="341313"/>
            </a:xfrm>
            <a:custGeom>
              <a:avLst/>
              <a:gdLst/>
              <a:ahLst/>
              <a:cxnLst/>
              <a:rect l="l" t="t" r="r" b="b"/>
              <a:pathLst>
                <a:path w="92" h="91" extrusionOk="0">
                  <a:moveTo>
                    <a:pt x="82" y="73"/>
                  </a:moveTo>
                  <a:cubicBezTo>
                    <a:pt x="76" y="67"/>
                    <a:pt x="76" y="67"/>
                    <a:pt x="76" y="67"/>
                  </a:cubicBezTo>
                  <a:cubicBezTo>
                    <a:pt x="77" y="65"/>
                    <a:pt x="78" y="64"/>
                    <a:pt x="79" y="62"/>
                  </a:cubicBezTo>
                  <a:cubicBezTo>
                    <a:pt x="87" y="65"/>
                    <a:pt x="87" y="65"/>
                    <a:pt x="87" y="65"/>
                  </a:cubicBezTo>
                  <a:cubicBezTo>
                    <a:pt x="88" y="63"/>
                    <a:pt x="89" y="61"/>
                    <a:pt x="90" y="58"/>
                  </a:cubicBezTo>
                  <a:cubicBezTo>
                    <a:pt x="90" y="56"/>
                    <a:pt x="91" y="54"/>
                    <a:pt x="91" y="52"/>
                  </a:cubicBezTo>
                  <a:cubicBezTo>
                    <a:pt x="83" y="49"/>
                    <a:pt x="83" y="49"/>
                    <a:pt x="83" y="49"/>
                  </a:cubicBezTo>
                  <a:cubicBezTo>
                    <a:pt x="83" y="47"/>
                    <a:pt x="83" y="45"/>
                    <a:pt x="83" y="43"/>
                  </a:cubicBezTo>
                  <a:cubicBezTo>
                    <a:pt x="92" y="41"/>
                    <a:pt x="92" y="41"/>
                    <a:pt x="92" y="41"/>
                  </a:cubicBezTo>
                  <a:cubicBezTo>
                    <a:pt x="91" y="39"/>
                    <a:pt x="91" y="37"/>
                    <a:pt x="90" y="35"/>
                  </a:cubicBezTo>
                  <a:cubicBezTo>
                    <a:pt x="90" y="32"/>
                    <a:pt x="89" y="30"/>
                    <a:pt x="88" y="28"/>
                  </a:cubicBezTo>
                  <a:cubicBezTo>
                    <a:pt x="80" y="30"/>
                    <a:pt x="80" y="30"/>
                    <a:pt x="80" y="30"/>
                  </a:cubicBezTo>
                  <a:cubicBezTo>
                    <a:pt x="79" y="29"/>
                    <a:pt x="78" y="27"/>
                    <a:pt x="77" y="25"/>
                  </a:cubicBezTo>
                  <a:cubicBezTo>
                    <a:pt x="83" y="19"/>
                    <a:pt x="83" y="19"/>
                    <a:pt x="83" y="19"/>
                  </a:cubicBezTo>
                  <a:cubicBezTo>
                    <a:pt x="82" y="17"/>
                    <a:pt x="81" y="16"/>
                    <a:pt x="79" y="14"/>
                  </a:cubicBezTo>
                  <a:cubicBezTo>
                    <a:pt x="78" y="12"/>
                    <a:pt x="76" y="11"/>
                    <a:pt x="74" y="9"/>
                  </a:cubicBezTo>
                  <a:cubicBezTo>
                    <a:pt x="68" y="15"/>
                    <a:pt x="68" y="15"/>
                    <a:pt x="68" y="15"/>
                  </a:cubicBezTo>
                  <a:cubicBezTo>
                    <a:pt x="67" y="15"/>
                    <a:pt x="67" y="15"/>
                    <a:pt x="67" y="15"/>
                  </a:cubicBezTo>
                  <a:cubicBezTo>
                    <a:pt x="66" y="14"/>
                    <a:pt x="64" y="13"/>
                    <a:pt x="63" y="12"/>
                  </a:cubicBezTo>
                  <a:cubicBezTo>
                    <a:pt x="65" y="4"/>
                    <a:pt x="65" y="4"/>
                    <a:pt x="65" y="4"/>
                  </a:cubicBezTo>
                  <a:cubicBezTo>
                    <a:pt x="63" y="3"/>
                    <a:pt x="61" y="2"/>
                    <a:pt x="59" y="1"/>
                  </a:cubicBezTo>
                  <a:cubicBezTo>
                    <a:pt x="57" y="1"/>
                    <a:pt x="55" y="0"/>
                    <a:pt x="52" y="0"/>
                  </a:cubicBezTo>
                  <a:cubicBezTo>
                    <a:pt x="50" y="8"/>
                    <a:pt x="50" y="8"/>
                    <a:pt x="50" y="8"/>
                  </a:cubicBezTo>
                  <a:cubicBezTo>
                    <a:pt x="49" y="8"/>
                    <a:pt x="47" y="8"/>
                    <a:pt x="46" y="8"/>
                  </a:cubicBezTo>
                  <a:cubicBezTo>
                    <a:pt x="45" y="8"/>
                    <a:pt x="45" y="8"/>
                    <a:pt x="44" y="8"/>
                  </a:cubicBezTo>
                  <a:cubicBezTo>
                    <a:pt x="42" y="0"/>
                    <a:pt x="42" y="0"/>
                    <a:pt x="42" y="0"/>
                  </a:cubicBezTo>
                  <a:cubicBezTo>
                    <a:pt x="40" y="0"/>
                    <a:pt x="38" y="0"/>
                    <a:pt x="35" y="1"/>
                  </a:cubicBezTo>
                  <a:cubicBezTo>
                    <a:pt x="33" y="1"/>
                    <a:pt x="31" y="2"/>
                    <a:pt x="29" y="3"/>
                  </a:cubicBezTo>
                  <a:cubicBezTo>
                    <a:pt x="31" y="11"/>
                    <a:pt x="31" y="11"/>
                    <a:pt x="31" y="11"/>
                  </a:cubicBezTo>
                  <a:cubicBezTo>
                    <a:pt x="29" y="12"/>
                    <a:pt x="28" y="13"/>
                    <a:pt x="26" y="14"/>
                  </a:cubicBezTo>
                  <a:cubicBezTo>
                    <a:pt x="25" y="13"/>
                    <a:pt x="25" y="13"/>
                    <a:pt x="25" y="13"/>
                  </a:cubicBezTo>
                  <a:cubicBezTo>
                    <a:pt x="20" y="8"/>
                    <a:pt x="20" y="8"/>
                    <a:pt x="20" y="8"/>
                  </a:cubicBezTo>
                  <a:cubicBezTo>
                    <a:pt x="18" y="9"/>
                    <a:pt x="16" y="10"/>
                    <a:pt x="15" y="12"/>
                  </a:cubicBezTo>
                  <a:cubicBezTo>
                    <a:pt x="13" y="14"/>
                    <a:pt x="11" y="15"/>
                    <a:pt x="10" y="17"/>
                  </a:cubicBezTo>
                  <a:cubicBezTo>
                    <a:pt x="16" y="23"/>
                    <a:pt x="16" y="23"/>
                    <a:pt x="16" y="23"/>
                  </a:cubicBezTo>
                  <a:cubicBezTo>
                    <a:pt x="15" y="25"/>
                    <a:pt x="14" y="27"/>
                    <a:pt x="13" y="28"/>
                  </a:cubicBezTo>
                  <a:cubicBezTo>
                    <a:pt x="5" y="26"/>
                    <a:pt x="5" y="26"/>
                    <a:pt x="5" y="26"/>
                  </a:cubicBezTo>
                  <a:cubicBezTo>
                    <a:pt x="4" y="28"/>
                    <a:pt x="3" y="30"/>
                    <a:pt x="2" y="32"/>
                  </a:cubicBezTo>
                  <a:cubicBezTo>
                    <a:pt x="2" y="34"/>
                    <a:pt x="1" y="37"/>
                    <a:pt x="1" y="39"/>
                  </a:cubicBezTo>
                  <a:cubicBezTo>
                    <a:pt x="9" y="41"/>
                    <a:pt x="9" y="41"/>
                    <a:pt x="9" y="41"/>
                  </a:cubicBezTo>
                  <a:cubicBezTo>
                    <a:pt x="9" y="43"/>
                    <a:pt x="9" y="45"/>
                    <a:pt x="9" y="47"/>
                  </a:cubicBezTo>
                  <a:cubicBezTo>
                    <a:pt x="0" y="49"/>
                    <a:pt x="0" y="49"/>
                    <a:pt x="0" y="49"/>
                  </a:cubicBezTo>
                  <a:cubicBezTo>
                    <a:pt x="1" y="51"/>
                    <a:pt x="1" y="54"/>
                    <a:pt x="2" y="56"/>
                  </a:cubicBezTo>
                  <a:cubicBezTo>
                    <a:pt x="2" y="58"/>
                    <a:pt x="3" y="60"/>
                    <a:pt x="4" y="62"/>
                  </a:cubicBezTo>
                  <a:cubicBezTo>
                    <a:pt x="12" y="60"/>
                    <a:pt x="12" y="60"/>
                    <a:pt x="12" y="60"/>
                  </a:cubicBezTo>
                  <a:cubicBezTo>
                    <a:pt x="13" y="62"/>
                    <a:pt x="14" y="64"/>
                    <a:pt x="15" y="65"/>
                  </a:cubicBezTo>
                  <a:cubicBezTo>
                    <a:pt x="8" y="71"/>
                    <a:pt x="8" y="71"/>
                    <a:pt x="8" y="71"/>
                  </a:cubicBezTo>
                  <a:cubicBezTo>
                    <a:pt x="10" y="73"/>
                    <a:pt x="11" y="75"/>
                    <a:pt x="13" y="77"/>
                  </a:cubicBezTo>
                  <a:cubicBezTo>
                    <a:pt x="14" y="78"/>
                    <a:pt x="16" y="80"/>
                    <a:pt x="18" y="81"/>
                  </a:cubicBezTo>
                  <a:cubicBezTo>
                    <a:pt x="24" y="75"/>
                    <a:pt x="24" y="75"/>
                    <a:pt x="24" y="75"/>
                  </a:cubicBezTo>
                  <a:cubicBezTo>
                    <a:pt x="25" y="75"/>
                    <a:pt x="25" y="76"/>
                    <a:pt x="25" y="76"/>
                  </a:cubicBezTo>
                  <a:cubicBezTo>
                    <a:pt x="26" y="77"/>
                    <a:pt x="28" y="77"/>
                    <a:pt x="29" y="78"/>
                  </a:cubicBezTo>
                  <a:cubicBezTo>
                    <a:pt x="27" y="87"/>
                    <a:pt x="27" y="87"/>
                    <a:pt x="27" y="87"/>
                  </a:cubicBezTo>
                  <a:cubicBezTo>
                    <a:pt x="29" y="88"/>
                    <a:pt x="31" y="88"/>
                    <a:pt x="33" y="89"/>
                  </a:cubicBezTo>
                  <a:cubicBezTo>
                    <a:pt x="35" y="90"/>
                    <a:pt x="37" y="90"/>
                    <a:pt x="40" y="90"/>
                  </a:cubicBezTo>
                  <a:cubicBezTo>
                    <a:pt x="42" y="82"/>
                    <a:pt x="42" y="82"/>
                    <a:pt x="42" y="82"/>
                  </a:cubicBezTo>
                  <a:cubicBezTo>
                    <a:pt x="43" y="82"/>
                    <a:pt x="45" y="82"/>
                    <a:pt x="46" y="82"/>
                  </a:cubicBezTo>
                  <a:cubicBezTo>
                    <a:pt x="47" y="82"/>
                    <a:pt x="47" y="82"/>
                    <a:pt x="48" y="82"/>
                  </a:cubicBezTo>
                  <a:cubicBezTo>
                    <a:pt x="50" y="91"/>
                    <a:pt x="50" y="91"/>
                    <a:pt x="50" y="91"/>
                  </a:cubicBezTo>
                  <a:cubicBezTo>
                    <a:pt x="52" y="91"/>
                    <a:pt x="54" y="90"/>
                    <a:pt x="57" y="90"/>
                  </a:cubicBezTo>
                  <a:cubicBezTo>
                    <a:pt x="59" y="89"/>
                    <a:pt x="61" y="88"/>
                    <a:pt x="63" y="88"/>
                  </a:cubicBezTo>
                  <a:cubicBezTo>
                    <a:pt x="61" y="79"/>
                    <a:pt x="61" y="79"/>
                    <a:pt x="61" y="79"/>
                  </a:cubicBezTo>
                  <a:cubicBezTo>
                    <a:pt x="63" y="78"/>
                    <a:pt x="64" y="77"/>
                    <a:pt x="66" y="76"/>
                  </a:cubicBezTo>
                  <a:cubicBezTo>
                    <a:pt x="67" y="77"/>
                    <a:pt x="67" y="77"/>
                    <a:pt x="67" y="77"/>
                  </a:cubicBezTo>
                  <a:cubicBezTo>
                    <a:pt x="72" y="83"/>
                    <a:pt x="72" y="83"/>
                    <a:pt x="72" y="83"/>
                  </a:cubicBezTo>
                  <a:cubicBezTo>
                    <a:pt x="74" y="81"/>
                    <a:pt x="76" y="80"/>
                    <a:pt x="77" y="78"/>
                  </a:cubicBezTo>
                  <a:cubicBezTo>
                    <a:pt x="79" y="77"/>
                    <a:pt x="81" y="75"/>
                    <a:pt x="82" y="73"/>
                  </a:cubicBezTo>
                  <a:close/>
                  <a:moveTo>
                    <a:pt x="25" y="48"/>
                  </a:moveTo>
                  <a:cubicBezTo>
                    <a:pt x="24" y="48"/>
                    <a:pt x="23" y="48"/>
                    <a:pt x="23" y="48"/>
                  </a:cubicBezTo>
                  <a:cubicBezTo>
                    <a:pt x="18" y="46"/>
                    <a:pt x="15" y="41"/>
                    <a:pt x="16" y="36"/>
                  </a:cubicBezTo>
                  <a:cubicBezTo>
                    <a:pt x="18" y="32"/>
                    <a:pt x="21" y="30"/>
                    <a:pt x="25" y="30"/>
                  </a:cubicBezTo>
                  <a:cubicBezTo>
                    <a:pt x="26" y="30"/>
                    <a:pt x="27" y="30"/>
                    <a:pt x="28" y="30"/>
                  </a:cubicBezTo>
                  <a:cubicBezTo>
                    <a:pt x="33" y="32"/>
                    <a:pt x="35" y="37"/>
                    <a:pt x="34" y="42"/>
                  </a:cubicBezTo>
                  <a:cubicBezTo>
                    <a:pt x="33" y="46"/>
                    <a:pt x="29" y="48"/>
                    <a:pt x="25" y="48"/>
                  </a:cubicBezTo>
                  <a:close/>
                  <a:moveTo>
                    <a:pt x="48" y="69"/>
                  </a:moveTo>
                  <a:cubicBezTo>
                    <a:pt x="48" y="70"/>
                    <a:pt x="47" y="72"/>
                    <a:pt x="46" y="73"/>
                  </a:cubicBezTo>
                  <a:cubicBezTo>
                    <a:pt x="44" y="75"/>
                    <a:pt x="40" y="76"/>
                    <a:pt x="37" y="75"/>
                  </a:cubicBezTo>
                  <a:cubicBezTo>
                    <a:pt x="32" y="73"/>
                    <a:pt x="30" y="68"/>
                    <a:pt x="31" y="64"/>
                  </a:cubicBezTo>
                  <a:cubicBezTo>
                    <a:pt x="32" y="59"/>
                    <a:pt x="38" y="56"/>
                    <a:pt x="42" y="57"/>
                  </a:cubicBezTo>
                  <a:cubicBezTo>
                    <a:pt x="44" y="58"/>
                    <a:pt x="45" y="59"/>
                    <a:pt x="46" y="59"/>
                  </a:cubicBezTo>
                  <a:cubicBezTo>
                    <a:pt x="48" y="62"/>
                    <a:pt x="49" y="65"/>
                    <a:pt x="48" y="69"/>
                  </a:cubicBezTo>
                  <a:close/>
                  <a:moveTo>
                    <a:pt x="52" y="47"/>
                  </a:moveTo>
                  <a:cubicBezTo>
                    <a:pt x="51" y="50"/>
                    <a:pt x="49" y="51"/>
                    <a:pt x="46" y="51"/>
                  </a:cubicBezTo>
                  <a:cubicBezTo>
                    <a:pt x="45" y="51"/>
                    <a:pt x="45" y="51"/>
                    <a:pt x="44" y="51"/>
                  </a:cubicBezTo>
                  <a:cubicBezTo>
                    <a:pt x="41" y="50"/>
                    <a:pt x="39" y="47"/>
                    <a:pt x="40" y="43"/>
                  </a:cubicBezTo>
                  <a:cubicBezTo>
                    <a:pt x="41" y="41"/>
                    <a:pt x="43" y="39"/>
                    <a:pt x="46" y="39"/>
                  </a:cubicBezTo>
                  <a:cubicBezTo>
                    <a:pt x="47" y="39"/>
                    <a:pt x="47" y="39"/>
                    <a:pt x="48" y="39"/>
                  </a:cubicBezTo>
                  <a:cubicBezTo>
                    <a:pt x="51" y="40"/>
                    <a:pt x="53" y="44"/>
                    <a:pt x="52" y="47"/>
                  </a:cubicBezTo>
                  <a:close/>
                  <a:moveTo>
                    <a:pt x="50" y="33"/>
                  </a:moveTo>
                  <a:cubicBezTo>
                    <a:pt x="48" y="33"/>
                    <a:pt x="47" y="32"/>
                    <a:pt x="46" y="31"/>
                  </a:cubicBezTo>
                  <a:cubicBezTo>
                    <a:pt x="44" y="29"/>
                    <a:pt x="42" y="25"/>
                    <a:pt x="43" y="22"/>
                  </a:cubicBezTo>
                  <a:cubicBezTo>
                    <a:pt x="44" y="20"/>
                    <a:pt x="45" y="19"/>
                    <a:pt x="46" y="18"/>
                  </a:cubicBezTo>
                  <a:cubicBezTo>
                    <a:pt x="48" y="16"/>
                    <a:pt x="52" y="15"/>
                    <a:pt x="55" y="16"/>
                  </a:cubicBezTo>
                  <a:cubicBezTo>
                    <a:pt x="60" y="17"/>
                    <a:pt x="62" y="22"/>
                    <a:pt x="61" y="27"/>
                  </a:cubicBezTo>
                  <a:cubicBezTo>
                    <a:pt x="59" y="32"/>
                    <a:pt x="54" y="35"/>
                    <a:pt x="50" y="33"/>
                  </a:cubicBezTo>
                  <a:close/>
                  <a:moveTo>
                    <a:pt x="67" y="61"/>
                  </a:moveTo>
                  <a:cubicBezTo>
                    <a:pt x="66" y="61"/>
                    <a:pt x="65" y="60"/>
                    <a:pt x="64" y="60"/>
                  </a:cubicBezTo>
                  <a:cubicBezTo>
                    <a:pt x="59" y="59"/>
                    <a:pt x="57" y="54"/>
                    <a:pt x="58" y="49"/>
                  </a:cubicBezTo>
                  <a:cubicBezTo>
                    <a:pt x="59" y="45"/>
                    <a:pt x="63" y="42"/>
                    <a:pt x="67" y="42"/>
                  </a:cubicBezTo>
                  <a:cubicBezTo>
                    <a:pt x="68" y="42"/>
                    <a:pt x="69" y="42"/>
                    <a:pt x="69" y="43"/>
                  </a:cubicBezTo>
                  <a:cubicBezTo>
                    <a:pt x="74" y="44"/>
                    <a:pt x="77" y="49"/>
                    <a:pt x="76" y="54"/>
                  </a:cubicBezTo>
                  <a:cubicBezTo>
                    <a:pt x="74" y="58"/>
                    <a:pt x="71" y="61"/>
                    <a:pt x="67" y="61"/>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2" name="Google Shape;482;p44"/>
            <p:cNvSpPr/>
            <p:nvPr/>
          </p:nvSpPr>
          <p:spPr>
            <a:xfrm>
              <a:off x="4764088" y="2682875"/>
              <a:ext cx="347663" cy="350838"/>
            </a:xfrm>
            <a:custGeom>
              <a:avLst/>
              <a:gdLst/>
              <a:ahLst/>
              <a:cxnLst/>
              <a:rect l="l" t="t" r="r" b="b"/>
              <a:pathLst>
                <a:path w="92" h="93" extrusionOk="0">
                  <a:moveTo>
                    <a:pt x="83" y="40"/>
                  </a:moveTo>
                  <a:cubicBezTo>
                    <a:pt x="83" y="38"/>
                    <a:pt x="82" y="36"/>
                    <a:pt x="81" y="34"/>
                  </a:cubicBezTo>
                  <a:cubicBezTo>
                    <a:pt x="89" y="30"/>
                    <a:pt x="89" y="30"/>
                    <a:pt x="89" y="30"/>
                  </a:cubicBezTo>
                  <a:cubicBezTo>
                    <a:pt x="88" y="28"/>
                    <a:pt x="87" y="26"/>
                    <a:pt x="86" y="24"/>
                  </a:cubicBezTo>
                  <a:cubicBezTo>
                    <a:pt x="85" y="22"/>
                    <a:pt x="84" y="20"/>
                    <a:pt x="82" y="18"/>
                  </a:cubicBezTo>
                  <a:cubicBezTo>
                    <a:pt x="75" y="22"/>
                    <a:pt x="75" y="22"/>
                    <a:pt x="75" y="22"/>
                  </a:cubicBezTo>
                  <a:cubicBezTo>
                    <a:pt x="73" y="21"/>
                    <a:pt x="72" y="19"/>
                    <a:pt x="70" y="18"/>
                  </a:cubicBezTo>
                  <a:cubicBezTo>
                    <a:pt x="75" y="10"/>
                    <a:pt x="75" y="10"/>
                    <a:pt x="75" y="10"/>
                  </a:cubicBezTo>
                  <a:cubicBezTo>
                    <a:pt x="73" y="9"/>
                    <a:pt x="71" y="8"/>
                    <a:pt x="69" y="7"/>
                  </a:cubicBezTo>
                  <a:cubicBezTo>
                    <a:pt x="69" y="6"/>
                    <a:pt x="69" y="6"/>
                    <a:pt x="68" y="6"/>
                  </a:cubicBezTo>
                  <a:cubicBezTo>
                    <a:pt x="67" y="5"/>
                    <a:pt x="65" y="4"/>
                    <a:pt x="63" y="4"/>
                  </a:cubicBezTo>
                  <a:cubicBezTo>
                    <a:pt x="59" y="11"/>
                    <a:pt x="59" y="11"/>
                    <a:pt x="59" y="11"/>
                  </a:cubicBezTo>
                  <a:cubicBezTo>
                    <a:pt x="57" y="11"/>
                    <a:pt x="55" y="10"/>
                    <a:pt x="53" y="10"/>
                  </a:cubicBezTo>
                  <a:cubicBezTo>
                    <a:pt x="53" y="1"/>
                    <a:pt x="53" y="1"/>
                    <a:pt x="53" y="1"/>
                  </a:cubicBezTo>
                  <a:cubicBezTo>
                    <a:pt x="51" y="0"/>
                    <a:pt x="48" y="0"/>
                    <a:pt x="46" y="0"/>
                  </a:cubicBezTo>
                  <a:cubicBezTo>
                    <a:pt x="44" y="0"/>
                    <a:pt x="41" y="0"/>
                    <a:pt x="39" y="1"/>
                  </a:cubicBezTo>
                  <a:cubicBezTo>
                    <a:pt x="39" y="10"/>
                    <a:pt x="39" y="10"/>
                    <a:pt x="39" y="10"/>
                  </a:cubicBezTo>
                  <a:cubicBezTo>
                    <a:pt x="37" y="10"/>
                    <a:pt x="35" y="11"/>
                    <a:pt x="34" y="11"/>
                  </a:cubicBezTo>
                  <a:cubicBezTo>
                    <a:pt x="29" y="4"/>
                    <a:pt x="29" y="4"/>
                    <a:pt x="29" y="4"/>
                  </a:cubicBezTo>
                  <a:cubicBezTo>
                    <a:pt x="27" y="4"/>
                    <a:pt x="26" y="5"/>
                    <a:pt x="24" y="6"/>
                  </a:cubicBezTo>
                  <a:cubicBezTo>
                    <a:pt x="24" y="6"/>
                    <a:pt x="23" y="6"/>
                    <a:pt x="23" y="7"/>
                  </a:cubicBezTo>
                  <a:cubicBezTo>
                    <a:pt x="21" y="8"/>
                    <a:pt x="19" y="9"/>
                    <a:pt x="17" y="10"/>
                  </a:cubicBezTo>
                  <a:cubicBezTo>
                    <a:pt x="22" y="18"/>
                    <a:pt x="22" y="18"/>
                    <a:pt x="22" y="18"/>
                  </a:cubicBezTo>
                  <a:cubicBezTo>
                    <a:pt x="20" y="19"/>
                    <a:pt x="19" y="21"/>
                    <a:pt x="18" y="22"/>
                  </a:cubicBezTo>
                  <a:cubicBezTo>
                    <a:pt x="10" y="18"/>
                    <a:pt x="10" y="18"/>
                    <a:pt x="10" y="18"/>
                  </a:cubicBezTo>
                  <a:cubicBezTo>
                    <a:pt x="8" y="20"/>
                    <a:pt x="7" y="22"/>
                    <a:pt x="6" y="24"/>
                  </a:cubicBezTo>
                  <a:cubicBezTo>
                    <a:pt x="5" y="26"/>
                    <a:pt x="4" y="28"/>
                    <a:pt x="3" y="30"/>
                  </a:cubicBezTo>
                  <a:cubicBezTo>
                    <a:pt x="11" y="34"/>
                    <a:pt x="11" y="34"/>
                    <a:pt x="11" y="34"/>
                  </a:cubicBezTo>
                  <a:cubicBezTo>
                    <a:pt x="10" y="36"/>
                    <a:pt x="10" y="38"/>
                    <a:pt x="9" y="40"/>
                  </a:cubicBezTo>
                  <a:cubicBezTo>
                    <a:pt x="0" y="40"/>
                    <a:pt x="0" y="40"/>
                    <a:pt x="0" y="40"/>
                  </a:cubicBezTo>
                  <a:cubicBezTo>
                    <a:pt x="0" y="42"/>
                    <a:pt x="0" y="44"/>
                    <a:pt x="0" y="47"/>
                  </a:cubicBezTo>
                  <a:cubicBezTo>
                    <a:pt x="0" y="49"/>
                    <a:pt x="0" y="51"/>
                    <a:pt x="0" y="54"/>
                  </a:cubicBezTo>
                  <a:cubicBezTo>
                    <a:pt x="9" y="54"/>
                    <a:pt x="9" y="54"/>
                    <a:pt x="9" y="54"/>
                  </a:cubicBezTo>
                  <a:cubicBezTo>
                    <a:pt x="10" y="56"/>
                    <a:pt x="10" y="57"/>
                    <a:pt x="11" y="59"/>
                  </a:cubicBezTo>
                  <a:cubicBezTo>
                    <a:pt x="3" y="64"/>
                    <a:pt x="3" y="64"/>
                    <a:pt x="3" y="64"/>
                  </a:cubicBezTo>
                  <a:cubicBezTo>
                    <a:pt x="4" y="66"/>
                    <a:pt x="5" y="68"/>
                    <a:pt x="6" y="70"/>
                  </a:cubicBezTo>
                  <a:cubicBezTo>
                    <a:pt x="7" y="72"/>
                    <a:pt x="8" y="74"/>
                    <a:pt x="10" y="76"/>
                  </a:cubicBezTo>
                  <a:cubicBezTo>
                    <a:pt x="18" y="71"/>
                    <a:pt x="18" y="71"/>
                    <a:pt x="18" y="71"/>
                  </a:cubicBezTo>
                  <a:cubicBezTo>
                    <a:pt x="19" y="73"/>
                    <a:pt x="20" y="74"/>
                    <a:pt x="22" y="75"/>
                  </a:cubicBezTo>
                  <a:cubicBezTo>
                    <a:pt x="17" y="83"/>
                    <a:pt x="17" y="83"/>
                    <a:pt x="17" y="83"/>
                  </a:cubicBezTo>
                  <a:cubicBezTo>
                    <a:pt x="19" y="84"/>
                    <a:pt x="21" y="86"/>
                    <a:pt x="23" y="87"/>
                  </a:cubicBezTo>
                  <a:cubicBezTo>
                    <a:pt x="23" y="87"/>
                    <a:pt x="24" y="87"/>
                    <a:pt x="24" y="88"/>
                  </a:cubicBezTo>
                  <a:cubicBezTo>
                    <a:pt x="26" y="88"/>
                    <a:pt x="27" y="89"/>
                    <a:pt x="29" y="90"/>
                  </a:cubicBezTo>
                  <a:cubicBezTo>
                    <a:pt x="34" y="82"/>
                    <a:pt x="34" y="82"/>
                    <a:pt x="34" y="82"/>
                  </a:cubicBezTo>
                  <a:cubicBezTo>
                    <a:pt x="35" y="83"/>
                    <a:pt x="37" y="83"/>
                    <a:pt x="39" y="84"/>
                  </a:cubicBezTo>
                  <a:cubicBezTo>
                    <a:pt x="39" y="93"/>
                    <a:pt x="39" y="93"/>
                    <a:pt x="39" y="93"/>
                  </a:cubicBezTo>
                  <a:cubicBezTo>
                    <a:pt x="41" y="93"/>
                    <a:pt x="44" y="93"/>
                    <a:pt x="46" y="93"/>
                  </a:cubicBezTo>
                  <a:cubicBezTo>
                    <a:pt x="48" y="93"/>
                    <a:pt x="51" y="93"/>
                    <a:pt x="53" y="93"/>
                  </a:cubicBezTo>
                  <a:cubicBezTo>
                    <a:pt x="53" y="84"/>
                    <a:pt x="53" y="84"/>
                    <a:pt x="53" y="84"/>
                  </a:cubicBezTo>
                  <a:cubicBezTo>
                    <a:pt x="55" y="83"/>
                    <a:pt x="57" y="83"/>
                    <a:pt x="59" y="82"/>
                  </a:cubicBezTo>
                  <a:cubicBezTo>
                    <a:pt x="63" y="90"/>
                    <a:pt x="63" y="90"/>
                    <a:pt x="63" y="90"/>
                  </a:cubicBezTo>
                  <a:cubicBezTo>
                    <a:pt x="65" y="89"/>
                    <a:pt x="67" y="88"/>
                    <a:pt x="68" y="88"/>
                  </a:cubicBezTo>
                  <a:cubicBezTo>
                    <a:pt x="69" y="87"/>
                    <a:pt x="69" y="87"/>
                    <a:pt x="69" y="87"/>
                  </a:cubicBezTo>
                  <a:cubicBezTo>
                    <a:pt x="71" y="86"/>
                    <a:pt x="73" y="84"/>
                    <a:pt x="75" y="83"/>
                  </a:cubicBezTo>
                  <a:cubicBezTo>
                    <a:pt x="70" y="75"/>
                    <a:pt x="70" y="75"/>
                    <a:pt x="70" y="75"/>
                  </a:cubicBezTo>
                  <a:cubicBezTo>
                    <a:pt x="72" y="74"/>
                    <a:pt x="73" y="73"/>
                    <a:pt x="75" y="71"/>
                  </a:cubicBezTo>
                  <a:cubicBezTo>
                    <a:pt x="82" y="76"/>
                    <a:pt x="82" y="76"/>
                    <a:pt x="82" y="76"/>
                  </a:cubicBezTo>
                  <a:cubicBezTo>
                    <a:pt x="84" y="74"/>
                    <a:pt x="85" y="72"/>
                    <a:pt x="86" y="70"/>
                  </a:cubicBezTo>
                  <a:cubicBezTo>
                    <a:pt x="87" y="68"/>
                    <a:pt x="88" y="66"/>
                    <a:pt x="89" y="64"/>
                  </a:cubicBezTo>
                  <a:cubicBezTo>
                    <a:pt x="81" y="59"/>
                    <a:pt x="81" y="59"/>
                    <a:pt x="81" y="59"/>
                  </a:cubicBezTo>
                  <a:cubicBezTo>
                    <a:pt x="82" y="57"/>
                    <a:pt x="83" y="56"/>
                    <a:pt x="83" y="54"/>
                  </a:cubicBezTo>
                  <a:cubicBezTo>
                    <a:pt x="92" y="54"/>
                    <a:pt x="92" y="54"/>
                    <a:pt x="92" y="54"/>
                  </a:cubicBezTo>
                  <a:cubicBezTo>
                    <a:pt x="92" y="51"/>
                    <a:pt x="92" y="49"/>
                    <a:pt x="92" y="47"/>
                  </a:cubicBezTo>
                  <a:cubicBezTo>
                    <a:pt x="92" y="44"/>
                    <a:pt x="92" y="42"/>
                    <a:pt x="92" y="40"/>
                  </a:cubicBezTo>
                  <a:lnTo>
                    <a:pt x="83" y="40"/>
                  </a:lnTo>
                  <a:close/>
                  <a:moveTo>
                    <a:pt x="24" y="56"/>
                  </a:moveTo>
                  <a:cubicBezTo>
                    <a:pt x="19" y="56"/>
                    <a:pt x="15" y="52"/>
                    <a:pt x="15" y="47"/>
                  </a:cubicBezTo>
                  <a:cubicBezTo>
                    <a:pt x="15" y="42"/>
                    <a:pt x="19" y="37"/>
                    <a:pt x="24" y="37"/>
                  </a:cubicBezTo>
                  <a:cubicBezTo>
                    <a:pt x="29" y="37"/>
                    <a:pt x="33" y="42"/>
                    <a:pt x="33" y="47"/>
                  </a:cubicBezTo>
                  <a:cubicBezTo>
                    <a:pt x="33" y="52"/>
                    <a:pt x="29" y="56"/>
                    <a:pt x="24" y="56"/>
                  </a:cubicBezTo>
                  <a:close/>
                  <a:moveTo>
                    <a:pt x="46" y="78"/>
                  </a:moveTo>
                  <a:cubicBezTo>
                    <a:pt x="41" y="78"/>
                    <a:pt x="37" y="74"/>
                    <a:pt x="37" y="69"/>
                  </a:cubicBezTo>
                  <a:cubicBezTo>
                    <a:pt x="37" y="64"/>
                    <a:pt x="41" y="60"/>
                    <a:pt x="46" y="60"/>
                  </a:cubicBezTo>
                  <a:cubicBezTo>
                    <a:pt x="51" y="60"/>
                    <a:pt x="55" y="64"/>
                    <a:pt x="55" y="69"/>
                  </a:cubicBezTo>
                  <a:cubicBezTo>
                    <a:pt x="55" y="74"/>
                    <a:pt x="51" y="78"/>
                    <a:pt x="46" y="78"/>
                  </a:cubicBezTo>
                  <a:close/>
                  <a:moveTo>
                    <a:pt x="40" y="47"/>
                  </a:moveTo>
                  <a:cubicBezTo>
                    <a:pt x="40" y="43"/>
                    <a:pt x="43" y="41"/>
                    <a:pt x="46" y="41"/>
                  </a:cubicBezTo>
                  <a:cubicBezTo>
                    <a:pt x="49" y="41"/>
                    <a:pt x="52" y="43"/>
                    <a:pt x="52" y="47"/>
                  </a:cubicBezTo>
                  <a:cubicBezTo>
                    <a:pt x="52" y="50"/>
                    <a:pt x="49" y="53"/>
                    <a:pt x="46" y="53"/>
                  </a:cubicBezTo>
                  <a:cubicBezTo>
                    <a:pt x="43" y="53"/>
                    <a:pt x="40" y="50"/>
                    <a:pt x="40" y="47"/>
                  </a:cubicBezTo>
                  <a:close/>
                  <a:moveTo>
                    <a:pt x="46" y="34"/>
                  </a:moveTo>
                  <a:cubicBezTo>
                    <a:pt x="41" y="34"/>
                    <a:pt x="37" y="30"/>
                    <a:pt x="37" y="25"/>
                  </a:cubicBezTo>
                  <a:cubicBezTo>
                    <a:pt x="37" y="19"/>
                    <a:pt x="41" y="15"/>
                    <a:pt x="46" y="15"/>
                  </a:cubicBezTo>
                  <a:cubicBezTo>
                    <a:pt x="51" y="15"/>
                    <a:pt x="55" y="19"/>
                    <a:pt x="55" y="25"/>
                  </a:cubicBezTo>
                  <a:cubicBezTo>
                    <a:pt x="55" y="30"/>
                    <a:pt x="51" y="34"/>
                    <a:pt x="46" y="34"/>
                  </a:cubicBezTo>
                  <a:close/>
                  <a:moveTo>
                    <a:pt x="68" y="56"/>
                  </a:moveTo>
                  <a:cubicBezTo>
                    <a:pt x="63" y="56"/>
                    <a:pt x="59" y="52"/>
                    <a:pt x="59" y="47"/>
                  </a:cubicBezTo>
                  <a:cubicBezTo>
                    <a:pt x="59" y="42"/>
                    <a:pt x="63" y="37"/>
                    <a:pt x="68" y="37"/>
                  </a:cubicBezTo>
                  <a:cubicBezTo>
                    <a:pt x="73" y="37"/>
                    <a:pt x="77" y="42"/>
                    <a:pt x="77" y="47"/>
                  </a:cubicBezTo>
                  <a:cubicBezTo>
                    <a:pt x="77" y="52"/>
                    <a:pt x="73" y="56"/>
                    <a:pt x="68" y="56"/>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3" name="Google Shape;483;p44"/>
            <p:cNvSpPr/>
            <p:nvPr/>
          </p:nvSpPr>
          <p:spPr>
            <a:xfrm>
              <a:off x="5106988" y="1576388"/>
              <a:ext cx="227013" cy="236538"/>
            </a:xfrm>
            <a:custGeom>
              <a:avLst/>
              <a:gdLst/>
              <a:ahLst/>
              <a:cxnLst/>
              <a:rect l="l" t="t" r="r" b="b"/>
              <a:pathLst>
                <a:path w="60" h="63" extrusionOk="0">
                  <a:moveTo>
                    <a:pt x="3" y="47"/>
                  </a:moveTo>
                  <a:cubicBezTo>
                    <a:pt x="4" y="49"/>
                    <a:pt x="5" y="51"/>
                    <a:pt x="7" y="52"/>
                  </a:cubicBezTo>
                  <a:cubicBezTo>
                    <a:pt x="13" y="49"/>
                    <a:pt x="13" y="49"/>
                    <a:pt x="13" y="49"/>
                  </a:cubicBezTo>
                  <a:cubicBezTo>
                    <a:pt x="14" y="49"/>
                    <a:pt x="14" y="49"/>
                    <a:pt x="14" y="50"/>
                  </a:cubicBezTo>
                  <a:cubicBezTo>
                    <a:pt x="15" y="50"/>
                    <a:pt x="16" y="51"/>
                    <a:pt x="16" y="51"/>
                  </a:cubicBezTo>
                  <a:cubicBezTo>
                    <a:pt x="18" y="52"/>
                    <a:pt x="20" y="53"/>
                    <a:pt x="23" y="54"/>
                  </a:cubicBezTo>
                  <a:cubicBezTo>
                    <a:pt x="23" y="54"/>
                    <a:pt x="23" y="54"/>
                    <a:pt x="24" y="54"/>
                  </a:cubicBezTo>
                  <a:cubicBezTo>
                    <a:pt x="24" y="62"/>
                    <a:pt x="24" y="62"/>
                    <a:pt x="24" y="62"/>
                  </a:cubicBezTo>
                  <a:cubicBezTo>
                    <a:pt x="26" y="62"/>
                    <a:pt x="28" y="63"/>
                    <a:pt x="30" y="63"/>
                  </a:cubicBezTo>
                  <a:cubicBezTo>
                    <a:pt x="32" y="63"/>
                    <a:pt x="35" y="62"/>
                    <a:pt x="37" y="62"/>
                  </a:cubicBezTo>
                  <a:cubicBezTo>
                    <a:pt x="37" y="54"/>
                    <a:pt x="37" y="54"/>
                    <a:pt x="37" y="54"/>
                  </a:cubicBezTo>
                  <a:cubicBezTo>
                    <a:pt x="37" y="54"/>
                    <a:pt x="37" y="54"/>
                    <a:pt x="38" y="54"/>
                  </a:cubicBezTo>
                  <a:cubicBezTo>
                    <a:pt x="40" y="53"/>
                    <a:pt x="42" y="52"/>
                    <a:pt x="44" y="51"/>
                  </a:cubicBezTo>
                  <a:cubicBezTo>
                    <a:pt x="45" y="51"/>
                    <a:pt x="45" y="50"/>
                    <a:pt x="46" y="50"/>
                  </a:cubicBezTo>
                  <a:cubicBezTo>
                    <a:pt x="46" y="49"/>
                    <a:pt x="47" y="49"/>
                    <a:pt x="47" y="49"/>
                  </a:cubicBezTo>
                  <a:cubicBezTo>
                    <a:pt x="53" y="52"/>
                    <a:pt x="53" y="52"/>
                    <a:pt x="53" y="52"/>
                  </a:cubicBezTo>
                  <a:cubicBezTo>
                    <a:pt x="55" y="51"/>
                    <a:pt x="56" y="49"/>
                    <a:pt x="57" y="47"/>
                  </a:cubicBezTo>
                  <a:cubicBezTo>
                    <a:pt x="59" y="45"/>
                    <a:pt x="59" y="43"/>
                    <a:pt x="60" y="41"/>
                  </a:cubicBezTo>
                  <a:cubicBezTo>
                    <a:pt x="54" y="37"/>
                    <a:pt x="54" y="37"/>
                    <a:pt x="54" y="37"/>
                  </a:cubicBezTo>
                  <a:cubicBezTo>
                    <a:pt x="54" y="35"/>
                    <a:pt x="54" y="33"/>
                    <a:pt x="54" y="31"/>
                  </a:cubicBezTo>
                  <a:cubicBezTo>
                    <a:pt x="54" y="29"/>
                    <a:pt x="54" y="27"/>
                    <a:pt x="54" y="25"/>
                  </a:cubicBezTo>
                  <a:cubicBezTo>
                    <a:pt x="60" y="22"/>
                    <a:pt x="60" y="22"/>
                    <a:pt x="60" y="22"/>
                  </a:cubicBezTo>
                  <a:cubicBezTo>
                    <a:pt x="59" y="19"/>
                    <a:pt x="59" y="17"/>
                    <a:pt x="57" y="15"/>
                  </a:cubicBezTo>
                  <a:cubicBezTo>
                    <a:pt x="56" y="13"/>
                    <a:pt x="55" y="12"/>
                    <a:pt x="53" y="10"/>
                  </a:cubicBezTo>
                  <a:cubicBezTo>
                    <a:pt x="47" y="14"/>
                    <a:pt x="47" y="14"/>
                    <a:pt x="47" y="14"/>
                  </a:cubicBezTo>
                  <a:cubicBezTo>
                    <a:pt x="47" y="13"/>
                    <a:pt x="46" y="13"/>
                    <a:pt x="46" y="13"/>
                  </a:cubicBezTo>
                  <a:cubicBezTo>
                    <a:pt x="45" y="12"/>
                    <a:pt x="45" y="12"/>
                    <a:pt x="44" y="11"/>
                  </a:cubicBezTo>
                  <a:cubicBezTo>
                    <a:pt x="42" y="10"/>
                    <a:pt x="40" y="9"/>
                    <a:pt x="38" y="8"/>
                  </a:cubicBezTo>
                  <a:cubicBezTo>
                    <a:pt x="37" y="8"/>
                    <a:pt x="37" y="8"/>
                    <a:pt x="37" y="8"/>
                  </a:cubicBezTo>
                  <a:cubicBezTo>
                    <a:pt x="37" y="0"/>
                    <a:pt x="37" y="0"/>
                    <a:pt x="37" y="0"/>
                  </a:cubicBezTo>
                  <a:cubicBezTo>
                    <a:pt x="35" y="0"/>
                    <a:pt x="32" y="0"/>
                    <a:pt x="30" y="0"/>
                  </a:cubicBezTo>
                  <a:cubicBezTo>
                    <a:pt x="28" y="0"/>
                    <a:pt x="26" y="0"/>
                    <a:pt x="24" y="0"/>
                  </a:cubicBezTo>
                  <a:cubicBezTo>
                    <a:pt x="24" y="8"/>
                    <a:pt x="24" y="8"/>
                    <a:pt x="24" y="8"/>
                  </a:cubicBezTo>
                  <a:cubicBezTo>
                    <a:pt x="23" y="8"/>
                    <a:pt x="23" y="8"/>
                    <a:pt x="23" y="8"/>
                  </a:cubicBezTo>
                  <a:cubicBezTo>
                    <a:pt x="20" y="9"/>
                    <a:pt x="18" y="10"/>
                    <a:pt x="16" y="11"/>
                  </a:cubicBezTo>
                  <a:cubicBezTo>
                    <a:pt x="16" y="12"/>
                    <a:pt x="15" y="12"/>
                    <a:pt x="14" y="13"/>
                  </a:cubicBezTo>
                  <a:cubicBezTo>
                    <a:pt x="14" y="13"/>
                    <a:pt x="14" y="13"/>
                    <a:pt x="13" y="14"/>
                  </a:cubicBezTo>
                  <a:cubicBezTo>
                    <a:pt x="7" y="10"/>
                    <a:pt x="7" y="10"/>
                    <a:pt x="7" y="10"/>
                  </a:cubicBezTo>
                  <a:cubicBezTo>
                    <a:pt x="5" y="12"/>
                    <a:pt x="4" y="13"/>
                    <a:pt x="3" y="15"/>
                  </a:cubicBezTo>
                  <a:cubicBezTo>
                    <a:pt x="2" y="17"/>
                    <a:pt x="1" y="19"/>
                    <a:pt x="0" y="22"/>
                  </a:cubicBezTo>
                  <a:cubicBezTo>
                    <a:pt x="7" y="25"/>
                    <a:pt x="7" y="25"/>
                    <a:pt x="7" y="25"/>
                  </a:cubicBezTo>
                  <a:cubicBezTo>
                    <a:pt x="6" y="27"/>
                    <a:pt x="6" y="29"/>
                    <a:pt x="6" y="31"/>
                  </a:cubicBezTo>
                  <a:cubicBezTo>
                    <a:pt x="6" y="33"/>
                    <a:pt x="6" y="35"/>
                    <a:pt x="7" y="37"/>
                  </a:cubicBezTo>
                  <a:cubicBezTo>
                    <a:pt x="0" y="41"/>
                    <a:pt x="0" y="41"/>
                    <a:pt x="0" y="41"/>
                  </a:cubicBezTo>
                  <a:cubicBezTo>
                    <a:pt x="1" y="43"/>
                    <a:pt x="2" y="45"/>
                    <a:pt x="3" y="47"/>
                  </a:cubicBezTo>
                  <a:close/>
                  <a:moveTo>
                    <a:pt x="18" y="41"/>
                  </a:moveTo>
                  <a:cubicBezTo>
                    <a:pt x="17" y="41"/>
                    <a:pt x="17" y="41"/>
                    <a:pt x="16" y="41"/>
                  </a:cubicBezTo>
                  <a:cubicBezTo>
                    <a:pt x="16" y="41"/>
                    <a:pt x="15" y="41"/>
                    <a:pt x="15" y="40"/>
                  </a:cubicBezTo>
                  <a:cubicBezTo>
                    <a:pt x="14" y="40"/>
                    <a:pt x="14" y="40"/>
                    <a:pt x="14" y="39"/>
                  </a:cubicBezTo>
                  <a:cubicBezTo>
                    <a:pt x="14" y="39"/>
                    <a:pt x="14" y="39"/>
                    <a:pt x="14" y="39"/>
                  </a:cubicBezTo>
                  <a:cubicBezTo>
                    <a:pt x="14" y="38"/>
                    <a:pt x="15" y="38"/>
                    <a:pt x="15" y="37"/>
                  </a:cubicBezTo>
                  <a:cubicBezTo>
                    <a:pt x="16" y="37"/>
                    <a:pt x="16" y="37"/>
                    <a:pt x="16" y="37"/>
                  </a:cubicBezTo>
                  <a:cubicBezTo>
                    <a:pt x="17" y="37"/>
                    <a:pt x="18" y="37"/>
                    <a:pt x="18" y="38"/>
                  </a:cubicBezTo>
                  <a:cubicBezTo>
                    <a:pt x="19" y="39"/>
                    <a:pt x="19" y="40"/>
                    <a:pt x="18" y="41"/>
                  </a:cubicBezTo>
                  <a:close/>
                  <a:moveTo>
                    <a:pt x="24" y="46"/>
                  </a:moveTo>
                  <a:cubicBezTo>
                    <a:pt x="23" y="46"/>
                    <a:pt x="23" y="46"/>
                    <a:pt x="23" y="46"/>
                  </a:cubicBezTo>
                  <a:cubicBezTo>
                    <a:pt x="22" y="46"/>
                    <a:pt x="22" y="46"/>
                    <a:pt x="22" y="46"/>
                  </a:cubicBezTo>
                  <a:cubicBezTo>
                    <a:pt x="21" y="46"/>
                    <a:pt x="21" y="45"/>
                    <a:pt x="21" y="44"/>
                  </a:cubicBezTo>
                  <a:cubicBezTo>
                    <a:pt x="22" y="44"/>
                    <a:pt x="22" y="44"/>
                    <a:pt x="23" y="44"/>
                  </a:cubicBezTo>
                  <a:cubicBezTo>
                    <a:pt x="23" y="44"/>
                    <a:pt x="23" y="44"/>
                    <a:pt x="23" y="44"/>
                  </a:cubicBezTo>
                  <a:cubicBezTo>
                    <a:pt x="24" y="44"/>
                    <a:pt x="24" y="45"/>
                    <a:pt x="24" y="46"/>
                  </a:cubicBezTo>
                  <a:close/>
                  <a:moveTo>
                    <a:pt x="30" y="49"/>
                  </a:moveTo>
                  <a:cubicBezTo>
                    <a:pt x="29" y="49"/>
                    <a:pt x="28" y="48"/>
                    <a:pt x="28" y="47"/>
                  </a:cubicBezTo>
                  <a:cubicBezTo>
                    <a:pt x="28" y="46"/>
                    <a:pt x="29" y="45"/>
                    <a:pt x="30" y="45"/>
                  </a:cubicBezTo>
                  <a:cubicBezTo>
                    <a:pt x="31" y="45"/>
                    <a:pt x="32" y="46"/>
                    <a:pt x="32" y="47"/>
                  </a:cubicBezTo>
                  <a:cubicBezTo>
                    <a:pt x="32" y="48"/>
                    <a:pt x="31" y="49"/>
                    <a:pt x="30" y="49"/>
                  </a:cubicBezTo>
                  <a:close/>
                  <a:moveTo>
                    <a:pt x="47" y="30"/>
                  </a:moveTo>
                  <a:cubicBezTo>
                    <a:pt x="47" y="30"/>
                    <a:pt x="47" y="31"/>
                    <a:pt x="47" y="31"/>
                  </a:cubicBezTo>
                  <a:cubicBezTo>
                    <a:pt x="47" y="32"/>
                    <a:pt x="46" y="32"/>
                    <a:pt x="46" y="32"/>
                  </a:cubicBezTo>
                  <a:cubicBezTo>
                    <a:pt x="46" y="32"/>
                    <a:pt x="46" y="32"/>
                    <a:pt x="45" y="32"/>
                  </a:cubicBezTo>
                  <a:cubicBezTo>
                    <a:pt x="45" y="32"/>
                    <a:pt x="45" y="31"/>
                    <a:pt x="45" y="30"/>
                  </a:cubicBezTo>
                  <a:cubicBezTo>
                    <a:pt x="45" y="30"/>
                    <a:pt x="46" y="30"/>
                    <a:pt x="46" y="30"/>
                  </a:cubicBezTo>
                  <a:cubicBezTo>
                    <a:pt x="46" y="30"/>
                    <a:pt x="46" y="30"/>
                    <a:pt x="47" y="30"/>
                  </a:cubicBezTo>
                  <a:close/>
                  <a:moveTo>
                    <a:pt x="43" y="21"/>
                  </a:moveTo>
                  <a:cubicBezTo>
                    <a:pt x="43" y="21"/>
                    <a:pt x="44" y="21"/>
                    <a:pt x="44" y="21"/>
                  </a:cubicBezTo>
                  <a:cubicBezTo>
                    <a:pt x="45" y="21"/>
                    <a:pt x="45" y="22"/>
                    <a:pt x="46" y="22"/>
                  </a:cubicBezTo>
                  <a:cubicBezTo>
                    <a:pt x="46" y="22"/>
                    <a:pt x="46" y="23"/>
                    <a:pt x="46" y="23"/>
                  </a:cubicBezTo>
                  <a:cubicBezTo>
                    <a:pt x="46" y="23"/>
                    <a:pt x="46" y="23"/>
                    <a:pt x="46" y="24"/>
                  </a:cubicBezTo>
                  <a:cubicBezTo>
                    <a:pt x="46" y="24"/>
                    <a:pt x="46" y="25"/>
                    <a:pt x="45" y="25"/>
                  </a:cubicBezTo>
                  <a:cubicBezTo>
                    <a:pt x="45" y="25"/>
                    <a:pt x="44" y="25"/>
                    <a:pt x="44" y="25"/>
                  </a:cubicBezTo>
                  <a:cubicBezTo>
                    <a:pt x="43" y="25"/>
                    <a:pt x="42" y="25"/>
                    <a:pt x="42" y="24"/>
                  </a:cubicBezTo>
                  <a:cubicBezTo>
                    <a:pt x="41" y="23"/>
                    <a:pt x="42" y="22"/>
                    <a:pt x="43" y="21"/>
                  </a:cubicBezTo>
                  <a:close/>
                  <a:moveTo>
                    <a:pt x="42" y="38"/>
                  </a:moveTo>
                  <a:cubicBezTo>
                    <a:pt x="42" y="37"/>
                    <a:pt x="43" y="37"/>
                    <a:pt x="44" y="37"/>
                  </a:cubicBezTo>
                  <a:cubicBezTo>
                    <a:pt x="44" y="37"/>
                    <a:pt x="45" y="37"/>
                    <a:pt x="45" y="37"/>
                  </a:cubicBezTo>
                  <a:cubicBezTo>
                    <a:pt x="46" y="38"/>
                    <a:pt x="46" y="38"/>
                    <a:pt x="46" y="39"/>
                  </a:cubicBezTo>
                  <a:cubicBezTo>
                    <a:pt x="46" y="39"/>
                    <a:pt x="46" y="39"/>
                    <a:pt x="46" y="39"/>
                  </a:cubicBezTo>
                  <a:cubicBezTo>
                    <a:pt x="46" y="40"/>
                    <a:pt x="46" y="40"/>
                    <a:pt x="46" y="40"/>
                  </a:cubicBezTo>
                  <a:cubicBezTo>
                    <a:pt x="45" y="41"/>
                    <a:pt x="45" y="41"/>
                    <a:pt x="44" y="41"/>
                  </a:cubicBezTo>
                  <a:cubicBezTo>
                    <a:pt x="44" y="41"/>
                    <a:pt x="43" y="41"/>
                    <a:pt x="43" y="41"/>
                  </a:cubicBezTo>
                  <a:cubicBezTo>
                    <a:pt x="42" y="40"/>
                    <a:pt x="41" y="39"/>
                    <a:pt x="42" y="38"/>
                  </a:cubicBezTo>
                  <a:close/>
                  <a:moveTo>
                    <a:pt x="39" y="45"/>
                  </a:moveTo>
                  <a:cubicBezTo>
                    <a:pt x="39" y="46"/>
                    <a:pt x="38" y="46"/>
                    <a:pt x="38" y="46"/>
                  </a:cubicBezTo>
                  <a:cubicBezTo>
                    <a:pt x="38" y="46"/>
                    <a:pt x="38" y="46"/>
                    <a:pt x="38" y="46"/>
                  </a:cubicBezTo>
                  <a:cubicBezTo>
                    <a:pt x="37" y="46"/>
                    <a:pt x="37" y="45"/>
                    <a:pt x="37" y="44"/>
                  </a:cubicBezTo>
                  <a:cubicBezTo>
                    <a:pt x="37" y="44"/>
                    <a:pt x="38" y="44"/>
                    <a:pt x="38" y="44"/>
                  </a:cubicBezTo>
                  <a:cubicBezTo>
                    <a:pt x="38" y="43"/>
                    <a:pt x="39" y="43"/>
                    <a:pt x="39" y="44"/>
                  </a:cubicBezTo>
                  <a:cubicBezTo>
                    <a:pt x="40" y="44"/>
                    <a:pt x="40" y="45"/>
                    <a:pt x="39" y="45"/>
                  </a:cubicBezTo>
                  <a:close/>
                  <a:moveTo>
                    <a:pt x="37" y="17"/>
                  </a:moveTo>
                  <a:cubicBezTo>
                    <a:pt x="37" y="16"/>
                    <a:pt x="37" y="16"/>
                    <a:pt x="38" y="16"/>
                  </a:cubicBezTo>
                  <a:cubicBezTo>
                    <a:pt x="38" y="16"/>
                    <a:pt x="38" y="16"/>
                    <a:pt x="38" y="16"/>
                  </a:cubicBezTo>
                  <a:cubicBezTo>
                    <a:pt x="39" y="17"/>
                    <a:pt x="39" y="17"/>
                    <a:pt x="39" y="18"/>
                  </a:cubicBezTo>
                  <a:cubicBezTo>
                    <a:pt x="39" y="18"/>
                    <a:pt x="38" y="19"/>
                    <a:pt x="38" y="19"/>
                  </a:cubicBezTo>
                  <a:cubicBezTo>
                    <a:pt x="38" y="19"/>
                    <a:pt x="37" y="19"/>
                    <a:pt x="37" y="18"/>
                  </a:cubicBezTo>
                  <a:cubicBezTo>
                    <a:pt x="37" y="18"/>
                    <a:pt x="36" y="17"/>
                    <a:pt x="37" y="17"/>
                  </a:cubicBezTo>
                  <a:close/>
                  <a:moveTo>
                    <a:pt x="30" y="13"/>
                  </a:moveTo>
                  <a:cubicBezTo>
                    <a:pt x="31" y="13"/>
                    <a:pt x="32" y="14"/>
                    <a:pt x="32" y="15"/>
                  </a:cubicBezTo>
                  <a:cubicBezTo>
                    <a:pt x="32" y="17"/>
                    <a:pt x="31" y="17"/>
                    <a:pt x="30" y="17"/>
                  </a:cubicBezTo>
                  <a:cubicBezTo>
                    <a:pt x="29" y="17"/>
                    <a:pt x="28" y="17"/>
                    <a:pt x="28" y="15"/>
                  </a:cubicBezTo>
                  <a:cubicBezTo>
                    <a:pt x="28" y="14"/>
                    <a:pt x="29" y="13"/>
                    <a:pt x="30" y="13"/>
                  </a:cubicBezTo>
                  <a:close/>
                  <a:moveTo>
                    <a:pt x="30" y="24"/>
                  </a:moveTo>
                  <a:cubicBezTo>
                    <a:pt x="34" y="24"/>
                    <a:pt x="37" y="27"/>
                    <a:pt x="37" y="31"/>
                  </a:cubicBezTo>
                  <a:cubicBezTo>
                    <a:pt x="37" y="35"/>
                    <a:pt x="34" y="38"/>
                    <a:pt x="30" y="38"/>
                  </a:cubicBezTo>
                  <a:cubicBezTo>
                    <a:pt x="26" y="38"/>
                    <a:pt x="23" y="35"/>
                    <a:pt x="23" y="31"/>
                  </a:cubicBezTo>
                  <a:cubicBezTo>
                    <a:pt x="23" y="27"/>
                    <a:pt x="26" y="24"/>
                    <a:pt x="30" y="24"/>
                  </a:cubicBezTo>
                  <a:close/>
                  <a:moveTo>
                    <a:pt x="21" y="17"/>
                  </a:moveTo>
                  <a:cubicBezTo>
                    <a:pt x="21" y="16"/>
                    <a:pt x="22" y="16"/>
                    <a:pt x="23" y="16"/>
                  </a:cubicBezTo>
                  <a:cubicBezTo>
                    <a:pt x="23" y="16"/>
                    <a:pt x="23" y="16"/>
                    <a:pt x="23" y="16"/>
                  </a:cubicBezTo>
                  <a:cubicBezTo>
                    <a:pt x="23" y="17"/>
                    <a:pt x="23" y="18"/>
                    <a:pt x="23" y="18"/>
                  </a:cubicBezTo>
                  <a:cubicBezTo>
                    <a:pt x="23" y="18"/>
                    <a:pt x="23" y="19"/>
                    <a:pt x="23" y="19"/>
                  </a:cubicBezTo>
                  <a:cubicBezTo>
                    <a:pt x="22" y="19"/>
                    <a:pt x="22" y="19"/>
                    <a:pt x="21" y="19"/>
                  </a:cubicBezTo>
                  <a:cubicBezTo>
                    <a:pt x="21" y="18"/>
                    <a:pt x="20" y="18"/>
                    <a:pt x="21" y="17"/>
                  </a:cubicBezTo>
                  <a:close/>
                  <a:moveTo>
                    <a:pt x="14" y="23"/>
                  </a:moveTo>
                  <a:cubicBezTo>
                    <a:pt x="14" y="23"/>
                    <a:pt x="14" y="22"/>
                    <a:pt x="15" y="22"/>
                  </a:cubicBezTo>
                  <a:cubicBezTo>
                    <a:pt x="15" y="22"/>
                    <a:pt x="16" y="21"/>
                    <a:pt x="16" y="21"/>
                  </a:cubicBezTo>
                  <a:cubicBezTo>
                    <a:pt x="17" y="21"/>
                    <a:pt x="17" y="21"/>
                    <a:pt x="18" y="21"/>
                  </a:cubicBezTo>
                  <a:cubicBezTo>
                    <a:pt x="19" y="22"/>
                    <a:pt x="19" y="23"/>
                    <a:pt x="18" y="24"/>
                  </a:cubicBezTo>
                  <a:cubicBezTo>
                    <a:pt x="18" y="25"/>
                    <a:pt x="17" y="25"/>
                    <a:pt x="16" y="25"/>
                  </a:cubicBezTo>
                  <a:cubicBezTo>
                    <a:pt x="16" y="25"/>
                    <a:pt x="16" y="25"/>
                    <a:pt x="15" y="25"/>
                  </a:cubicBezTo>
                  <a:cubicBezTo>
                    <a:pt x="15" y="25"/>
                    <a:pt x="14" y="24"/>
                    <a:pt x="14" y="24"/>
                  </a:cubicBezTo>
                  <a:cubicBezTo>
                    <a:pt x="14" y="23"/>
                    <a:pt x="14" y="23"/>
                    <a:pt x="14" y="23"/>
                  </a:cubicBezTo>
                  <a:close/>
                  <a:moveTo>
                    <a:pt x="13" y="31"/>
                  </a:moveTo>
                  <a:cubicBezTo>
                    <a:pt x="13" y="30"/>
                    <a:pt x="14" y="30"/>
                    <a:pt x="14" y="30"/>
                  </a:cubicBezTo>
                  <a:cubicBezTo>
                    <a:pt x="15" y="30"/>
                    <a:pt x="15" y="30"/>
                    <a:pt x="15" y="30"/>
                  </a:cubicBezTo>
                  <a:cubicBezTo>
                    <a:pt x="16" y="31"/>
                    <a:pt x="16" y="32"/>
                    <a:pt x="15" y="32"/>
                  </a:cubicBezTo>
                  <a:cubicBezTo>
                    <a:pt x="15" y="33"/>
                    <a:pt x="15" y="33"/>
                    <a:pt x="14" y="33"/>
                  </a:cubicBezTo>
                  <a:cubicBezTo>
                    <a:pt x="14" y="33"/>
                    <a:pt x="14" y="33"/>
                    <a:pt x="14" y="33"/>
                  </a:cubicBezTo>
                  <a:cubicBezTo>
                    <a:pt x="13" y="32"/>
                    <a:pt x="13" y="32"/>
                    <a:pt x="13" y="31"/>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4" name="Google Shape;484;p44"/>
            <p:cNvSpPr/>
            <p:nvPr/>
          </p:nvSpPr>
          <p:spPr>
            <a:xfrm>
              <a:off x="5243513" y="2178050"/>
              <a:ext cx="230188" cy="230188"/>
            </a:xfrm>
            <a:custGeom>
              <a:avLst/>
              <a:gdLst/>
              <a:ahLst/>
              <a:cxnLst/>
              <a:rect l="l" t="t" r="r" b="b"/>
              <a:pathLst>
                <a:path w="61" h="61" extrusionOk="0">
                  <a:moveTo>
                    <a:pt x="60" y="22"/>
                  </a:moveTo>
                  <a:cubicBezTo>
                    <a:pt x="57" y="22"/>
                    <a:pt x="57" y="22"/>
                    <a:pt x="57" y="22"/>
                  </a:cubicBezTo>
                  <a:cubicBezTo>
                    <a:pt x="56" y="21"/>
                    <a:pt x="56" y="20"/>
                    <a:pt x="56" y="20"/>
                  </a:cubicBezTo>
                  <a:cubicBezTo>
                    <a:pt x="59" y="18"/>
                    <a:pt x="59" y="18"/>
                    <a:pt x="59" y="18"/>
                  </a:cubicBezTo>
                  <a:cubicBezTo>
                    <a:pt x="58" y="16"/>
                    <a:pt x="57" y="14"/>
                    <a:pt x="55" y="12"/>
                  </a:cubicBezTo>
                  <a:cubicBezTo>
                    <a:pt x="52" y="14"/>
                    <a:pt x="52" y="14"/>
                    <a:pt x="52" y="14"/>
                  </a:cubicBezTo>
                  <a:cubicBezTo>
                    <a:pt x="52" y="13"/>
                    <a:pt x="51" y="12"/>
                    <a:pt x="51" y="12"/>
                  </a:cubicBezTo>
                  <a:cubicBezTo>
                    <a:pt x="53" y="9"/>
                    <a:pt x="53" y="9"/>
                    <a:pt x="53" y="9"/>
                  </a:cubicBezTo>
                  <a:cubicBezTo>
                    <a:pt x="51" y="7"/>
                    <a:pt x="50" y="6"/>
                    <a:pt x="48" y="5"/>
                  </a:cubicBezTo>
                  <a:cubicBezTo>
                    <a:pt x="46" y="7"/>
                    <a:pt x="46" y="7"/>
                    <a:pt x="46" y="7"/>
                  </a:cubicBezTo>
                  <a:cubicBezTo>
                    <a:pt x="45" y="7"/>
                    <a:pt x="45" y="7"/>
                    <a:pt x="45" y="7"/>
                  </a:cubicBezTo>
                  <a:cubicBezTo>
                    <a:pt x="45" y="7"/>
                    <a:pt x="44" y="7"/>
                    <a:pt x="43" y="6"/>
                  </a:cubicBezTo>
                  <a:cubicBezTo>
                    <a:pt x="44" y="3"/>
                    <a:pt x="44" y="3"/>
                    <a:pt x="44" y="3"/>
                  </a:cubicBezTo>
                  <a:cubicBezTo>
                    <a:pt x="43" y="2"/>
                    <a:pt x="41" y="1"/>
                    <a:pt x="40" y="1"/>
                  </a:cubicBezTo>
                  <a:cubicBezTo>
                    <a:pt x="39" y="1"/>
                    <a:pt x="39" y="1"/>
                    <a:pt x="38" y="0"/>
                  </a:cubicBezTo>
                  <a:cubicBezTo>
                    <a:pt x="37" y="4"/>
                    <a:pt x="37" y="4"/>
                    <a:pt x="37" y="4"/>
                  </a:cubicBezTo>
                  <a:cubicBezTo>
                    <a:pt x="37" y="4"/>
                    <a:pt x="37" y="4"/>
                    <a:pt x="37" y="4"/>
                  </a:cubicBezTo>
                  <a:cubicBezTo>
                    <a:pt x="36" y="4"/>
                    <a:pt x="35" y="3"/>
                    <a:pt x="34" y="3"/>
                  </a:cubicBezTo>
                  <a:cubicBezTo>
                    <a:pt x="34" y="0"/>
                    <a:pt x="34" y="0"/>
                    <a:pt x="34" y="0"/>
                  </a:cubicBezTo>
                  <a:cubicBezTo>
                    <a:pt x="33" y="0"/>
                    <a:pt x="32" y="0"/>
                    <a:pt x="31" y="0"/>
                  </a:cubicBezTo>
                  <a:cubicBezTo>
                    <a:pt x="30" y="0"/>
                    <a:pt x="29" y="0"/>
                    <a:pt x="27" y="0"/>
                  </a:cubicBezTo>
                  <a:cubicBezTo>
                    <a:pt x="27" y="3"/>
                    <a:pt x="27" y="3"/>
                    <a:pt x="27" y="3"/>
                  </a:cubicBezTo>
                  <a:cubicBezTo>
                    <a:pt x="27" y="3"/>
                    <a:pt x="26" y="4"/>
                    <a:pt x="25" y="4"/>
                  </a:cubicBezTo>
                  <a:cubicBezTo>
                    <a:pt x="25" y="4"/>
                    <a:pt x="25" y="4"/>
                    <a:pt x="25" y="4"/>
                  </a:cubicBezTo>
                  <a:cubicBezTo>
                    <a:pt x="24" y="0"/>
                    <a:pt x="24" y="0"/>
                    <a:pt x="24" y="0"/>
                  </a:cubicBezTo>
                  <a:cubicBezTo>
                    <a:pt x="23" y="1"/>
                    <a:pt x="22" y="1"/>
                    <a:pt x="22" y="1"/>
                  </a:cubicBezTo>
                  <a:cubicBezTo>
                    <a:pt x="20" y="1"/>
                    <a:pt x="19" y="2"/>
                    <a:pt x="17" y="3"/>
                  </a:cubicBezTo>
                  <a:cubicBezTo>
                    <a:pt x="18" y="6"/>
                    <a:pt x="18" y="6"/>
                    <a:pt x="18" y="6"/>
                  </a:cubicBezTo>
                  <a:cubicBezTo>
                    <a:pt x="18" y="7"/>
                    <a:pt x="17" y="7"/>
                    <a:pt x="16" y="7"/>
                  </a:cubicBezTo>
                  <a:cubicBezTo>
                    <a:pt x="15" y="7"/>
                    <a:pt x="15" y="7"/>
                    <a:pt x="15" y="7"/>
                  </a:cubicBezTo>
                  <a:cubicBezTo>
                    <a:pt x="14" y="5"/>
                    <a:pt x="14" y="5"/>
                    <a:pt x="14" y="5"/>
                  </a:cubicBezTo>
                  <a:cubicBezTo>
                    <a:pt x="12" y="6"/>
                    <a:pt x="10" y="7"/>
                    <a:pt x="9" y="9"/>
                  </a:cubicBezTo>
                  <a:cubicBezTo>
                    <a:pt x="11" y="12"/>
                    <a:pt x="11" y="12"/>
                    <a:pt x="11" y="12"/>
                  </a:cubicBezTo>
                  <a:cubicBezTo>
                    <a:pt x="10" y="12"/>
                    <a:pt x="10" y="13"/>
                    <a:pt x="9" y="14"/>
                  </a:cubicBezTo>
                  <a:cubicBezTo>
                    <a:pt x="6" y="12"/>
                    <a:pt x="6" y="12"/>
                    <a:pt x="6" y="12"/>
                  </a:cubicBezTo>
                  <a:cubicBezTo>
                    <a:pt x="5" y="14"/>
                    <a:pt x="4" y="16"/>
                    <a:pt x="3" y="18"/>
                  </a:cubicBezTo>
                  <a:cubicBezTo>
                    <a:pt x="6" y="20"/>
                    <a:pt x="6" y="20"/>
                    <a:pt x="6" y="20"/>
                  </a:cubicBezTo>
                  <a:cubicBezTo>
                    <a:pt x="6" y="20"/>
                    <a:pt x="5" y="21"/>
                    <a:pt x="5" y="22"/>
                  </a:cubicBezTo>
                  <a:cubicBezTo>
                    <a:pt x="1" y="22"/>
                    <a:pt x="1" y="22"/>
                    <a:pt x="1" y="22"/>
                  </a:cubicBezTo>
                  <a:cubicBezTo>
                    <a:pt x="1" y="24"/>
                    <a:pt x="0" y="26"/>
                    <a:pt x="0" y="28"/>
                  </a:cubicBezTo>
                  <a:cubicBezTo>
                    <a:pt x="4" y="29"/>
                    <a:pt x="4" y="29"/>
                    <a:pt x="4" y="29"/>
                  </a:cubicBezTo>
                  <a:cubicBezTo>
                    <a:pt x="4" y="29"/>
                    <a:pt x="4" y="30"/>
                    <a:pt x="4" y="30"/>
                  </a:cubicBezTo>
                  <a:cubicBezTo>
                    <a:pt x="4" y="31"/>
                    <a:pt x="4" y="31"/>
                    <a:pt x="4" y="31"/>
                  </a:cubicBezTo>
                  <a:cubicBezTo>
                    <a:pt x="0" y="32"/>
                    <a:pt x="0" y="32"/>
                    <a:pt x="0" y="32"/>
                  </a:cubicBezTo>
                  <a:cubicBezTo>
                    <a:pt x="0" y="34"/>
                    <a:pt x="1" y="37"/>
                    <a:pt x="1" y="39"/>
                  </a:cubicBezTo>
                  <a:cubicBezTo>
                    <a:pt x="5" y="38"/>
                    <a:pt x="5" y="38"/>
                    <a:pt x="5" y="38"/>
                  </a:cubicBezTo>
                  <a:cubicBezTo>
                    <a:pt x="5" y="39"/>
                    <a:pt x="6" y="40"/>
                    <a:pt x="6" y="41"/>
                  </a:cubicBezTo>
                  <a:cubicBezTo>
                    <a:pt x="3" y="42"/>
                    <a:pt x="3" y="42"/>
                    <a:pt x="3" y="42"/>
                  </a:cubicBezTo>
                  <a:cubicBezTo>
                    <a:pt x="4" y="44"/>
                    <a:pt x="5" y="46"/>
                    <a:pt x="6" y="48"/>
                  </a:cubicBezTo>
                  <a:cubicBezTo>
                    <a:pt x="9" y="46"/>
                    <a:pt x="9" y="46"/>
                    <a:pt x="9" y="46"/>
                  </a:cubicBezTo>
                  <a:cubicBezTo>
                    <a:pt x="10" y="47"/>
                    <a:pt x="10" y="48"/>
                    <a:pt x="11" y="48"/>
                  </a:cubicBezTo>
                  <a:cubicBezTo>
                    <a:pt x="9" y="51"/>
                    <a:pt x="9" y="51"/>
                    <a:pt x="9" y="51"/>
                  </a:cubicBezTo>
                  <a:cubicBezTo>
                    <a:pt x="10" y="53"/>
                    <a:pt x="12" y="54"/>
                    <a:pt x="14" y="56"/>
                  </a:cubicBezTo>
                  <a:cubicBezTo>
                    <a:pt x="15" y="54"/>
                    <a:pt x="15" y="54"/>
                    <a:pt x="15" y="54"/>
                  </a:cubicBezTo>
                  <a:cubicBezTo>
                    <a:pt x="16" y="53"/>
                    <a:pt x="16" y="53"/>
                    <a:pt x="16" y="53"/>
                  </a:cubicBezTo>
                  <a:cubicBezTo>
                    <a:pt x="17" y="53"/>
                    <a:pt x="18" y="54"/>
                    <a:pt x="18" y="54"/>
                  </a:cubicBezTo>
                  <a:cubicBezTo>
                    <a:pt x="17" y="58"/>
                    <a:pt x="17" y="58"/>
                    <a:pt x="17" y="58"/>
                  </a:cubicBezTo>
                  <a:cubicBezTo>
                    <a:pt x="19" y="58"/>
                    <a:pt x="20" y="59"/>
                    <a:pt x="22" y="59"/>
                  </a:cubicBezTo>
                  <a:cubicBezTo>
                    <a:pt x="22" y="60"/>
                    <a:pt x="23" y="60"/>
                    <a:pt x="24" y="60"/>
                  </a:cubicBezTo>
                  <a:cubicBezTo>
                    <a:pt x="25" y="57"/>
                    <a:pt x="25" y="57"/>
                    <a:pt x="25" y="57"/>
                  </a:cubicBezTo>
                  <a:cubicBezTo>
                    <a:pt x="25" y="56"/>
                    <a:pt x="25" y="56"/>
                    <a:pt x="25" y="56"/>
                  </a:cubicBezTo>
                  <a:cubicBezTo>
                    <a:pt x="26" y="57"/>
                    <a:pt x="27" y="57"/>
                    <a:pt x="27" y="57"/>
                  </a:cubicBezTo>
                  <a:cubicBezTo>
                    <a:pt x="27" y="60"/>
                    <a:pt x="27" y="60"/>
                    <a:pt x="27" y="60"/>
                  </a:cubicBezTo>
                  <a:cubicBezTo>
                    <a:pt x="29" y="61"/>
                    <a:pt x="30" y="61"/>
                    <a:pt x="31" y="61"/>
                  </a:cubicBezTo>
                  <a:cubicBezTo>
                    <a:pt x="32" y="61"/>
                    <a:pt x="33" y="61"/>
                    <a:pt x="34" y="60"/>
                  </a:cubicBezTo>
                  <a:cubicBezTo>
                    <a:pt x="34" y="57"/>
                    <a:pt x="34" y="57"/>
                    <a:pt x="34" y="57"/>
                  </a:cubicBezTo>
                  <a:cubicBezTo>
                    <a:pt x="35" y="57"/>
                    <a:pt x="36" y="57"/>
                    <a:pt x="37" y="56"/>
                  </a:cubicBezTo>
                  <a:cubicBezTo>
                    <a:pt x="37" y="57"/>
                    <a:pt x="37" y="57"/>
                    <a:pt x="37" y="57"/>
                  </a:cubicBezTo>
                  <a:cubicBezTo>
                    <a:pt x="38" y="60"/>
                    <a:pt x="38" y="60"/>
                    <a:pt x="38" y="60"/>
                  </a:cubicBezTo>
                  <a:cubicBezTo>
                    <a:pt x="39" y="60"/>
                    <a:pt x="39" y="60"/>
                    <a:pt x="40" y="59"/>
                  </a:cubicBezTo>
                  <a:cubicBezTo>
                    <a:pt x="41" y="59"/>
                    <a:pt x="43" y="58"/>
                    <a:pt x="44" y="58"/>
                  </a:cubicBezTo>
                  <a:cubicBezTo>
                    <a:pt x="43" y="54"/>
                    <a:pt x="43" y="54"/>
                    <a:pt x="43" y="54"/>
                  </a:cubicBezTo>
                  <a:cubicBezTo>
                    <a:pt x="44" y="54"/>
                    <a:pt x="45" y="53"/>
                    <a:pt x="45" y="53"/>
                  </a:cubicBezTo>
                  <a:cubicBezTo>
                    <a:pt x="46" y="54"/>
                    <a:pt x="46" y="54"/>
                    <a:pt x="46" y="54"/>
                  </a:cubicBezTo>
                  <a:cubicBezTo>
                    <a:pt x="48" y="56"/>
                    <a:pt x="48" y="56"/>
                    <a:pt x="48" y="56"/>
                  </a:cubicBezTo>
                  <a:cubicBezTo>
                    <a:pt x="50" y="54"/>
                    <a:pt x="51" y="53"/>
                    <a:pt x="53" y="51"/>
                  </a:cubicBezTo>
                  <a:cubicBezTo>
                    <a:pt x="51" y="48"/>
                    <a:pt x="51" y="48"/>
                    <a:pt x="51" y="48"/>
                  </a:cubicBezTo>
                  <a:cubicBezTo>
                    <a:pt x="51" y="48"/>
                    <a:pt x="52" y="47"/>
                    <a:pt x="52" y="46"/>
                  </a:cubicBezTo>
                  <a:cubicBezTo>
                    <a:pt x="55" y="48"/>
                    <a:pt x="55" y="48"/>
                    <a:pt x="55" y="48"/>
                  </a:cubicBezTo>
                  <a:cubicBezTo>
                    <a:pt x="57" y="46"/>
                    <a:pt x="58" y="44"/>
                    <a:pt x="59" y="42"/>
                  </a:cubicBezTo>
                  <a:cubicBezTo>
                    <a:pt x="56" y="41"/>
                    <a:pt x="56" y="41"/>
                    <a:pt x="56" y="41"/>
                  </a:cubicBezTo>
                  <a:cubicBezTo>
                    <a:pt x="56" y="40"/>
                    <a:pt x="56" y="39"/>
                    <a:pt x="57" y="38"/>
                  </a:cubicBezTo>
                  <a:cubicBezTo>
                    <a:pt x="60" y="39"/>
                    <a:pt x="60" y="39"/>
                    <a:pt x="60" y="39"/>
                  </a:cubicBezTo>
                  <a:cubicBezTo>
                    <a:pt x="61" y="37"/>
                    <a:pt x="61" y="34"/>
                    <a:pt x="61" y="32"/>
                  </a:cubicBezTo>
                  <a:cubicBezTo>
                    <a:pt x="58" y="31"/>
                    <a:pt x="58" y="31"/>
                    <a:pt x="58" y="31"/>
                  </a:cubicBezTo>
                  <a:cubicBezTo>
                    <a:pt x="58" y="31"/>
                    <a:pt x="58" y="31"/>
                    <a:pt x="58" y="30"/>
                  </a:cubicBezTo>
                  <a:cubicBezTo>
                    <a:pt x="58" y="30"/>
                    <a:pt x="58" y="29"/>
                    <a:pt x="58" y="29"/>
                  </a:cubicBezTo>
                  <a:cubicBezTo>
                    <a:pt x="61" y="28"/>
                    <a:pt x="61" y="28"/>
                    <a:pt x="61" y="28"/>
                  </a:cubicBezTo>
                  <a:cubicBezTo>
                    <a:pt x="61" y="26"/>
                    <a:pt x="61" y="24"/>
                    <a:pt x="60" y="22"/>
                  </a:cubicBezTo>
                  <a:close/>
                  <a:moveTo>
                    <a:pt x="44" y="10"/>
                  </a:moveTo>
                  <a:cubicBezTo>
                    <a:pt x="45" y="11"/>
                    <a:pt x="45" y="11"/>
                    <a:pt x="46" y="12"/>
                  </a:cubicBezTo>
                  <a:cubicBezTo>
                    <a:pt x="48" y="13"/>
                    <a:pt x="49" y="15"/>
                    <a:pt x="51" y="17"/>
                  </a:cubicBezTo>
                  <a:cubicBezTo>
                    <a:pt x="46" y="20"/>
                    <a:pt x="46" y="20"/>
                    <a:pt x="46" y="20"/>
                  </a:cubicBezTo>
                  <a:cubicBezTo>
                    <a:pt x="40" y="23"/>
                    <a:pt x="40" y="23"/>
                    <a:pt x="40" y="23"/>
                  </a:cubicBezTo>
                  <a:cubicBezTo>
                    <a:pt x="37" y="25"/>
                    <a:pt x="37" y="25"/>
                    <a:pt x="37" y="25"/>
                  </a:cubicBezTo>
                  <a:cubicBezTo>
                    <a:pt x="36" y="25"/>
                    <a:pt x="36" y="25"/>
                    <a:pt x="36" y="25"/>
                  </a:cubicBezTo>
                  <a:cubicBezTo>
                    <a:pt x="36" y="25"/>
                    <a:pt x="36" y="25"/>
                    <a:pt x="36" y="25"/>
                  </a:cubicBezTo>
                  <a:cubicBezTo>
                    <a:pt x="37" y="23"/>
                    <a:pt x="37" y="23"/>
                    <a:pt x="37" y="23"/>
                  </a:cubicBezTo>
                  <a:cubicBezTo>
                    <a:pt x="40" y="18"/>
                    <a:pt x="40" y="18"/>
                    <a:pt x="40" y="18"/>
                  </a:cubicBezTo>
                  <a:lnTo>
                    <a:pt x="44" y="10"/>
                  </a:lnTo>
                  <a:close/>
                  <a:moveTo>
                    <a:pt x="32" y="6"/>
                  </a:moveTo>
                  <a:cubicBezTo>
                    <a:pt x="34" y="6"/>
                    <a:pt x="35" y="7"/>
                    <a:pt x="37" y="7"/>
                  </a:cubicBezTo>
                  <a:cubicBezTo>
                    <a:pt x="38" y="7"/>
                    <a:pt x="39" y="8"/>
                    <a:pt x="40" y="8"/>
                  </a:cubicBezTo>
                  <a:cubicBezTo>
                    <a:pt x="40" y="8"/>
                    <a:pt x="41" y="8"/>
                    <a:pt x="41" y="9"/>
                  </a:cubicBezTo>
                  <a:cubicBezTo>
                    <a:pt x="40" y="12"/>
                    <a:pt x="40" y="12"/>
                    <a:pt x="40" y="12"/>
                  </a:cubicBezTo>
                  <a:cubicBezTo>
                    <a:pt x="37" y="17"/>
                    <a:pt x="37" y="17"/>
                    <a:pt x="37" y="17"/>
                  </a:cubicBezTo>
                  <a:cubicBezTo>
                    <a:pt x="33" y="23"/>
                    <a:pt x="33" y="23"/>
                    <a:pt x="33" y="23"/>
                  </a:cubicBezTo>
                  <a:cubicBezTo>
                    <a:pt x="33" y="23"/>
                    <a:pt x="33" y="23"/>
                    <a:pt x="32" y="23"/>
                  </a:cubicBezTo>
                  <a:lnTo>
                    <a:pt x="32" y="6"/>
                  </a:lnTo>
                  <a:close/>
                  <a:moveTo>
                    <a:pt x="22" y="8"/>
                  </a:moveTo>
                  <a:cubicBezTo>
                    <a:pt x="23" y="8"/>
                    <a:pt x="24" y="7"/>
                    <a:pt x="25" y="7"/>
                  </a:cubicBezTo>
                  <a:cubicBezTo>
                    <a:pt x="26" y="7"/>
                    <a:pt x="28" y="6"/>
                    <a:pt x="29" y="6"/>
                  </a:cubicBezTo>
                  <a:cubicBezTo>
                    <a:pt x="29" y="23"/>
                    <a:pt x="29" y="23"/>
                    <a:pt x="29" y="23"/>
                  </a:cubicBezTo>
                  <a:cubicBezTo>
                    <a:pt x="29" y="23"/>
                    <a:pt x="29" y="23"/>
                    <a:pt x="28" y="23"/>
                  </a:cubicBezTo>
                  <a:cubicBezTo>
                    <a:pt x="25" y="17"/>
                    <a:pt x="25" y="17"/>
                    <a:pt x="25" y="17"/>
                  </a:cubicBezTo>
                  <a:cubicBezTo>
                    <a:pt x="22" y="12"/>
                    <a:pt x="22" y="12"/>
                    <a:pt x="22" y="12"/>
                  </a:cubicBezTo>
                  <a:cubicBezTo>
                    <a:pt x="20" y="9"/>
                    <a:pt x="20" y="9"/>
                    <a:pt x="20" y="9"/>
                  </a:cubicBezTo>
                  <a:cubicBezTo>
                    <a:pt x="21" y="8"/>
                    <a:pt x="21" y="8"/>
                    <a:pt x="22" y="8"/>
                  </a:cubicBezTo>
                  <a:close/>
                  <a:moveTo>
                    <a:pt x="15" y="12"/>
                  </a:moveTo>
                  <a:cubicBezTo>
                    <a:pt x="16" y="11"/>
                    <a:pt x="17" y="11"/>
                    <a:pt x="18" y="10"/>
                  </a:cubicBezTo>
                  <a:cubicBezTo>
                    <a:pt x="22" y="18"/>
                    <a:pt x="22" y="18"/>
                    <a:pt x="22" y="18"/>
                  </a:cubicBezTo>
                  <a:cubicBezTo>
                    <a:pt x="25" y="23"/>
                    <a:pt x="25" y="23"/>
                    <a:pt x="25" y="23"/>
                  </a:cubicBezTo>
                  <a:cubicBezTo>
                    <a:pt x="26" y="25"/>
                    <a:pt x="26" y="25"/>
                    <a:pt x="26" y="25"/>
                  </a:cubicBezTo>
                  <a:cubicBezTo>
                    <a:pt x="26" y="25"/>
                    <a:pt x="25" y="25"/>
                    <a:pt x="25" y="25"/>
                  </a:cubicBezTo>
                  <a:cubicBezTo>
                    <a:pt x="25" y="25"/>
                    <a:pt x="25" y="25"/>
                    <a:pt x="25" y="25"/>
                  </a:cubicBezTo>
                  <a:cubicBezTo>
                    <a:pt x="22" y="23"/>
                    <a:pt x="22" y="23"/>
                    <a:pt x="22" y="23"/>
                  </a:cubicBezTo>
                  <a:cubicBezTo>
                    <a:pt x="15" y="20"/>
                    <a:pt x="15" y="20"/>
                    <a:pt x="15" y="20"/>
                  </a:cubicBezTo>
                  <a:cubicBezTo>
                    <a:pt x="11" y="17"/>
                    <a:pt x="11" y="17"/>
                    <a:pt x="11" y="17"/>
                  </a:cubicBezTo>
                  <a:cubicBezTo>
                    <a:pt x="12" y="15"/>
                    <a:pt x="14" y="13"/>
                    <a:pt x="15" y="12"/>
                  </a:cubicBezTo>
                  <a:close/>
                  <a:moveTo>
                    <a:pt x="9" y="20"/>
                  </a:moveTo>
                  <a:cubicBezTo>
                    <a:pt x="15" y="23"/>
                    <a:pt x="15" y="23"/>
                    <a:pt x="15" y="23"/>
                  </a:cubicBezTo>
                  <a:cubicBezTo>
                    <a:pt x="22" y="27"/>
                    <a:pt x="22" y="27"/>
                    <a:pt x="22" y="27"/>
                  </a:cubicBezTo>
                  <a:cubicBezTo>
                    <a:pt x="24" y="28"/>
                    <a:pt x="24" y="28"/>
                    <a:pt x="24" y="28"/>
                  </a:cubicBezTo>
                  <a:cubicBezTo>
                    <a:pt x="24" y="28"/>
                    <a:pt x="24" y="28"/>
                    <a:pt x="24" y="29"/>
                  </a:cubicBezTo>
                  <a:cubicBezTo>
                    <a:pt x="22" y="29"/>
                    <a:pt x="22" y="29"/>
                    <a:pt x="22" y="29"/>
                  </a:cubicBezTo>
                  <a:cubicBezTo>
                    <a:pt x="15" y="29"/>
                    <a:pt x="15" y="29"/>
                    <a:pt x="15" y="29"/>
                  </a:cubicBezTo>
                  <a:cubicBezTo>
                    <a:pt x="7" y="29"/>
                    <a:pt x="7" y="29"/>
                    <a:pt x="7" y="29"/>
                  </a:cubicBezTo>
                  <a:cubicBezTo>
                    <a:pt x="7" y="25"/>
                    <a:pt x="8" y="22"/>
                    <a:pt x="9" y="20"/>
                  </a:cubicBezTo>
                  <a:close/>
                  <a:moveTo>
                    <a:pt x="7" y="32"/>
                  </a:moveTo>
                  <a:cubicBezTo>
                    <a:pt x="15" y="32"/>
                    <a:pt x="15" y="32"/>
                    <a:pt x="15" y="32"/>
                  </a:cubicBezTo>
                  <a:cubicBezTo>
                    <a:pt x="22" y="32"/>
                    <a:pt x="22" y="32"/>
                    <a:pt x="22" y="32"/>
                  </a:cubicBezTo>
                  <a:cubicBezTo>
                    <a:pt x="24" y="32"/>
                    <a:pt x="24" y="32"/>
                    <a:pt x="24" y="32"/>
                  </a:cubicBezTo>
                  <a:cubicBezTo>
                    <a:pt x="24" y="32"/>
                    <a:pt x="24" y="32"/>
                    <a:pt x="24" y="32"/>
                  </a:cubicBezTo>
                  <a:cubicBezTo>
                    <a:pt x="22" y="34"/>
                    <a:pt x="22" y="34"/>
                    <a:pt x="22" y="34"/>
                  </a:cubicBezTo>
                  <a:cubicBezTo>
                    <a:pt x="15" y="37"/>
                    <a:pt x="15" y="37"/>
                    <a:pt x="15" y="37"/>
                  </a:cubicBezTo>
                  <a:cubicBezTo>
                    <a:pt x="9" y="41"/>
                    <a:pt x="9" y="41"/>
                    <a:pt x="9" y="41"/>
                  </a:cubicBezTo>
                  <a:cubicBezTo>
                    <a:pt x="8" y="38"/>
                    <a:pt x="7" y="35"/>
                    <a:pt x="7" y="32"/>
                  </a:cubicBezTo>
                  <a:close/>
                  <a:moveTo>
                    <a:pt x="18" y="50"/>
                  </a:moveTo>
                  <a:cubicBezTo>
                    <a:pt x="17" y="50"/>
                    <a:pt x="16" y="49"/>
                    <a:pt x="15" y="48"/>
                  </a:cubicBezTo>
                  <a:cubicBezTo>
                    <a:pt x="14" y="47"/>
                    <a:pt x="12" y="45"/>
                    <a:pt x="11" y="43"/>
                  </a:cubicBezTo>
                  <a:cubicBezTo>
                    <a:pt x="15" y="41"/>
                    <a:pt x="15" y="41"/>
                    <a:pt x="15" y="41"/>
                  </a:cubicBezTo>
                  <a:cubicBezTo>
                    <a:pt x="22" y="37"/>
                    <a:pt x="22" y="37"/>
                    <a:pt x="22" y="37"/>
                  </a:cubicBezTo>
                  <a:cubicBezTo>
                    <a:pt x="25" y="35"/>
                    <a:pt x="25" y="35"/>
                    <a:pt x="25" y="35"/>
                  </a:cubicBezTo>
                  <a:cubicBezTo>
                    <a:pt x="25" y="35"/>
                    <a:pt x="25" y="35"/>
                    <a:pt x="25" y="35"/>
                  </a:cubicBezTo>
                  <a:cubicBezTo>
                    <a:pt x="25" y="35"/>
                    <a:pt x="26" y="35"/>
                    <a:pt x="26" y="36"/>
                  </a:cubicBezTo>
                  <a:cubicBezTo>
                    <a:pt x="25" y="38"/>
                    <a:pt x="25" y="38"/>
                    <a:pt x="25" y="38"/>
                  </a:cubicBezTo>
                  <a:cubicBezTo>
                    <a:pt x="22" y="43"/>
                    <a:pt x="22" y="43"/>
                    <a:pt x="22" y="43"/>
                  </a:cubicBezTo>
                  <a:lnTo>
                    <a:pt x="18" y="50"/>
                  </a:lnTo>
                  <a:close/>
                  <a:moveTo>
                    <a:pt x="29" y="54"/>
                  </a:moveTo>
                  <a:cubicBezTo>
                    <a:pt x="28" y="54"/>
                    <a:pt x="26" y="54"/>
                    <a:pt x="25" y="53"/>
                  </a:cubicBezTo>
                  <a:cubicBezTo>
                    <a:pt x="24" y="53"/>
                    <a:pt x="23" y="53"/>
                    <a:pt x="22" y="52"/>
                  </a:cubicBezTo>
                  <a:cubicBezTo>
                    <a:pt x="21" y="52"/>
                    <a:pt x="21" y="52"/>
                    <a:pt x="20" y="52"/>
                  </a:cubicBezTo>
                  <a:cubicBezTo>
                    <a:pt x="22" y="48"/>
                    <a:pt x="22" y="48"/>
                    <a:pt x="22" y="48"/>
                  </a:cubicBezTo>
                  <a:cubicBezTo>
                    <a:pt x="25" y="44"/>
                    <a:pt x="25" y="44"/>
                    <a:pt x="25" y="44"/>
                  </a:cubicBezTo>
                  <a:cubicBezTo>
                    <a:pt x="28" y="37"/>
                    <a:pt x="28" y="37"/>
                    <a:pt x="28" y="37"/>
                  </a:cubicBezTo>
                  <a:cubicBezTo>
                    <a:pt x="29" y="37"/>
                    <a:pt x="29" y="37"/>
                    <a:pt x="29" y="37"/>
                  </a:cubicBezTo>
                  <a:lnTo>
                    <a:pt x="29" y="54"/>
                  </a:lnTo>
                  <a:close/>
                  <a:moveTo>
                    <a:pt x="26" y="30"/>
                  </a:moveTo>
                  <a:cubicBezTo>
                    <a:pt x="26" y="27"/>
                    <a:pt x="28" y="25"/>
                    <a:pt x="31" y="25"/>
                  </a:cubicBezTo>
                  <a:cubicBezTo>
                    <a:pt x="33" y="25"/>
                    <a:pt x="36" y="27"/>
                    <a:pt x="36" y="30"/>
                  </a:cubicBezTo>
                  <a:cubicBezTo>
                    <a:pt x="36" y="33"/>
                    <a:pt x="33" y="35"/>
                    <a:pt x="31" y="35"/>
                  </a:cubicBezTo>
                  <a:cubicBezTo>
                    <a:pt x="28" y="35"/>
                    <a:pt x="26" y="33"/>
                    <a:pt x="26" y="30"/>
                  </a:cubicBezTo>
                  <a:close/>
                  <a:moveTo>
                    <a:pt x="40" y="52"/>
                  </a:moveTo>
                  <a:cubicBezTo>
                    <a:pt x="39" y="53"/>
                    <a:pt x="38" y="53"/>
                    <a:pt x="37" y="53"/>
                  </a:cubicBezTo>
                  <a:cubicBezTo>
                    <a:pt x="35" y="54"/>
                    <a:pt x="34" y="54"/>
                    <a:pt x="32" y="54"/>
                  </a:cubicBezTo>
                  <a:cubicBezTo>
                    <a:pt x="32" y="37"/>
                    <a:pt x="32" y="37"/>
                    <a:pt x="32" y="37"/>
                  </a:cubicBezTo>
                  <a:cubicBezTo>
                    <a:pt x="33" y="37"/>
                    <a:pt x="33" y="37"/>
                    <a:pt x="33" y="37"/>
                  </a:cubicBezTo>
                  <a:cubicBezTo>
                    <a:pt x="37" y="44"/>
                    <a:pt x="37" y="44"/>
                    <a:pt x="37" y="44"/>
                  </a:cubicBezTo>
                  <a:cubicBezTo>
                    <a:pt x="40" y="48"/>
                    <a:pt x="40" y="48"/>
                    <a:pt x="40" y="48"/>
                  </a:cubicBezTo>
                  <a:cubicBezTo>
                    <a:pt x="41" y="52"/>
                    <a:pt x="41" y="52"/>
                    <a:pt x="41" y="52"/>
                  </a:cubicBezTo>
                  <a:cubicBezTo>
                    <a:pt x="41" y="52"/>
                    <a:pt x="40" y="52"/>
                    <a:pt x="40" y="52"/>
                  </a:cubicBezTo>
                  <a:close/>
                  <a:moveTo>
                    <a:pt x="46" y="48"/>
                  </a:moveTo>
                  <a:cubicBezTo>
                    <a:pt x="45" y="49"/>
                    <a:pt x="45" y="50"/>
                    <a:pt x="44" y="50"/>
                  </a:cubicBezTo>
                  <a:cubicBezTo>
                    <a:pt x="40" y="43"/>
                    <a:pt x="40" y="43"/>
                    <a:pt x="40" y="43"/>
                  </a:cubicBezTo>
                  <a:cubicBezTo>
                    <a:pt x="37" y="38"/>
                    <a:pt x="37" y="38"/>
                    <a:pt x="37" y="38"/>
                  </a:cubicBezTo>
                  <a:cubicBezTo>
                    <a:pt x="36" y="36"/>
                    <a:pt x="36" y="36"/>
                    <a:pt x="36" y="36"/>
                  </a:cubicBezTo>
                  <a:cubicBezTo>
                    <a:pt x="36" y="35"/>
                    <a:pt x="36" y="35"/>
                    <a:pt x="36" y="35"/>
                  </a:cubicBezTo>
                  <a:cubicBezTo>
                    <a:pt x="37" y="35"/>
                    <a:pt x="37" y="35"/>
                    <a:pt x="37" y="35"/>
                  </a:cubicBezTo>
                  <a:cubicBezTo>
                    <a:pt x="40" y="37"/>
                    <a:pt x="40" y="37"/>
                    <a:pt x="40" y="37"/>
                  </a:cubicBezTo>
                  <a:cubicBezTo>
                    <a:pt x="46" y="41"/>
                    <a:pt x="46" y="41"/>
                    <a:pt x="46" y="41"/>
                  </a:cubicBezTo>
                  <a:cubicBezTo>
                    <a:pt x="51" y="43"/>
                    <a:pt x="51" y="43"/>
                    <a:pt x="51" y="43"/>
                  </a:cubicBezTo>
                  <a:cubicBezTo>
                    <a:pt x="49" y="45"/>
                    <a:pt x="48" y="47"/>
                    <a:pt x="46" y="48"/>
                  </a:cubicBezTo>
                  <a:close/>
                  <a:moveTo>
                    <a:pt x="52" y="41"/>
                  </a:moveTo>
                  <a:cubicBezTo>
                    <a:pt x="46" y="37"/>
                    <a:pt x="46" y="37"/>
                    <a:pt x="46" y="37"/>
                  </a:cubicBezTo>
                  <a:cubicBezTo>
                    <a:pt x="40" y="34"/>
                    <a:pt x="40" y="34"/>
                    <a:pt x="40" y="34"/>
                  </a:cubicBezTo>
                  <a:cubicBezTo>
                    <a:pt x="38" y="32"/>
                    <a:pt x="38" y="32"/>
                    <a:pt x="38" y="32"/>
                  </a:cubicBezTo>
                  <a:cubicBezTo>
                    <a:pt x="38" y="32"/>
                    <a:pt x="38" y="32"/>
                    <a:pt x="38" y="32"/>
                  </a:cubicBezTo>
                  <a:cubicBezTo>
                    <a:pt x="40" y="32"/>
                    <a:pt x="40" y="32"/>
                    <a:pt x="40" y="32"/>
                  </a:cubicBezTo>
                  <a:cubicBezTo>
                    <a:pt x="46" y="32"/>
                    <a:pt x="46" y="32"/>
                    <a:pt x="46" y="32"/>
                  </a:cubicBezTo>
                  <a:cubicBezTo>
                    <a:pt x="55" y="32"/>
                    <a:pt x="55" y="32"/>
                    <a:pt x="55" y="32"/>
                  </a:cubicBezTo>
                  <a:cubicBezTo>
                    <a:pt x="54" y="35"/>
                    <a:pt x="54" y="38"/>
                    <a:pt x="52" y="41"/>
                  </a:cubicBezTo>
                  <a:close/>
                  <a:moveTo>
                    <a:pt x="46" y="29"/>
                  </a:moveTo>
                  <a:cubicBezTo>
                    <a:pt x="40" y="29"/>
                    <a:pt x="40" y="29"/>
                    <a:pt x="40" y="29"/>
                  </a:cubicBezTo>
                  <a:cubicBezTo>
                    <a:pt x="38" y="29"/>
                    <a:pt x="38" y="29"/>
                    <a:pt x="38" y="29"/>
                  </a:cubicBezTo>
                  <a:cubicBezTo>
                    <a:pt x="38" y="28"/>
                    <a:pt x="38" y="28"/>
                    <a:pt x="38" y="28"/>
                  </a:cubicBezTo>
                  <a:cubicBezTo>
                    <a:pt x="40" y="27"/>
                    <a:pt x="40" y="27"/>
                    <a:pt x="40" y="27"/>
                  </a:cubicBezTo>
                  <a:cubicBezTo>
                    <a:pt x="46" y="23"/>
                    <a:pt x="46" y="23"/>
                    <a:pt x="46" y="23"/>
                  </a:cubicBezTo>
                  <a:cubicBezTo>
                    <a:pt x="52" y="20"/>
                    <a:pt x="52" y="20"/>
                    <a:pt x="52" y="20"/>
                  </a:cubicBezTo>
                  <a:cubicBezTo>
                    <a:pt x="54" y="22"/>
                    <a:pt x="54" y="25"/>
                    <a:pt x="55" y="29"/>
                  </a:cubicBezTo>
                  <a:lnTo>
                    <a:pt x="46" y="29"/>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5" name="Google Shape;485;p44"/>
            <p:cNvSpPr/>
            <p:nvPr/>
          </p:nvSpPr>
          <p:spPr>
            <a:xfrm>
              <a:off x="4349750" y="1376363"/>
              <a:ext cx="268288" cy="271463"/>
            </a:xfrm>
            <a:custGeom>
              <a:avLst/>
              <a:gdLst/>
              <a:ahLst/>
              <a:cxnLst/>
              <a:rect l="l" t="t" r="r" b="b"/>
              <a:pathLst>
                <a:path w="71" h="72" extrusionOk="0">
                  <a:moveTo>
                    <a:pt x="8" y="36"/>
                  </a:moveTo>
                  <a:cubicBezTo>
                    <a:pt x="0" y="38"/>
                    <a:pt x="0" y="38"/>
                    <a:pt x="0" y="38"/>
                  </a:cubicBezTo>
                  <a:cubicBezTo>
                    <a:pt x="0" y="41"/>
                    <a:pt x="1" y="43"/>
                    <a:pt x="1" y="46"/>
                  </a:cubicBezTo>
                  <a:cubicBezTo>
                    <a:pt x="2" y="48"/>
                    <a:pt x="3" y="51"/>
                    <a:pt x="4" y="53"/>
                  </a:cubicBezTo>
                  <a:cubicBezTo>
                    <a:pt x="12" y="51"/>
                    <a:pt x="12" y="51"/>
                    <a:pt x="12" y="51"/>
                  </a:cubicBezTo>
                  <a:cubicBezTo>
                    <a:pt x="14" y="53"/>
                    <a:pt x="16" y="55"/>
                    <a:pt x="18" y="57"/>
                  </a:cubicBezTo>
                  <a:cubicBezTo>
                    <a:pt x="20" y="58"/>
                    <a:pt x="21" y="59"/>
                    <a:pt x="22" y="60"/>
                  </a:cubicBezTo>
                  <a:cubicBezTo>
                    <a:pt x="20" y="68"/>
                    <a:pt x="20" y="68"/>
                    <a:pt x="20" y="68"/>
                  </a:cubicBezTo>
                  <a:cubicBezTo>
                    <a:pt x="21" y="68"/>
                    <a:pt x="22" y="69"/>
                    <a:pt x="23" y="69"/>
                  </a:cubicBezTo>
                  <a:cubicBezTo>
                    <a:pt x="24" y="70"/>
                    <a:pt x="26" y="70"/>
                    <a:pt x="27" y="71"/>
                  </a:cubicBezTo>
                  <a:cubicBezTo>
                    <a:pt x="29" y="71"/>
                    <a:pt x="30" y="71"/>
                    <a:pt x="31" y="71"/>
                  </a:cubicBezTo>
                  <a:cubicBezTo>
                    <a:pt x="32" y="72"/>
                    <a:pt x="34" y="72"/>
                    <a:pt x="35" y="72"/>
                  </a:cubicBezTo>
                  <a:cubicBezTo>
                    <a:pt x="36" y="67"/>
                    <a:pt x="36" y="67"/>
                    <a:pt x="36" y="67"/>
                  </a:cubicBezTo>
                  <a:cubicBezTo>
                    <a:pt x="37" y="63"/>
                    <a:pt x="37" y="63"/>
                    <a:pt x="37" y="63"/>
                  </a:cubicBezTo>
                  <a:cubicBezTo>
                    <a:pt x="38" y="63"/>
                    <a:pt x="39" y="63"/>
                    <a:pt x="40" y="63"/>
                  </a:cubicBezTo>
                  <a:cubicBezTo>
                    <a:pt x="43" y="63"/>
                    <a:pt x="46" y="62"/>
                    <a:pt x="49" y="60"/>
                  </a:cubicBezTo>
                  <a:cubicBezTo>
                    <a:pt x="49" y="60"/>
                    <a:pt x="49" y="60"/>
                    <a:pt x="50" y="60"/>
                  </a:cubicBezTo>
                  <a:cubicBezTo>
                    <a:pt x="53" y="63"/>
                    <a:pt x="53" y="63"/>
                    <a:pt x="53" y="63"/>
                  </a:cubicBezTo>
                  <a:cubicBezTo>
                    <a:pt x="56" y="66"/>
                    <a:pt x="56" y="66"/>
                    <a:pt x="56" y="66"/>
                  </a:cubicBezTo>
                  <a:cubicBezTo>
                    <a:pt x="58" y="64"/>
                    <a:pt x="60" y="63"/>
                    <a:pt x="61" y="61"/>
                  </a:cubicBezTo>
                  <a:cubicBezTo>
                    <a:pt x="63" y="59"/>
                    <a:pt x="65" y="57"/>
                    <a:pt x="66" y="55"/>
                  </a:cubicBezTo>
                  <a:cubicBezTo>
                    <a:pt x="60" y="49"/>
                    <a:pt x="60" y="49"/>
                    <a:pt x="60" y="49"/>
                  </a:cubicBezTo>
                  <a:cubicBezTo>
                    <a:pt x="61" y="47"/>
                    <a:pt x="62" y="45"/>
                    <a:pt x="62" y="43"/>
                  </a:cubicBezTo>
                  <a:cubicBezTo>
                    <a:pt x="63" y="40"/>
                    <a:pt x="63" y="38"/>
                    <a:pt x="63" y="36"/>
                  </a:cubicBezTo>
                  <a:cubicBezTo>
                    <a:pt x="71" y="33"/>
                    <a:pt x="71" y="33"/>
                    <a:pt x="71" y="33"/>
                  </a:cubicBezTo>
                  <a:cubicBezTo>
                    <a:pt x="71" y="31"/>
                    <a:pt x="71" y="28"/>
                    <a:pt x="70" y="26"/>
                  </a:cubicBezTo>
                  <a:cubicBezTo>
                    <a:pt x="69" y="24"/>
                    <a:pt x="68" y="21"/>
                    <a:pt x="67" y="19"/>
                  </a:cubicBezTo>
                  <a:cubicBezTo>
                    <a:pt x="59" y="21"/>
                    <a:pt x="59" y="21"/>
                    <a:pt x="59" y="21"/>
                  </a:cubicBezTo>
                  <a:cubicBezTo>
                    <a:pt x="57" y="19"/>
                    <a:pt x="55" y="16"/>
                    <a:pt x="53" y="15"/>
                  </a:cubicBezTo>
                  <a:cubicBezTo>
                    <a:pt x="52" y="14"/>
                    <a:pt x="51" y="13"/>
                    <a:pt x="49" y="12"/>
                  </a:cubicBezTo>
                  <a:cubicBezTo>
                    <a:pt x="51" y="4"/>
                    <a:pt x="51" y="4"/>
                    <a:pt x="51" y="4"/>
                  </a:cubicBezTo>
                  <a:cubicBezTo>
                    <a:pt x="50" y="3"/>
                    <a:pt x="50" y="3"/>
                    <a:pt x="49" y="3"/>
                  </a:cubicBezTo>
                  <a:cubicBezTo>
                    <a:pt x="47" y="2"/>
                    <a:pt x="46" y="2"/>
                    <a:pt x="44" y="1"/>
                  </a:cubicBezTo>
                  <a:cubicBezTo>
                    <a:pt x="43" y="1"/>
                    <a:pt x="41" y="1"/>
                    <a:pt x="40" y="1"/>
                  </a:cubicBezTo>
                  <a:cubicBezTo>
                    <a:pt x="39" y="0"/>
                    <a:pt x="38" y="0"/>
                    <a:pt x="37" y="0"/>
                  </a:cubicBezTo>
                  <a:cubicBezTo>
                    <a:pt x="36" y="5"/>
                    <a:pt x="36" y="5"/>
                    <a:pt x="36" y="5"/>
                  </a:cubicBezTo>
                  <a:cubicBezTo>
                    <a:pt x="35" y="8"/>
                    <a:pt x="35" y="8"/>
                    <a:pt x="35" y="8"/>
                  </a:cubicBezTo>
                  <a:cubicBezTo>
                    <a:pt x="34" y="8"/>
                    <a:pt x="32" y="9"/>
                    <a:pt x="31" y="9"/>
                  </a:cubicBezTo>
                  <a:cubicBezTo>
                    <a:pt x="28" y="9"/>
                    <a:pt x="25" y="10"/>
                    <a:pt x="23" y="12"/>
                  </a:cubicBezTo>
                  <a:cubicBezTo>
                    <a:pt x="22" y="12"/>
                    <a:pt x="22" y="12"/>
                    <a:pt x="22" y="12"/>
                  </a:cubicBezTo>
                  <a:cubicBezTo>
                    <a:pt x="18" y="9"/>
                    <a:pt x="18" y="9"/>
                    <a:pt x="18" y="9"/>
                  </a:cubicBezTo>
                  <a:cubicBezTo>
                    <a:pt x="16" y="6"/>
                    <a:pt x="16" y="6"/>
                    <a:pt x="16" y="6"/>
                  </a:cubicBezTo>
                  <a:cubicBezTo>
                    <a:pt x="14" y="8"/>
                    <a:pt x="12" y="9"/>
                    <a:pt x="10" y="11"/>
                  </a:cubicBezTo>
                  <a:cubicBezTo>
                    <a:pt x="8" y="13"/>
                    <a:pt x="7" y="15"/>
                    <a:pt x="5" y="17"/>
                  </a:cubicBezTo>
                  <a:cubicBezTo>
                    <a:pt x="11" y="23"/>
                    <a:pt x="11" y="23"/>
                    <a:pt x="11" y="23"/>
                  </a:cubicBezTo>
                  <a:cubicBezTo>
                    <a:pt x="10" y="25"/>
                    <a:pt x="10" y="27"/>
                    <a:pt x="9" y="29"/>
                  </a:cubicBezTo>
                  <a:cubicBezTo>
                    <a:pt x="8" y="32"/>
                    <a:pt x="8" y="34"/>
                    <a:pt x="8" y="36"/>
                  </a:cubicBezTo>
                  <a:close/>
                  <a:moveTo>
                    <a:pt x="54" y="41"/>
                  </a:moveTo>
                  <a:cubicBezTo>
                    <a:pt x="54" y="41"/>
                    <a:pt x="53" y="41"/>
                    <a:pt x="53" y="41"/>
                  </a:cubicBezTo>
                  <a:cubicBezTo>
                    <a:pt x="53" y="41"/>
                    <a:pt x="52" y="41"/>
                    <a:pt x="52" y="41"/>
                  </a:cubicBezTo>
                  <a:cubicBezTo>
                    <a:pt x="52" y="40"/>
                    <a:pt x="52" y="40"/>
                    <a:pt x="52" y="39"/>
                  </a:cubicBezTo>
                  <a:cubicBezTo>
                    <a:pt x="52" y="39"/>
                    <a:pt x="53" y="39"/>
                    <a:pt x="53" y="38"/>
                  </a:cubicBezTo>
                  <a:cubicBezTo>
                    <a:pt x="53" y="38"/>
                    <a:pt x="54" y="38"/>
                    <a:pt x="54" y="39"/>
                  </a:cubicBezTo>
                  <a:cubicBezTo>
                    <a:pt x="55" y="39"/>
                    <a:pt x="55" y="40"/>
                    <a:pt x="54" y="41"/>
                  </a:cubicBezTo>
                  <a:close/>
                  <a:moveTo>
                    <a:pt x="52" y="29"/>
                  </a:moveTo>
                  <a:cubicBezTo>
                    <a:pt x="53" y="29"/>
                    <a:pt x="53" y="29"/>
                    <a:pt x="53" y="29"/>
                  </a:cubicBezTo>
                  <a:cubicBezTo>
                    <a:pt x="54" y="29"/>
                    <a:pt x="55" y="29"/>
                    <a:pt x="55" y="30"/>
                  </a:cubicBezTo>
                  <a:cubicBezTo>
                    <a:pt x="56" y="32"/>
                    <a:pt x="55" y="33"/>
                    <a:pt x="54" y="33"/>
                  </a:cubicBezTo>
                  <a:cubicBezTo>
                    <a:pt x="53" y="33"/>
                    <a:pt x="53" y="33"/>
                    <a:pt x="53" y="33"/>
                  </a:cubicBezTo>
                  <a:cubicBezTo>
                    <a:pt x="52" y="33"/>
                    <a:pt x="51" y="33"/>
                    <a:pt x="51" y="32"/>
                  </a:cubicBezTo>
                  <a:cubicBezTo>
                    <a:pt x="50" y="30"/>
                    <a:pt x="51" y="29"/>
                    <a:pt x="52" y="29"/>
                  </a:cubicBezTo>
                  <a:close/>
                  <a:moveTo>
                    <a:pt x="47" y="22"/>
                  </a:moveTo>
                  <a:cubicBezTo>
                    <a:pt x="47" y="21"/>
                    <a:pt x="48" y="21"/>
                    <a:pt x="49" y="21"/>
                  </a:cubicBezTo>
                  <a:cubicBezTo>
                    <a:pt x="49" y="22"/>
                    <a:pt x="49" y="22"/>
                    <a:pt x="49" y="22"/>
                  </a:cubicBezTo>
                  <a:cubicBezTo>
                    <a:pt x="49" y="22"/>
                    <a:pt x="50" y="23"/>
                    <a:pt x="49" y="24"/>
                  </a:cubicBezTo>
                  <a:cubicBezTo>
                    <a:pt x="49" y="24"/>
                    <a:pt x="49" y="24"/>
                    <a:pt x="49" y="24"/>
                  </a:cubicBezTo>
                  <a:cubicBezTo>
                    <a:pt x="48" y="24"/>
                    <a:pt x="47" y="24"/>
                    <a:pt x="47" y="24"/>
                  </a:cubicBezTo>
                  <a:cubicBezTo>
                    <a:pt x="46" y="23"/>
                    <a:pt x="46" y="22"/>
                    <a:pt x="47" y="22"/>
                  </a:cubicBezTo>
                  <a:close/>
                  <a:moveTo>
                    <a:pt x="47" y="47"/>
                  </a:moveTo>
                  <a:cubicBezTo>
                    <a:pt x="47" y="46"/>
                    <a:pt x="48" y="46"/>
                    <a:pt x="49" y="46"/>
                  </a:cubicBezTo>
                  <a:cubicBezTo>
                    <a:pt x="49" y="46"/>
                    <a:pt x="50" y="46"/>
                    <a:pt x="50" y="47"/>
                  </a:cubicBezTo>
                  <a:cubicBezTo>
                    <a:pt x="51" y="48"/>
                    <a:pt x="51" y="49"/>
                    <a:pt x="50" y="50"/>
                  </a:cubicBezTo>
                  <a:cubicBezTo>
                    <a:pt x="50" y="51"/>
                    <a:pt x="49" y="51"/>
                    <a:pt x="49" y="51"/>
                  </a:cubicBezTo>
                  <a:cubicBezTo>
                    <a:pt x="48" y="51"/>
                    <a:pt x="47" y="51"/>
                    <a:pt x="47" y="50"/>
                  </a:cubicBezTo>
                  <a:cubicBezTo>
                    <a:pt x="46" y="49"/>
                    <a:pt x="46" y="48"/>
                    <a:pt x="47" y="47"/>
                  </a:cubicBezTo>
                  <a:close/>
                  <a:moveTo>
                    <a:pt x="34" y="54"/>
                  </a:moveTo>
                  <a:cubicBezTo>
                    <a:pt x="33" y="55"/>
                    <a:pt x="32" y="56"/>
                    <a:pt x="31" y="56"/>
                  </a:cubicBezTo>
                  <a:cubicBezTo>
                    <a:pt x="31" y="56"/>
                    <a:pt x="31" y="56"/>
                    <a:pt x="31" y="56"/>
                  </a:cubicBezTo>
                  <a:cubicBezTo>
                    <a:pt x="30" y="55"/>
                    <a:pt x="29" y="54"/>
                    <a:pt x="29" y="53"/>
                  </a:cubicBezTo>
                  <a:cubicBezTo>
                    <a:pt x="29" y="52"/>
                    <a:pt x="30" y="51"/>
                    <a:pt x="31" y="51"/>
                  </a:cubicBezTo>
                  <a:cubicBezTo>
                    <a:pt x="32" y="51"/>
                    <a:pt x="32" y="51"/>
                    <a:pt x="32" y="51"/>
                  </a:cubicBezTo>
                  <a:cubicBezTo>
                    <a:pt x="33" y="51"/>
                    <a:pt x="34" y="53"/>
                    <a:pt x="34" y="54"/>
                  </a:cubicBezTo>
                  <a:close/>
                  <a:moveTo>
                    <a:pt x="42" y="54"/>
                  </a:moveTo>
                  <a:cubicBezTo>
                    <a:pt x="42" y="55"/>
                    <a:pt x="41" y="55"/>
                    <a:pt x="40" y="54"/>
                  </a:cubicBezTo>
                  <a:cubicBezTo>
                    <a:pt x="40" y="54"/>
                    <a:pt x="40" y="54"/>
                    <a:pt x="40" y="54"/>
                  </a:cubicBezTo>
                  <a:cubicBezTo>
                    <a:pt x="39" y="54"/>
                    <a:pt x="39" y="53"/>
                    <a:pt x="40" y="52"/>
                  </a:cubicBezTo>
                  <a:cubicBezTo>
                    <a:pt x="40" y="52"/>
                    <a:pt x="40" y="52"/>
                    <a:pt x="40" y="52"/>
                  </a:cubicBezTo>
                  <a:cubicBezTo>
                    <a:pt x="41" y="52"/>
                    <a:pt x="41" y="52"/>
                    <a:pt x="42" y="52"/>
                  </a:cubicBezTo>
                  <a:cubicBezTo>
                    <a:pt x="43" y="53"/>
                    <a:pt x="43" y="54"/>
                    <a:pt x="42" y="54"/>
                  </a:cubicBezTo>
                  <a:close/>
                  <a:moveTo>
                    <a:pt x="38" y="18"/>
                  </a:moveTo>
                  <a:cubicBezTo>
                    <a:pt x="38" y="17"/>
                    <a:pt x="39" y="16"/>
                    <a:pt x="40" y="16"/>
                  </a:cubicBezTo>
                  <a:cubicBezTo>
                    <a:pt x="40" y="16"/>
                    <a:pt x="40" y="16"/>
                    <a:pt x="41" y="16"/>
                  </a:cubicBezTo>
                  <a:cubicBezTo>
                    <a:pt x="42" y="16"/>
                    <a:pt x="43" y="18"/>
                    <a:pt x="42" y="19"/>
                  </a:cubicBezTo>
                  <a:cubicBezTo>
                    <a:pt x="42" y="20"/>
                    <a:pt x="41" y="21"/>
                    <a:pt x="40" y="21"/>
                  </a:cubicBezTo>
                  <a:cubicBezTo>
                    <a:pt x="40" y="21"/>
                    <a:pt x="40" y="21"/>
                    <a:pt x="39" y="21"/>
                  </a:cubicBezTo>
                  <a:cubicBezTo>
                    <a:pt x="38" y="21"/>
                    <a:pt x="37" y="19"/>
                    <a:pt x="38" y="18"/>
                  </a:cubicBezTo>
                  <a:close/>
                  <a:moveTo>
                    <a:pt x="29" y="18"/>
                  </a:moveTo>
                  <a:cubicBezTo>
                    <a:pt x="30" y="17"/>
                    <a:pt x="31" y="17"/>
                    <a:pt x="31" y="18"/>
                  </a:cubicBezTo>
                  <a:cubicBezTo>
                    <a:pt x="31" y="18"/>
                    <a:pt x="31" y="18"/>
                    <a:pt x="31" y="18"/>
                  </a:cubicBezTo>
                  <a:cubicBezTo>
                    <a:pt x="32" y="18"/>
                    <a:pt x="32" y="19"/>
                    <a:pt x="31" y="20"/>
                  </a:cubicBezTo>
                  <a:cubicBezTo>
                    <a:pt x="31" y="20"/>
                    <a:pt x="31" y="20"/>
                    <a:pt x="31" y="20"/>
                  </a:cubicBezTo>
                  <a:cubicBezTo>
                    <a:pt x="31" y="20"/>
                    <a:pt x="30" y="20"/>
                    <a:pt x="29" y="20"/>
                  </a:cubicBezTo>
                  <a:cubicBezTo>
                    <a:pt x="29" y="19"/>
                    <a:pt x="29" y="18"/>
                    <a:pt x="29" y="18"/>
                  </a:cubicBezTo>
                  <a:close/>
                  <a:moveTo>
                    <a:pt x="28" y="34"/>
                  </a:moveTo>
                  <a:cubicBezTo>
                    <a:pt x="28" y="32"/>
                    <a:pt x="30" y="30"/>
                    <a:pt x="31" y="29"/>
                  </a:cubicBezTo>
                  <a:cubicBezTo>
                    <a:pt x="33" y="28"/>
                    <a:pt x="34" y="28"/>
                    <a:pt x="36" y="28"/>
                  </a:cubicBezTo>
                  <a:cubicBezTo>
                    <a:pt x="36" y="28"/>
                    <a:pt x="37" y="28"/>
                    <a:pt x="38" y="28"/>
                  </a:cubicBezTo>
                  <a:cubicBezTo>
                    <a:pt x="39" y="28"/>
                    <a:pt x="39" y="28"/>
                    <a:pt x="40" y="29"/>
                  </a:cubicBezTo>
                  <a:cubicBezTo>
                    <a:pt x="43" y="31"/>
                    <a:pt x="45" y="34"/>
                    <a:pt x="44" y="38"/>
                  </a:cubicBezTo>
                  <a:cubicBezTo>
                    <a:pt x="43" y="40"/>
                    <a:pt x="42" y="42"/>
                    <a:pt x="40" y="43"/>
                  </a:cubicBezTo>
                  <a:cubicBezTo>
                    <a:pt x="39" y="44"/>
                    <a:pt x="37" y="44"/>
                    <a:pt x="36" y="44"/>
                  </a:cubicBezTo>
                  <a:cubicBezTo>
                    <a:pt x="35" y="44"/>
                    <a:pt x="34" y="44"/>
                    <a:pt x="34" y="44"/>
                  </a:cubicBezTo>
                  <a:cubicBezTo>
                    <a:pt x="33" y="44"/>
                    <a:pt x="32" y="43"/>
                    <a:pt x="31" y="43"/>
                  </a:cubicBezTo>
                  <a:cubicBezTo>
                    <a:pt x="28" y="41"/>
                    <a:pt x="27" y="38"/>
                    <a:pt x="28" y="34"/>
                  </a:cubicBezTo>
                  <a:close/>
                  <a:moveTo>
                    <a:pt x="25" y="50"/>
                  </a:moveTo>
                  <a:cubicBezTo>
                    <a:pt x="24" y="51"/>
                    <a:pt x="23" y="51"/>
                    <a:pt x="23" y="50"/>
                  </a:cubicBezTo>
                  <a:cubicBezTo>
                    <a:pt x="23" y="50"/>
                    <a:pt x="23" y="50"/>
                    <a:pt x="23" y="50"/>
                  </a:cubicBezTo>
                  <a:cubicBezTo>
                    <a:pt x="22" y="50"/>
                    <a:pt x="22" y="49"/>
                    <a:pt x="22" y="48"/>
                  </a:cubicBezTo>
                  <a:cubicBezTo>
                    <a:pt x="23" y="48"/>
                    <a:pt x="23" y="48"/>
                    <a:pt x="23" y="48"/>
                  </a:cubicBezTo>
                  <a:cubicBezTo>
                    <a:pt x="23" y="48"/>
                    <a:pt x="24" y="48"/>
                    <a:pt x="25" y="48"/>
                  </a:cubicBezTo>
                  <a:cubicBezTo>
                    <a:pt x="25" y="49"/>
                    <a:pt x="25" y="50"/>
                    <a:pt x="25" y="50"/>
                  </a:cubicBezTo>
                  <a:close/>
                  <a:moveTo>
                    <a:pt x="21" y="22"/>
                  </a:moveTo>
                  <a:cubicBezTo>
                    <a:pt x="21" y="21"/>
                    <a:pt x="22" y="21"/>
                    <a:pt x="23" y="21"/>
                  </a:cubicBezTo>
                  <a:cubicBezTo>
                    <a:pt x="23" y="21"/>
                    <a:pt x="24" y="21"/>
                    <a:pt x="24" y="22"/>
                  </a:cubicBezTo>
                  <a:cubicBezTo>
                    <a:pt x="25" y="23"/>
                    <a:pt x="25" y="24"/>
                    <a:pt x="24" y="25"/>
                  </a:cubicBezTo>
                  <a:cubicBezTo>
                    <a:pt x="24" y="26"/>
                    <a:pt x="23" y="26"/>
                    <a:pt x="23" y="26"/>
                  </a:cubicBezTo>
                  <a:cubicBezTo>
                    <a:pt x="22" y="26"/>
                    <a:pt x="22" y="26"/>
                    <a:pt x="21" y="25"/>
                  </a:cubicBezTo>
                  <a:cubicBezTo>
                    <a:pt x="20" y="24"/>
                    <a:pt x="20" y="23"/>
                    <a:pt x="21" y="22"/>
                  </a:cubicBezTo>
                  <a:close/>
                  <a:moveTo>
                    <a:pt x="17" y="31"/>
                  </a:moveTo>
                  <a:cubicBezTo>
                    <a:pt x="17" y="31"/>
                    <a:pt x="18" y="30"/>
                    <a:pt x="18" y="31"/>
                  </a:cubicBezTo>
                  <a:cubicBezTo>
                    <a:pt x="19" y="31"/>
                    <a:pt x="19" y="31"/>
                    <a:pt x="19" y="31"/>
                  </a:cubicBezTo>
                  <a:cubicBezTo>
                    <a:pt x="20" y="31"/>
                    <a:pt x="20" y="32"/>
                    <a:pt x="19" y="33"/>
                  </a:cubicBezTo>
                  <a:cubicBezTo>
                    <a:pt x="19" y="33"/>
                    <a:pt x="19" y="33"/>
                    <a:pt x="18" y="33"/>
                  </a:cubicBezTo>
                  <a:cubicBezTo>
                    <a:pt x="18" y="34"/>
                    <a:pt x="17" y="33"/>
                    <a:pt x="17" y="33"/>
                  </a:cubicBezTo>
                  <a:cubicBezTo>
                    <a:pt x="17" y="33"/>
                    <a:pt x="16" y="32"/>
                    <a:pt x="17" y="31"/>
                  </a:cubicBezTo>
                  <a:close/>
                  <a:moveTo>
                    <a:pt x="18" y="39"/>
                  </a:moveTo>
                  <a:cubicBezTo>
                    <a:pt x="18" y="39"/>
                    <a:pt x="18" y="39"/>
                    <a:pt x="18" y="39"/>
                  </a:cubicBezTo>
                  <a:cubicBezTo>
                    <a:pt x="19" y="39"/>
                    <a:pt x="20" y="39"/>
                    <a:pt x="21" y="40"/>
                  </a:cubicBezTo>
                  <a:cubicBezTo>
                    <a:pt x="21" y="42"/>
                    <a:pt x="20" y="43"/>
                    <a:pt x="19" y="43"/>
                  </a:cubicBezTo>
                  <a:cubicBezTo>
                    <a:pt x="19" y="43"/>
                    <a:pt x="19" y="43"/>
                    <a:pt x="18" y="43"/>
                  </a:cubicBezTo>
                  <a:cubicBezTo>
                    <a:pt x="17" y="43"/>
                    <a:pt x="16" y="43"/>
                    <a:pt x="16" y="42"/>
                  </a:cubicBezTo>
                  <a:cubicBezTo>
                    <a:pt x="16" y="40"/>
                    <a:pt x="16" y="39"/>
                    <a:pt x="18" y="39"/>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6" name="Google Shape;486;p44"/>
            <p:cNvSpPr/>
            <p:nvPr/>
          </p:nvSpPr>
          <p:spPr>
            <a:xfrm>
              <a:off x="4497388" y="2536825"/>
              <a:ext cx="255588" cy="269875"/>
            </a:xfrm>
            <a:custGeom>
              <a:avLst/>
              <a:gdLst/>
              <a:ahLst/>
              <a:cxnLst/>
              <a:rect l="l" t="t" r="r" b="b"/>
              <a:pathLst>
                <a:path w="68" h="72" extrusionOk="0">
                  <a:moveTo>
                    <a:pt x="65" y="18"/>
                  </a:moveTo>
                  <a:cubicBezTo>
                    <a:pt x="64" y="16"/>
                    <a:pt x="62" y="14"/>
                    <a:pt x="61" y="12"/>
                  </a:cubicBezTo>
                  <a:cubicBezTo>
                    <a:pt x="53" y="16"/>
                    <a:pt x="53" y="16"/>
                    <a:pt x="53" y="16"/>
                  </a:cubicBezTo>
                  <a:cubicBezTo>
                    <a:pt x="53" y="16"/>
                    <a:pt x="53" y="15"/>
                    <a:pt x="52" y="15"/>
                  </a:cubicBezTo>
                  <a:cubicBezTo>
                    <a:pt x="51" y="14"/>
                    <a:pt x="51" y="13"/>
                    <a:pt x="50" y="13"/>
                  </a:cubicBezTo>
                  <a:cubicBezTo>
                    <a:pt x="48" y="11"/>
                    <a:pt x="45" y="10"/>
                    <a:pt x="43" y="9"/>
                  </a:cubicBezTo>
                  <a:cubicBezTo>
                    <a:pt x="42" y="9"/>
                    <a:pt x="42" y="9"/>
                    <a:pt x="42" y="9"/>
                  </a:cubicBezTo>
                  <a:cubicBezTo>
                    <a:pt x="42" y="1"/>
                    <a:pt x="42" y="1"/>
                    <a:pt x="42" y="1"/>
                  </a:cubicBezTo>
                  <a:cubicBezTo>
                    <a:pt x="39" y="0"/>
                    <a:pt x="37" y="0"/>
                    <a:pt x="34" y="0"/>
                  </a:cubicBezTo>
                  <a:cubicBezTo>
                    <a:pt x="31" y="0"/>
                    <a:pt x="29" y="0"/>
                    <a:pt x="26" y="1"/>
                  </a:cubicBezTo>
                  <a:cubicBezTo>
                    <a:pt x="26" y="9"/>
                    <a:pt x="26" y="9"/>
                    <a:pt x="26" y="9"/>
                  </a:cubicBezTo>
                  <a:cubicBezTo>
                    <a:pt x="26" y="9"/>
                    <a:pt x="26" y="9"/>
                    <a:pt x="25" y="9"/>
                  </a:cubicBezTo>
                  <a:cubicBezTo>
                    <a:pt x="23" y="10"/>
                    <a:pt x="20" y="11"/>
                    <a:pt x="18" y="13"/>
                  </a:cubicBezTo>
                  <a:cubicBezTo>
                    <a:pt x="17" y="13"/>
                    <a:pt x="17" y="14"/>
                    <a:pt x="16" y="15"/>
                  </a:cubicBezTo>
                  <a:cubicBezTo>
                    <a:pt x="15" y="15"/>
                    <a:pt x="15" y="16"/>
                    <a:pt x="15" y="16"/>
                  </a:cubicBezTo>
                  <a:cubicBezTo>
                    <a:pt x="7" y="12"/>
                    <a:pt x="7" y="12"/>
                    <a:pt x="7" y="12"/>
                  </a:cubicBezTo>
                  <a:cubicBezTo>
                    <a:pt x="6" y="14"/>
                    <a:pt x="4" y="16"/>
                    <a:pt x="3" y="18"/>
                  </a:cubicBezTo>
                  <a:cubicBezTo>
                    <a:pt x="1" y="20"/>
                    <a:pt x="0" y="22"/>
                    <a:pt x="0" y="25"/>
                  </a:cubicBezTo>
                  <a:cubicBezTo>
                    <a:pt x="7" y="29"/>
                    <a:pt x="7" y="29"/>
                    <a:pt x="7" y="29"/>
                  </a:cubicBezTo>
                  <a:cubicBezTo>
                    <a:pt x="6" y="31"/>
                    <a:pt x="6" y="34"/>
                    <a:pt x="6" y="36"/>
                  </a:cubicBezTo>
                  <a:cubicBezTo>
                    <a:pt x="6" y="38"/>
                    <a:pt x="6" y="41"/>
                    <a:pt x="7" y="43"/>
                  </a:cubicBezTo>
                  <a:cubicBezTo>
                    <a:pt x="0" y="47"/>
                    <a:pt x="0" y="47"/>
                    <a:pt x="0" y="47"/>
                  </a:cubicBezTo>
                  <a:cubicBezTo>
                    <a:pt x="0" y="49"/>
                    <a:pt x="1" y="52"/>
                    <a:pt x="3" y="54"/>
                  </a:cubicBezTo>
                  <a:cubicBezTo>
                    <a:pt x="4" y="56"/>
                    <a:pt x="6" y="58"/>
                    <a:pt x="7" y="60"/>
                  </a:cubicBezTo>
                  <a:cubicBezTo>
                    <a:pt x="15" y="56"/>
                    <a:pt x="15" y="56"/>
                    <a:pt x="15" y="56"/>
                  </a:cubicBezTo>
                  <a:cubicBezTo>
                    <a:pt x="15" y="56"/>
                    <a:pt x="15" y="57"/>
                    <a:pt x="16" y="57"/>
                  </a:cubicBezTo>
                  <a:cubicBezTo>
                    <a:pt x="17" y="58"/>
                    <a:pt x="17" y="58"/>
                    <a:pt x="18" y="59"/>
                  </a:cubicBezTo>
                  <a:cubicBezTo>
                    <a:pt x="20" y="60"/>
                    <a:pt x="23" y="62"/>
                    <a:pt x="25" y="62"/>
                  </a:cubicBezTo>
                  <a:cubicBezTo>
                    <a:pt x="26" y="62"/>
                    <a:pt x="26" y="63"/>
                    <a:pt x="26" y="63"/>
                  </a:cubicBezTo>
                  <a:cubicBezTo>
                    <a:pt x="26" y="71"/>
                    <a:pt x="26" y="71"/>
                    <a:pt x="26" y="71"/>
                  </a:cubicBezTo>
                  <a:cubicBezTo>
                    <a:pt x="29" y="72"/>
                    <a:pt x="31" y="72"/>
                    <a:pt x="34" y="72"/>
                  </a:cubicBezTo>
                  <a:cubicBezTo>
                    <a:pt x="37" y="72"/>
                    <a:pt x="39" y="72"/>
                    <a:pt x="42" y="71"/>
                  </a:cubicBezTo>
                  <a:cubicBezTo>
                    <a:pt x="42" y="63"/>
                    <a:pt x="42" y="63"/>
                    <a:pt x="42" y="63"/>
                  </a:cubicBezTo>
                  <a:cubicBezTo>
                    <a:pt x="42" y="63"/>
                    <a:pt x="42" y="62"/>
                    <a:pt x="43" y="62"/>
                  </a:cubicBezTo>
                  <a:cubicBezTo>
                    <a:pt x="45" y="62"/>
                    <a:pt x="48" y="60"/>
                    <a:pt x="50" y="59"/>
                  </a:cubicBezTo>
                  <a:cubicBezTo>
                    <a:pt x="51" y="58"/>
                    <a:pt x="51" y="58"/>
                    <a:pt x="52" y="57"/>
                  </a:cubicBezTo>
                  <a:cubicBezTo>
                    <a:pt x="53" y="57"/>
                    <a:pt x="53" y="56"/>
                    <a:pt x="53" y="56"/>
                  </a:cubicBezTo>
                  <a:cubicBezTo>
                    <a:pt x="61" y="60"/>
                    <a:pt x="61" y="60"/>
                    <a:pt x="61" y="60"/>
                  </a:cubicBezTo>
                  <a:cubicBezTo>
                    <a:pt x="62" y="58"/>
                    <a:pt x="64" y="56"/>
                    <a:pt x="65" y="54"/>
                  </a:cubicBezTo>
                  <a:cubicBezTo>
                    <a:pt x="67" y="52"/>
                    <a:pt x="68" y="49"/>
                    <a:pt x="68" y="47"/>
                  </a:cubicBezTo>
                  <a:cubicBezTo>
                    <a:pt x="61" y="43"/>
                    <a:pt x="61" y="43"/>
                    <a:pt x="61" y="43"/>
                  </a:cubicBezTo>
                  <a:cubicBezTo>
                    <a:pt x="62" y="41"/>
                    <a:pt x="62" y="38"/>
                    <a:pt x="62" y="36"/>
                  </a:cubicBezTo>
                  <a:cubicBezTo>
                    <a:pt x="62" y="34"/>
                    <a:pt x="62" y="31"/>
                    <a:pt x="61" y="29"/>
                  </a:cubicBezTo>
                  <a:cubicBezTo>
                    <a:pt x="68" y="25"/>
                    <a:pt x="68" y="25"/>
                    <a:pt x="68" y="25"/>
                  </a:cubicBezTo>
                  <a:cubicBezTo>
                    <a:pt x="68" y="22"/>
                    <a:pt x="67" y="20"/>
                    <a:pt x="65" y="18"/>
                  </a:cubicBezTo>
                  <a:close/>
                  <a:moveTo>
                    <a:pt x="41" y="19"/>
                  </a:moveTo>
                  <a:cubicBezTo>
                    <a:pt x="42" y="19"/>
                    <a:pt x="42" y="18"/>
                    <a:pt x="43" y="18"/>
                  </a:cubicBezTo>
                  <a:cubicBezTo>
                    <a:pt x="43" y="18"/>
                    <a:pt x="43" y="18"/>
                    <a:pt x="43" y="19"/>
                  </a:cubicBezTo>
                  <a:cubicBezTo>
                    <a:pt x="44" y="19"/>
                    <a:pt x="44" y="20"/>
                    <a:pt x="44" y="21"/>
                  </a:cubicBezTo>
                  <a:cubicBezTo>
                    <a:pt x="44" y="21"/>
                    <a:pt x="43" y="21"/>
                    <a:pt x="43" y="21"/>
                  </a:cubicBezTo>
                  <a:cubicBezTo>
                    <a:pt x="43" y="21"/>
                    <a:pt x="42" y="21"/>
                    <a:pt x="42" y="21"/>
                  </a:cubicBezTo>
                  <a:cubicBezTo>
                    <a:pt x="41" y="21"/>
                    <a:pt x="41" y="20"/>
                    <a:pt x="41" y="19"/>
                  </a:cubicBezTo>
                  <a:close/>
                  <a:moveTo>
                    <a:pt x="34" y="15"/>
                  </a:moveTo>
                  <a:cubicBezTo>
                    <a:pt x="35" y="15"/>
                    <a:pt x="36" y="16"/>
                    <a:pt x="36" y="18"/>
                  </a:cubicBezTo>
                  <a:cubicBezTo>
                    <a:pt x="36" y="19"/>
                    <a:pt x="35" y="20"/>
                    <a:pt x="34" y="20"/>
                  </a:cubicBezTo>
                  <a:cubicBezTo>
                    <a:pt x="33" y="20"/>
                    <a:pt x="32" y="19"/>
                    <a:pt x="32" y="18"/>
                  </a:cubicBezTo>
                  <a:cubicBezTo>
                    <a:pt x="32" y="16"/>
                    <a:pt x="33" y="15"/>
                    <a:pt x="34" y="15"/>
                  </a:cubicBezTo>
                  <a:close/>
                  <a:moveTo>
                    <a:pt x="15" y="38"/>
                  </a:moveTo>
                  <a:cubicBezTo>
                    <a:pt x="14" y="37"/>
                    <a:pt x="14" y="36"/>
                    <a:pt x="14" y="36"/>
                  </a:cubicBezTo>
                  <a:cubicBezTo>
                    <a:pt x="15" y="35"/>
                    <a:pt x="15" y="35"/>
                    <a:pt x="16" y="35"/>
                  </a:cubicBezTo>
                  <a:cubicBezTo>
                    <a:pt x="16" y="35"/>
                    <a:pt x="16" y="35"/>
                    <a:pt x="16" y="35"/>
                  </a:cubicBezTo>
                  <a:cubicBezTo>
                    <a:pt x="17" y="35"/>
                    <a:pt x="17" y="36"/>
                    <a:pt x="17" y="37"/>
                  </a:cubicBezTo>
                  <a:cubicBezTo>
                    <a:pt x="17" y="37"/>
                    <a:pt x="16" y="38"/>
                    <a:pt x="16" y="38"/>
                  </a:cubicBezTo>
                  <a:cubicBezTo>
                    <a:pt x="16" y="38"/>
                    <a:pt x="15" y="38"/>
                    <a:pt x="15" y="38"/>
                  </a:cubicBezTo>
                  <a:close/>
                  <a:moveTo>
                    <a:pt x="19" y="47"/>
                  </a:moveTo>
                  <a:cubicBezTo>
                    <a:pt x="19" y="47"/>
                    <a:pt x="19" y="47"/>
                    <a:pt x="18" y="47"/>
                  </a:cubicBezTo>
                  <a:cubicBezTo>
                    <a:pt x="17" y="47"/>
                    <a:pt x="17" y="47"/>
                    <a:pt x="16" y="46"/>
                  </a:cubicBezTo>
                  <a:cubicBezTo>
                    <a:pt x="16" y="46"/>
                    <a:pt x="16" y="46"/>
                    <a:pt x="16" y="45"/>
                  </a:cubicBezTo>
                  <a:cubicBezTo>
                    <a:pt x="16" y="45"/>
                    <a:pt x="16" y="45"/>
                    <a:pt x="16" y="45"/>
                  </a:cubicBezTo>
                  <a:cubicBezTo>
                    <a:pt x="16" y="44"/>
                    <a:pt x="16" y="43"/>
                    <a:pt x="17" y="43"/>
                  </a:cubicBezTo>
                  <a:cubicBezTo>
                    <a:pt x="17" y="43"/>
                    <a:pt x="18" y="43"/>
                    <a:pt x="18" y="43"/>
                  </a:cubicBezTo>
                  <a:cubicBezTo>
                    <a:pt x="19" y="43"/>
                    <a:pt x="20" y="43"/>
                    <a:pt x="20" y="44"/>
                  </a:cubicBezTo>
                  <a:cubicBezTo>
                    <a:pt x="21" y="45"/>
                    <a:pt x="21" y="46"/>
                    <a:pt x="19" y="47"/>
                  </a:cubicBezTo>
                  <a:close/>
                  <a:moveTo>
                    <a:pt x="20" y="28"/>
                  </a:moveTo>
                  <a:cubicBezTo>
                    <a:pt x="20" y="29"/>
                    <a:pt x="19" y="29"/>
                    <a:pt x="18" y="29"/>
                  </a:cubicBezTo>
                  <a:cubicBezTo>
                    <a:pt x="18" y="29"/>
                    <a:pt x="17" y="29"/>
                    <a:pt x="17" y="29"/>
                  </a:cubicBezTo>
                  <a:cubicBezTo>
                    <a:pt x="16" y="29"/>
                    <a:pt x="16" y="28"/>
                    <a:pt x="16" y="27"/>
                  </a:cubicBezTo>
                  <a:cubicBezTo>
                    <a:pt x="16" y="27"/>
                    <a:pt x="16" y="27"/>
                    <a:pt x="16" y="26"/>
                  </a:cubicBezTo>
                  <a:cubicBezTo>
                    <a:pt x="16" y="26"/>
                    <a:pt x="16" y="26"/>
                    <a:pt x="16" y="26"/>
                  </a:cubicBezTo>
                  <a:cubicBezTo>
                    <a:pt x="17" y="25"/>
                    <a:pt x="17" y="24"/>
                    <a:pt x="18" y="24"/>
                  </a:cubicBezTo>
                  <a:cubicBezTo>
                    <a:pt x="19" y="24"/>
                    <a:pt x="19" y="24"/>
                    <a:pt x="19" y="25"/>
                  </a:cubicBezTo>
                  <a:cubicBezTo>
                    <a:pt x="21" y="25"/>
                    <a:pt x="21" y="27"/>
                    <a:pt x="20" y="28"/>
                  </a:cubicBezTo>
                  <a:close/>
                  <a:moveTo>
                    <a:pt x="23" y="20"/>
                  </a:moveTo>
                  <a:cubicBezTo>
                    <a:pt x="24" y="19"/>
                    <a:pt x="25" y="19"/>
                    <a:pt x="25" y="19"/>
                  </a:cubicBezTo>
                  <a:cubicBezTo>
                    <a:pt x="25" y="19"/>
                    <a:pt x="25" y="19"/>
                    <a:pt x="25" y="19"/>
                  </a:cubicBezTo>
                  <a:cubicBezTo>
                    <a:pt x="26" y="19"/>
                    <a:pt x="26" y="20"/>
                    <a:pt x="26" y="21"/>
                  </a:cubicBezTo>
                  <a:cubicBezTo>
                    <a:pt x="26" y="21"/>
                    <a:pt x="25" y="22"/>
                    <a:pt x="25" y="22"/>
                  </a:cubicBezTo>
                  <a:cubicBezTo>
                    <a:pt x="25" y="22"/>
                    <a:pt x="24" y="22"/>
                    <a:pt x="24" y="22"/>
                  </a:cubicBezTo>
                  <a:cubicBezTo>
                    <a:pt x="23" y="21"/>
                    <a:pt x="23" y="20"/>
                    <a:pt x="23" y="20"/>
                  </a:cubicBezTo>
                  <a:close/>
                  <a:moveTo>
                    <a:pt x="27" y="53"/>
                  </a:moveTo>
                  <a:cubicBezTo>
                    <a:pt x="26" y="53"/>
                    <a:pt x="26" y="53"/>
                    <a:pt x="25" y="53"/>
                  </a:cubicBezTo>
                  <a:cubicBezTo>
                    <a:pt x="25" y="53"/>
                    <a:pt x="25" y="53"/>
                    <a:pt x="24" y="53"/>
                  </a:cubicBezTo>
                  <a:cubicBezTo>
                    <a:pt x="24" y="53"/>
                    <a:pt x="24" y="52"/>
                    <a:pt x="24" y="51"/>
                  </a:cubicBezTo>
                  <a:cubicBezTo>
                    <a:pt x="24" y="51"/>
                    <a:pt x="25" y="50"/>
                    <a:pt x="25" y="50"/>
                  </a:cubicBezTo>
                  <a:cubicBezTo>
                    <a:pt x="25" y="50"/>
                    <a:pt x="26" y="50"/>
                    <a:pt x="26" y="51"/>
                  </a:cubicBezTo>
                  <a:cubicBezTo>
                    <a:pt x="27" y="51"/>
                    <a:pt x="27" y="52"/>
                    <a:pt x="27" y="53"/>
                  </a:cubicBezTo>
                  <a:close/>
                  <a:moveTo>
                    <a:pt x="34" y="57"/>
                  </a:moveTo>
                  <a:cubicBezTo>
                    <a:pt x="33" y="57"/>
                    <a:pt x="32" y="55"/>
                    <a:pt x="32" y="54"/>
                  </a:cubicBezTo>
                  <a:cubicBezTo>
                    <a:pt x="32" y="53"/>
                    <a:pt x="33" y="52"/>
                    <a:pt x="34" y="52"/>
                  </a:cubicBezTo>
                  <a:cubicBezTo>
                    <a:pt x="35" y="52"/>
                    <a:pt x="36" y="53"/>
                    <a:pt x="36" y="54"/>
                  </a:cubicBezTo>
                  <a:cubicBezTo>
                    <a:pt x="36" y="55"/>
                    <a:pt x="35" y="57"/>
                    <a:pt x="34" y="57"/>
                  </a:cubicBezTo>
                  <a:close/>
                  <a:moveTo>
                    <a:pt x="34" y="44"/>
                  </a:moveTo>
                  <a:cubicBezTo>
                    <a:pt x="29" y="44"/>
                    <a:pt x="26" y="41"/>
                    <a:pt x="26" y="36"/>
                  </a:cubicBezTo>
                  <a:cubicBezTo>
                    <a:pt x="26" y="31"/>
                    <a:pt x="29" y="27"/>
                    <a:pt x="34" y="27"/>
                  </a:cubicBezTo>
                  <a:cubicBezTo>
                    <a:pt x="39" y="27"/>
                    <a:pt x="42" y="31"/>
                    <a:pt x="42" y="36"/>
                  </a:cubicBezTo>
                  <a:cubicBezTo>
                    <a:pt x="42" y="41"/>
                    <a:pt x="39" y="44"/>
                    <a:pt x="34" y="44"/>
                  </a:cubicBezTo>
                  <a:close/>
                  <a:moveTo>
                    <a:pt x="45" y="52"/>
                  </a:moveTo>
                  <a:cubicBezTo>
                    <a:pt x="44" y="53"/>
                    <a:pt x="43" y="53"/>
                    <a:pt x="43" y="53"/>
                  </a:cubicBezTo>
                  <a:cubicBezTo>
                    <a:pt x="43" y="53"/>
                    <a:pt x="43" y="53"/>
                    <a:pt x="43" y="53"/>
                  </a:cubicBezTo>
                  <a:cubicBezTo>
                    <a:pt x="42" y="52"/>
                    <a:pt x="42" y="51"/>
                    <a:pt x="42" y="51"/>
                  </a:cubicBezTo>
                  <a:cubicBezTo>
                    <a:pt x="42" y="50"/>
                    <a:pt x="43" y="50"/>
                    <a:pt x="43" y="50"/>
                  </a:cubicBezTo>
                  <a:cubicBezTo>
                    <a:pt x="43" y="50"/>
                    <a:pt x="44" y="50"/>
                    <a:pt x="44" y="50"/>
                  </a:cubicBezTo>
                  <a:cubicBezTo>
                    <a:pt x="45" y="51"/>
                    <a:pt x="45" y="51"/>
                    <a:pt x="45" y="52"/>
                  </a:cubicBezTo>
                  <a:close/>
                  <a:moveTo>
                    <a:pt x="49" y="25"/>
                  </a:moveTo>
                  <a:cubicBezTo>
                    <a:pt x="49" y="24"/>
                    <a:pt x="49" y="24"/>
                    <a:pt x="50" y="24"/>
                  </a:cubicBezTo>
                  <a:cubicBezTo>
                    <a:pt x="51" y="24"/>
                    <a:pt x="51" y="25"/>
                    <a:pt x="52" y="26"/>
                  </a:cubicBezTo>
                  <a:cubicBezTo>
                    <a:pt x="52" y="26"/>
                    <a:pt x="52" y="26"/>
                    <a:pt x="52" y="26"/>
                  </a:cubicBezTo>
                  <a:cubicBezTo>
                    <a:pt x="52" y="27"/>
                    <a:pt x="52" y="27"/>
                    <a:pt x="52" y="27"/>
                  </a:cubicBezTo>
                  <a:cubicBezTo>
                    <a:pt x="52" y="28"/>
                    <a:pt x="52" y="29"/>
                    <a:pt x="51" y="29"/>
                  </a:cubicBezTo>
                  <a:cubicBezTo>
                    <a:pt x="51" y="29"/>
                    <a:pt x="50" y="29"/>
                    <a:pt x="50" y="29"/>
                  </a:cubicBezTo>
                  <a:cubicBezTo>
                    <a:pt x="49" y="29"/>
                    <a:pt x="48" y="29"/>
                    <a:pt x="48" y="28"/>
                  </a:cubicBezTo>
                  <a:cubicBezTo>
                    <a:pt x="47" y="27"/>
                    <a:pt x="47" y="25"/>
                    <a:pt x="49" y="25"/>
                  </a:cubicBezTo>
                  <a:close/>
                  <a:moveTo>
                    <a:pt x="52" y="45"/>
                  </a:moveTo>
                  <a:cubicBezTo>
                    <a:pt x="52" y="46"/>
                    <a:pt x="52" y="46"/>
                    <a:pt x="52" y="46"/>
                  </a:cubicBezTo>
                  <a:cubicBezTo>
                    <a:pt x="51" y="47"/>
                    <a:pt x="51" y="47"/>
                    <a:pt x="50" y="47"/>
                  </a:cubicBezTo>
                  <a:cubicBezTo>
                    <a:pt x="49" y="47"/>
                    <a:pt x="49" y="47"/>
                    <a:pt x="49" y="47"/>
                  </a:cubicBezTo>
                  <a:cubicBezTo>
                    <a:pt x="47" y="46"/>
                    <a:pt x="47" y="45"/>
                    <a:pt x="48" y="44"/>
                  </a:cubicBezTo>
                  <a:cubicBezTo>
                    <a:pt x="48" y="43"/>
                    <a:pt x="49" y="43"/>
                    <a:pt x="50" y="43"/>
                  </a:cubicBezTo>
                  <a:cubicBezTo>
                    <a:pt x="50" y="43"/>
                    <a:pt x="51" y="43"/>
                    <a:pt x="51" y="43"/>
                  </a:cubicBezTo>
                  <a:cubicBezTo>
                    <a:pt x="52" y="43"/>
                    <a:pt x="52" y="44"/>
                    <a:pt x="52" y="45"/>
                  </a:cubicBezTo>
                  <a:cubicBezTo>
                    <a:pt x="52" y="45"/>
                    <a:pt x="52" y="45"/>
                    <a:pt x="52" y="45"/>
                  </a:cubicBezTo>
                  <a:close/>
                  <a:moveTo>
                    <a:pt x="54" y="36"/>
                  </a:moveTo>
                  <a:cubicBezTo>
                    <a:pt x="53" y="37"/>
                    <a:pt x="53" y="37"/>
                    <a:pt x="52" y="37"/>
                  </a:cubicBezTo>
                  <a:cubicBezTo>
                    <a:pt x="52" y="37"/>
                    <a:pt x="52" y="37"/>
                    <a:pt x="51" y="37"/>
                  </a:cubicBezTo>
                  <a:cubicBezTo>
                    <a:pt x="51" y="36"/>
                    <a:pt x="51" y="36"/>
                    <a:pt x="51" y="35"/>
                  </a:cubicBezTo>
                  <a:cubicBezTo>
                    <a:pt x="51" y="34"/>
                    <a:pt x="52" y="34"/>
                    <a:pt x="52" y="34"/>
                  </a:cubicBezTo>
                  <a:cubicBezTo>
                    <a:pt x="52" y="34"/>
                    <a:pt x="53" y="34"/>
                    <a:pt x="53" y="34"/>
                  </a:cubicBezTo>
                  <a:cubicBezTo>
                    <a:pt x="54" y="35"/>
                    <a:pt x="54" y="36"/>
                    <a:pt x="54" y="36"/>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7" name="Google Shape;487;p44"/>
            <p:cNvSpPr/>
            <p:nvPr/>
          </p:nvSpPr>
          <p:spPr>
            <a:xfrm>
              <a:off x="3683000" y="1865313"/>
              <a:ext cx="236538" cy="241300"/>
            </a:xfrm>
            <a:custGeom>
              <a:avLst/>
              <a:gdLst/>
              <a:ahLst/>
              <a:cxnLst/>
              <a:rect l="l" t="t" r="r" b="b"/>
              <a:pathLst>
                <a:path w="63" h="64" extrusionOk="0">
                  <a:moveTo>
                    <a:pt x="0" y="37"/>
                  </a:moveTo>
                  <a:cubicBezTo>
                    <a:pt x="0" y="38"/>
                    <a:pt x="1" y="39"/>
                    <a:pt x="1" y="40"/>
                  </a:cubicBezTo>
                  <a:cubicBezTo>
                    <a:pt x="9" y="39"/>
                    <a:pt x="9" y="39"/>
                    <a:pt x="9" y="39"/>
                  </a:cubicBezTo>
                  <a:cubicBezTo>
                    <a:pt x="9" y="40"/>
                    <a:pt x="9" y="41"/>
                    <a:pt x="9" y="41"/>
                  </a:cubicBezTo>
                  <a:cubicBezTo>
                    <a:pt x="3" y="45"/>
                    <a:pt x="3" y="45"/>
                    <a:pt x="3" y="45"/>
                  </a:cubicBezTo>
                  <a:cubicBezTo>
                    <a:pt x="3" y="46"/>
                    <a:pt x="4" y="47"/>
                    <a:pt x="4" y="48"/>
                  </a:cubicBezTo>
                  <a:cubicBezTo>
                    <a:pt x="5" y="49"/>
                    <a:pt x="5" y="50"/>
                    <a:pt x="6" y="50"/>
                  </a:cubicBezTo>
                  <a:cubicBezTo>
                    <a:pt x="12" y="46"/>
                    <a:pt x="12" y="46"/>
                    <a:pt x="12" y="46"/>
                  </a:cubicBezTo>
                  <a:cubicBezTo>
                    <a:pt x="13" y="47"/>
                    <a:pt x="13" y="48"/>
                    <a:pt x="14" y="48"/>
                  </a:cubicBezTo>
                  <a:cubicBezTo>
                    <a:pt x="9" y="54"/>
                    <a:pt x="9" y="54"/>
                    <a:pt x="9" y="54"/>
                  </a:cubicBezTo>
                  <a:cubicBezTo>
                    <a:pt x="10" y="55"/>
                    <a:pt x="10" y="56"/>
                    <a:pt x="11" y="56"/>
                  </a:cubicBezTo>
                  <a:cubicBezTo>
                    <a:pt x="12" y="57"/>
                    <a:pt x="13" y="58"/>
                    <a:pt x="14" y="58"/>
                  </a:cubicBezTo>
                  <a:cubicBezTo>
                    <a:pt x="19" y="52"/>
                    <a:pt x="19" y="52"/>
                    <a:pt x="19" y="52"/>
                  </a:cubicBezTo>
                  <a:cubicBezTo>
                    <a:pt x="19" y="53"/>
                    <a:pt x="20" y="53"/>
                    <a:pt x="21" y="53"/>
                  </a:cubicBezTo>
                  <a:cubicBezTo>
                    <a:pt x="18" y="61"/>
                    <a:pt x="18" y="61"/>
                    <a:pt x="18" y="61"/>
                  </a:cubicBezTo>
                  <a:cubicBezTo>
                    <a:pt x="19" y="61"/>
                    <a:pt x="20" y="62"/>
                    <a:pt x="21" y="62"/>
                  </a:cubicBezTo>
                  <a:cubicBezTo>
                    <a:pt x="22" y="62"/>
                    <a:pt x="23" y="63"/>
                    <a:pt x="24" y="63"/>
                  </a:cubicBezTo>
                  <a:cubicBezTo>
                    <a:pt x="26" y="55"/>
                    <a:pt x="26" y="55"/>
                    <a:pt x="26" y="55"/>
                  </a:cubicBezTo>
                  <a:cubicBezTo>
                    <a:pt x="27" y="56"/>
                    <a:pt x="28" y="56"/>
                    <a:pt x="29" y="56"/>
                  </a:cubicBezTo>
                  <a:cubicBezTo>
                    <a:pt x="29" y="64"/>
                    <a:pt x="29" y="64"/>
                    <a:pt x="29" y="64"/>
                  </a:cubicBezTo>
                  <a:cubicBezTo>
                    <a:pt x="30" y="64"/>
                    <a:pt x="31" y="64"/>
                    <a:pt x="32" y="64"/>
                  </a:cubicBezTo>
                  <a:cubicBezTo>
                    <a:pt x="33" y="64"/>
                    <a:pt x="34" y="64"/>
                    <a:pt x="35" y="64"/>
                  </a:cubicBezTo>
                  <a:cubicBezTo>
                    <a:pt x="35" y="56"/>
                    <a:pt x="35" y="56"/>
                    <a:pt x="35" y="56"/>
                  </a:cubicBezTo>
                  <a:cubicBezTo>
                    <a:pt x="35" y="56"/>
                    <a:pt x="36" y="56"/>
                    <a:pt x="37" y="55"/>
                  </a:cubicBezTo>
                  <a:cubicBezTo>
                    <a:pt x="40" y="63"/>
                    <a:pt x="40" y="63"/>
                    <a:pt x="40" y="63"/>
                  </a:cubicBezTo>
                  <a:cubicBezTo>
                    <a:pt x="41" y="63"/>
                    <a:pt x="42" y="62"/>
                    <a:pt x="43" y="62"/>
                  </a:cubicBezTo>
                  <a:cubicBezTo>
                    <a:pt x="43" y="62"/>
                    <a:pt x="44" y="61"/>
                    <a:pt x="45" y="61"/>
                  </a:cubicBezTo>
                  <a:cubicBezTo>
                    <a:pt x="43" y="53"/>
                    <a:pt x="43" y="53"/>
                    <a:pt x="43" y="53"/>
                  </a:cubicBezTo>
                  <a:cubicBezTo>
                    <a:pt x="43" y="53"/>
                    <a:pt x="44" y="53"/>
                    <a:pt x="45" y="52"/>
                  </a:cubicBezTo>
                  <a:cubicBezTo>
                    <a:pt x="50" y="58"/>
                    <a:pt x="50" y="58"/>
                    <a:pt x="50" y="58"/>
                  </a:cubicBezTo>
                  <a:cubicBezTo>
                    <a:pt x="51" y="58"/>
                    <a:pt x="51" y="57"/>
                    <a:pt x="52" y="56"/>
                  </a:cubicBezTo>
                  <a:cubicBezTo>
                    <a:pt x="53" y="56"/>
                    <a:pt x="54" y="55"/>
                    <a:pt x="54" y="54"/>
                  </a:cubicBezTo>
                  <a:cubicBezTo>
                    <a:pt x="49" y="48"/>
                    <a:pt x="49" y="48"/>
                    <a:pt x="49" y="48"/>
                  </a:cubicBezTo>
                  <a:cubicBezTo>
                    <a:pt x="50" y="48"/>
                    <a:pt x="50" y="47"/>
                    <a:pt x="51" y="46"/>
                  </a:cubicBezTo>
                  <a:cubicBezTo>
                    <a:pt x="58" y="50"/>
                    <a:pt x="58" y="50"/>
                    <a:pt x="58" y="50"/>
                  </a:cubicBezTo>
                  <a:cubicBezTo>
                    <a:pt x="58" y="50"/>
                    <a:pt x="59" y="49"/>
                    <a:pt x="59" y="48"/>
                  </a:cubicBezTo>
                  <a:cubicBezTo>
                    <a:pt x="60" y="47"/>
                    <a:pt x="60" y="46"/>
                    <a:pt x="61" y="45"/>
                  </a:cubicBezTo>
                  <a:cubicBezTo>
                    <a:pt x="54" y="41"/>
                    <a:pt x="54" y="41"/>
                    <a:pt x="54" y="41"/>
                  </a:cubicBezTo>
                  <a:cubicBezTo>
                    <a:pt x="54" y="41"/>
                    <a:pt x="54" y="40"/>
                    <a:pt x="55" y="39"/>
                  </a:cubicBezTo>
                  <a:cubicBezTo>
                    <a:pt x="62" y="40"/>
                    <a:pt x="62" y="40"/>
                    <a:pt x="62" y="40"/>
                  </a:cubicBezTo>
                  <a:cubicBezTo>
                    <a:pt x="63" y="39"/>
                    <a:pt x="63" y="38"/>
                    <a:pt x="63" y="37"/>
                  </a:cubicBezTo>
                  <a:cubicBezTo>
                    <a:pt x="63" y="36"/>
                    <a:pt x="63" y="35"/>
                    <a:pt x="63" y="34"/>
                  </a:cubicBezTo>
                  <a:cubicBezTo>
                    <a:pt x="56" y="33"/>
                    <a:pt x="56" y="33"/>
                    <a:pt x="56" y="33"/>
                  </a:cubicBezTo>
                  <a:cubicBezTo>
                    <a:pt x="56" y="33"/>
                    <a:pt x="56" y="32"/>
                    <a:pt x="56" y="32"/>
                  </a:cubicBezTo>
                  <a:cubicBezTo>
                    <a:pt x="56" y="32"/>
                    <a:pt x="56" y="31"/>
                    <a:pt x="56" y="31"/>
                  </a:cubicBezTo>
                  <a:cubicBezTo>
                    <a:pt x="63" y="29"/>
                    <a:pt x="63" y="29"/>
                    <a:pt x="63" y="29"/>
                  </a:cubicBezTo>
                  <a:cubicBezTo>
                    <a:pt x="63" y="28"/>
                    <a:pt x="63" y="27"/>
                    <a:pt x="63" y="26"/>
                  </a:cubicBezTo>
                  <a:cubicBezTo>
                    <a:pt x="63" y="25"/>
                    <a:pt x="63" y="24"/>
                    <a:pt x="62" y="23"/>
                  </a:cubicBezTo>
                  <a:cubicBezTo>
                    <a:pt x="55" y="25"/>
                    <a:pt x="55" y="25"/>
                    <a:pt x="55" y="25"/>
                  </a:cubicBezTo>
                  <a:cubicBezTo>
                    <a:pt x="54" y="24"/>
                    <a:pt x="54" y="23"/>
                    <a:pt x="54" y="23"/>
                  </a:cubicBezTo>
                  <a:cubicBezTo>
                    <a:pt x="61" y="19"/>
                    <a:pt x="61" y="19"/>
                    <a:pt x="61" y="19"/>
                  </a:cubicBezTo>
                  <a:cubicBezTo>
                    <a:pt x="60" y="18"/>
                    <a:pt x="60" y="17"/>
                    <a:pt x="59" y="16"/>
                  </a:cubicBezTo>
                  <a:cubicBezTo>
                    <a:pt x="59" y="15"/>
                    <a:pt x="58" y="14"/>
                    <a:pt x="58" y="14"/>
                  </a:cubicBezTo>
                  <a:cubicBezTo>
                    <a:pt x="51" y="17"/>
                    <a:pt x="51" y="17"/>
                    <a:pt x="51" y="17"/>
                  </a:cubicBezTo>
                  <a:cubicBezTo>
                    <a:pt x="50" y="17"/>
                    <a:pt x="50" y="16"/>
                    <a:pt x="49" y="16"/>
                  </a:cubicBezTo>
                  <a:cubicBezTo>
                    <a:pt x="54" y="10"/>
                    <a:pt x="54" y="10"/>
                    <a:pt x="54" y="10"/>
                  </a:cubicBezTo>
                  <a:cubicBezTo>
                    <a:pt x="54" y="9"/>
                    <a:pt x="53" y="8"/>
                    <a:pt x="52" y="8"/>
                  </a:cubicBezTo>
                  <a:cubicBezTo>
                    <a:pt x="51" y="7"/>
                    <a:pt x="51" y="6"/>
                    <a:pt x="50" y="6"/>
                  </a:cubicBezTo>
                  <a:cubicBezTo>
                    <a:pt x="45" y="12"/>
                    <a:pt x="45" y="12"/>
                    <a:pt x="45" y="12"/>
                  </a:cubicBezTo>
                  <a:cubicBezTo>
                    <a:pt x="44" y="11"/>
                    <a:pt x="43" y="11"/>
                    <a:pt x="43" y="11"/>
                  </a:cubicBezTo>
                  <a:cubicBezTo>
                    <a:pt x="45" y="3"/>
                    <a:pt x="45" y="3"/>
                    <a:pt x="45" y="3"/>
                  </a:cubicBezTo>
                  <a:cubicBezTo>
                    <a:pt x="44" y="3"/>
                    <a:pt x="43" y="2"/>
                    <a:pt x="43" y="2"/>
                  </a:cubicBezTo>
                  <a:cubicBezTo>
                    <a:pt x="42" y="2"/>
                    <a:pt x="41" y="1"/>
                    <a:pt x="40" y="1"/>
                  </a:cubicBezTo>
                  <a:cubicBezTo>
                    <a:pt x="37" y="8"/>
                    <a:pt x="37" y="8"/>
                    <a:pt x="37" y="8"/>
                  </a:cubicBezTo>
                  <a:cubicBezTo>
                    <a:pt x="36" y="8"/>
                    <a:pt x="35" y="8"/>
                    <a:pt x="35" y="8"/>
                  </a:cubicBezTo>
                  <a:cubicBezTo>
                    <a:pt x="35" y="0"/>
                    <a:pt x="35" y="0"/>
                    <a:pt x="35" y="0"/>
                  </a:cubicBezTo>
                  <a:cubicBezTo>
                    <a:pt x="34" y="0"/>
                    <a:pt x="33" y="0"/>
                    <a:pt x="32" y="0"/>
                  </a:cubicBezTo>
                  <a:cubicBezTo>
                    <a:pt x="31" y="0"/>
                    <a:pt x="30" y="0"/>
                    <a:pt x="29" y="0"/>
                  </a:cubicBezTo>
                  <a:cubicBezTo>
                    <a:pt x="29" y="8"/>
                    <a:pt x="29" y="8"/>
                    <a:pt x="29" y="8"/>
                  </a:cubicBezTo>
                  <a:cubicBezTo>
                    <a:pt x="28" y="8"/>
                    <a:pt x="27" y="8"/>
                    <a:pt x="26" y="8"/>
                  </a:cubicBezTo>
                  <a:cubicBezTo>
                    <a:pt x="24" y="1"/>
                    <a:pt x="24" y="1"/>
                    <a:pt x="24" y="1"/>
                  </a:cubicBezTo>
                  <a:cubicBezTo>
                    <a:pt x="23" y="1"/>
                    <a:pt x="22" y="2"/>
                    <a:pt x="21" y="2"/>
                  </a:cubicBezTo>
                  <a:cubicBezTo>
                    <a:pt x="20" y="2"/>
                    <a:pt x="19" y="3"/>
                    <a:pt x="18" y="3"/>
                  </a:cubicBezTo>
                  <a:cubicBezTo>
                    <a:pt x="21" y="11"/>
                    <a:pt x="21" y="11"/>
                    <a:pt x="21" y="11"/>
                  </a:cubicBezTo>
                  <a:cubicBezTo>
                    <a:pt x="20" y="11"/>
                    <a:pt x="19" y="11"/>
                    <a:pt x="19" y="12"/>
                  </a:cubicBezTo>
                  <a:cubicBezTo>
                    <a:pt x="14" y="6"/>
                    <a:pt x="14" y="6"/>
                    <a:pt x="14" y="6"/>
                  </a:cubicBezTo>
                  <a:cubicBezTo>
                    <a:pt x="13" y="6"/>
                    <a:pt x="12" y="7"/>
                    <a:pt x="11" y="8"/>
                  </a:cubicBezTo>
                  <a:cubicBezTo>
                    <a:pt x="10" y="8"/>
                    <a:pt x="10" y="9"/>
                    <a:pt x="9" y="10"/>
                  </a:cubicBezTo>
                  <a:cubicBezTo>
                    <a:pt x="14" y="16"/>
                    <a:pt x="14" y="16"/>
                    <a:pt x="14" y="16"/>
                  </a:cubicBezTo>
                  <a:cubicBezTo>
                    <a:pt x="13" y="16"/>
                    <a:pt x="13" y="17"/>
                    <a:pt x="12" y="17"/>
                  </a:cubicBezTo>
                  <a:cubicBezTo>
                    <a:pt x="6" y="14"/>
                    <a:pt x="6" y="14"/>
                    <a:pt x="6" y="14"/>
                  </a:cubicBezTo>
                  <a:cubicBezTo>
                    <a:pt x="5" y="14"/>
                    <a:pt x="5" y="15"/>
                    <a:pt x="4" y="16"/>
                  </a:cubicBezTo>
                  <a:cubicBezTo>
                    <a:pt x="4" y="17"/>
                    <a:pt x="3" y="18"/>
                    <a:pt x="3" y="19"/>
                  </a:cubicBezTo>
                  <a:cubicBezTo>
                    <a:pt x="9" y="23"/>
                    <a:pt x="9" y="23"/>
                    <a:pt x="9" y="23"/>
                  </a:cubicBezTo>
                  <a:cubicBezTo>
                    <a:pt x="9" y="23"/>
                    <a:pt x="9" y="24"/>
                    <a:pt x="9" y="25"/>
                  </a:cubicBezTo>
                  <a:cubicBezTo>
                    <a:pt x="1" y="23"/>
                    <a:pt x="1" y="23"/>
                    <a:pt x="1" y="23"/>
                  </a:cubicBezTo>
                  <a:cubicBezTo>
                    <a:pt x="1" y="24"/>
                    <a:pt x="0" y="25"/>
                    <a:pt x="0" y="26"/>
                  </a:cubicBezTo>
                  <a:cubicBezTo>
                    <a:pt x="0" y="27"/>
                    <a:pt x="0" y="28"/>
                    <a:pt x="0" y="29"/>
                  </a:cubicBezTo>
                  <a:cubicBezTo>
                    <a:pt x="8" y="31"/>
                    <a:pt x="8" y="31"/>
                    <a:pt x="8" y="31"/>
                  </a:cubicBezTo>
                  <a:cubicBezTo>
                    <a:pt x="8" y="31"/>
                    <a:pt x="8" y="32"/>
                    <a:pt x="8" y="32"/>
                  </a:cubicBezTo>
                  <a:cubicBezTo>
                    <a:pt x="8" y="32"/>
                    <a:pt x="8" y="33"/>
                    <a:pt x="8" y="33"/>
                  </a:cubicBezTo>
                  <a:cubicBezTo>
                    <a:pt x="0" y="34"/>
                    <a:pt x="0" y="34"/>
                    <a:pt x="0" y="34"/>
                  </a:cubicBezTo>
                  <a:cubicBezTo>
                    <a:pt x="0" y="35"/>
                    <a:pt x="0" y="36"/>
                    <a:pt x="0" y="37"/>
                  </a:cubicBezTo>
                  <a:close/>
                  <a:moveTo>
                    <a:pt x="32" y="17"/>
                  </a:moveTo>
                  <a:cubicBezTo>
                    <a:pt x="40" y="17"/>
                    <a:pt x="46" y="24"/>
                    <a:pt x="46" y="32"/>
                  </a:cubicBezTo>
                  <a:cubicBezTo>
                    <a:pt x="46" y="40"/>
                    <a:pt x="40" y="46"/>
                    <a:pt x="32" y="46"/>
                  </a:cubicBezTo>
                  <a:cubicBezTo>
                    <a:pt x="24" y="46"/>
                    <a:pt x="17" y="40"/>
                    <a:pt x="17" y="32"/>
                  </a:cubicBezTo>
                  <a:cubicBezTo>
                    <a:pt x="17" y="24"/>
                    <a:pt x="24" y="17"/>
                    <a:pt x="32" y="1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8" name="Google Shape;488;p44"/>
            <p:cNvSpPr/>
            <p:nvPr/>
          </p:nvSpPr>
          <p:spPr>
            <a:xfrm>
              <a:off x="4232275" y="2408238"/>
              <a:ext cx="252413" cy="252413"/>
            </a:xfrm>
            <a:custGeom>
              <a:avLst/>
              <a:gdLst/>
              <a:ahLst/>
              <a:cxnLst/>
              <a:rect l="l" t="t" r="r" b="b"/>
              <a:pathLst>
                <a:path w="67" h="67" extrusionOk="0">
                  <a:moveTo>
                    <a:pt x="65" y="24"/>
                  </a:moveTo>
                  <a:cubicBezTo>
                    <a:pt x="62" y="25"/>
                    <a:pt x="62" y="25"/>
                    <a:pt x="62" y="25"/>
                  </a:cubicBezTo>
                  <a:cubicBezTo>
                    <a:pt x="61" y="24"/>
                    <a:pt x="61" y="23"/>
                    <a:pt x="61" y="22"/>
                  </a:cubicBezTo>
                  <a:cubicBezTo>
                    <a:pt x="64" y="20"/>
                    <a:pt x="64" y="20"/>
                    <a:pt x="64" y="20"/>
                  </a:cubicBezTo>
                  <a:cubicBezTo>
                    <a:pt x="63" y="18"/>
                    <a:pt x="62" y="16"/>
                    <a:pt x="60" y="14"/>
                  </a:cubicBezTo>
                  <a:cubicBezTo>
                    <a:pt x="57" y="16"/>
                    <a:pt x="57" y="16"/>
                    <a:pt x="57" y="16"/>
                  </a:cubicBezTo>
                  <a:cubicBezTo>
                    <a:pt x="56" y="15"/>
                    <a:pt x="56" y="14"/>
                    <a:pt x="55" y="14"/>
                  </a:cubicBezTo>
                  <a:cubicBezTo>
                    <a:pt x="58" y="11"/>
                    <a:pt x="58" y="11"/>
                    <a:pt x="58" y="11"/>
                  </a:cubicBezTo>
                  <a:cubicBezTo>
                    <a:pt x="56" y="9"/>
                    <a:pt x="54" y="7"/>
                    <a:pt x="52" y="6"/>
                  </a:cubicBezTo>
                  <a:cubicBezTo>
                    <a:pt x="50" y="8"/>
                    <a:pt x="50" y="8"/>
                    <a:pt x="50" y="8"/>
                  </a:cubicBezTo>
                  <a:cubicBezTo>
                    <a:pt x="49" y="9"/>
                    <a:pt x="49" y="9"/>
                    <a:pt x="49" y="9"/>
                  </a:cubicBezTo>
                  <a:cubicBezTo>
                    <a:pt x="49" y="8"/>
                    <a:pt x="48" y="8"/>
                    <a:pt x="47" y="7"/>
                  </a:cubicBezTo>
                  <a:cubicBezTo>
                    <a:pt x="48" y="4"/>
                    <a:pt x="48" y="4"/>
                    <a:pt x="48" y="4"/>
                  </a:cubicBezTo>
                  <a:cubicBezTo>
                    <a:pt x="47" y="3"/>
                    <a:pt x="45" y="2"/>
                    <a:pt x="43" y="2"/>
                  </a:cubicBezTo>
                  <a:cubicBezTo>
                    <a:pt x="43" y="2"/>
                    <a:pt x="42" y="1"/>
                    <a:pt x="41" y="1"/>
                  </a:cubicBezTo>
                  <a:cubicBezTo>
                    <a:pt x="40" y="5"/>
                    <a:pt x="40" y="5"/>
                    <a:pt x="40" y="5"/>
                  </a:cubicBezTo>
                  <a:cubicBezTo>
                    <a:pt x="40" y="5"/>
                    <a:pt x="40" y="5"/>
                    <a:pt x="40" y="5"/>
                  </a:cubicBezTo>
                  <a:cubicBezTo>
                    <a:pt x="39" y="5"/>
                    <a:pt x="38" y="4"/>
                    <a:pt x="37" y="4"/>
                  </a:cubicBezTo>
                  <a:cubicBezTo>
                    <a:pt x="37" y="1"/>
                    <a:pt x="37" y="1"/>
                    <a:pt x="37" y="1"/>
                  </a:cubicBezTo>
                  <a:cubicBezTo>
                    <a:pt x="36" y="0"/>
                    <a:pt x="35" y="0"/>
                    <a:pt x="33" y="0"/>
                  </a:cubicBezTo>
                  <a:cubicBezTo>
                    <a:pt x="32" y="0"/>
                    <a:pt x="31" y="0"/>
                    <a:pt x="30" y="1"/>
                  </a:cubicBezTo>
                  <a:cubicBezTo>
                    <a:pt x="30" y="4"/>
                    <a:pt x="30" y="4"/>
                    <a:pt x="30" y="4"/>
                  </a:cubicBezTo>
                  <a:cubicBezTo>
                    <a:pt x="29" y="4"/>
                    <a:pt x="28" y="5"/>
                    <a:pt x="27" y="5"/>
                  </a:cubicBezTo>
                  <a:cubicBezTo>
                    <a:pt x="27" y="5"/>
                    <a:pt x="27" y="5"/>
                    <a:pt x="27" y="5"/>
                  </a:cubicBezTo>
                  <a:cubicBezTo>
                    <a:pt x="26" y="1"/>
                    <a:pt x="26" y="1"/>
                    <a:pt x="26" y="1"/>
                  </a:cubicBezTo>
                  <a:cubicBezTo>
                    <a:pt x="25" y="1"/>
                    <a:pt x="24" y="2"/>
                    <a:pt x="24" y="2"/>
                  </a:cubicBezTo>
                  <a:cubicBezTo>
                    <a:pt x="22" y="2"/>
                    <a:pt x="20" y="3"/>
                    <a:pt x="19" y="4"/>
                  </a:cubicBezTo>
                  <a:cubicBezTo>
                    <a:pt x="20" y="7"/>
                    <a:pt x="20" y="7"/>
                    <a:pt x="20" y="7"/>
                  </a:cubicBezTo>
                  <a:cubicBezTo>
                    <a:pt x="19" y="8"/>
                    <a:pt x="18" y="8"/>
                    <a:pt x="18" y="9"/>
                  </a:cubicBezTo>
                  <a:cubicBezTo>
                    <a:pt x="17" y="8"/>
                    <a:pt x="17" y="8"/>
                    <a:pt x="17" y="8"/>
                  </a:cubicBezTo>
                  <a:cubicBezTo>
                    <a:pt x="15" y="6"/>
                    <a:pt x="15" y="6"/>
                    <a:pt x="15" y="6"/>
                  </a:cubicBezTo>
                  <a:cubicBezTo>
                    <a:pt x="13" y="7"/>
                    <a:pt x="11" y="9"/>
                    <a:pt x="9" y="11"/>
                  </a:cubicBezTo>
                  <a:cubicBezTo>
                    <a:pt x="12" y="14"/>
                    <a:pt x="12" y="14"/>
                    <a:pt x="12" y="14"/>
                  </a:cubicBezTo>
                  <a:cubicBezTo>
                    <a:pt x="11" y="14"/>
                    <a:pt x="11" y="15"/>
                    <a:pt x="10" y="16"/>
                  </a:cubicBezTo>
                  <a:cubicBezTo>
                    <a:pt x="7" y="14"/>
                    <a:pt x="7" y="14"/>
                    <a:pt x="7" y="14"/>
                  </a:cubicBezTo>
                  <a:cubicBezTo>
                    <a:pt x="5" y="16"/>
                    <a:pt x="4" y="18"/>
                    <a:pt x="3" y="20"/>
                  </a:cubicBezTo>
                  <a:cubicBezTo>
                    <a:pt x="6" y="22"/>
                    <a:pt x="6" y="22"/>
                    <a:pt x="6" y="22"/>
                  </a:cubicBezTo>
                  <a:cubicBezTo>
                    <a:pt x="6" y="23"/>
                    <a:pt x="6" y="24"/>
                    <a:pt x="5" y="25"/>
                  </a:cubicBezTo>
                  <a:cubicBezTo>
                    <a:pt x="2" y="24"/>
                    <a:pt x="2" y="24"/>
                    <a:pt x="2" y="24"/>
                  </a:cubicBezTo>
                  <a:cubicBezTo>
                    <a:pt x="1" y="26"/>
                    <a:pt x="1" y="29"/>
                    <a:pt x="0" y="31"/>
                  </a:cubicBezTo>
                  <a:cubicBezTo>
                    <a:pt x="4" y="32"/>
                    <a:pt x="4" y="32"/>
                    <a:pt x="4" y="32"/>
                  </a:cubicBezTo>
                  <a:cubicBezTo>
                    <a:pt x="4" y="33"/>
                    <a:pt x="4" y="33"/>
                    <a:pt x="4" y="34"/>
                  </a:cubicBezTo>
                  <a:cubicBezTo>
                    <a:pt x="4" y="34"/>
                    <a:pt x="4" y="34"/>
                    <a:pt x="4" y="35"/>
                  </a:cubicBezTo>
                  <a:cubicBezTo>
                    <a:pt x="0" y="36"/>
                    <a:pt x="0" y="36"/>
                    <a:pt x="0" y="36"/>
                  </a:cubicBezTo>
                  <a:cubicBezTo>
                    <a:pt x="1" y="38"/>
                    <a:pt x="1" y="41"/>
                    <a:pt x="2" y="43"/>
                  </a:cubicBezTo>
                  <a:cubicBezTo>
                    <a:pt x="5" y="42"/>
                    <a:pt x="5" y="42"/>
                    <a:pt x="5" y="42"/>
                  </a:cubicBezTo>
                  <a:cubicBezTo>
                    <a:pt x="6" y="43"/>
                    <a:pt x="6" y="44"/>
                    <a:pt x="6" y="45"/>
                  </a:cubicBezTo>
                  <a:cubicBezTo>
                    <a:pt x="3" y="47"/>
                    <a:pt x="3" y="47"/>
                    <a:pt x="3" y="47"/>
                  </a:cubicBezTo>
                  <a:cubicBezTo>
                    <a:pt x="4" y="49"/>
                    <a:pt x="5" y="51"/>
                    <a:pt x="7" y="53"/>
                  </a:cubicBezTo>
                  <a:cubicBezTo>
                    <a:pt x="10" y="51"/>
                    <a:pt x="10" y="51"/>
                    <a:pt x="10" y="51"/>
                  </a:cubicBezTo>
                  <a:cubicBezTo>
                    <a:pt x="11" y="52"/>
                    <a:pt x="11" y="53"/>
                    <a:pt x="12" y="53"/>
                  </a:cubicBezTo>
                  <a:cubicBezTo>
                    <a:pt x="9" y="56"/>
                    <a:pt x="9" y="56"/>
                    <a:pt x="9" y="56"/>
                  </a:cubicBezTo>
                  <a:cubicBezTo>
                    <a:pt x="11" y="58"/>
                    <a:pt x="13" y="60"/>
                    <a:pt x="15" y="61"/>
                  </a:cubicBezTo>
                  <a:cubicBezTo>
                    <a:pt x="17" y="59"/>
                    <a:pt x="17" y="59"/>
                    <a:pt x="17" y="59"/>
                  </a:cubicBezTo>
                  <a:cubicBezTo>
                    <a:pt x="18" y="58"/>
                    <a:pt x="18" y="58"/>
                    <a:pt x="18" y="58"/>
                  </a:cubicBezTo>
                  <a:cubicBezTo>
                    <a:pt x="18" y="59"/>
                    <a:pt x="19" y="59"/>
                    <a:pt x="20" y="60"/>
                  </a:cubicBezTo>
                  <a:cubicBezTo>
                    <a:pt x="19" y="63"/>
                    <a:pt x="19" y="63"/>
                    <a:pt x="19" y="63"/>
                  </a:cubicBezTo>
                  <a:cubicBezTo>
                    <a:pt x="20" y="64"/>
                    <a:pt x="22" y="65"/>
                    <a:pt x="24" y="65"/>
                  </a:cubicBezTo>
                  <a:cubicBezTo>
                    <a:pt x="24" y="65"/>
                    <a:pt x="25" y="66"/>
                    <a:pt x="26" y="66"/>
                  </a:cubicBezTo>
                  <a:cubicBezTo>
                    <a:pt x="27" y="62"/>
                    <a:pt x="27" y="62"/>
                    <a:pt x="27" y="62"/>
                  </a:cubicBezTo>
                  <a:cubicBezTo>
                    <a:pt x="27" y="62"/>
                    <a:pt x="27" y="62"/>
                    <a:pt x="27" y="62"/>
                  </a:cubicBezTo>
                  <a:cubicBezTo>
                    <a:pt x="28" y="62"/>
                    <a:pt x="29" y="63"/>
                    <a:pt x="30" y="63"/>
                  </a:cubicBezTo>
                  <a:cubicBezTo>
                    <a:pt x="30" y="67"/>
                    <a:pt x="30" y="67"/>
                    <a:pt x="30" y="67"/>
                  </a:cubicBezTo>
                  <a:cubicBezTo>
                    <a:pt x="31" y="67"/>
                    <a:pt x="32" y="67"/>
                    <a:pt x="33" y="67"/>
                  </a:cubicBezTo>
                  <a:cubicBezTo>
                    <a:pt x="35" y="67"/>
                    <a:pt x="36" y="67"/>
                    <a:pt x="37" y="67"/>
                  </a:cubicBezTo>
                  <a:cubicBezTo>
                    <a:pt x="37" y="63"/>
                    <a:pt x="37" y="63"/>
                    <a:pt x="37" y="63"/>
                  </a:cubicBezTo>
                  <a:cubicBezTo>
                    <a:pt x="38" y="63"/>
                    <a:pt x="39" y="62"/>
                    <a:pt x="40" y="62"/>
                  </a:cubicBezTo>
                  <a:cubicBezTo>
                    <a:pt x="40" y="62"/>
                    <a:pt x="40" y="62"/>
                    <a:pt x="40" y="62"/>
                  </a:cubicBezTo>
                  <a:cubicBezTo>
                    <a:pt x="41" y="66"/>
                    <a:pt x="41" y="66"/>
                    <a:pt x="41" y="66"/>
                  </a:cubicBezTo>
                  <a:cubicBezTo>
                    <a:pt x="42" y="66"/>
                    <a:pt x="43" y="65"/>
                    <a:pt x="43" y="65"/>
                  </a:cubicBezTo>
                  <a:cubicBezTo>
                    <a:pt x="45" y="65"/>
                    <a:pt x="47" y="64"/>
                    <a:pt x="48" y="63"/>
                  </a:cubicBezTo>
                  <a:cubicBezTo>
                    <a:pt x="47" y="60"/>
                    <a:pt x="47" y="60"/>
                    <a:pt x="47" y="60"/>
                  </a:cubicBezTo>
                  <a:cubicBezTo>
                    <a:pt x="48" y="59"/>
                    <a:pt x="49" y="59"/>
                    <a:pt x="49" y="58"/>
                  </a:cubicBezTo>
                  <a:cubicBezTo>
                    <a:pt x="50" y="59"/>
                    <a:pt x="50" y="59"/>
                    <a:pt x="50" y="59"/>
                  </a:cubicBezTo>
                  <a:cubicBezTo>
                    <a:pt x="52" y="61"/>
                    <a:pt x="52" y="61"/>
                    <a:pt x="52" y="61"/>
                  </a:cubicBezTo>
                  <a:cubicBezTo>
                    <a:pt x="54" y="60"/>
                    <a:pt x="56" y="58"/>
                    <a:pt x="58" y="56"/>
                  </a:cubicBezTo>
                  <a:cubicBezTo>
                    <a:pt x="55" y="53"/>
                    <a:pt x="55" y="53"/>
                    <a:pt x="55" y="53"/>
                  </a:cubicBezTo>
                  <a:cubicBezTo>
                    <a:pt x="56" y="53"/>
                    <a:pt x="56" y="52"/>
                    <a:pt x="57" y="51"/>
                  </a:cubicBezTo>
                  <a:cubicBezTo>
                    <a:pt x="60" y="53"/>
                    <a:pt x="60" y="53"/>
                    <a:pt x="60" y="53"/>
                  </a:cubicBezTo>
                  <a:cubicBezTo>
                    <a:pt x="62" y="51"/>
                    <a:pt x="63" y="49"/>
                    <a:pt x="64" y="47"/>
                  </a:cubicBezTo>
                  <a:cubicBezTo>
                    <a:pt x="61" y="45"/>
                    <a:pt x="61" y="45"/>
                    <a:pt x="61" y="45"/>
                  </a:cubicBezTo>
                  <a:cubicBezTo>
                    <a:pt x="61" y="44"/>
                    <a:pt x="61" y="43"/>
                    <a:pt x="62" y="42"/>
                  </a:cubicBezTo>
                  <a:cubicBezTo>
                    <a:pt x="65" y="43"/>
                    <a:pt x="65" y="43"/>
                    <a:pt x="65" y="43"/>
                  </a:cubicBezTo>
                  <a:cubicBezTo>
                    <a:pt x="66" y="41"/>
                    <a:pt x="66" y="38"/>
                    <a:pt x="67" y="36"/>
                  </a:cubicBezTo>
                  <a:cubicBezTo>
                    <a:pt x="63" y="35"/>
                    <a:pt x="63" y="35"/>
                    <a:pt x="63" y="35"/>
                  </a:cubicBezTo>
                  <a:cubicBezTo>
                    <a:pt x="63" y="34"/>
                    <a:pt x="63" y="34"/>
                    <a:pt x="63" y="34"/>
                  </a:cubicBezTo>
                  <a:cubicBezTo>
                    <a:pt x="63" y="33"/>
                    <a:pt x="63" y="33"/>
                    <a:pt x="63" y="32"/>
                  </a:cubicBezTo>
                  <a:cubicBezTo>
                    <a:pt x="67" y="31"/>
                    <a:pt x="67" y="31"/>
                    <a:pt x="67" y="31"/>
                  </a:cubicBezTo>
                  <a:cubicBezTo>
                    <a:pt x="66" y="29"/>
                    <a:pt x="66" y="26"/>
                    <a:pt x="65" y="24"/>
                  </a:cubicBezTo>
                  <a:close/>
                  <a:moveTo>
                    <a:pt x="48" y="12"/>
                  </a:moveTo>
                  <a:cubicBezTo>
                    <a:pt x="49" y="12"/>
                    <a:pt x="49" y="13"/>
                    <a:pt x="50" y="14"/>
                  </a:cubicBezTo>
                  <a:cubicBezTo>
                    <a:pt x="52" y="15"/>
                    <a:pt x="54" y="17"/>
                    <a:pt x="55" y="19"/>
                  </a:cubicBezTo>
                  <a:cubicBezTo>
                    <a:pt x="50" y="22"/>
                    <a:pt x="50" y="22"/>
                    <a:pt x="50" y="22"/>
                  </a:cubicBezTo>
                  <a:cubicBezTo>
                    <a:pt x="43" y="26"/>
                    <a:pt x="43" y="26"/>
                    <a:pt x="43" y="26"/>
                  </a:cubicBezTo>
                  <a:cubicBezTo>
                    <a:pt x="40" y="28"/>
                    <a:pt x="40" y="28"/>
                    <a:pt x="40" y="28"/>
                  </a:cubicBezTo>
                  <a:cubicBezTo>
                    <a:pt x="39" y="28"/>
                    <a:pt x="39" y="28"/>
                    <a:pt x="39" y="28"/>
                  </a:cubicBezTo>
                  <a:cubicBezTo>
                    <a:pt x="39" y="28"/>
                    <a:pt x="39" y="28"/>
                    <a:pt x="39" y="28"/>
                  </a:cubicBezTo>
                  <a:cubicBezTo>
                    <a:pt x="40" y="25"/>
                    <a:pt x="40" y="25"/>
                    <a:pt x="40" y="25"/>
                  </a:cubicBezTo>
                  <a:cubicBezTo>
                    <a:pt x="43" y="20"/>
                    <a:pt x="43" y="20"/>
                    <a:pt x="43" y="20"/>
                  </a:cubicBezTo>
                  <a:lnTo>
                    <a:pt x="48" y="12"/>
                  </a:lnTo>
                  <a:close/>
                  <a:moveTo>
                    <a:pt x="35" y="8"/>
                  </a:moveTo>
                  <a:cubicBezTo>
                    <a:pt x="37" y="8"/>
                    <a:pt x="38" y="8"/>
                    <a:pt x="40" y="8"/>
                  </a:cubicBezTo>
                  <a:cubicBezTo>
                    <a:pt x="41" y="9"/>
                    <a:pt x="42" y="9"/>
                    <a:pt x="43" y="9"/>
                  </a:cubicBezTo>
                  <a:cubicBezTo>
                    <a:pt x="44" y="10"/>
                    <a:pt x="44" y="10"/>
                    <a:pt x="45" y="10"/>
                  </a:cubicBezTo>
                  <a:cubicBezTo>
                    <a:pt x="43" y="14"/>
                    <a:pt x="43" y="14"/>
                    <a:pt x="43" y="14"/>
                  </a:cubicBezTo>
                  <a:cubicBezTo>
                    <a:pt x="40" y="19"/>
                    <a:pt x="40" y="19"/>
                    <a:pt x="40" y="19"/>
                  </a:cubicBezTo>
                  <a:cubicBezTo>
                    <a:pt x="36" y="26"/>
                    <a:pt x="36" y="26"/>
                    <a:pt x="36" y="26"/>
                  </a:cubicBezTo>
                  <a:cubicBezTo>
                    <a:pt x="36" y="26"/>
                    <a:pt x="35" y="26"/>
                    <a:pt x="35" y="26"/>
                  </a:cubicBezTo>
                  <a:lnTo>
                    <a:pt x="35" y="8"/>
                  </a:lnTo>
                  <a:close/>
                  <a:moveTo>
                    <a:pt x="24" y="9"/>
                  </a:moveTo>
                  <a:cubicBezTo>
                    <a:pt x="25" y="9"/>
                    <a:pt x="26" y="9"/>
                    <a:pt x="27" y="8"/>
                  </a:cubicBezTo>
                  <a:cubicBezTo>
                    <a:pt x="29" y="8"/>
                    <a:pt x="30" y="8"/>
                    <a:pt x="32" y="8"/>
                  </a:cubicBezTo>
                  <a:cubicBezTo>
                    <a:pt x="32" y="26"/>
                    <a:pt x="32" y="26"/>
                    <a:pt x="32" y="26"/>
                  </a:cubicBezTo>
                  <a:cubicBezTo>
                    <a:pt x="32" y="26"/>
                    <a:pt x="31" y="26"/>
                    <a:pt x="31" y="26"/>
                  </a:cubicBezTo>
                  <a:cubicBezTo>
                    <a:pt x="27" y="19"/>
                    <a:pt x="27" y="19"/>
                    <a:pt x="27" y="19"/>
                  </a:cubicBezTo>
                  <a:cubicBezTo>
                    <a:pt x="24" y="14"/>
                    <a:pt x="24" y="14"/>
                    <a:pt x="24" y="14"/>
                  </a:cubicBezTo>
                  <a:cubicBezTo>
                    <a:pt x="22" y="10"/>
                    <a:pt x="22" y="10"/>
                    <a:pt x="22" y="10"/>
                  </a:cubicBezTo>
                  <a:cubicBezTo>
                    <a:pt x="23" y="10"/>
                    <a:pt x="23" y="10"/>
                    <a:pt x="24" y="9"/>
                  </a:cubicBezTo>
                  <a:close/>
                  <a:moveTo>
                    <a:pt x="17" y="14"/>
                  </a:moveTo>
                  <a:cubicBezTo>
                    <a:pt x="18" y="13"/>
                    <a:pt x="18" y="12"/>
                    <a:pt x="19" y="12"/>
                  </a:cubicBezTo>
                  <a:cubicBezTo>
                    <a:pt x="24" y="20"/>
                    <a:pt x="24" y="20"/>
                    <a:pt x="24" y="20"/>
                  </a:cubicBezTo>
                  <a:cubicBezTo>
                    <a:pt x="27" y="25"/>
                    <a:pt x="27" y="25"/>
                    <a:pt x="27" y="25"/>
                  </a:cubicBezTo>
                  <a:cubicBezTo>
                    <a:pt x="28" y="28"/>
                    <a:pt x="28" y="28"/>
                    <a:pt x="28" y="28"/>
                  </a:cubicBezTo>
                  <a:cubicBezTo>
                    <a:pt x="28" y="28"/>
                    <a:pt x="28" y="28"/>
                    <a:pt x="27" y="28"/>
                  </a:cubicBezTo>
                  <a:cubicBezTo>
                    <a:pt x="27" y="28"/>
                    <a:pt x="27" y="28"/>
                    <a:pt x="27" y="28"/>
                  </a:cubicBezTo>
                  <a:cubicBezTo>
                    <a:pt x="24" y="26"/>
                    <a:pt x="24" y="26"/>
                    <a:pt x="24" y="26"/>
                  </a:cubicBezTo>
                  <a:cubicBezTo>
                    <a:pt x="17" y="22"/>
                    <a:pt x="17" y="22"/>
                    <a:pt x="17" y="22"/>
                  </a:cubicBezTo>
                  <a:cubicBezTo>
                    <a:pt x="12" y="19"/>
                    <a:pt x="12" y="19"/>
                    <a:pt x="12" y="19"/>
                  </a:cubicBezTo>
                  <a:cubicBezTo>
                    <a:pt x="13" y="17"/>
                    <a:pt x="15" y="15"/>
                    <a:pt x="17" y="14"/>
                  </a:cubicBezTo>
                  <a:close/>
                  <a:moveTo>
                    <a:pt x="10" y="22"/>
                  </a:moveTo>
                  <a:cubicBezTo>
                    <a:pt x="17" y="26"/>
                    <a:pt x="17" y="26"/>
                    <a:pt x="17" y="26"/>
                  </a:cubicBezTo>
                  <a:cubicBezTo>
                    <a:pt x="24" y="30"/>
                    <a:pt x="24" y="30"/>
                    <a:pt x="24" y="30"/>
                  </a:cubicBezTo>
                  <a:cubicBezTo>
                    <a:pt x="26" y="31"/>
                    <a:pt x="26" y="31"/>
                    <a:pt x="26" y="31"/>
                  </a:cubicBezTo>
                  <a:cubicBezTo>
                    <a:pt x="26" y="31"/>
                    <a:pt x="26" y="32"/>
                    <a:pt x="26" y="32"/>
                  </a:cubicBezTo>
                  <a:cubicBezTo>
                    <a:pt x="24" y="32"/>
                    <a:pt x="24" y="32"/>
                    <a:pt x="24" y="32"/>
                  </a:cubicBezTo>
                  <a:cubicBezTo>
                    <a:pt x="17" y="32"/>
                    <a:pt x="17" y="32"/>
                    <a:pt x="17" y="32"/>
                  </a:cubicBezTo>
                  <a:cubicBezTo>
                    <a:pt x="8" y="32"/>
                    <a:pt x="8" y="32"/>
                    <a:pt x="8" y="32"/>
                  </a:cubicBezTo>
                  <a:cubicBezTo>
                    <a:pt x="8" y="28"/>
                    <a:pt x="9" y="25"/>
                    <a:pt x="10" y="22"/>
                  </a:cubicBezTo>
                  <a:close/>
                  <a:moveTo>
                    <a:pt x="8" y="35"/>
                  </a:moveTo>
                  <a:cubicBezTo>
                    <a:pt x="17" y="35"/>
                    <a:pt x="17" y="35"/>
                    <a:pt x="17" y="35"/>
                  </a:cubicBezTo>
                  <a:cubicBezTo>
                    <a:pt x="24" y="35"/>
                    <a:pt x="24" y="35"/>
                    <a:pt x="24" y="35"/>
                  </a:cubicBezTo>
                  <a:cubicBezTo>
                    <a:pt x="26" y="35"/>
                    <a:pt x="26" y="35"/>
                    <a:pt x="26" y="35"/>
                  </a:cubicBezTo>
                  <a:cubicBezTo>
                    <a:pt x="26" y="35"/>
                    <a:pt x="26" y="36"/>
                    <a:pt x="26" y="36"/>
                  </a:cubicBezTo>
                  <a:cubicBezTo>
                    <a:pt x="24" y="37"/>
                    <a:pt x="24" y="37"/>
                    <a:pt x="24" y="37"/>
                  </a:cubicBezTo>
                  <a:cubicBezTo>
                    <a:pt x="17" y="41"/>
                    <a:pt x="17" y="41"/>
                    <a:pt x="17" y="41"/>
                  </a:cubicBezTo>
                  <a:cubicBezTo>
                    <a:pt x="10" y="45"/>
                    <a:pt x="10" y="45"/>
                    <a:pt x="10" y="45"/>
                  </a:cubicBezTo>
                  <a:cubicBezTo>
                    <a:pt x="9" y="42"/>
                    <a:pt x="8" y="39"/>
                    <a:pt x="8" y="35"/>
                  </a:cubicBezTo>
                  <a:close/>
                  <a:moveTo>
                    <a:pt x="19" y="55"/>
                  </a:moveTo>
                  <a:cubicBezTo>
                    <a:pt x="18" y="55"/>
                    <a:pt x="18" y="54"/>
                    <a:pt x="17" y="53"/>
                  </a:cubicBezTo>
                  <a:cubicBezTo>
                    <a:pt x="15" y="52"/>
                    <a:pt x="13" y="50"/>
                    <a:pt x="12" y="48"/>
                  </a:cubicBezTo>
                  <a:cubicBezTo>
                    <a:pt x="17" y="45"/>
                    <a:pt x="17" y="45"/>
                    <a:pt x="17" y="45"/>
                  </a:cubicBezTo>
                  <a:cubicBezTo>
                    <a:pt x="24" y="41"/>
                    <a:pt x="24" y="41"/>
                    <a:pt x="24" y="41"/>
                  </a:cubicBezTo>
                  <a:cubicBezTo>
                    <a:pt x="27" y="39"/>
                    <a:pt x="27" y="39"/>
                    <a:pt x="27" y="39"/>
                  </a:cubicBezTo>
                  <a:cubicBezTo>
                    <a:pt x="27" y="39"/>
                    <a:pt x="27" y="39"/>
                    <a:pt x="27" y="39"/>
                  </a:cubicBezTo>
                  <a:cubicBezTo>
                    <a:pt x="28" y="39"/>
                    <a:pt x="28" y="39"/>
                    <a:pt x="28" y="40"/>
                  </a:cubicBezTo>
                  <a:cubicBezTo>
                    <a:pt x="27" y="42"/>
                    <a:pt x="27" y="42"/>
                    <a:pt x="27" y="42"/>
                  </a:cubicBezTo>
                  <a:cubicBezTo>
                    <a:pt x="24" y="47"/>
                    <a:pt x="24" y="47"/>
                    <a:pt x="24" y="47"/>
                  </a:cubicBezTo>
                  <a:lnTo>
                    <a:pt x="19" y="55"/>
                  </a:lnTo>
                  <a:close/>
                  <a:moveTo>
                    <a:pt x="32" y="59"/>
                  </a:moveTo>
                  <a:cubicBezTo>
                    <a:pt x="30" y="59"/>
                    <a:pt x="29" y="59"/>
                    <a:pt x="27" y="59"/>
                  </a:cubicBezTo>
                  <a:cubicBezTo>
                    <a:pt x="26" y="58"/>
                    <a:pt x="25" y="58"/>
                    <a:pt x="24" y="58"/>
                  </a:cubicBezTo>
                  <a:cubicBezTo>
                    <a:pt x="23" y="57"/>
                    <a:pt x="23" y="57"/>
                    <a:pt x="22" y="57"/>
                  </a:cubicBezTo>
                  <a:cubicBezTo>
                    <a:pt x="24" y="53"/>
                    <a:pt x="24" y="53"/>
                    <a:pt x="24" y="53"/>
                  </a:cubicBezTo>
                  <a:cubicBezTo>
                    <a:pt x="27" y="48"/>
                    <a:pt x="27" y="48"/>
                    <a:pt x="27" y="48"/>
                  </a:cubicBezTo>
                  <a:cubicBezTo>
                    <a:pt x="31" y="41"/>
                    <a:pt x="31" y="41"/>
                    <a:pt x="31" y="41"/>
                  </a:cubicBezTo>
                  <a:cubicBezTo>
                    <a:pt x="31" y="41"/>
                    <a:pt x="32" y="41"/>
                    <a:pt x="32" y="41"/>
                  </a:cubicBezTo>
                  <a:lnTo>
                    <a:pt x="32" y="59"/>
                  </a:lnTo>
                  <a:close/>
                  <a:moveTo>
                    <a:pt x="28" y="34"/>
                  </a:moveTo>
                  <a:cubicBezTo>
                    <a:pt x="28" y="31"/>
                    <a:pt x="31" y="28"/>
                    <a:pt x="33" y="28"/>
                  </a:cubicBezTo>
                  <a:cubicBezTo>
                    <a:pt x="36" y="28"/>
                    <a:pt x="39" y="31"/>
                    <a:pt x="39" y="34"/>
                  </a:cubicBezTo>
                  <a:cubicBezTo>
                    <a:pt x="39" y="36"/>
                    <a:pt x="36" y="39"/>
                    <a:pt x="33" y="39"/>
                  </a:cubicBezTo>
                  <a:cubicBezTo>
                    <a:pt x="31" y="39"/>
                    <a:pt x="28" y="36"/>
                    <a:pt x="28" y="34"/>
                  </a:cubicBezTo>
                  <a:close/>
                  <a:moveTo>
                    <a:pt x="43" y="58"/>
                  </a:moveTo>
                  <a:cubicBezTo>
                    <a:pt x="42" y="58"/>
                    <a:pt x="41" y="58"/>
                    <a:pt x="40" y="59"/>
                  </a:cubicBezTo>
                  <a:cubicBezTo>
                    <a:pt x="38" y="59"/>
                    <a:pt x="37" y="59"/>
                    <a:pt x="35" y="59"/>
                  </a:cubicBezTo>
                  <a:cubicBezTo>
                    <a:pt x="35" y="41"/>
                    <a:pt x="35" y="41"/>
                    <a:pt x="35" y="41"/>
                  </a:cubicBezTo>
                  <a:cubicBezTo>
                    <a:pt x="35" y="41"/>
                    <a:pt x="36" y="41"/>
                    <a:pt x="36" y="41"/>
                  </a:cubicBezTo>
                  <a:cubicBezTo>
                    <a:pt x="40" y="48"/>
                    <a:pt x="40" y="48"/>
                    <a:pt x="40" y="48"/>
                  </a:cubicBezTo>
                  <a:cubicBezTo>
                    <a:pt x="43" y="53"/>
                    <a:pt x="43" y="53"/>
                    <a:pt x="43" y="53"/>
                  </a:cubicBezTo>
                  <a:cubicBezTo>
                    <a:pt x="45" y="57"/>
                    <a:pt x="45" y="57"/>
                    <a:pt x="45" y="57"/>
                  </a:cubicBezTo>
                  <a:cubicBezTo>
                    <a:pt x="44" y="57"/>
                    <a:pt x="44" y="57"/>
                    <a:pt x="43" y="58"/>
                  </a:cubicBezTo>
                  <a:close/>
                  <a:moveTo>
                    <a:pt x="50" y="53"/>
                  </a:moveTo>
                  <a:cubicBezTo>
                    <a:pt x="49" y="54"/>
                    <a:pt x="49" y="55"/>
                    <a:pt x="48" y="55"/>
                  </a:cubicBezTo>
                  <a:cubicBezTo>
                    <a:pt x="43" y="47"/>
                    <a:pt x="43" y="47"/>
                    <a:pt x="43" y="47"/>
                  </a:cubicBezTo>
                  <a:cubicBezTo>
                    <a:pt x="40" y="42"/>
                    <a:pt x="40" y="42"/>
                    <a:pt x="40" y="42"/>
                  </a:cubicBezTo>
                  <a:cubicBezTo>
                    <a:pt x="39" y="40"/>
                    <a:pt x="39" y="40"/>
                    <a:pt x="39" y="40"/>
                  </a:cubicBezTo>
                  <a:cubicBezTo>
                    <a:pt x="39" y="39"/>
                    <a:pt x="39" y="39"/>
                    <a:pt x="39" y="39"/>
                  </a:cubicBezTo>
                  <a:cubicBezTo>
                    <a:pt x="40" y="39"/>
                    <a:pt x="40" y="39"/>
                    <a:pt x="40" y="39"/>
                  </a:cubicBezTo>
                  <a:cubicBezTo>
                    <a:pt x="43" y="41"/>
                    <a:pt x="43" y="41"/>
                    <a:pt x="43" y="41"/>
                  </a:cubicBezTo>
                  <a:cubicBezTo>
                    <a:pt x="50" y="45"/>
                    <a:pt x="50" y="45"/>
                    <a:pt x="50" y="45"/>
                  </a:cubicBezTo>
                  <a:cubicBezTo>
                    <a:pt x="55" y="48"/>
                    <a:pt x="55" y="48"/>
                    <a:pt x="55" y="48"/>
                  </a:cubicBezTo>
                  <a:cubicBezTo>
                    <a:pt x="54" y="50"/>
                    <a:pt x="52" y="52"/>
                    <a:pt x="50" y="53"/>
                  </a:cubicBezTo>
                  <a:close/>
                  <a:moveTo>
                    <a:pt x="57" y="45"/>
                  </a:moveTo>
                  <a:cubicBezTo>
                    <a:pt x="50" y="41"/>
                    <a:pt x="50" y="41"/>
                    <a:pt x="50" y="41"/>
                  </a:cubicBezTo>
                  <a:cubicBezTo>
                    <a:pt x="43" y="37"/>
                    <a:pt x="43" y="37"/>
                    <a:pt x="43" y="37"/>
                  </a:cubicBezTo>
                  <a:cubicBezTo>
                    <a:pt x="41" y="36"/>
                    <a:pt x="41" y="36"/>
                    <a:pt x="41" y="36"/>
                  </a:cubicBezTo>
                  <a:cubicBezTo>
                    <a:pt x="41" y="36"/>
                    <a:pt x="41" y="35"/>
                    <a:pt x="41" y="35"/>
                  </a:cubicBezTo>
                  <a:cubicBezTo>
                    <a:pt x="43" y="35"/>
                    <a:pt x="43" y="35"/>
                    <a:pt x="43" y="35"/>
                  </a:cubicBezTo>
                  <a:cubicBezTo>
                    <a:pt x="50" y="35"/>
                    <a:pt x="50" y="35"/>
                    <a:pt x="50" y="35"/>
                  </a:cubicBezTo>
                  <a:cubicBezTo>
                    <a:pt x="59" y="35"/>
                    <a:pt x="59" y="35"/>
                    <a:pt x="59" y="35"/>
                  </a:cubicBezTo>
                  <a:cubicBezTo>
                    <a:pt x="59" y="39"/>
                    <a:pt x="58" y="42"/>
                    <a:pt x="57" y="45"/>
                  </a:cubicBezTo>
                  <a:close/>
                  <a:moveTo>
                    <a:pt x="50" y="32"/>
                  </a:moveTo>
                  <a:cubicBezTo>
                    <a:pt x="43" y="32"/>
                    <a:pt x="43" y="32"/>
                    <a:pt x="43" y="32"/>
                  </a:cubicBezTo>
                  <a:cubicBezTo>
                    <a:pt x="41" y="32"/>
                    <a:pt x="41" y="32"/>
                    <a:pt x="41" y="32"/>
                  </a:cubicBezTo>
                  <a:cubicBezTo>
                    <a:pt x="41" y="32"/>
                    <a:pt x="41" y="31"/>
                    <a:pt x="41" y="31"/>
                  </a:cubicBezTo>
                  <a:cubicBezTo>
                    <a:pt x="43" y="30"/>
                    <a:pt x="43" y="30"/>
                    <a:pt x="43" y="30"/>
                  </a:cubicBezTo>
                  <a:cubicBezTo>
                    <a:pt x="50" y="26"/>
                    <a:pt x="50" y="26"/>
                    <a:pt x="50" y="26"/>
                  </a:cubicBezTo>
                  <a:cubicBezTo>
                    <a:pt x="57" y="22"/>
                    <a:pt x="57" y="22"/>
                    <a:pt x="57" y="22"/>
                  </a:cubicBezTo>
                  <a:cubicBezTo>
                    <a:pt x="58" y="25"/>
                    <a:pt x="59" y="28"/>
                    <a:pt x="59" y="32"/>
                  </a:cubicBezTo>
                  <a:lnTo>
                    <a:pt x="50" y="32"/>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89" name="Google Shape;489;p44"/>
            <p:cNvSpPr/>
            <p:nvPr/>
          </p:nvSpPr>
          <p:spPr>
            <a:xfrm>
              <a:off x="3754438" y="2366963"/>
              <a:ext cx="296863" cy="296863"/>
            </a:xfrm>
            <a:custGeom>
              <a:avLst/>
              <a:gdLst/>
              <a:ahLst/>
              <a:cxnLst/>
              <a:rect l="l" t="t" r="r" b="b"/>
              <a:pathLst>
                <a:path w="79" h="79" extrusionOk="0">
                  <a:moveTo>
                    <a:pt x="59" y="74"/>
                  </a:moveTo>
                  <a:cubicBezTo>
                    <a:pt x="61" y="73"/>
                    <a:pt x="62" y="71"/>
                    <a:pt x="64" y="70"/>
                  </a:cubicBezTo>
                  <a:cubicBezTo>
                    <a:pt x="60" y="64"/>
                    <a:pt x="60" y="64"/>
                    <a:pt x="60" y="64"/>
                  </a:cubicBezTo>
                  <a:cubicBezTo>
                    <a:pt x="61" y="63"/>
                    <a:pt x="62" y="61"/>
                    <a:pt x="63" y="60"/>
                  </a:cubicBezTo>
                  <a:cubicBezTo>
                    <a:pt x="70" y="64"/>
                    <a:pt x="70" y="64"/>
                    <a:pt x="70" y="64"/>
                  </a:cubicBezTo>
                  <a:cubicBezTo>
                    <a:pt x="71" y="62"/>
                    <a:pt x="72" y="61"/>
                    <a:pt x="73" y="59"/>
                  </a:cubicBezTo>
                  <a:cubicBezTo>
                    <a:pt x="74" y="57"/>
                    <a:pt x="75" y="56"/>
                    <a:pt x="76" y="54"/>
                  </a:cubicBezTo>
                  <a:cubicBezTo>
                    <a:pt x="69" y="50"/>
                    <a:pt x="69" y="50"/>
                    <a:pt x="69" y="50"/>
                  </a:cubicBezTo>
                  <a:cubicBezTo>
                    <a:pt x="70" y="48"/>
                    <a:pt x="70" y="47"/>
                    <a:pt x="71" y="45"/>
                  </a:cubicBezTo>
                  <a:cubicBezTo>
                    <a:pt x="78" y="45"/>
                    <a:pt x="78" y="45"/>
                    <a:pt x="78" y="45"/>
                  </a:cubicBezTo>
                  <a:cubicBezTo>
                    <a:pt x="79" y="43"/>
                    <a:pt x="79" y="41"/>
                    <a:pt x="79" y="39"/>
                  </a:cubicBezTo>
                  <a:cubicBezTo>
                    <a:pt x="79" y="37"/>
                    <a:pt x="79" y="35"/>
                    <a:pt x="78" y="33"/>
                  </a:cubicBezTo>
                  <a:cubicBezTo>
                    <a:pt x="71" y="33"/>
                    <a:pt x="71" y="33"/>
                    <a:pt x="71" y="33"/>
                  </a:cubicBezTo>
                  <a:cubicBezTo>
                    <a:pt x="70" y="32"/>
                    <a:pt x="70" y="30"/>
                    <a:pt x="69" y="29"/>
                  </a:cubicBezTo>
                  <a:cubicBezTo>
                    <a:pt x="76" y="25"/>
                    <a:pt x="76" y="25"/>
                    <a:pt x="76" y="25"/>
                  </a:cubicBezTo>
                  <a:cubicBezTo>
                    <a:pt x="75" y="23"/>
                    <a:pt x="74" y="21"/>
                    <a:pt x="73" y="19"/>
                  </a:cubicBezTo>
                  <a:cubicBezTo>
                    <a:pt x="72" y="18"/>
                    <a:pt x="71" y="16"/>
                    <a:pt x="70" y="15"/>
                  </a:cubicBezTo>
                  <a:cubicBezTo>
                    <a:pt x="63" y="18"/>
                    <a:pt x="63" y="18"/>
                    <a:pt x="63" y="18"/>
                  </a:cubicBezTo>
                  <a:cubicBezTo>
                    <a:pt x="62" y="17"/>
                    <a:pt x="61" y="16"/>
                    <a:pt x="60" y="15"/>
                  </a:cubicBezTo>
                  <a:cubicBezTo>
                    <a:pt x="64" y="8"/>
                    <a:pt x="64" y="8"/>
                    <a:pt x="64" y="8"/>
                  </a:cubicBezTo>
                  <a:cubicBezTo>
                    <a:pt x="62" y="7"/>
                    <a:pt x="61" y="6"/>
                    <a:pt x="59" y="5"/>
                  </a:cubicBezTo>
                  <a:cubicBezTo>
                    <a:pt x="57" y="4"/>
                    <a:pt x="55" y="3"/>
                    <a:pt x="54" y="2"/>
                  </a:cubicBezTo>
                  <a:cubicBezTo>
                    <a:pt x="50" y="9"/>
                    <a:pt x="50" y="9"/>
                    <a:pt x="50" y="9"/>
                  </a:cubicBezTo>
                  <a:cubicBezTo>
                    <a:pt x="48" y="8"/>
                    <a:pt x="47" y="8"/>
                    <a:pt x="45" y="8"/>
                  </a:cubicBezTo>
                  <a:cubicBezTo>
                    <a:pt x="45" y="0"/>
                    <a:pt x="45" y="0"/>
                    <a:pt x="45" y="0"/>
                  </a:cubicBezTo>
                  <a:cubicBezTo>
                    <a:pt x="43" y="0"/>
                    <a:pt x="41" y="0"/>
                    <a:pt x="39" y="0"/>
                  </a:cubicBezTo>
                  <a:cubicBezTo>
                    <a:pt x="37" y="0"/>
                    <a:pt x="35" y="0"/>
                    <a:pt x="33" y="0"/>
                  </a:cubicBezTo>
                  <a:cubicBezTo>
                    <a:pt x="33" y="8"/>
                    <a:pt x="33" y="8"/>
                    <a:pt x="33" y="8"/>
                  </a:cubicBezTo>
                  <a:cubicBezTo>
                    <a:pt x="32" y="8"/>
                    <a:pt x="30" y="8"/>
                    <a:pt x="28" y="9"/>
                  </a:cubicBezTo>
                  <a:cubicBezTo>
                    <a:pt x="25" y="2"/>
                    <a:pt x="25" y="2"/>
                    <a:pt x="25" y="2"/>
                  </a:cubicBezTo>
                  <a:cubicBezTo>
                    <a:pt x="23" y="3"/>
                    <a:pt x="21" y="4"/>
                    <a:pt x="19" y="5"/>
                  </a:cubicBezTo>
                  <a:cubicBezTo>
                    <a:pt x="18" y="6"/>
                    <a:pt x="16" y="7"/>
                    <a:pt x="14" y="8"/>
                  </a:cubicBezTo>
                  <a:cubicBezTo>
                    <a:pt x="18" y="15"/>
                    <a:pt x="18" y="15"/>
                    <a:pt x="18" y="15"/>
                  </a:cubicBezTo>
                  <a:cubicBezTo>
                    <a:pt x="17" y="16"/>
                    <a:pt x="16" y="17"/>
                    <a:pt x="15" y="18"/>
                  </a:cubicBezTo>
                  <a:cubicBezTo>
                    <a:pt x="8" y="15"/>
                    <a:pt x="8" y="15"/>
                    <a:pt x="8" y="15"/>
                  </a:cubicBezTo>
                  <a:cubicBezTo>
                    <a:pt x="7" y="16"/>
                    <a:pt x="6" y="18"/>
                    <a:pt x="5" y="19"/>
                  </a:cubicBezTo>
                  <a:cubicBezTo>
                    <a:pt x="4" y="21"/>
                    <a:pt x="3" y="23"/>
                    <a:pt x="2" y="25"/>
                  </a:cubicBezTo>
                  <a:cubicBezTo>
                    <a:pt x="9" y="29"/>
                    <a:pt x="9" y="29"/>
                    <a:pt x="9" y="29"/>
                  </a:cubicBezTo>
                  <a:cubicBezTo>
                    <a:pt x="8" y="30"/>
                    <a:pt x="8" y="32"/>
                    <a:pt x="8" y="33"/>
                  </a:cubicBezTo>
                  <a:cubicBezTo>
                    <a:pt x="0" y="33"/>
                    <a:pt x="0" y="33"/>
                    <a:pt x="0" y="33"/>
                  </a:cubicBezTo>
                  <a:cubicBezTo>
                    <a:pt x="0" y="35"/>
                    <a:pt x="0" y="37"/>
                    <a:pt x="0" y="39"/>
                  </a:cubicBezTo>
                  <a:cubicBezTo>
                    <a:pt x="0" y="41"/>
                    <a:pt x="0" y="43"/>
                    <a:pt x="0" y="45"/>
                  </a:cubicBezTo>
                  <a:cubicBezTo>
                    <a:pt x="8" y="45"/>
                    <a:pt x="8" y="45"/>
                    <a:pt x="8" y="45"/>
                  </a:cubicBezTo>
                  <a:cubicBezTo>
                    <a:pt x="8" y="47"/>
                    <a:pt x="8" y="48"/>
                    <a:pt x="9" y="50"/>
                  </a:cubicBezTo>
                  <a:cubicBezTo>
                    <a:pt x="2" y="54"/>
                    <a:pt x="2" y="54"/>
                    <a:pt x="2" y="54"/>
                  </a:cubicBezTo>
                  <a:cubicBezTo>
                    <a:pt x="3" y="56"/>
                    <a:pt x="4" y="57"/>
                    <a:pt x="5" y="59"/>
                  </a:cubicBezTo>
                  <a:cubicBezTo>
                    <a:pt x="6" y="61"/>
                    <a:pt x="7" y="62"/>
                    <a:pt x="8" y="64"/>
                  </a:cubicBezTo>
                  <a:cubicBezTo>
                    <a:pt x="15" y="60"/>
                    <a:pt x="15" y="60"/>
                    <a:pt x="15" y="60"/>
                  </a:cubicBezTo>
                  <a:cubicBezTo>
                    <a:pt x="16" y="61"/>
                    <a:pt x="17" y="63"/>
                    <a:pt x="18" y="64"/>
                  </a:cubicBezTo>
                  <a:cubicBezTo>
                    <a:pt x="14" y="70"/>
                    <a:pt x="14" y="70"/>
                    <a:pt x="14" y="70"/>
                  </a:cubicBezTo>
                  <a:cubicBezTo>
                    <a:pt x="16" y="71"/>
                    <a:pt x="18" y="73"/>
                    <a:pt x="19" y="74"/>
                  </a:cubicBezTo>
                  <a:cubicBezTo>
                    <a:pt x="21" y="75"/>
                    <a:pt x="23" y="75"/>
                    <a:pt x="25" y="76"/>
                  </a:cubicBezTo>
                  <a:cubicBezTo>
                    <a:pt x="28" y="69"/>
                    <a:pt x="28" y="69"/>
                    <a:pt x="28" y="69"/>
                  </a:cubicBezTo>
                  <a:cubicBezTo>
                    <a:pt x="30" y="70"/>
                    <a:pt x="32" y="70"/>
                    <a:pt x="33" y="71"/>
                  </a:cubicBezTo>
                  <a:cubicBezTo>
                    <a:pt x="33" y="78"/>
                    <a:pt x="33" y="78"/>
                    <a:pt x="33" y="78"/>
                  </a:cubicBezTo>
                  <a:cubicBezTo>
                    <a:pt x="35" y="79"/>
                    <a:pt x="37" y="79"/>
                    <a:pt x="39" y="79"/>
                  </a:cubicBezTo>
                  <a:cubicBezTo>
                    <a:pt x="41" y="79"/>
                    <a:pt x="43" y="79"/>
                    <a:pt x="45" y="78"/>
                  </a:cubicBezTo>
                  <a:cubicBezTo>
                    <a:pt x="45" y="71"/>
                    <a:pt x="45" y="71"/>
                    <a:pt x="45" y="71"/>
                  </a:cubicBezTo>
                  <a:cubicBezTo>
                    <a:pt x="47" y="70"/>
                    <a:pt x="48" y="70"/>
                    <a:pt x="50" y="69"/>
                  </a:cubicBezTo>
                  <a:cubicBezTo>
                    <a:pt x="54" y="76"/>
                    <a:pt x="54" y="76"/>
                    <a:pt x="54" y="76"/>
                  </a:cubicBezTo>
                  <a:cubicBezTo>
                    <a:pt x="55" y="75"/>
                    <a:pt x="57" y="75"/>
                    <a:pt x="59" y="74"/>
                  </a:cubicBezTo>
                  <a:close/>
                  <a:moveTo>
                    <a:pt x="52" y="58"/>
                  </a:moveTo>
                  <a:cubicBezTo>
                    <a:pt x="52" y="58"/>
                    <a:pt x="52" y="58"/>
                    <a:pt x="52" y="58"/>
                  </a:cubicBezTo>
                  <a:cubicBezTo>
                    <a:pt x="52" y="58"/>
                    <a:pt x="52" y="58"/>
                    <a:pt x="52" y="58"/>
                  </a:cubicBezTo>
                  <a:cubicBezTo>
                    <a:pt x="52" y="58"/>
                    <a:pt x="52" y="58"/>
                    <a:pt x="52" y="58"/>
                  </a:cubicBezTo>
                  <a:cubicBezTo>
                    <a:pt x="52" y="58"/>
                    <a:pt x="52" y="58"/>
                    <a:pt x="52" y="58"/>
                  </a:cubicBezTo>
                  <a:cubicBezTo>
                    <a:pt x="52" y="58"/>
                    <a:pt x="52" y="58"/>
                    <a:pt x="52" y="58"/>
                  </a:cubicBezTo>
                  <a:cubicBezTo>
                    <a:pt x="52" y="58"/>
                    <a:pt x="51" y="59"/>
                    <a:pt x="50" y="59"/>
                  </a:cubicBezTo>
                  <a:cubicBezTo>
                    <a:pt x="49" y="60"/>
                    <a:pt x="47" y="61"/>
                    <a:pt x="45" y="61"/>
                  </a:cubicBezTo>
                  <a:cubicBezTo>
                    <a:pt x="45" y="61"/>
                    <a:pt x="45" y="61"/>
                    <a:pt x="45" y="61"/>
                  </a:cubicBezTo>
                  <a:cubicBezTo>
                    <a:pt x="45" y="61"/>
                    <a:pt x="45" y="61"/>
                    <a:pt x="45" y="61"/>
                  </a:cubicBezTo>
                  <a:cubicBezTo>
                    <a:pt x="45" y="61"/>
                    <a:pt x="45" y="61"/>
                    <a:pt x="45" y="61"/>
                  </a:cubicBezTo>
                  <a:cubicBezTo>
                    <a:pt x="44" y="61"/>
                    <a:pt x="44" y="62"/>
                    <a:pt x="43" y="62"/>
                  </a:cubicBezTo>
                  <a:cubicBezTo>
                    <a:pt x="43" y="62"/>
                    <a:pt x="43" y="62"/>
                    <a:pt x="43"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39" y="62"/>
                    <a:pt x="39" y="62"/>
                    <a:pt x="39" y="62"/>
                  </a:cubicBezTo>
                  <a:cubicBezTo>
                    <a:pt x="39" y="62"/>
                    <a:pt x="39" y="62"/>
                    <a:pt x="39" y="62"/>
                  </a:cubicBezTo>
                  <a:cubicBezTo>
                    <a:pt x="39" y="62"/>
                    <a:pt x="39" y="62"/>
                    <a:pt x="39" y="62"/>
                  </a:cubicBezTo>
                  <a:cubicBezTo>
                    <a:pt x="39" y="62"/>
                    <a:pt x="39" y="62"/>
                    <a:pt x="39" y="62"/>
                  </a:cubicBezTo>
                  <a:cubicBezTo>
                    <a:pt x="39" y="62"/>
                    <a:pt x="39" y="62"/>
                    <a:pt x="39" y="62"/>
                  </a:cubicBezTo>
                  <a:cubicBezTo>
                    <a:pt x="39" y="62"/>
                    <a:pt x="39" y="62"/>
                    <a:pt x="39" y="62"/>
                  </a:cubicBezTo>
                  <a:cubicBezTo>
                    <a:pt x="38" y="62"/>
                    <a:pt x="38" y="62"/>
                    <a:pt x="38" y="62"/>
                  </a:cubicBezTo>
                  <a:cubicBezTo>
                    <a:pt x="38" y="62"/>
                    <a:pt x="38" y="62"/>
                    <a:pt x="38" y="62"/>
                  </a:cubicBezTo>
                  <a:cubicBezTo>
                    <a:pt x="38" y="62"/>
                    <a:pt x="38" y="62"/>
                    <a:pt x="37" y="62"/>
                  </a:cubicBezTo>
                  <a:cubicBezTo>
                    <a:pt x="37" y="62"/>
                    <a:pt x="37" y="62"/>
                    <a:pt x="37" y="62"/>
                  </a:cubicBezTo>
                  <a:cubicBezTo>
                    <a:pt x="37" y="62"/>
                    <a:pt x="37" y="62"/>
                    <a:pt x="37" y="62"/>
                  </a:cubicBezTo>
                  <a:cubicBezTo>
                    <a:pt x="37" y="62"/>
                    <a:pt x="37" y="62"/>
                    <a:pt x="37" y="62"/>
                  </a:cubicBezTo>
                  <a:cubicBezTo>
                    <a:pt x="37" y="62"/>
                    <a:pt x="37" y="62"/>
                    <a:pt x="37" y="62"/>
                  </a:cubicBezTo>
                  <a:cubicBezTo>
                    <a:pt x="37" y="62"/>
                    <a:pt x="36" y="62"/>
                    <a:pt x="36" y="62"/>
                  </a:cubicBezTo>
                  <a:cubicBezTo>
                    <a:pt x="36" y="62"/>
                    <a:pt x="36" y="62"/>
                    <a:pt x="36" y="62"/>
                  </a:cubicBezTo>
                  <a:cubicBezTo>
                    <a:pt x="36" y="62"/>
                    <a:pt x="36" y="62"/>
                    <a:pt x="36" y="62"/>
                  </a:cubicBezTo>
                  <a:cubicBezTo>
                    <a:pt x="36" y="62"/>
                    <a:pt x="36" y="62"/>
                    <a:pt x="36" y="62"/>
                  </a:cubicBezTo>
                  <a:cubicBezTo>
                    <a:pt x="35" y="62"/>
                    <a:pt x="35" y="62"/>
                    <a:pt x="35" y="62"/>
                  </a:cubicBezTo>
                  <a:cubicBezTo>
                    <a:pt x="35" y="62"/>
                    <a:pt x="35" y="62"/>
                    <a:pt x="35" y="62"/>
                  </a:cubicBezTo>
                  <a:cubicBezTo>
                    <a:pt x="35" y="62"/>
                    <a:pt x="35" y="62"/>
                    <a:pt x="35" y="62"/>
                  </a:cubicBezTo>
                  <a:cubicBezTo>
                    <a:pt x="35" y="61"/>
                    <a:pt x="35" y="61"/>
                    <a:pt x="35"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3" y="61"/>
                    <a:pt x="33" y="61"/>
                    <a:pt x="33" y="61"/>
                  </a:cubicBezTo>
                  <a:cubicBezTo>
                    <a:pt x="33" y="61"/>
                    <a:pt x="33" y="61"/>
                    <a:pt x="33" y="61"/>
                  </a:cubicBezTo>
                  <a:cubicBezTo>
                    <a:pt x="33" y="61"/>
                    <a:pt x="33" y="61"/>
                    <a:pt x="33" y="61"/>
                  </a:cubicBezTo>
                  <a:cubicBezTo>
                    <a:pt x="33" y="61"/>
                    <a:pt x="33" y="61"/>
                    <a:pt x="33" y="61"/>
                  </a:cubicBezTo>
                  <a:cubicBezTo>
                    <a:pt x="33" y="61"/>
                    <a:pt x="33" y="61"/>
                    <a:pt x="33" y="61"/>
                  </a:cubicBezTo>
                  <a:cubicBezTo>
                    <a:pt x="33" y="61"/>
                    <a:pt x="33" y="61"/>
                    <a:pt x="33" y="61"/>
                  </a:cubicBezTo>
                  <a:cubicBezTo>
                    <a:pt x="32" y="61"/>
                    <a:pt x="32" y="61"/>
                    <a:pt x="32" y="61"/>
                  </a:cubicBezTo>
                  <a:cubicBezTo>
                    <a:pt x="32" y="61"/>
                    <a:pt x="32" y="61"/>
                    <a:pt x="32" y="61"/>
                  </a:cubicBezTo>
                  <a:cubicBezTo>
                    <a:pt x="32" y="61"/>
                    <a:pt x="32" y="61"/>
                    <a:pt x="32" y="61"/>
                  </a:cubicBezTo>
                  <a:cubicBezTo>
                    <a:pt x="32" y="61"/>
                    <a:pt x="32" y="61"/>
                    <a:pt x="32" y="61"/>
                  </a:cubicBezTo>
                  <a:cubicBezTo>
                    <a:pt x="32" y="61"/>
                    <a:pt x="32" y="61"/>
                    <a:pt x="32" y="61"/>
                  </a:cubicBezTo>
                  <a:cubicBezTo>
                    <a:pt x="31" y="60"/>
                    <a:pt x="29" y="60"/>
                    <a:pt x="28" y="59"/>
                  </a:cubicBezTo>
                  <a:cubicBezTo>
                    <a:pt x="27" y="59"/>
                    <a:pt x="27" y="59"/>
                    <a:pt x="27" y="58"/>
                  </a:cubicBezTo>
                  <a:cubicBezTo>
                    <a:pt x="27" y="58"/>
                    <a:pt x="27" y="58"/>
                    <a:pt x="27" y="58"/>
                  </a:cubicBezTo>
                  <a:cubicBezTo>
                    <a:pt x="27" y="58"/>
                    <a:pt x="27" y="58"/>
                    <a:pt x="27" y="58"/>
                  </a:cubicBezTo>
                  <a:cubicBezTo>
                    <a:pt x="26" y="58"/>
                    <a:pt x="26" y="58"/>
                    <a:pt x="26" y="58"/>
                  </a:cubicBezTo>
                  <a:cubicBezTo>
                    <a:pt x="26" y="58"/>
                    <a:pt x="26" y="58"/>
                    <a:pt x="26" y="58"/>
                  </a:cubicBezTo>
                  <a:cubicBezTo>
                    <a:pt x="26" y="58"/>
                    <a:pt x="26" y="58"/>
                    <a:pt x="26" y="58"/>
                  </a:cubicBezTo>
                  <a:cubicBezTo>
                    <a:pt x="24" y="56"/>
                    <a:pt x="22" y="55"/>
                    <a:pt x="21" y="52"/>
                  </a:cubicBezTo>
                  <a:cubicBezTo>
                    <a:pt x="21" y="52"/>
                    <a:pt x="21" y="52"/>
                    <a:pt x="21" y="52"/>
                  </a:cubicBezTo>
                  <a:cubicBezTo>
                    <a:pt x="21" y="52"/>
                    <a:pt x="21" y="52"/>
                    <a:pt x="21" y="52"/>
                  </a:cubicBezTo>
                  <a:cubicBezTo>
                    <a:pt x="21" y="52"/>
                    <a:pt x="21" y="52"/>
                    <a:pt x="21" y="52"/>
                  </a:cubicBezTo>
                  <a:cubicBezTo>
                    <a:pt x="20" y="52"/>
                    <a:pt x="20" y="51"/>
                    <a:pt x="20" y="51"/>
                  </a:cubicBezTo>
                  <a:cubicBezTo>
                    <a:pt x="18" y="49"/>
                    <a:pt x="18" y="47"/>
                    <a:pt x="17" y="45"/>
                  </a:cubicBezTo>
                  <a:cubicBezTo>
                    <a:pt x="17" y="45"/>
                    <a:pt x="17" y="45"/>
                    <a:pt x="17" y="45"/>
                  </a:cubicBezTo>
                  <a:cubicBezTo>
                    <a:pt x="17" y="45"/>
                    <a:pt x="17" y="45"/>
                    <a:pt x="17" y="45"/>
                  </a:cubicBezTo>
                  <a:cubicBezTo>
                    <a:pt x="17" y="44"/>
                    <a:pt x="17" y="43"/>
                    <a:pt x="17" y="42"/>
                  </a:cubicBezTo>
                  <a:cubicBezTo>
                    <a:pt x="17" y="42"/>
                    <a:pt x="17" y="42"/>
                    <a:pt x="17" y="42"/>
                  </a:cubicBezTo>
                  <a:cubicBezTo>
                    <a:pt x="17" y="41"/>
                    <a:pt x="17" y="41"/>
                    <a:pt x="17" y="41"/>
                  </a:cubicBezTo>
                  <a:cubicBezTo>
                    <a:pt x="17" y="41"/>
                    <a:pt x="17" y="41"/>
                    <a:pt x="17" y="41"/>
                  </a:cubicBezTo>
                  <a:cubicBezTo>
                    <a:pt x="17" y="41"/>
                    <a:pt x="17" y="41"/>
                    <a:pt x="17" y="41"/>
                  </a:cubicBezTo>
                  <a:cubicBezTo>
                    <a:pt x="17" y="41"/>
                    <a:pt x="17" y="41"/>
                    <a:pt x="17" y="41"/>
                  </a:cubicBezTo>
                  <a:cubicBezTo>
                    <a:pt x="17" y="41"/>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6" y="38"/>
                    <a:pt x="16" y="38"/>
                  </a:cubicBezTo>
                  <a:cubicBezTo>
                    <a:pt x="16" y="38"/>
                    <a:pt x="16" y="38"/>
                    <a:pt x="16" y="38"/>
                  </a:cubicBezTo>
                  <a:cubicBezTo>
                    <a:pt x="16" y="38"/>
                    <a:pt x="16" y="38"/>
                    <a:pt x="16" y="38"/>
                  </a:cubicBezTo>
                  <a:cubicBezTo>
                    <a:pt x="16" y="38"/>
                    <a:pt x="16" y="38"/>
                    <a:pt x="16"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3"/>
                    <a:pt x="17" y="33"/>
                    <a:pt x="17" y="33"/>
                  </a:cubicBezTo>
                  <a:cubicBezTo>
                    <a:pt x="17" y="33"/>
                    <a:pt x="17" y="33"/>
                    <a:pt x="17" y="33"/>
                  </a:cubicBezTo>
                  <a:cubicBezTo>
                    <a:pt x="17" y="33"/>
                    <a:pt x="17" y="33"/>
                    <a:pt x="17" y="33"/>
                  </a:cubicBezTo>
                  <a:cubicBezTo>
                    <a:pt x="17" y="33"/>
                    <a:pt x="17" y="33"/>
                    <a:pt x="17" y="33"/>
                  </a:cubicBezTo>
                  <a:cubicBezTo>
                    <a:pt x="18" y="31"/>
                    <a:pt x="19" y="30"/>
                    <a:pt x="20" y="28"/>
                  </a:cubicBezTo>
                  <a:cubicBezTo>
                    <a:pt x="20" y="27"/>
                    <a:pt x="20" y="27"/>
                    <a:pt x="20" y="26"/>
                  </a:cubicBezTo>
                  <a:cubicBezTo>
                    <a:pt x="20" y="26"/>
                    <a:pt x="20" y="26"/>
                    <a:pt x="20" y="26"/>
                  </a:cubicBezTo>
                  <a:cubicBezTo>
                    <a:pt x="21" y="26"/>
                    <a:pt x="21" y="26"/>
                    <a:pt x="21" y="26"/>
                  </a:cubicBezTo>
                  <a:cubicBezTo>
                    <a:pt x="21" y="26"/>
                    <a:pt x="21" y="26"/>
                    <a:pt x="21" y="26"/>
                  </a:cubicBezTo>
                  <a:cubicBezTo>
                    <a:pt x="21" y="26"/>
                    <a:pt x="21" y="26"/>
                    <a:pt x="21" y="26"/>
                  </a:cubicBezTo>
                  <a:cubicBezTo>
                    <a:pt x="21" y="26"/>
                    <a:pt x="21" y="26"/>
                    <a:pt x="21" y="26"/>
                  </a:cubicBezTo>
                  <a:cubicBezTo>
                    <a:pt x="22" y="24"/>
                    <a:pt x="24" y="22"/>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0"/>
                    <a:pt x="26" y="20"/>
                    <a:pt x="26" y="20"/>
                  </a:cubicBezTo>
                  <a:cubicBezTo>
                    <a:pt x="27" y="20"/>
                    <a:pt x="27" y="20"/>
                    <a:pt x="27" y="20"/>
                  </a:cubicBezTo>
                  <a:cubicBezTo>
                    <a:pt x="27" y="20"/>
                    <a:pt x="27" y="20"/>
                    <a:pt x="28" y="20"/>
                  </a:cubicBezTo>
                  <a:cubicBezTo>
                    <a:pt x="30" y="19"/>
                    <a:pt x="31" y="18"/>
                    <a:pt x="33" y="17"/>
                  </a:cubicBezTo>
                  <a:cubicBezTo>
                    <a:pt x="34" y="17"/>
                    <a:pt x="35" y="17"/>
                    <a:pt x="35"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9" y="17"/>
                    <a:pt x="39" y="17"/>
                    <a:pt x="39" y="17"/>
                  </a:cubicBezTo>
                  <a:cubicBezTo>
                    <a:pt x="39" y="17"/>
                    <a:pt x="39" y="17"/>
                    <a:pt x="39" y="17"/>
                  </a:cubicBezTo>
                  <a:cubicBezTo>
                    <a:pt x="39" y="17"/>
                    <a:pt x="39" y="17"/>
                    <a:pt x="39" y="17"/>
                  </a:cubicBezTo>
                  <a:cubicBezTo>
                    <a:pt x="39" y="17"/>
                    <a:pt x="39" y="17"/>
                    <a:pt x="39" y="17"/>
                  </a:cubicBezTo>
                  <a:cubicBezTo>
                    <a:pt x="39" y="17"/>
                    <a:pt x="40" y="17"/>
                    <a:pt x="40" y="17"/>
                  </a:cubicBezTo>
                  <a:cubicBezTo>
                    <a:pt x="40" y="17"/>
                    <a:pt x="40" y="17"/>
                    <a:pt x="40" y="17"/>
                  </a:cubicBezTo>
                  <a:cubicBezTo>
                    <a:pt x="40" y="17"/>
                    <a:pt x="40" y="17"/>
                    <a:pt x="40" y="17"/>
                  </a:cubicBezTo>
                  <a:cubicBezTo>
                    <a:pt x="40" y="17"/>
                    <a:pt x="40" y="17"/>
                    <a:pt x="40" y="17"/>
                  </a:cubicBezTo>
                  <a:cubicBezTo>
                    <a:pt x="40" y="17"/>
                    <a:pt x="40" y="17"/>
                    <a:pt x="40" y="17"/>
                  </a:cubicBezTo>
                  <a:cubicBezTo>
                    <a:pt x="41" y="17"/>
                    <a:pt x="41" y="17"/>
                    <a:pt x="41" y="17"/>
                  </a:cubicBezTo>
                  <a:cubicBezTo>
                    <a:pt x="41" y="17"/>
                    <a:pt x="41" y="17"/>
                    <a:pt x="41" y="17"/>
                  </a:cubicBezTo>
                  <a:cubicBezTo>
                    <a:pt x="41" y="17"/>
                    <a:pt x="41" y="17"/>
                    <a:pt x="41" y="17"/>
                  </a:cubicBezTo>
                  <a:cubicBezTo>
                    <a:pt x="41" y="17"/>
                    <a:pt x="41" y="17"/>
                    <a:pt x="41" y="17"/>
                  </a:cubicBezTo>
                  <a:cubicBezTo>
                    <a:pt x="42" y="17"/>
                    <a:pt x="42" y="17"/>
                    <a:pt x="42" y="17"/>
                  </a:cubicBezTo>
                  <a:cubicBezTo>
                    <a:pt x="42" y="17"/>
                    <a:pt x="42" y="17"/>
                    <a:pt x="42" y="17"/>
                  </a:cubicBezTo>
                  <a:cubicBezTo>
                    <a:pt x="42" y="17"/>
                    <a:pt x="42" y="17"/>
                    <a:pt x="42" y="17"/>
                  </a:cubicBezTo>
                  <a:cubicBezTo>
                    <a:pt x="42" y="17"/>
                    <a:pt x="42" y="17"/>
                    <a:pt x="42" y="17"/>
                  </a:cubicBezTo>
                  <a:cubicBezTo>
                    <a:pt x="43" y="17"/>
                    <a:pt x="43" y="17"/>
                    <a:pt x="43" y="17"/>
                  </a:cubicBezTo>
                  <a:cubicBezTo>
                    <a:pt x="43" y="17"/>
                    <a:pt x="43" y="17"/>
                    <a:pt x="43" y="17"/>
                  </a:cubicBezTo>
                  <a:cubicBezTo>
                    <a:pt x="43" y="17"/>
                    <a:pt x="43" y="17"/>
                    <a:pt x="43" y="17"/>
                  </a:cubicBezTo>
                  <a:cubicBezTo>
                    <a:pt x="43" y="17"/>
                    <a:pt x="43" y="17"/>
                    <a:pt x="43" y="17"/>
                  </a:cubicBezTo>
                  <a:cubicBezTo>
                    <a:pt x="44" y="17"/>
                    <a:pt x="44" y="17"/>
                    <a:pt x="44" y="17"/>
                  </a:cubicBezTo>
                  <a:cubicBezTo>
                    <a:pt x="44" y="17"/>
                    <a:pt x="44" y="17"/>
                    <a:pt x="44" y="17"/>
                  </a:cubicBezTo>
                  <a:cubicBezTo>
                    <a:pt x="44" y="17"/>
                    <a:pt x="44" y="17"/>
                    <a:pt x="44" y="17"/>
                  </a:cubicBezTo>
                  <a:cubicBezTo>
                    <a:pt x="44" y="17"/>
                    <a:pt x="44" y="17"/>
                    <a:pt x="44" y="17"/>
                  </a:cubicBezTo>
                  <a:cubicBezTo>
                    <a:pt x="44" y="17"/>
                    <a:pt x="44" y="17"/>
                    <a:pt x="44" y="17"/>
                  </a:cubicBezTo>
                  <a:cubicBezTo>
                    <a:pt x="44" y="17"/>
                    <a:pt x="44" y="17"/>
                    <a:pt x="44"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6" y="17"/>
                    <a:pt x="46" y="17"/>
                    <a:pt x="46" y="17"/>
                  </a:cubicBezTo>
                  <a:cubicBezTo>
                    <a:pt x="46" y="18"/>
                    <a:pt x="46" y="18"/>
                    <a:pt x="46" y="18"/>
                  </a:cubicBezTo>
                  <a:cubicBezTo>
                    <a:pt x="46" y="18"/>
                    <a:pt x="46" y="18"/>
                    <a:pt x="46" y="18"/>
                  </a:cubicBezTo>
                  <a:cubicBezTo>
                    <a:pt x="46" y="18"/>
                    <a:pt x="46" y="18"/>
                    <a:pt x="46" y="18"/>
                  </a:cubicBezTo>
                  <a:cubicBezTo>
                    <a:pt x="46" y="18"/>
                    <a:pt x="46" y="18"/>
                    <a:pt x="46" y="18"/>
                  </a:cubicBezTo>
                  <a:cubicBezTo>
                    <a:pt x="46" y="18"/>
                    <a:pt x="46" y="18"/>
                    <a:pt x="46" y="18"/>
                  </a:cubicBezTo>
                  <a:cubicBezTo>
                    <a:pt x="48" y="18"/>
                    <a:pt x="49" y="19"/>
                    <a:pt x="50" y="20"/>
                  </a:cubicBezTo>
                  <a:cubicBezTo>
                    <a:pt x="51" y="20"/>
                    <a:pt x="51" y="20"/>
                    <a:pt x="51" y="20"/>
                  </a:cubicBezTo>
                  <a:cubicBezTo>
                    <a:pt x="52" y="20"/>
                    <a:pt x="52" y="20"/>
                    <a:pt x="52" y="20"/>
                  </a:cubicBezTo>
                  <a:cubicBezTo>
                    <a:pt x="52" y="20"/>
                    <a:pt x="52" y="20"/>
                    <a:pt x="52" y="20"/>
                  </a:cubicBezTo>
                  <a:cubicBezTo>
                    <a:pt x="52" y="20"/>
                    <a:pt x="52" y="20"/>
                    <a:pt x="52" y="20"/>
                  </a:cubicBezTo>
                  <a:cubicBezTo>
                    <a:pt x="52" y="21"/>
                    <a:pt x="52" y="21"/>
                    <a:pt x="52" y="21"/>
                  </a:cubicBezTo>
                  <a:cubicBezTo>
                    <a:pt x="52" y="21"/>
                    <a:pt x="52" y="21"/>
                    <a:pt x="52" y="21"/>
                  </a:cubicBezTo>
                  <a:cubicBezTo>
                    <a:pt x="54" y="22"/>
                    <a:pt x="56" y="24"/>
                    <a:pt x="58" y="26"/>
                  </a:cubicBezTo>
                  <a:cubicBezTo>
                    <a:pt x="58" y="26"/>
                    <a:pt x="58" y="26"/>
                    <a:pt x="58" y="26"/>
                  </a:cubicBezTo>
                  <a:cubicBezTo>
                    <a:pt x="58" y="26"/>
                    <a:pt x="58" y="26"/>
                    <a:pt x="58" y="26"/>
                  </a:cubicBezTo>
                  <a:cubicBezTo>
                    <a:pt x="58" y="26"/>
                    <a:pt x="58" y="26"/>
                    <a:pt x="58" y="26"/>
                  </a:cubicBezTo>
                  <a:cubicBezTo>
                    <a:pt x="58" y="26"/>
                    <a:pt x="58" y="26"/>
                    <a:pt x="58" y="26"/>
                  </a:cubicBezTo>
                  <a:cubicBezTo>
                    <a:pt x="58" y="27"/>
                    <a:pt x="58" y="27"/>
                    <a:pt x="59" y="28"/>
                  </a:cubicBezTo>
                  <a:cubicBezTo>
                    <a:pt x="60" y="30"/>
                    <a:pt x="61" y="32"/>
                    <a:pt x="61" y="33"/>
                  </a:cubicBezTo>
                  <a:cubicBezTo>
                    <a:pt x="61" y="33"/>
                    <a:pt x="61" y="33"/>
                    <a:pt x="61" y="33"/>
                  </a:cubicBezTo>
                  <a:cubicBezTo>
                    <a:pt x="61" y="33"/>
                    <a:pt x="61" y="33"/>
                    <a:pt x="61" y="33"/>
                  </a:cubicBezTo>
                  <a:cubicBezTo>
                    <a:pt x="61" y="35"/>
                    <a:pt x="62" y="36"/>
                    <a:pt x="62" y="37"/>
                  </a:cubicBezTo>
                  <a:cubicBezTo>
                    <a:pt x="62" y="37"/>
                    <a:pt x="62" y="37"/>
                    <a:pt x="62" y="37"/>
                  </a:cubicBezTo>
                  <a:cubicBezTo>
                    <a:pt x="62" y="37"/>
                    <a:pt x="62" y="37"/>
                    <a:pt x="62" y="37"/>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7"/>
                    <a:pt x="60" y="49"/>
                    <a:pt x="59" y="51"/>
                  </a:cubicBezTo>
                  <a:cubicBezTo>
                    <a:pt x="58" y="51"/>
                    <a:pt x="58" y="52"/>
                    <a:pt x="58" y="52"/>
                  </a:cubicBezTo>
                  <a:cubicBezTo>
                    <a:pt x="58" y="52"/>
                    <a:pt x="58" y="52"/>
                    <a:pt x="58" y="52"/>
                  </a:cubicBezTo>
                  <a:cubicBezTo>
                    <a:pt x="58" y="52"/>
                    <a:pt x="58" y="52"/>
                    <a:pt x="58" y="52"/>
                  </a:cubicBezTo>
                  <a:cubicBezTo>
                    <a:pt x="58" y="52"/>
                    <a:pt x="58" y="52"/>
                    <a:pt x="58" y="52"/>
                  </a:cubicBezTo>
                  <a:cubicBezTo>
                    <a:pt x="58" y="52"/>
                    <a:pt x="58" y="52"/>
                    <a:pt x="58" y="52"/>
                  </a:cubicBezTo>
                  <a:cubicBezTo>
                    <a:pt x="58" y="52"/>
                    <a:pt x="58" y="52"/>
                    <a:pt x="58" y="52"/>
                  </a:cubicBezTo>
                  <a:cubicBezTo>
                    <a:pt x="56" y="54"/>
                    <a:pt x="54" y="56"/>
                    <a:pt x="52" y="58"/>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0" name="Google Shape;490;p44"/>
            <p:cNvSpPr/>
            <p:nvPr/>
          </p:nvSpPr>
          <p:spPr>
            <a:xfrm>
              <a:off x="3667125" y="2152650"/>
              <a:ext cx="180975" cy="179388"/>
            </a:xfrm>
            <a:custGeom>
              <a:avLst/>
              <a:gdLst/>
              <a:ahLst/>
              <a:cxnLst/>
              <a:rect l="l" t="t" r="r" b="b"/>
              <a:pathLst>
                <a:path w="48" h="48" extrusionOk="0">
                  <a:moveTo>
                    <a:pt x="24" y="48"/>
                  </a:moveTo>
                  <a:cubicBezTo>
                    <a:pt x="25" y="48"/>
                    <a:pt x="26" y="48"/>
                    <a:pt x="27" y="48"/>
                  </a:cubicBezTo>
                  <a:cubicBezTo>
                    <a:pt x="27" y="45"/>
                    <a:pt x="27" y="45"/>
                    <a:pt x="27" y="45"/>
                  </a:cubicBezTo>
                  <a:cubicBezTo>
                    <a:pt x="27" y="45"/>
                    <a:pt x="28" y="45"/>
                    <a:pt x="29" y="45"/>
                  </a:cubicBezTo>
                  <a:cubicBezTo>
                    <a:pt x="29" y="45"/>
                    <a:pt x="29" y="45"/>
                    <a:pt x="29" y="45"/>
                  </a:cubicBezTo>
                  <a:cubicBezTo>
                    <a:pt x="30" y="47"/>
                    <a:pt x="30" y="47"/>
                    <a:pt x="30" y="47"/>
                  </a:cubicBezTo>
                  <a:cubicBezTo>
                    <a:pt x="30" y="47"/>
                    <a:pt x="31" y="47"/>
                    <a:pt x="31" y="47"/>
                  </a:cubicBezTo>
                  <a:cubicBezTo>
                    <a:pt x="32" y="46"/>
                    <a:pt x="33" y="46"/>
                    <a:pt x="35" y="45"/>
                  </a:cubicBezTo>
                  <a:cubicBezTo>
                    <a:pt x="34" y="43"/>
                    <a:pt x="34" y="43"/>
                    <a:pt x="34" y="43"/>
                  </a:cubicBezTo>
                  <a:cubicBezTo>
                    <a:pt x="34" y="42"/>
                    <a:pt x="35" y="42"/>
                    <a:pt x="35" y="42"/>
                  </a:cubicBezTo>
                  <a:cubicBezTo>
                    <a:pt x="36" y="42"/>
                    <a:pt x="36" y="42"/>
                    <a:pt x="36" y="42"/>
                  </a:cubicBezTo>
                  <a:cubicBezTo>
                    <a:pt x="37" y="44"/>
                    <a:pt x="37" y="44"/>
                    <a:pt x="37" y="44"/>
                  </a:cubicBezTo>
                  <a:cubicBezTo>
                    <a:pt x="39" y="43"/>
                    <a:pt x="40" y="42"/>
                    <a:pt x="41" y="41"/>
                  </a:cubicBezTo>
                  <a:cubicBezTo>
                    <a:pt x="39" y="38"/>
                    <a:pt x="39" y="38"/>
                    <a:pt x="39" y="38"/>
                  </a:cubicBezTo>
                  <a:cubicBezTo>
                    <a:pt x="40" y="38"/>
                    <a:pt x="40" y="37"/>
                    <a:pt x="41" y="37"/>
                  </a:cubicBezTo>
                  <a:cubicBezTo>
                    <a:pt x="43" y="38"/>
                    <a:pt x="43" y="38"/>
                    <a:pt x="43" y="38"/>
                  </a:cubicBezTo>
                  <a:cubicBezTo>
                    <a:pt x="44" y="37"/>
                    <a:pt x="45" y="35"/>
                    <a:pt x="46" y="34"/>
                  </a:cubicBezTo>
                  <a:cubicBezTo>
                    <a:pt x="43" y="32"/>
                    <a:pt x="43" y="32"/>
                    <a:pt x="43" y="32"/>
                  </a:cubicBezTo>
                  <a:cubicBezTo>
                    <a:pt x="44" y="32"/>
                    <a:pt x="44" y="31"/>
                    <a:pt x="44" y="30"/>
                  </a:cubicBezTo>
                  <a:cubicBezTo>
                    <a:pt x="47" y="31"/>
                    <a:pt x="47" y="31"/>
                    <a:pt x="47" y="31"/>
                  </a:cubicBezTo>
                  <a:cubicBezTo>
                    <a:pt x="47" y="29"/>
                    <a:pt x="48" y="27"/>
                    <a:pt x="48" y="26"/>
                  </a:cubicBezTo>
                  <a:cubicBezTo>
                    <a:pt x="45" y="25"/>
                    <a:pt x="45" y="25"/>
                    <a:pt x="45" y="25"/>
                  </a:cubicBezTo>
                  <a:cubicBezTo>
                    <a:pt x="45" y="25"/>
                    <a:pt x="45" y="25"/>
                    <a:pt x="45" y="24"/>
                  </a:cubicBezTo>
                  <a:cubicBezTo>
                    <a:pt x="45" y="24"/>
                    <a:pt x="45" y="23"/>
                    <a:pt x="45" y="23"/>
                  </a:cubicBezTo>
                  <a:cubicBezTo>
                    <a:pt x="48" y="23"/>
                    <a:pt x="48" y="23"/>
                    <a:pt x="48" y="23"/>
                  </a:cubicBezTo>
                  <a:cubicBezTo>
                    <a:pt x="48" y="21"/>
                    <a:pt x="47" y="19"/>
                    <a:pt x="47" y="18"/>
                  </a:cubicBezTo>
                  <a:cubicBezTo>
                    <a:pt x="44" y="18"/>
                    <a:pt x="44" y="18"/>
                    <a:pt x="44" y="18"/>
                  </a:cubicBezTo>
                  <a:cubicBezTo>
                    <a:pt x="44" y="17"/>
                    <a:pt x="44" y="17"/>
                    <a:pt x="43" y="16"/>
                  </a:cubicBezTo>
                  <a:cubicBezTo>
                    <a:pt x="46" y="15"/>
                    <a:pt x="46" y="15"/>
                    <a:pt x="46" y="15"/>
                  </a:cubicBezTo>
                  <a:cubicBezTo>
                    <a:pt x="45" y="13"/>
                    <a:pt x="44" y="12"/>
                    <a:pt x="43" y="10"/>
                  </a:cubicBezTo>
                  <a:cubicBezTo>
                    <a:pt x="41" y="12"/>
                    <a:pt x="41" y="12"/>
                    <a:pt x="41" y="12"/>
                  </a:cubicBezTo>
                  <a:cubicBezTo>
                    <a:pt x="40" y="11"/>
                    <a:pt x="40" y="10"/>
                    <a:pt x="39" y="10"/>
                  </a:cubicBezTo>
                  <a:cubicBezTo>
                    <a:pt x="41" y="8"/>
                    <a:pt x="41" y="8"/>
                    <a:pt x="41" y="8"/>
                  </a:cubicBezTo>
                  <a:cubicBezTo>
                    <a:pt x="40" y="7"/>
                    <a:pt x="39" y="5"/>
                    <a:pt x="37" y="4"/>
                  </a:cubicBezTo>
                  <a:cubicBezTo>
                    <a:pt x="36" y="6"/>
                    <a:pt x="36" y="6"/>
                    <a:pt x="36" y="6"/>
                  </a:cubicBezTo>
                  <a:cubicBezTo>
                    <a:pt x="35" y="7"/>
                    <a:pt x="35" y="7"/>
                    <a:pt x="35" y="7"/>
                  </a:cubicBezTo>
                  <a:cubicBezTo>
                    <a:pt x="35" y="6"/>
                    <a:pt x="34" y="6"/>
                    <a:pt x="34" y="6"/>
                  </a:cubicBezTo>
                  <a:cubicBezTo>
                    <a:pt x="35" y="3"/>
                    <a:pt x="35" y="3"/>
                    <a:pt x="35" y="3"/>
                  </a:cubicBezTo>
                  <a:cubicBezTo>
                    <a:pt x="33" y="2"/>
                    <a:pt x="32" y="2"/>
                    <a:pt x="31" y="2"/>
                  </a:cubicBezTo>
                  <a:cubicBezTo>
                    <a:pt x="31" y="1"/>
                    <a:pt x="30" y="1"/>
                    <a:pt x="30" y="1"/>
                  </a:cubicBezTo>
                  <a:cubicBezTo>
                    <a:pt x="29" y="4"/>
                    <a:pt x="29" y="4"/>
                    <a:pt x="29" y="4"/>
                  </a:cubicBezTo>
                  <a:cubicBezTo>
                    <a:pt x="29" y="4"/>
                    <a:pt x="29" y="4"/>
                    <a:pt x="29" y="4"/>
                  </a:cubicBezTo>
                  <a:cubicBezTo>
                    <a:pt x="28" y="4"/>
                    <a:pt x="27" y="3"/>
                    <a:pt x="27" y="3"/>
                  </a:cubicBezTo>
                  <a:cubicBezTo>
                    <a:pt x="27" y="1"/>
                    <a:pt x="27" y="1"/>
                    <a:pt x="27" y="1"/>
                  </a:cubicBezTo>
                  <a:cubicBezTo>
                    <a:pt x="26" y="1"/>
                    <a:pt x="25" y="0"/>
                    <a:pt x="24" y="0"/>
                  </a:cubicBezTo>
                  <a:cubicBezTo>
                    <a:pt x="23" y="0"/>
                    <a:pt x="22" y="1"/>
                    <a:pt x="22" y="1"/>
                  </a:cubicBezTo>
                  <a:cubicBezTo>
                    <a:pt x="22" y="3"/>
                    <a:pt x="22" y="3"/>
                    <a:pt x="22" y="3"/>
                  </a:cubicBezTo>
                  <a:cubicBezTo>
                    <a:pt x="21" y="3"/>
                    <a:pt x="20" y="4"/>
                    <a:pt x="19" y="4"/>
                  </a:cubicBezTo>
                  <a:cubicBezTo>
                    <a:pt x="19" y="4"/>
                    <a:pt x="19" y="4"/>
                    <a:pt x="19" y="4"/>
                  </a:cubicBezTo>
                  <a:cubicBezTo>
                    <a:pt x="19" y="1"/>
                    <a:pt x="19" y="1"/>
                    <a:pt x="19" y="1"/>
                  </a:cubicBezTo>
                  <a:cubicBezTo>
                    <a:pt x="18" y="1"/>
                    <a:pt x="18" y="1"/>
                    <a:pt x="17" y="2"/>
                  </a:cubicBezTo>
                  <a:cubicBezTo>
                    <a:pt x="16" y="2"/>
                    <a:pt x="15" y="2"/>
                    <a:pt x="14" y="3"/>
                  </a:cubicBezTo>
                  <a:cubicBezTo>
                    <a:pt x="15" y="6"/>
                    <a:pt x="15" y="6"/>
                    <a:pt x="15" y="6"/>
                  </a:cubicBezTo>
                  <a:cubicBezTo>
                    <a:pt x="14" y="6"/>
                    <a:pt x="13" y="6"/>
                    <a:pt x="13" y="7"/>
                  </a:cubicBezTo>
                  <a:cubicBezTo>
                    <a:pt x="12" y="6"/>
                    <a:pt x="12" y="6"/>
                    <a:pt x="12" y="6"/>
                  </a:cubicBezTo>
                  <a:cubicBezTo>
                    <a:pt x="11" y="4"/>
                    <a:pt x="11" y="4"/>
                    <a:pt x="11" y="4"/>
                  </a:cubicBezTo>
                  <a:cubicBezTo>
                    <a:pt x="10" y="5"/>
                    <a:pt x="8" y="7"/>
                    <a:pt x="7" y="8"/>
                  </a:cubicBezTo>
                  <a:cubicBezTo>
                    <a:pt x="9" y="10"/>
                    <a:pt x="9" y="10"/>
                    <a:pt x="9" y="10"/>
                  </a:cubicBezTo>
                  <a:cubicBezTo>
                    <a:pt x="8" y="10"/>
                    <a:pt x="8" y="11"/>
                    <a:pt x="7" y="12"/>
                  </a:cubicBezTo>
                  <a:cubicBezTo>
                    <a:pt x="5" y="10"/>
                    <a:pt x="5" y="10"/>
                    <a:pt x="5" y="10"/>
                  </a:cubicBezTo>
                  <a:cubicBezTo>
                    <a:pt x="4" y="12"/>
                    <a:pt x="3" y="13"/>
                    <a:pt x="2" y="15"/>
                  </a:cubicBezTo>
                  <a:cubicBezTo>
                    <a:pt x="5" y="16"/>
                    <a:pt x="5" y="16"/>
                    <a:pt x="5" y="16"/>
                  </a:cubicBezTo>
                  <a:cubicBezTo>
                    <a:pt x="5" y="17"/>
                    <a:pt x="4" y="17"/>
                    <a:pt x="4" y="18"/>
                  </a:cubicBezTo>
                  <a:cubicBezTo>
                    <a:pt x="1" y="18"/>
                    <a:pt x="1" y="18"/>
                    <a:pt x="1" y="18"/>
                  </a:cubicBezTo>
                  <a:cubicBezTo>
                    <a:pt x="1" y="19"/>
                    <a:pt x="1" y="21"/>
                    <a:pt x="0" y="23"/>
                  </a:cubicBezTo>
                  <a:cubicBezTo>
                    <a:pt x="3" y="23"/>
                    <a:pt x="3" y="23"/>
                    <a:pt x="3" y="23"/>
                  </a:cubicBezTo>
                  <a:cubicBezTo>
                    <a:pt x="3" y="23"/>
                    <a:pt x="3" y="24"/>
                    <a:pt x="3" y="24"/>
                  </a:cubicBezTo>
                  <a:cubicBezTo>
                    <a:pt x="3" y="25"/>
                    <a:pt x="3" y="25"/>
                    <a:pt x="3" y="25"/>
                  </a:cubicBezTo>
                  <a:cubicBezTo>
                    <a:pt x="0" y="26"/>
                    <a:pt x="0" y="26"/>
                    <a:pt x="0" y="26"/>
                  </a:cubicBezTo>
                  <a:cubicBezTo>
                    <a:pt x="1" y="27"/>
                    <a:pt x="1" y="29"/>
                    <a:pt x="1" y="31"/>
                  </a:cubicBezTo>
                  <a:cubicBezTo>
                    <a:pt x="4" y="30"/>
                    <a:pt x="4" y="30"/>
                    <a:pt x="4" y="30"/>
                  </a:cubicBezTo>
                  <a:cubicBezTo>
                    <a:pt x="4" y="31"/>
                    <a:pt x="5" y="32"/>
                    <a:pt x="5" y="32"/>
                  </a:cubicBezTo>
                  <a:cubicBezTo>
                    <a:pt x="2" y="34"/>
                    <a:pt x="2" y="34"/>
                    <a:pt x="2" y="34"/>
                  </a:cubicBezTo>
                  <a:cubicBezTo>
                    <a:pt x="3" y="35"/>
                    <a:pt x="4" y="37"/>
                    <a:pt x="5" y="38"/>
                  </a:cubicBezTo>
                  <a:cubicBezTo>
                    <a:pt x="7" y="37"/>
                    <a:pt x="7" y="37"/>
                    <a:pt x="7" y="37"/>
                  </a:cubicBezTo>
                  <a:cubicBezTo>
                    <a:pt x="8" y="37"/>
                    <a:pt x="8" y="38"/>
                    <a:pt x="9" y="38"/>
                  </a:cubicBezTo>
                  <a:cubicBezTo>
                    <a:pt x="7" y="41"/>
                    <a:pt x="7" y="41"/>
                    <a:pt x="7" y="41"/>
                  </a:cubicBezTo>
                  <a:cubicBezTo>
                    <a:pt x="8" y="42"/>
                    <a:pt x="10" y="43"/>
                    <a:pt x="11" y="44"/>
                  </a:cubicBezTo>
                  <a:cubicBezTo>
                    <a:pt x="12" y="42"/>
                    <a:pt x="12" y="42"/>
                    <a:pt x="12" y="42"/>
                  </a:cubicBezTo>
                  <a:cubicBezTo>
                    <a:pt x="13" y="42"/>
                    <a:pt x="13" y="42"/>
                    <a:pt x="13" y="42"/>
                  </a:cubicBezTo>
                  <a:cubicBezTo>
                    <a:pt x="13" y="42"/>
                    <a:pt x="14" y="42"/>
                    <a:pt x="15" y="43"/>
                  </a:cubicBezTo>
                  <a:cubicBezTo>
                    <a:pt x="14" y="45"/>
                    <a:pt x="14" y="45"/>
                    <a:pt x="14" y="45"/>
                  </a:cubicBezTo>
                  <a:cubicBezTo>
                    <a:pt x="15" y="46"/>
                    <a:pt x="16" y="46"/>
                    <a:pt x="17" y="47"/>
                  </a:cubicBezTo>
                  <a:cubicBezTo>
                    <a:pt x="18" y="47"/>
                    <a:pt x="18" y="47"/>
                    <a:pt x="19" y="47"/>
                  </a:cubicBezTo>
                  <a:cubicBezTo>
                    <a:pt x="19" y="45"/>
                    <a:pt x="19" y="45"/>
                    <a:pt x="19" y="45"/>
                  </a:cubicBezTo>
                  <a:cubicBezTo>
                    <a:pt x="19" y="45"/>
                    <a:pt x="19" y="45"/>
                    <a:pt x="19" y="45"/>
                  </a:cubicBezTo>
                  <a:cubicBezTo>
                    <a:pt x="20" y="45"/>
                    <a:pt x="21" y="45"/>
                    <a:pt x="22" y="45"/>
                  </a:cubicBezTo>
                  <a:cubicBezTo>
                    <a:pt x="22" y="48"/>
                    <a:pt x="22" y="48"/>
                    <a:pt x="22" y="48"/>
                  </a:cubicBezTo>
                  <a:cubicBezTo>
                    <a:pt x="22" y="48"/>
                    <a:pt x="23" y="48"/>
                    <a:pt x="24" y="48"/>
                  </a:cubicBezTo>
                  <a:close/>
                  <a:moveTo>
                    <a:pt x="31" y="41"/>
                  </a:moveTo>
                  <a:cubicBezTo>
                    <a:pt x="30" y="42"/>
                    <a:pt x="30" y="42"/>
                    <a:pt x="29" y="42"/>
                  </a:cubicBezTo>
                  <a:cubicBezTo>
                    <a:pt x="28" y="42"/>
                    <a:pt x="26" y="43"/>
                    <a:pt x="25" y="43"/>
                  </a:cubicBezTo>
                  <a:cubicBezTo>
                    <a:pt x="25" y="30"/>
                    <a:pt x="25" y="30"/>
                    <a:pt x="25" y="30"/>
                  </a:cubicBezTo>
                  <a:cubicBezTo>
                    <a:pt x="25" y="30"/>
                    <a:pt x="26" y="30"/>
                    <a:pt x="26" y="30"/>
                  </a:cubicBezTo>
                  <a:cubicBezTo>
                    <a:pt x="29" y="35"/>
                    <a:pt x="29" y="35"/>
                    <a:pt x="29" y="35"/>
                  </a:cubicBezTo>
                  <a:cubicBezTo>
                    <a:pt x="31" y="38"/>
                    <a:pt x="31" y="38"/>
                    <a:pt x="31" y="38"/>
                  </a:cubicBezTo>
                  <a:cubicBezTo>
                    <a:pt x="32" y="41"/>
                    <a:pt x="32" y="41"/>
                    <a:pt x="32" y="41"/>
                  </a:cubicBezTo>
                  <a:cubicBezTo>
                    <a:pt x="32" y="41"/>
                    <a:pt x="31" y="41"/>
                    <a:pt x="31" y="41"/>
                  </a:cubicBezTo>
                  <a:close/>
                  <a:moveTo>
                    <a:pt x="36" y="38"/>
                  </a:moveTo>
                  <a:cubicBezTo>
                    <a:pt x="36" y="39"/>
                    <a:pt x="35" y="39"/>
                    <a:pt x="34" y="40"/>
                  </a:cubicBezTo>
                  <a:cubicBezTo>
                    <a:pt x="31" y="34"/>
                    <a:pt x="31" y="34"/>
                    <a:pt x="31" y="34"/>
                  </a:cubicBezTo>
                  <a:cubicBezTo>
                    <a:pt x="29" y="30"/>
                    <a:pt x="29" y="30"/>
                    <a:pt x="29" y="30"/>
                  </a:cubicBezTo>
                  <a:cubicBezTo>
                    <a:pt x="28" y="28"/>
                    <a:pt x="28" y="28"/>
                    <a:pt x="28" y="28"/>
                  </a:cubicBezTo>
                  <a:cubicBezTo>
                    <a:pt x="28" y="28"/>
                    <a:pt x="28" y="28"/>
                    <a:pt x="28" y="28"/>
                  </a:cubicBezTo>
                  <a:cubicBezTo>
                    <a:pt x="29" y="28"/>
                    <a:pt x="29" y="28"/>
                    <a:pt x="29" y="28"/>
                  </a:cubicBezTo>
                  <a:cubicBezTo>
                    <a:pt x="31" y="29"/>
                    <a:pt x="31" y="29"/>
                    <a:pt x="31" y="29"/>
                  </a:cubicBezTo>
                  <a:cubicBezTo>
                    <a:pt x="36" y="32"/>
                    <a:pt x="36" y="32"/>
                    <a:pt x="36" y="32"/>
                  </a:cubicBezTo>
                  <a:cubicBezTo>
                    <a:pt x="40" y="34"/>
                    <a:pt x="40" y="34"/>
                    <a:pt x="40" y="34"/>
                  </a:cubicBezTo>
                  <a:cubicBezTo>
                    <a:pt x="39" y="36"/>
                    <a:pt x="37" y="37"/>
                    <a:pt x="36" y="38"/>
                  </a:cubicBezTo>
                  <a:close/>
                  <a:moveTo>
                    <a:pt x="41" y="32"/>
                  </a:moveTo>
                  <a:cubicBezTo>
                    <a:pt x="36" y="30"/>
                    <a:pt x="36" y="30"/>
                    <a:pt x="36" y="30"/>
                  </a:cubicBezTo>
                  <a:cubicBezTo>
                    <a:pt x="31" y="27"/>
                    <a:pt x="31" y="27"/>
                    <a:pt x="31" y="27"/>
                  </a:cubicBezTo>
                  <a:cubicBezTo>
                    <a:pt x="30" y="26"/>
                    <a:pt x="30" y="26"/>
                    <a:pt x="30" y="26"/>
                  </a:cubicBezTo>
                  <a:cubicBezTo>
                    <a:pt x="30" y="26"/>
                    <a:pt x="30" y="26"/>
                    <a:pt x="30" y="25"/>
                  </a:cubicBezTo>
                  <a:cubicBezTo>
                    <a:pt x="31" y="25"/>
                    <a:pt x="31" y="25"/>
                    <a:pt x="31" y="25"/>
                  </a:cubicBezTo>
                  <a:cubicBezTo>
                    <a:pt x="36" y="25"/>
                    <a:pt x="36" y="25"/>
                    <a:pt x="36" y="25"/>
                  </a:cubicBezTo>
                  <a:cubicBezTo>
                    <a:pt x="43" y="25"/>
                    <a:pt x="43" y="25"/>
                    <a:pt x="43" y="25"/>
                  </a:cubicBezTo>
                  <a:cubicBezTo>
                    <a:pt x="42" y="28"/>
                    <a:pt x="42" y="30"/>
                    <a:pt x="41" y="32"/>
                  </a:cubicBezTo>
                  <a:close/>
                  <a:moveTo>
                    <a:pt x="43" y="23"/>
                  </a:moveTo>
                  <a:cubicBezTo>
                    <a:pt x="36" y="23"/>
                    <a:pt x="36" y="23"/>
                    <a:pt x="36" y="23"/>
                  </a:cubicBezTo>
                  <a:cubicBezTo>
                    <a:pt x="31" y="23"/>
                    <a:pt x="31" y="23"/>
                    <a:pt x="31" y="23"/>
                  </a:cubicBezTo>
                  <a:cubicBezTo>
                    <a:pt x="30" y="23"/>
                    <a:pt x="30" y="23"/>
                    <a:pt x="30" y="23"/>
                  </a:cubicBezTo>
                  <a:cubicBezTo>
                    <a:pt x="30" y="23"/>
                    <a:pt x="30" y="23"/>
                    <a:pt x="30" y="22"/>
                  </a:cubicBezTo>
                  <a:cubicBezTo>
                    <a:pt x="31" y="22"/>
                    <a:pt x="31" y="22"/>
                    <a:pt x="31" y="22"/>
                  </a:cubicBezTo>
                  <a:cubicBezTo>
                    <a:pt x="36" y="19"/>
                    <a:pt x="36" y="19"/>
                    <a:pt x="36" y="19"/>
                  </a:cubicBezTo>
                  <a:cubicBezTo>
                    <a:pt x="41" y="16"/>
                    <a:pt x="41" y="16"/>
                    <a:pt x="41" y="16"/>
                  </a:cubicBezTo>
                  <a:cubicBezTo>
                    <a:pt x="42" y="18"/>
                    <a:pt x="42" y="20"/>
                    <a:pt x="43" y="23"/>
                  </a:cubicBezTo>
                  <a:close/>
                  <a:moveTo>
                    <a:pt x="34" y="9"/>
                  </a:moveTo>
                  <a:cubicBezTo>
                    <a:pt x="35" y="9"/>
                    <a:pt x="36" y="10"/>
                    <a:pt x="36" y="10"/>
                  </a:cubicBezTo>
                  <a:cubicBezTo>
                    <a:pt x="37" y="11"/>
                    <a:pt x="39" y="12"/>
                    <a:pt x="40" y="14"/>
                  </a:cubicBezTo>
                  <a:cubicBezTo>
                    <a:pt x="36" y="16"/>
                    <a:pt x="36" y="16"/>
                    <a:pt x="36" y="16"/>
                  </a:cubicBezTo>
                  <a:cubicBezTo>
                    <a:pt x="31" y="19"/>
                    <a:pt x="31" y="19"/>
                    <a:pt x="31" y="19"/>
                  </a:cubicBezTo>
                  <a:cubicBezTo>
                    <a:pt x="29" y="20"/>
                    <a:pt x="29" y="20"/>
                    <a:pt x="29" y="20"/>
                  </a:cubicBezTo>
                  <a:cubicBezTo>
                    <a:pt x="28" y="20"/>
                    <a:pt x="28" y="20"/>
                    <a:pt x="28" y="20"/>
                  </a:cubicBezTo>
                  <a:cubicBezTo>
                    <a:pt x="28" y="20"/>
                    <a:pt x="28" y="20"/>
                    <a:pt x="28" y="20"/>
                  </a:cubicBezTo>
                  <a:cubicBezTo>
                    <a:pt x="29" y="18"/>
                    <a:pt x="29" y="18"/>
                    <a:pt x="29" y="18"/>
                  </a:cubicBezTo>
                  <a:cubicBezTo>
                    <a:pt x="31" y="15"/>
                    <a:pt x="31" y="15"/>
                    <a:pt x="31" y="15"/>
                  </a:cubicBezTo>
                  <a:lnTo>
                    <a:pt x="34" y="9"/>
                  </a:lnTo>
                  <a:close/>
                  <a:moveTo>
                    <a:pt x="25" y="6"/>
                  </a:moveTo>
                  <a:cubicBezTo>
                    <a:pt x="26" y="6"/>
                    <a:pt x="28" y="6"/>
                    <a:pt x="29" y="6"/>
                  </a:cubicBezTo>
                  <a:cubicBezTo>
                    <a:pt x="30" y="6"/>
                    <a:pt x="30" y="7"/>
                    <a:pt x="31" y="7"/>
                  </a:cubicBezTo>
                  <a:cubicBezTo>
                    <a:pt x="31" y="7"/>
                    <a:pt x="32" y="7"/>
                    <a:pt x="32" y="8"/>
                  </a:cubicBezTo>
                  <a:cubicBezTo>
                    <a:pt x="31" y="10"/>
                    <a:pt x="31" y="10"/>
                    <a:pt x="31" y="10"/>
                  </a:cubicBezTo>
                  <a:cubicBezTo>
                    <a:pt x="29" y="14"/>
                    <a:pt x="29" y="14"/>
                    <a:pt x="29" y="14"/>
                  </a:cubicBezTo>
                  <a:cubicBezTo>
                    <a:pt x="26" y="19"/>
                    <a:pt x="26" y="19"/>
                    <a:pt x="26" y="19"/>
                  </a:cubicBezTo>
                  <a:cubicBezTo>
                    <a:pt x="26" y="19"/>
                    <a:pt x="25" y="19"/>
                    <a:pt x="25" y="19"/>
                  </a:cubicBezTo>
                  <a:lnTo>
                    <a:pt x="25" y="6"/>
                  </a:lnTo>
                  <a:close/>
                  <a:moveTo>
                    <a:pt x="28" y="24"/>
                  </a:moveTo>
                  <a:cubicBezTo>
                    <a:pt x="28" y="26"/>
                    <a:pt x="26" y="28"/>
                    <a:pt x="24" y="28"/>
                  </a:cubicBezTo>
                  <a:cubicBezTo>
                    <a:pt x="22" y="28"/>
                    <a:pt x="20" y="26"/>
                    <a:pt x="20" y="24"/>
                  </a:cubicBezTo>
                  <a:cubicBezTo>
                    <a:pt x="20" y="22"/>
                    <a:pt x="22" y="20"/>
                    <a:pt x="24" y="20"/>
                  </a:cubicBezTo>
                  <a:cubicBezTo>
                    <a:pt x="26" y="20"/>
                    <a:pt x="28" y="22"/>
                    <a:pt x="28" y="24"/>
                  </a:cubicBezTo>
                  <a:close/>
                  <a:moveTo>
                    <a:pt x="17" y="7"/>
                  </a:moveTo>
                  <a:cubicBezTo>
                    <a:pt x="18" y="7"/>
                    <a:pt x="19" y="6"/>
                    <a:pt x="19" y="6"/>
                  </a:cubicBezTo>
                  <a:cubicBezTo>
                    <a:pt x="21" y="6"/>
                    <a:pt x="22" y="6"/>
                    <a:pt x="23" y="6"/>
                  </a:cubicBezTo>
                  <a:cubicBezTo>
                    <a:pt x="23" y="19"/>
                    <a:pt x="23" y="19"/>
                    <a:pt x="23" y="19"/>
                  </a:cubicBezTo>
                  <a:cubicBezTo>
                    <a:pt x="23" y="19"/>
                    <a:pt x="23" y="19"/>
                    <a:pt x="22" y="19"/>
                  </a:cubicBezTo>
                  <a:cubicBezTo>
                    <a:pt x="19" y="14"/>
                    <a:pt x="19" y="14"/>
                    <a:pt x="19" y="14"/>
                  </a:cubicBezTo>
                  <a:cubicBezTo>
                    <a:pt x="17" y="10"/>
                    <a:pt x="17" y="10"/>
                    <a:pt x="17" y="10"/>
                  </a:cubicBezTo>
                  <a:cubicBezTo>
                    <a:pt x="16" y="8"/>
                    <a:pt x="16" y="8"/>
                    <a:pt x="16" y="8"/>
                  </a:cubicBezTo>
                  <a:cubicBezTo>
                    <a:pt x="16" y="7"/>
                    <a:pt x="17" y="7"/>
                    <a:pt x="17" y="7"/>
                  </a:cubicBezTo>
                  <a:close/>
                  <a:moveTo>
                    <a:pt x="12" y="10"/>
                  </a:moveTo>
                  <a:cubicBezTo>
                    <a:pt x="13" y="10"/>
                    <a:pt x="13" y="9"/>
                    <a:pt x="14" y="9"/>
                  </a:cubicBezTo>
                  <a:cubicBezTo>
                    <a:pt x="17" y="15"/>
                    <a:pt x="17" y="15"/>
                    <a:pt x="17" y="15"/>
                  </a:cubicBezTo>
                  <a:cubicBezTo>
                    <a:pt x="19" y="18"/>
                    <a:pt x="19" y="18"/>
                    <a:pt x="19" y="18"/>
                  </a:cubicBezTo>
                  <a:cubicBezTo>
                    <a:pt x="20" y="20"/>
                    <a:pt x="20" y="20"/>
                    <a:pt x="20" y="20"/>
                  </a:cubicBezTo>
                  <a:cubicBezTo>
                    <a:pt x="20" y="20"/>
                    <a:pt x="20" y="20"/>
                    <a:pt x="20" y="20"/>
                  </a:cubicBezTo>
                  <a:cubicBezTo>
                    <a:pt x="19" y="20"/>
                    <a:pt x="19" y="20"/>
                    <a:pt x="19" y="20"/>
                  </a:cubicBezTo>
                  <a:cubicBezTo>
                    <a:pt x="17" y="19"/>
                    <a:pt x="17" y="19"/>
                    <a:pt x="17" y="19"/>
                  </a:cubicBezTo>
                  <a:cubicBezTo>
                    <a:pt x="12" y="16"/>
                    <a:pt x="12" y="16"/>
                    <a:pt x="12" y="16"/>
                  </a:cubicBezTo>
                  <a:cubicBezTo>
                    <a:pt x="9" y="14"/>
                    <a:pt x="9" y="14"/>
                    <a:pt x="9" y="14"/>
                  </a:cubicBezTo>
                  <a:cubicBezTo>
                    <a:pt x="10" y="12"/>
                    <a:pt x="11" y="11"/>
                    <a:pt x="12" y="10"/>
                  </a:cubicBezTo>
                  <a:close/>
                  <a:moveTo>
                    <a:pt x="8" y="16"/>
                  </a:moveTo>
                  <a:cubicBezTo>
                    <a:pt x="12" y="19"/>
                    <a:pt x="12" y="19"/>
                    <a:pt x="12" y="19"/>
                  </a:cubicBezTo>
                  <a:cubicBezTo>
                    <a:pt x="17" y="22"/>
                    <a:pt x="17" y="22"/>
                    <a:pt x="17" y="22"/>
                  </a:cubicBezTo>
                  <a:cubicBezTo>
                    <a:pt x="19" y="22"/>
                    <a:pt x="19" y="22"/>
                    <a:pt x="19" y="22"/>
                  </a:cubicBezTo>
                  <a:cubicBezTo>
                    <a:pt x="19" y="23"/>
                    <a:pt x="19" y="23"/>
                    <a:pt x="19" y="23"/>
                  </a:cubicBezTo>
                  <a:cubicBezTo>
                    <a:pt x="17" y="23"/>
                    <a:pt x="17" y="23"/>
                    <a:pt x="17" y="23"/>
                  </a:cubicBezTo>
                  <a:cubicBezTo>
                    <a:pt x="12" y="23"/>
                    <a:pt x="12" y="23"/>
                    <a:pt x="12" y="23"/>
                  </a:cubicBezTo>
                  <a:cubicBezTo>
                    <a:pt x="6" y="23"/>
                    <a:pt x="6" y="23"/>
                    <a:pt x="6" y="23"/>
                  </a:cubicBezTo>
                  <a:cubicBezTo>
                    <a:pt x="6" y="20"/>
                    <a:pt x="6" y="18"/>
                    <a:pt x="8" y="16"/>
                  </a:cubicBezTo>
                  <a:close/>
                  <a:moveTo>
                    <a:pt x="6" y="25"/>
                  </a:moveTo>
                  <a:cubicBezTo>
                    <a:pt x="12" y="25"/>
                    <a:pt x="12" y="25"/>
                    <a:pt x="12" y="25"/>
                  </a:cubicBezTo>
                  <a:cubicBezTo>
                    <a:pt x="17" y="25"/>
                    <a:pt x="17" y="25"/>
                    <a:pt x="17" y="25"/>
                  </a:cubicBezTo>
                  <a:cubicBezTo>
                    <a:pt x="19" y="25"/>
                    <a:pt x="19" y="25"/>
                    <a:pt x="19" y="25"/>
                  </a:cubicBezTo>
                  <a:cubicBezTo>
                    <a:pt x="19" y="26"/>
                    <a:pt x="19" y="26"/>
                    <a:pt x="19" y="26"/>
                  </a:cubicBezTo>
                  <a:cubicBezTo>
                    <a:pt x="17" y="27"/>
                    <a:pt x="17" y="27"/>
                    <a:pt x="17" y="27"/>
                  </a:cubicBezTo>
                  <a:cubicBezTo>
                    <a:pt x="12" y="30"/>
                    <a:pt x="12" y="30"/>
                    <a:pt x="12" y="30"/>
                  </a:cubicBezTo>
                  <a:cubicBezTo>
                    <a:pt x="8" y="32"/>
                    <a:pt x="8" y="32"/>
                    <a:pt x="8" y="32"/>
                  </a:cubicBezTo>
                  <a:cubicBezTo>
                    <a:pt x="6" y="30"/>
                    <a:pt x="6" y="28"/>
                    <a:pt x="6" y="25"/>
                  </a:cubicBezTo>
                  <a:close/>
                  <a:moveTo>
                    <a:pt x="14" y="40"/>
                  </a:moveTo>
                  <a:cubicBezTo>
                    <a:pt x="13" y="39"/>
                    <a:pt x="13" y="39"/>
                    <a:pt x="12" y="38"/>
                  </a:cubicBezTo>
                  <a:cubicBezTo>
                    <a:pt x="11" y="37"/>
                    <a:pt x="10" y="36"/>
                    <a:pt x="9" y="34"/>
                  </a:cubicBezTo>
                  <a:cubicBezTo>
                    <a:pt x="12" y="32"/>
                    <a:pt x="12" y="32"/>
                    <a:pt x="12" y="32"/>
                  </a:cubicBezTo>
                  <a:cubicBezTo>
                    <a:pt x="17" y="29"/>
                    <a:pt x="17" y="29"/>
                    <a:pt x="17" y="29"/>
                  </a:cubicBezTo>
                  <a:cubicBezTo>
                    <a:pt x="19" y="28"/>
                    <a:pt x="19" y="28"/>
                    <a:pt x="19" y="28"/>
                  </a:cubicBezTo>
                  <a:cubicBezTo>
                    <a:pt x="20" y="28"/>
                    <a:pt x="20" y="28"/>
                    <a:pt x="20" y="28"/>
                  </a:cubicBezTo>
                  <a:cubicBezTo>
                    <a:pt x="20" y="28"/>
                    <a:pt x="20" y="28"/>
                    <a:pt x="20" y="28"/>
                  </a:cubicBezTo>
                  <a:cubicBezTo>
                    <a:pt x="19" y="30"/>
                    <a:pt x="19" y="30"/>
                    <a:pt x="19" y="30"/>
                  </a:cubicBezTo>
                  <a:cubicBezTo>
                    <a:pt x="17" y="34"/>
                    <a:pt x="17" y="34"/>
                    <a:pt x="17" y="34"/>
                  </a:cubicBezTo>
                  <a:lnTo>
                    <a:pt x="14" y="40"/>
                  </a:lnTo>
                  <a:close/>
                  <a:moveTo>
                    <a:pt x="19" y="42"/>
                  </a:moveTo>
                  <a:cubicBezTo>
                    <a:pt x="19" y="42"/>
                    <a:pt x="18" y="42"/>
                    <a:pt x="17" y="41"/>
                  </a:cubicBezTo>
                  <a:cubicBezTo>
                    <a:pt x="17" y="41"/>
                    <a:pt x="16" y="41"/>
                    <a:pt x="16" y="41"/>
                  </a:cubicBezTo>
                  <a:cubicBezTo>
                    <a:pt x="17" y="38"/>
                    <a:pt x="17" y="38"/>
                    <a:pt x="17" y="38"/>
                  </a:cubicBezTo>
                  <a:cubicBezTo>
                    <a:pt x="19" y="35"/>
                    <a:pt x="19" y="35"/>
                    <a:pt x="19" y="35"/>
                  </a:cubicBezTo>
                  <a:cubicBezTo>
                    <a:pt x="22" y="30"/>
                    <a:pt x="22" y="30"/>
                    <a:pt x="22" y="30"/>
                  </a:cubicBezTo>
                  <a:cubicBezTo>
                    <a:pt x="23" y="30"/>
                    <a:pt x="23" y="30"/>
                    <a:pt x="23" y="30"/>
                  </a:cubicBezTo>
                  <a:cubicBezTo>
                    <a:pt x="23" y="43"/>
                    <a:pt x="23" y="43"/>
                    <a:pt x="23" y="43"/>
                  </a:cubicBezTo>
                  <a:cubicBezTo>
                    <a:pt x="22" y="43"/>
                    <a:pt x="21" y="42"/>
                    <a:pt x="19" y="4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1" name="Google Shape;491;p44"/>
            <p:cNvSpPr/>
            <p:nvPr/>
          </p:nvSpPr>
          <p:spPr>
            <a:xfrm>
              <a:off x="4171950" y="1308100"/>
              <a:ext cx="158750" cy="158750"/>
            </a:xfrm>
            <a:custGeom>
              <a:avLst/>
              <a:gdLst/>
              <a:ahLst/>
              <a:cxnLst/>
              <a:rect l="l" t="t" r="r" b="b"/>
              <a:pathLst>
                <a:path w="42" h="42" extrusionOk="0">
                  <a:moveTo>
                    <a:pt x="4" y="25"/>
                  </a:moveTo>
                  <a:cubicBezTo>
                    <a:pt x="4" y="25"/>
                    <a:pt x="4" y="26"/>
                    <a:pt x="5" y="27"/>
                  </a:cubicBezTo>
                  <a:cubicBezTo>
                    <a:pt x="1" y="29"/>
                    <a:pt x="1" y="29"/>
                    <a:pt x="1" y="29"/>
                  </a:cubicBezTo>
                  <a:cubicBezTo>
                    <a:pt x="1" y="30"/>
                    <a:pt x="2" y="31"/>
                    <a:pt x="2" y="32"/>
                  </a:cubicBezTo>
                  <a:cubicBezTo>
                    <a:pt x="3" y="33"/>
                    <a:pt x="4" y="34"/>
                    <a:pt x="4" y="35"/>
                  </a:cubicBezTo>
                  <a:cubicBezTo>
                    <a:pt x="8" y="32"/>
                    <a:pt x="8" y="32"/>
                    <a:pt x="8" y="32"/>
                  </a:cubicBezTo>
                  <a:cubicBezTo>
                    <a:pt x="8" y="33"/>
                    <a:pt x="9" y="34"/>
                    <a:pt x="10" y="34"/>
                  </a:cubicBezTo>
                  <a:cubicBezTo>
                    <a:pt x="8" y="38"/>
                    <a:pt x="8" y="38"/>
                    <a:pt x="8" y="38"/>
                  </a:cubicBezTo>
                  <a:cubicBezTo>
                    <a:pt x="8" y="39"/>
                    <a:pt x="9" y="39"/>
                    <a:pt x="10" y="40"/>
                  </a:cubicBezTo>
                  <a:cubicBezTo>
                    <a:pt x="11" y="40"/>
                    <a:pt x="11" y="40"/>
                    <a:pt x="11" y="40"/>
                  </a:cubicBezTo>
                  <a:cubicBezTo>
                    <a:pt x="11" y="40"/>
                    <a:pt x="12" y="41"/>
                    <a:pt x="13" y="41"/>
                  </a:cubicBezTo>
                  <a:cubicBezTo>
                    <a:pt x="15" y="37"/>
                    <a:pt x="15" y="37"/>
                    <a:pt x="15" y="37"/>
                  </a:cubicBezTo>
                  <a:cubicBezTo>
                    <a:pt x="16" y="38"/>
                    <a:pt x="17" y="38"/>
                    <a:pt x="18" y="38"/>
                  </a:cubicBezTo>
                  <a:cubicBezTo>
                    <a:pt x="18" y="42"/>
                    <a:pt x="18" y="42"/>
                    <a:pt x="18" y="42"/>
                  </a:cubicBezTo>
                  <a:cubicBezTo>
                    <a:pt x="19" y="42"/>
                    <a:pt x="20" y="42"/>
                    <a:pt x="21" y="42"/>
                  </a:cubicBezTo>
                  <a:cubicBezTo>
                    <a:pt x="22" y="42"/>
                    <a:pt x="23" y="42"/>
                    <a:pt x="24" y="42"/>
                  </a:cubicBezTo>
                  <a:cubicBezTo>
                    <a:pt x="24" y="38"/>
                    <a:pt x="24" y="38"/>
                    <a:pt x="24" y="38"/>
                  </a:cubicBezTo>
                  <a:cubicBezTo>
                    <a:pt x="25" y="38"/>
                    <a:pt x="26" y="38"/>
                    <a:pt x="26" y="37"/>
                  </a:cubicBezTo>
                  <a:cubicBezTo>
                    <a:pt x="28" y="41"/>
                    <a:pt x="28" y="41"/>
                    <a:pt x="28" y="41"/>
                  </a:cubicBezTo>
                  <a:cubicBezTo>
                    <a:pt x="29" y="41"/>
                    <a:pt x="30" y="40"/>
                    <a:pt x="31" y="40"/>
                  </a:cubicBezTo>
                  <a:cubicBezTo>
                    <a:pt x="31" y="40"/>
                    <a:pt x="31" y="40"/>
                    <a:pt x="31" y="40"/>
                  </a:cubicBezTo>
                  <a:cubicBezTo>
                    <a:pt x="32" y="39"/>
                    <a:pt x="33" y="39"/>
                    <a:pt x="34" y="38"/>
                  </a:cubicBezTo>
                  <a:cubicBezTo>
                    <a:pt x="32" y="34"/>
                    <a:pt x="32" y="34"/>
                    <a:pt x="32" y="34"/>
                  </a:cubicBezTo>
                  <a:cubicBezTo>
                    <a:pt x="32" y="34"/>
                    <a:pt x="33" y="33"/>
                    <a:pt x="34" y="32"/>
                  </a:cubicBezTo>
                  <a:cubicBezTo>
                    <a:pt x="37" y="35"/>
                    <a:pt x="37" y="35"/>
                    <a:pt x="37" y="35"/>
                  </a:cubicBezTo>
                  <a:cubicBezTo>
                    <a:pt x="38" y="34"/>
                    <a:pt x="38" y="33"/>
                    <a:pt x="39" y="32"/>
                  </a:cubicBezTo>
                  <a:cubicBezTo>
                    <a:pt x="40" y="31"/>
                    <a:pt x="40" y="30"/>
                    <a:pt x="40" y="29"/>
                  </a:cubicBezTo>
                  <a:cubicBezTo>
                    <a:pt x="37" y="27"/>
                    <a:pt x="37" y="27"/>
                    <a:pt x="37" y="27"/>
                  </a:cubicBezTo>
                  <a:cubicBezTo>
                    <a:pt x="37" y="26"/>
                    <a:pt x="37" y="25"/>
                    <a:pt x="37" y="25"/>
                  </a:cubicBezTo>
                  <a:cubicBezTo>
                    <a:pt x="42" y="25"/>
                    <a:pt x="42" y="25"/>
                    <a:pt x="42" y="25"/>
                  </a:cubicBezTo>
                  <a:cubicBezTo>
                    <a:pt x="42" y="23"/>
                    <a:pt x="42" y="22"/>
                    <a:pt x="42" y="21"/>
                  </a:cubicBezTo>
                  <a:cubicBezTo>
                    <a:pt x="42" y="20"/>
                    <a:pt x="42" y="19"/>
                    <a:pt x="42" y="18"/>
                  </a:cubicBezTo>
                  <a:cubicBezTo>
                    <a:pt x="37" y="18"/>
                    <a:pt x="37" y="18"/>
                    <a:pt x="37" y="18"/>
                  </a:cubicBezTo>
                  <a:cubicBezTo>
                    <a:pt x="37" y="17"/>
                    <a:pt x="37" y="17"/>
                    <a:pt x="37" y="16"/>
                  </a:cubicBezTo>
                  <a:cubicBezTo>
                    <a:pt x="40" y="14"/>
                    <a:pt x="40" y="14"/>
                    <a:pt x="40" y="14"/>
                  </a:cubicBezTo>
                  <a:cubicBezTo>
                    <a:pt x="40" y="13"/>
                    <a:pt x="40" y="12"/>
                    <a:pt x="39" y="11"/>
                  </a:cubicBezTo>
                  <a:cubicBezTo>
                    <a:pt x="38" y="10"/>
                    <a:pt x="38" y="9"/>
                    <a:pt x="37" y="8"/>
                  </a:cubicBezTo>
                  <a:cubicBezTo>
                    <a:pt x="34" y="10"/>
                    <a:pt x="34" y="10"/>
                    <a:pt x="34" y="10"/>
                  </a:cubicBezTo>
                  <a:cubicBezTo>
                    <a:pt x="33" y="10"/>
                    <a:pt x="32" y="9"/>
                    <a:pt x="32" y="8"/>
                  </a:cubicBezTo>
                  <a:cubicBezTo>
                    <a:pt x="34" y="5"/>
                    <a:pt x="34" y="5"/>
                    <a:pt x="34" y="5"/>
                  </a:cubicBezTo>
                  <a:cubicBezTo>
                    <a:pt x="33" y="4"/>
                    <a:pt x="32" y="4"/>
                    <a:pt x="31" y="3"/>
                  </a:cubicBezTo>
                  <a:cubicBezTo>
                    <a:pt x="31" y="3"/>
                    <a:pt x="31" y="3"/>
                    <a:pt x="31" y="3"/>
                  </a:cubicBezTo>
                  <a:cubicBezTo>
                    <a:pt x="30" y="2"/>
                    <a:pt x="29" y="2"/>
                    <a:pt x="28" y="2"/>
                  </a:cubicBezTo>
                  <a:cubicBezTo>
                    <a:pt x="26" y="5"/>
                    <a:pt x="26" y="5"/>
                    <a:pt x="26" y="5"/>
                  </a:cubicBezTo>
                  <a:cubicBezTo>
                    <a:pt x="26" y="5"/>
                    <a:pt x="25" y="5"/>
                    <a:pt x="24" y="5"/>
                  </a:cubicBezTo>
                  <a:cubicBezTo>
                    <a:pt x="24" y="1"/>
                    <a:pt x="24" y="1"/>
                    <a:pt x="24" y="1"/>
                  </a:cubicBezTo>
                  <a:cubicBezTo>
                    <a:pt x="23" y="0"/>
                    <a:pt x="22" y="0"/>
                    <a:pt x="21" y="0"/>
                  </a:cubicBezTo>
                  <a:cubicBezTo>
                    <a:pt x="20" y="0"/>
                    <a:pt x="19" y="0"/>
                    <a:pt x="18" y="1"/>
                  </a:cubicBezTo>
                  <a:cubicBezTo>
                    <a:pt x="18" y="5"/>
                    <a:pt x="18" y="5"/>
                    <a:pt x="18" y="5"/>
                  </a:cubicBezTo>
                  <a:cubicBezTo>
                    <a:pt x="17" y="5"/>
                    <a:pt x="16" y="5"/>
                    <a:pt x="15" y="5"/>
                  </a:cubicBezTo>
                  <a:cubicBezTo>
                    <a:pt x="13" y="2"/>
                    <a:pt x="13" y="2"/>
                    <a:pt x="13" y="2"/>
                  </a:cubicBezTo>
                  <a:cubicBezTo>
                    <a:pt x="12" y="2"/>
                    <a:pt x="11" y="2"/>
                    <a:pt x="11" y="3"/>
                  </a:cubicBezTo>
                  <a:cubicBezTo>
                    <a:pt x="10" y="3"/>
                    <a:pt x="10" y="3"/>
                    <a:pt x="10" y="3"/>
                  </a:cubicBezTo>
                  <a:cubicBezTo>
                    <a:pt x="9" y="4"/>
                    <a:pt x="8" y="4"/>
                    <a:pt x="8" y="5"/>
                  </a:cubicBezTo>
                  <a:cubicBezTo>
                    <a:pt x="10" y="8"/>
                    <a:pt x="10" y="8"/>
                    <a:pt x="10" y="8"/>
                  </a:cubicBezTo>
                  <a:cubicBezTo>
                    <a:pt x="9" y="9"/>
                    <a:pt x="8" y="10"/>
                    <a:pt x="8" y="10"/>
                  </a:cubicBezTo>
                  <a:cubicBezTo>
                    <a:pt x="4" y="8"/>
                    <a:pt x="4" y="8"/>
                    <a:pt x="4" y="8"/>
                  </a:cubicBezTo>
                  <a:cubicBezTo>
                    <a:pt x="4" y="9"/>
                    <a:pt x="3" y="10"/>
                    <a:pt x="2" y="11"/>
                  </a:cubicBezTo>
                  <a:cubicBezTo>
                    <a:pt x="2" y="12"/>
                    <a:pt x="1" y="13"/>
                    <a:pt x="1" y="14"/>
                  </a:cubicBezTo>
                  <a:cubicBezTo>
                    <a:pt x="5" y="16"/>
                    <a:pt x="5" y="16"/>
                    <a:pt x="5" y="16"/>
                  </a:cubicBezTo>
                  <a:cubicBezTo>
                    <a:pt x="4" y="17"/>
                    <a:pt x="4" y="17"/>
                    <a:pt x="4" y="18"/>
                  </a:cubicBezTo>
                  <a:cubicBezTo>
                    <a:pt x="0" y="18"/>
                    <a:pt x="0" y="18"/>
                    <a:pt x="0" y="18"/>
                  </a:cubicBezTo>
                  <a:cubicBezTo>
                    <a:pt x="0" y="19"/>
                    <a:pt x="0" y="20"/>
                    <a:pt x="0" y="21"/>
                  </a:cubicBezTo>
                  <a:cubicBezTo>
                    <a:pt x="0" y="22"/>
                    <a:pt x="0" y="23"/>
                    <a:pt x="0" y="25"/>
                  </a:cubicBezTo>
                  <a:lnTo>
                    <a:pt x="4" y="25"/>
                  </a:lnTo>
                  <a:close/>
                  <a:moveTo>
                    <a:pt x="31" y="17"/>
                  </a:moveTo>
                  <a:cubicBezTo>
                    <a:pt x="33" y="17"/>
                    <a:pt x="35" y="19"/>
                    <a:pt x="35" y="21"/>
                  </a:cubicBezTo>
                  <a:cubicBezTo>
                    <a:pt x="35" y="24"/>
                    <a:pt x="33" y="26"/>
                    <a:pt x="31" y="26"/>
                  </a:cubicBezTo>
                  <a:cubicBezTo>
                    <a:pt x="28" y="26"/>
                    <a:pt x="27" y="24"/>
                    <a:pt x="27" y="21"/>
                  </a:cubicBezTo>
                  <a:cubicBezTo>
                    <a:pt x="27" y="19"/>
                    <a:pt x="28" y="17"/>
                    <a:pt x="31" y="17"/>
                  </a:cubicBezTo>
                  <a:close/>
                  <a:moveTo>
                    <a:pt x="21" y="7"/>
                  </a:moveTo>
                  <a:cubicBezTo>
                    <a:pt x="23" y="7"/>
                    <a:pt x="25" y="9"/>
                    <a:pt x="25" y="11"/>
                  </a:cubicBezTo>
                  <a:cubicBezTo>
                    <a:pt x="25" y="14"/>
                    <a:pt x="23" y="16"/>
                    <a:pt x="21" y="16"/>
                  </a:cubicBezTo>
                  <a:cubicBezTo>
                    <a:pt x="18" y="16"/>
                    <a:pt x="17" y="14"/>
                    <a:pt x="17" y="11"/>
                  </a:cubicBezTo>
                  <a:cubicBezTo>
                    <a:pt x="17" y="9"/>
                    <a:pt x="18" y="7"/>
                    <a:pt x="21" y="7"/>
                  </a:cubicBezTo>
                  <a:close/>
                  <a:moveTo>
                    <a:pt x="24" y="21"/>
                  </a:moveTo>
                  <a:cubicBezTo>
                    <a:pt x="24" y="23"/>
                    <a:pt x="22" y="24"/>
                    <a:pt x="21" y="24"/>
                  </a:cubicBezTo>
                  <a:cubicBezTo>
                    <a:pt x="19" y="24"/>
                    <a:pt x="18" y="23"/>
                    <a:pt x="18" y="21"/>
                  </a:cubicBezTo>
                  <a:cubicBezTo>
                    <a:pt x="18" y="20"/>
                    <a:pt x="19" y="19"/>
                    <a:pt x="21" y="19"/>
                  </a:cubicBezTo>
                  <a:cubicBezTo>
                    <a:pt x="22" y="19"/>
                    <a:pt x="24" y="20"/>
                    <a:pt x="24" y="21"/>
                  </a:cubicBezTo>
                  <a:close/>
                  <a:moveTo>
                    <a:pt x="21" y="27"/>
                  </a:moveTo>
                  <a:cubicBezTo>
                    <a:pt x="23" y="27"/>
                    <a:pt x="25" y="29"/>
                    <a:pt x="25" y="31"/>
                  </a:cubicBezTo>
                  <a:cubicBezTo>
                    <a:pt x="25" y="34"/>
                    <a:pt x="23" y="36"/>
                    <a:pt x="21" y="36"/>
                  </a:cubicBezTo>
                  <a:cubicBezTo>
                    <a:pt x="18" y="36"/>
                    <a:pt x="17" y="34"/>
                    <a:pt x="17" y="31"/>
                  </a:cubicBezTo>
                  <a:cubicBezTo>
                    <a:pt x="17" y="29"/>
                    <a:pt x="18" y="27"/>
                    <a:pt x="21" y="27"/>
                  </a:cubicBezTo>
                  <a:close/>
                  <a:moveTo>
                    <a:pt x="11" y="17"/>
                  </a:moveTo>
                  <a:cubicBezTo>
                    <a:pt x="13" y="17"/>
                    <a:pt x="15" y="19"/>
                    <a:pt x="15" y="21"/>
                  </a:cubicBezTo>
                  <a:cubicBezTo>
                    <a:pt x="15" y="24"/>
                    <a:pt x="13" y="26"/>
                    <a:pt x="11" y="26"/>
                  </a:cubicBezTo>
                  <a:cubicBezTo>
                    <a:pt x="8" y="26"/>
                    <a:pt x="6" y="24"/>
                    <a:pt x="6" y="21"/>
                  </a:cubicBezTo>
                  <a:cubicBezTo>
                    <a:pt x="6" y="19"/>
                    <a:pt x="8" y="17"/>
                    <a:pt x="11" y="1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2" name="Google Shape;492;p44"/>
            <p:cNvSpPr/>
            <p:nvPr/>
          </p:nvSpPr>
          <p:spPr>
            <a:xfrm>
              <a:off x="4379913" y="1247775"/>
              <a:ext cx="128588" cy="128588"/>
            </a:xfrm>
            <a:custGeom>
              <a:avLst/>
              <a:gdLst/>
              <a:ahLst/>
              <a:cxnLst/>
              <a:rect l="l" t="t" r="r" b="b"/>
              <a:pathLst>
                <a:path w="34" h="34" extrusionOk="0">
                  <a:moveTo>
                    <a:pt x="3" y="19"/>
                  </a:moveTo>
                  <a:cubicBezTo>
                    <a:pt x="3" y="20"/>
                    <a:pt x="3" y="21"/>
                    <a:pt x="4" y="21"/>
                  </a:cubicBezTo>
                  <a:cubicBezTo>
                    <a:pt x="1" y="23"/>
                    <a:pt x="1" y="23"/>
                    <a:pt x="1" y="23"/>
                  </a:cubicBezTo>
                  <a:cubicBezTo>
                    <a:pt x="1" y="24"/>
                    <a:pt x="2" y="24"/>
                    <a:pt x="2" y="25"/>
                  </a:cubicBezTo>
                  <a:cubicBezTo>
                    <a:pt x="2" y="26"/>
                    <a:pt x="3" y="27"/>
                    <a:pt x="3" y="27"/>
                  </a:cubicBezTo>
                  <a:cubicBezTo>
                    <a:pt x="6" y="26"/>
                    <a:pt x="6" y="26"/>
                    <a:pt x="6" y="26"/>
                  </a:cubicBezTo>
                  <a:cubicBezTo>
                    <a:pt x="7" y="26"/>
                    <a:pt x="7" y="27"/>
                    <a:pt x="8" y="27"/>
                  </a:cubicBezTo>
                  <a:cubicBezTo>
                    <a:pt x="6" y="30"/>
                    <a:pt x="6" y="30"/>
                    <a:pt x="6" y="30"/>
                  </a:cubicBezTo>
                  <a:cubicBezTo>
                    <a:pt x="7" y="31"/>
                    <a:pt x="7" y="31"/>
                    <a:pt x="8" y="31"/>
                  </a:cubicBezTo>
                  <a:cubicBezTo>
                    <a:pt x="9" y="32"/>
                    <a:pt x="10" y="32"/>
                    <a:pt x="10" y="33"/>
                  </a:cubicBezTo>
                  <a:cubicBezTo>
                    <a:pt x="12" y="30"/>
                    <a:pt x="12" y="30"/>
                    <a:pt x="12" y="30"/>
                  </a:cubicBezTo>
                  <a:cubicBezTo>
                    <a:pt x="13" y="30"/>
                    <a:pt x="13" y="30"/>
                    <a:pt x="14" y="30"/>
                  </a:cubicBezTo>
                  <a:cubicBezTo>
                    <a:pt x="14" y="34"/>
                    <a:pt x="14" y="34"/>
                    <a:pt x="14" y="34"/>
                  </a:cubicBezTo>
                  <a:cubicBezTo>
                    <a:pt x="15" y="34"/>
                    <a:pt x="16" y="34"/>
                    <a:pt x="17" y="34"/>
                  </a:cubicBezTo>
                  <a:cubicBezTo>
                    <a:pt x="18" y="34"/>
                    <a:pt x="18" y="34"/>
                    <a:pt x="19" y="34"/>
                  </a:cubicBezTo>
                  <a:cubicBezTo>
                    <a:pt x="19" y="30"/>
                    <a:pt x="19" y="30"/>
                    <a:pt x="19" y="30"/>
                  </a:cubicBezTo>
                  <a:cubicBezTo>
                    <a:pt x="20" y="30"/>
                    <a:pt x="21" y="30"/>
                    <a:pt x="21" y="30"/>
                  </a:cubicBezTo>
                  <a:cubicBezTo>
                    <a:pt x="23" y="33"/>
                    <a:pt x="23" y="33"/>
                    <a:pt x="23" y="33"/>
                  </a:cubicBezTo>
                  <a:cubicBezTo>
                    <a:pt x="24" y="32"/>
                    <a:pt x="25" y="32"/>
                    <a:pt x="25" y="31"/>
                  </a:cubicBezTo>
                  <a:cubicBezTo>
                    <a:pt x="26" y="31"/>
                    <a:pt x="27" y="31"/>
                    <a:pt x="27" y="30"/>
                  </a:cubicBezTo>
                  <a:cubicBezTo>
                    <a:pt x="26" y="27"/>
                    <a:pt x="26" y="27"/>
                    <a:pt x="26" y="27"/>
                  </a:cubicBezTo>
                  <a:cubicBezTo>
                    <a:pt x="26" y="27"/>
                    <a:pt x="27" y="26"/>
                    <a:pt x="27" y="26"/>
                  </a:cubicBezTo>
                  <a:cubicBezTo>
                    <a:pt x="30" y="27"/>
                    <a:pt x="30" y="27"/>
                    <a:pt x="30" y="27"/>
                  </a:cubicBezTo>
                  <a:cubicBezTo>
                    <a:pt x="31" y="27"/>
                    <a:pt x="31" y="26"/>
                    <a:pt x="32" y="25"/>
                  </a:cubicBezTo>
                  <a:cubicBezTo>
                    <a:pt x="32" y="24"/>
                    <a:pt x="32" y="24"/>
                    <a:pt x="33" y="23"/>
                  </a:cubicBezTo>
                  <a:cubicBezTo>
                    <a:pt x="30" y="21"/>
                    <a:pt x="30" y="21"/>
                    <a:pt x="30" y="21"/>
                  </a:cubicBezTo>
                  <a:cubicBezTo>
                    <a:pt x="30" y="21"/>
                    <a:pt x="30" y="20"/>
                    <a:pt x="30" y="19"/>
                  </a:cubicBezTo>
                  <a:cubicBezTo>
                    <a:pt x="34" y="19"/>
                    <a:pt x="34" y="19"/>
                    <a:pt x="34" y="19"/>
                  </a:cubicBezTo>
                  <a:cubicBezTo>
                    <a:pt x="34" y="18"/>
                    <a:pt x="34" y="18"/>
                    <a:pt x="34" y="17"/>
                  </a:cubicBezTo>
                  <a:cubicBezTo>
                    <a:pt x="34" y="16"/>
                    <a:pt x="34" y="15"/>
                    <a:pt x="34" y="14"/>
                  </a:cubicBezTo>
                  <a:cubicBezTo>
                    <a:pt x="30" y="14"/>
                    <a:pt x="30" y="14"/>
                    <a:pt x="30" y="14"/>
                  </a:cubicBezTo>
                  <a:cubicBezTo>
                    <a:pt x="30" y="13"/>
                    <a:pt x="30" y="13"/>
                    <a:pt x="30" y="12"/>
                  </a:cubicBezTo>
                  <a:cubicBezTo>
                    <a:pt x="33" y="10"/>
                    <a:pt x="33" y="10"/>
                    <a:pt x="33" y="10"/>
                  </a:cubicBezTo>
                  <a:cubicBezTo>
                    <a:pt x="32" y="10"/>
                    <a:pt x="32" y="9"/>
                    <a:pt x="32" y="8"/>
                  </a:cubicBezTo>
                  <a:cubicBezTo>
                    <a:pt x="31" y="7"/>
                    <a:pt x="31" y="7"/>
                    <a:pt x="30" y="6"/>
                  </a:cubicBezTo>
                  <a:cubicBezTo>
                    <a:pt x="27" y="8"/>
                    <a:pt x="27" y="8"/>
                    <a:pt x="27" y="8"/>
                  </a:cubicBezTo>
                  <a:cubicBezTo>
                    <a:pt x="27" y="7"/>
                    <a:pt x="26" y="7"/>
                    <a:pt x="26" y="6"/>
                  </a:cubicBezTo>
                  <a:cubicBezTo>
                    <a:pt x="27" y="3"/>
                    <a:pt x="27" y="3"/>
                    <a:pt x="27" y="3"/>
                  </a:cubicBezTo>
                  <a:cubicBezTo>
                    <a:pt x="27" y="3"/>
                    <a:pt x="26" y="2"/>
                    <a:pt x="25" y="2"/>
                  </a:cubicBezTo>
                  <a:cubicBezTo>
                    <a:pt x="25" y="1"/>
                    <a:pt x="24" y="1"/>
                    <a:pt x="23" y="1"/>
                  </a:cubicBezTo>
                  <a:cubicBezTo>
                    <a:pt x="21" y="4"/>
                    <a:pt x="21" y="4"/>
                    <a:pt x="21" y="4"/>
                  </a:cubicBezTo>
                  <a:cubicBezTo>
                    <a:pt x="21" y="3"/>
                    <a:pt x="20" y="3"/>
                    <a:pt x="19" y="3"/>
                  </a:cubicBezTo>
                  <a:cubicBezTo>
                    <a:pt x="19" y="0"/>
                    <a:pt x="19" y="0"/>
                    <a:pt x="19" y="0"/>
                  </a:cubicBezTo>
                  <a:cubicBezTo>
                    <a:pt x="18" y="0"/>
                    <a:pt x="18" y="0"/>
                    <a:pt x="17" y="0"/>
                  </a:cubicBezTo>
                  <a:cubicBezTo>
                    <a:pt x="16" y="0"/>
                    <a:pt x="15" y="0"/>
                    <a:pt x="14" y="0"/>
                  </a:cubicBezTo>
                  <a:cubicBezTo>
                    <a:pt x="14" y="3"/>
                    <a:pt x="14" y="3"/>
                    <a:pt x="14" y="3"/>
                  </a:cubicBezTo>
                  <a:cubicBezTo>
                    <a:pt x="13" y="3"/>
                    <a:pt x="13" y="3"/>
                    <a:pt x="12" y="4"/>
                  </a:cubicBezTo>
                  <a:cubicBezTo>
                    <a:pt x="10" y="1"/>
                    <a:pt x="10" y="1"/>
                    <a:pt x="10" y="1"/>
                  </a:cubicBezTo>
                  <a:cubicBezTo>
                    <a:pt x="10" y="1"/>
                    <a:pt x="9" y="1"/>
                    <a:pt x="8" y="2"/>
                  </a:cubicBezTo>
                  <a:cubicBezTo>
                    <a:pt x="7" y="2"/>
                    <a:pt x="7" y="3"/>
                    <a:pt x="6" y="3"/>
                  </a:cubicBezTo>
                  <a:cubicBezTo>
                    <a:pt x="8" y="6"/>
                    <a:pt x="8" y="6"/>
                    <a:pt x="8" y="6"/>
                  </a:cubicBezTo>
                  <a:cubicBezTo>
                    <a:pt x="7" y="7"/>
                    <a:pt x="7" y="7"/>
                    <a:pt x="6" y="8"/>
                  </a:cubicBezTo>
                  <a:cubicBezTo>
                    <a:pt x="3" y="6"/>
                    <a:pt x="3" y="6"/>
                    <a:pt x="3" y="6"/>
                  </a:cubicBezTo>
                  <a:cubicBezTo>
                    <a:pt x="3" y="7"/>
                    <a:pt x="2" y="7"/>
                    <a:pt x="2" y="8"/>
                  </a:cubicBezTo>
                  <a:cubicBezTo>
                    <a:pt x="2" y="9"/>
                    <a:pt x="1" y="10"/>
                    <a:pt x="1" y="10"/>
                  </a:cubicBezTo>
                  <a:cubicBezTo>
                    <a:pt x="4" y="12"/>
                    <a:pt x="4" y="12"/>
                    <a:pt x="4" y="12"/>
                  </a:cubicBezTo>
                  <a:cubicBezTo>
                    <a:pt x="3" y="13"/>
                    <a:pt x="3" y="13"/>
                    <a:pt x="3" y="14"/>
                  </a:cubicBezTo>
                  <a:cubicBezTo>
                    <a:pt x="0" y="14"/>
                    <a:pt x="0" y="14"/>
                    <a:pt x="0" y="14"/>
                  </a:cubicBezTo>
                  <a:cubicBezTo>
                    <a:pt x="0" y="15"/>
                    <a:pt x="0" y="16"/>
                    <a:pt x="0" y="17"/>
                  </a:cubicBezTo>
                  <a:cubicBezTo>
                    <a:pt x="0" y="18"/>
                    <a:pt x="0" y="18"/>
                    <a:pt x="0" y="19"/>
                  </a:cubicBezTo>
                  <a:lnTo>
                    <a:pt x="3" y="19"/>
                  </a:lnTo>
                  <a:close/>
                  <a:moveTo>
                    <a:pt x="7" y="17"/>
                  </a:move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8" y="13"/>
                    <a:pt x="8" y="13"/>
                    <a:pt x="8" y="12"/>
                  </a:cubicBezTo>
                  <a:cubicBezTo>
                    <a:pt x="8" y="12"/>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0"/>
                    <a:pt x="10"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8"/>
                    <a:pt x="12" y="8"/>
                    <a:pt x="12" y="8"/>
                  </a:cubicBezTo>
                  <a:cubicBezTo>
                    <a:pt x="13" y="8"/>
                    <a:pt x="13" y="7"/>
                    <a:pt x="14" y="7"/>
                  </a:cubicBezTo>
                  <a:cubicBezTo>
                    <a:pt x="14"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8"/>
                    <a:pt x="21" y="8"/>
                    <a:pt x="22" y="8"/>
                  </a:cubicBezTo>
                  <a:cubicBezTo>
                    <a:pt x="22" y="8"/>
                    <a:pt x="22" y="8"/>
                    <a:pt x="22" y="8"/>
                  </a:cubicBezTo>
                  <a:cubicBezTo>
                    <a:pt x="22" y="9"/>
                    <a:pt x="22" y="9"/>
                    <a:pt x="22" y="9"/>
                  </a:cubicBezTo>
                  <a:cubicBezTo>
                    <a:pt x="22" y="9"/>
                    <a:pt x="22" y="9"/>
                    <a:pt x="22" y="9"/>
                  </a:cubicBezTo>
                  <a:cubicBezTo>
                    <a:pt x="22" y="9"/>
                    <a:pt x="22" y="9"/>
                    <a:pt x="22" y="9"/>
                  </a:cubicBezTo>
                  <a:cubicBezTo>
                    <a:pt x="22" y="9"/>
                    <a:pt x="22" y="9"/>
                    <a:pt x="22" y="9"/>
                  </a:cubicBezTo>
                  <a:cubicBezTo>
                    <a:pt x="22" y="9"/>
                    <a:pt x="22" y="9"/>
                    <a:pt x="22" y="9"/>
                  </a:cubicBezTo>
                  <a:cubicBezTo>
                    <a:pt x="23" y="9"/>
                    <a:pt x="24" y="10"/>
                    <a:pt x="25" y="11"/>
                  </a:cubicBezTo>
                  <a:cubicBezTo>
                    <a:pt x="25" y="11"/>
                    <a:pt x="25" y="11"/>
                    <a:pt x="25" y="11"/>
                  </a:cubicBezTo>
                  <a:cubicBezTo>
                    <a:pt x="25" y="11"/>
                    <a:pt x="25" y="11"/>
                    <a:pt x="25" y="11"/>
                  </a:cubicBezTo>
                  <a:cubicBezTo>
                    <a:pt x="25" y="11"/>
                    <a:pt x="25" y="11"/>
                    <a:pt x="25" y="11"/>
                  </a:cubicBezTo>
                  <a:cubicBezTo>
                    <a:pt x="25" y="11"/>
                    <a:pt x="25" y="11"/>
                    <a:pt x="25" y="11"/>
                  </a:cubicBezTo>
                  <a:cubicBezTo>
                    <a:pt x="25" y="11"/>
                    <a:pt x="25" y="12"/>
                    <a:pt x="25" y="12"/>
                  </a:cubicBezTo>
                  <a:cubicBezTo>
                    <a:pt x="26" y="13"/>
                    <a:pt x="26" y="13"/>
                    <a:pt x="26" y="14"/>
                  </a:cubicBezTo>
                  <a:cubicBezTo>
                    <a:pt x="26" y="14"/>
                    <a:pt x="26" y="14"/>
                    <a:pt x="26" y="14"/>
                  </a:cubicBezTo>
                  <a:cubicBezTo>
                    <a:pt x="26" y="14"/>
                    <a:pt x="26" y="14"/>
                    <a:pt x="26" y="14"/>
                  </a:cubicBezTo>
                  <a:cubicBezTo>
                    <a:pt x="26" y="15"/>
                    <a:pt x="26" y="15"/>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20"/>
                    <a:pt x="26" y="21"/>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4" y="23"/>
                    <a:pt x="23" y="24"/>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1" y="26"/>
                    <a:pt x="20" y="26"/>
                    <a:pt x="19" y="26"/>
                  </a:cubicBezTo>
                  <a:cubicBezTo>
                    <a:pt x="19" y="26"/>
                    <a:pt x="19" y="26"/>
                    <a:pt x="19" y="26"/>
                  </a:cubicBezTo>
                  <a:cubicBezTo>
                    <a:pt x="19" y="26"/>
                    <a:pt x="19"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3" y="26"/>
                    <a:pt x="12" y="25"/>
                    <a:pt x="12" y="25"/>
                  </a:cubicBezTo>
                  <a:cubicBezTo>
                    <a:pt x="12" y="25"/>
                    <a:pt x="12"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0" y="24"/>
                    <a:pt x="9" y="23"/>
                    <a:pt x="9" y="22"/>
                  </a:cubicBezTo>
                  <a:cubicBezTo>
                    <a:pt x="9" y="22"/>
                    <a:pt x="9" y="22"/>
                    <a:pt x="9" y="22"/>
                  </a:cubicBezTo>
                  <a:cubicBezTo>
                    <a:pt x="9" y="22"/>
                    <a:pt x="9" y="22"/>
                    <a:pt x="9" y="22"/>
                  </a:cubicBezTo>
                  <a:cubicBezTo>
                    <a:pt x="9" y="22"/>
                    <a:pt x="9" y="22"/>
                    <a:pt x="9" y="22"/>
                  </a:cubicBezTo>
                  <a:cubicBezTo>
                    <a:pt x="9" y="22"/>
                    <a:pt x="8" y="22"/>
                    <a:pt x="8" y="22"/>
                  </a:cubicBezTo>
                  <a:cubicBezTo>
                    <a:pt x="8" y="21"/>
                    <a:pt x="7" y="20"/>
                    <a:pt x="7" y="19"/>
                  </a:cubicBezTo>
                  <a:cubicBezTo>
                    <a:pt x="7" y="19"/>
                    <a:pt x="7" y="18"/>
                    <a:pt x="7" y="18"/>
                  </a:cubicBezTo>
                  <a:cubicBezTo>
                    <a:pt x="7" y="18"/>
                    <a:pt x="7" y="18"/>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3" name="Google Shape;493;p44"/>
            <p:cNvSpPr/>
            <p:nvPr/>
          </p:nvSpPr>
          <p:spPr>
            <a:xfrm>
              <a:off x="4640263" y="1452563"/>
              <a:ext cx="134938" cy="131763"/>
            </a:xfrm>
            <a:custGeom>
              <a:avLst/>
              <a:gdLst/>
              <a:ahLst/>
              <a:cxnLst/>
              <a:rect l="l" t="t" r="r" b="b"/>
              <a:pathLst>
                <a:path w="36" h="35" extrusionOk="0">
                  <a:moveTo>
                    <a:pt x="31" y="5"/>
                  </a:moveTo>
                  <a:cubicBezTo>
                    <a:pt x="30" y="4"/>
                    <a:pt x="30" y="4"/>
                    <a:pt x="29" y="3"/>
                  </a:cubicBezTo>
                  <a:cubicBezTo>
                    <a:pt x="26" y="6"/>
                    <a:pt x="26" y="6"/>
                    <a:pt x="26" y="6"/>
                  </a:cubicBezTo>
                  <a:cubicBezTo>
                    <a:pt x="26" y="5"/>
                    <a:pt x="26" y="5"/>
                    <a:pt x="26" y="5"/>
                  </a:cubicBezTo>
                  <a:cubicBezTo>
                    <a:pt x="26" y="5"/>
                    <a:pt x="25" y="5"/>
                    <a:pt x="25" y="4"/>
                  </a:cubicBezTo>
                  <a:cubicBezTo>
                    <a:pt x="26" y="1"/>
                    <a:pt x="26" y="1"/>
                    <a:pt x="26" y="1"/>
                  </a:cubicBezTo>
                  <a:cubicBezTo>
                    <a:pt x="25" y="1"/>
                    <a:pt x="24" y="0"/>
                    <a:pt x="23" y="0"/>
                  </a:cubicBezTo>
                  <a:cubicBezTo>
                    <a:pt x="22" y="0"/>
                    <a:pt x="21" y="0"/>
                    <a:pt x="21" y="0"/>
                  </a:cubicBezTo>
                  <a:cubicBezTo>
                    <a:pt x="20" y="3"/>
                    <a:pt x="20" y="3"/>
                    <a:pt x="20" y="3"/>
                  </a:cubicBezTo>
                  <a:cubicBezTo>
                    <a:pt x="19" y="3"/>
                    <a:pt x="19" y="3"/>
                    <a:pt x="18" y="3"/>
                  </a:cubicBezTo>
                  <a:cubicBezTo>
                    <a:pt x="18" y="3"/>
                    <a:pt x="18" y="3"/>
                    <a:pt x="17" y="3"/>
                  </a:cubicBezTo>
                  <a:cubicBezTo>
                    <a:pt x="17" y="0"/>
                    <a:pt x="17" y="0"/>
                    <a:pt x="17" y="0"/>
                  </a:cubicBezTo>
                  <a:cubicBezTo>
                    <a:pt x="16" y="0"/>
                    <a:pt x="15" y="0"/>
                    <a:pt x="14" y="0"/>
                  </a:cubicBezTo>
                  <a:cubicBezTo>
                    <a:pt x="13" y="0"/>
                    <a:pt x="12" y="0"/>
                    <a:pt x="11" y="1"/>
                  </a:cubicBezTo>
                  <a:cubicBezTo>
                    <a:pt x="12" y="4"/>
                    <a:pt x="12" y="4"/>
                    <a:pt x="12" y="4"/>
                  </a:cubicBezTo>
                  <a:cubicBezTo>
                    <a:pt x="12" y="4"/>
                    <a:pt x="11" y="5"/>
                    <a:pt x="10" y="5"/>
                  </a:cubicBezTo>
                  <a:cubicBezTo>
                    <a:pt x="10" y="5"/>
                    <a:pt x="10" y="5"/>
                    <a:pt x="10" y="5"/>
                  </a:cubicBezTo>
                  <a:cubicBezTo>
                    <a:pt x="8" y="3"/>
                    <a:pt x="8" y="3"/>
                    <a:pt x="8" y="3"/>
                  </a:cubicBezTo>
                  <a:cubicBezTo>
                    <a:pt x="7" y="3"/>
                    <a:pt x="6" y="4"/>
                    <a:pt x="6" y="4"/>
                  </a:cubicBezTo>
                  <a:cubicBezTo>
                    <a:pt x="5" y="5"/>
                    <a:pt x="5" y="6"/>
                    <a:pt x="4" y="6"/>
                  </a:cubicBezTo>
                  <a:cubicBezTo>
                    <a:pt x="6" y="9"/>
                    <a:pt x="6" y="9"/>
                    <a:pt x="6" y="9"/>
                  </a:cubicBezTo>
                  <a:cubicBezTo>
                    <a:pt x="6" y="9"/>
                    <a:pt x="6" y="10"/>
                    <a:pt x="5" y="11"/>
                  </a:cubicBezTo>
                  <a:cubicBezTo>
                    <a:pt x="2" y="10"/>
                    <a:pt x="2" y="10"/>
                    <a:pt x="2" y="10"/>
                  </a:cubicBezTo>
                  <a:cubicBezTo>
                    <a:pt x="2" y="10"/>
                    <a:pt x="1" y="11"/>
                    <a:pt x="1" y="12"/>
                  </a:cubicBezTo>
                  <a:cubicBezTo>
                    <a:pt x="1" y="13"/>
                    <a:pt x="1" y="14"/>
                    <a:pt x="0" y="15"/>
                  </a:cubicBezTo>
                  <a:cubicBezTo>
                    <a:pt x="4" y="16"/>
                    <a:pt x="4" y="16"/>
                    <a:pt x="4" y="16"/>
                  </a:cubicBezTo>
                  <a:cubicBezTo>
                    <a:pt x="4" y="16"/>
                    <a:pt x="4" y="17"/>
                    <a:pt x="4" y="18"/>
                  </a:cubicBezTo>
                  <a:cubicBezTo>
                    <a:pt x="0" y="19"/>
                    <a:pt x="0" y="19"/>
                    <a:pt x="0" y="19"/>
                  </a:cubicBezTo>
                  <a:cubicBezTo>
                    <a:pt x="0" y="20"/>
                    <a:pt x="1" y="20"/>
                    <a:pt x="1" y="21"/>
                  </a:cubicBezTo>
                  <a:cubicBezTo>
                    <a:pt x="1" y="22"/>
                    <a:pt x="1" y="23"/>
                    <a:pt x="2" y="24"/>
                  </a:cubicBezTo>
                  <a:cubicBezTo>
                    <a:pt x="5" y="23"/>
                    <a:pt x="5" y="23"/>
                    <a:pt x="5" y="23"/>
                  </a:cubicBezTo>
                  <a:cubicBezTo>
                    <a:pt x="5" y="24"/>
                    <a:pt x="6" y="24"/>
                    <a:pt x="6" y="25"/>
                  </a:cubicBezTo>
                  <a:cubicBezTo>
                    <a:pt x="3" y="27"/>
                    <a:pt x="3" y="27"/>
                    <a:pt x="3" y="27"/>
                  </a:cubicBezTo>
                  <a:cubicBezTo>
                    <a:pt x="4" y="28"/>
                    <a:pt x="5" y="29"/>
                    <a:pt x="5" y="29"/>
                  </a:cubicBezTo>
                  <a:cubicBezTo>
                    <a:pt x="6" y="30"/>
                    <a:pt x="6" y="31"/>
                    <a:pt x="7" y="31"/>
                  </a:cubicBezTo>
                  <a:cubicBezTo>
                    <a:pt x="10" y="29"/>
                    <a:pt x="10" y="29"/>
                    <a:pt x="10" y="29"/>
                  </a:cubicBezTo>
                  <a:cubicBezTo>
                    <a:pt x="10" y="29"/>
                    <a:pt x="10" y="29"/>
                    <a:pt x="10" y="29"/>
                  </a:cubicBezTo>
                  <a:cubicBezTo>
                    <a:pt x="10" y="29"/>
                    <a:pt x="11" y="30"/>
                    <a:pt x="11" y="30"/>
                  </a:cubicBezTo>
                  <a:cubicBezTo>
                    <a:pt x="10" y="33"/>
                    <a:pt x="10" y="33"/>
                    <a:pt x="10" y="33"/>
                  </a:cubicBezTo>
                  <a:cubicBezTo>
                    <a:pt x="11" y="34"/>
                    <a:pt x="12" y="34"/>
                    <a:pt x="13" y="34"/>
                  </a:cubicBezTo>
                  <a:cubicBezTo>
                    <a:pt x="14" y="34"/>
                    <a:pt x="15" y="35"/>
                    <a:pt x="16" y="35"/>
                  </a:cubicBezTo>
                  <a:cubicBezTo>
                    <a:pt x="17" y="32"/>
                    <a:pt x="17" y="32"/>
                    <a:pt x="17" y="32"/>
                  </a:cubicBezTo>
                  <a:cubicBezTo>
                    <a:pt x="17" y="32"/>
                    <a:pt x="18" y="32"/>
                    <a:pt x="18" y="32"/>
                  </a:cubicBezTo>
                  <a:cubicBezTo>
                    <a:pt x="18" y="32"/>
                    <a:pt x="19" y="32"/>
                    <a:pt x="19" y="32"/>
                  </a:cubicBezTo>
                  <a:cubicBezTo>
                    <a:pt x="20" y="35"/>
                    <a:pt x="20" y="35"/>
                    <a:pt x="20" y="35"/>
                  </a:cubicBezTo>
                  <a:cubicBezTo>
                    <a:pt x="20" y="35"/>
                    <a:pt x="21" y="35"/>
                    <a:pt x="22" y="35"/>
                  </a:cubicBezTo>
                  <a:cubicBezTo>
                    <a:pt x="23" y="34"/>
                    <a:pt x="24" y="34"/>
                    <a:pt x="25" y="34"/>
                  </a:cubicBezTo>
                  <a:cubicBezTo>
                    <a:pt x="24" y="30"/>
                    <a:pt x="24" y="30"/>
                    <a:pt x="24" y="30"/>
                  </a:cubicBezTo>
                  <a:cubicBezTo>
                    <a:pt x="25" y="30"/>
                    <a:pt x="25" y="30"/>
                    <a:pt x="26" y="29"/>
                  </a:cubicBezTo>
                  <a:cubicBezTo>
                    <a:pt x="26" y="30"/>
                    <a:pt x="26" y="30"/>
                    <a:pt x="26" y="30"/>
                  </a:cubicBezTo>
                  <a:cubicBezTo>
                    <a:pt x="28" y="32"/>
                    <a:pt x="28" y="32"/>
                    <a:pt x="28" y="32"/>
                  </a:cubicBezTo>
                  <a:cubicBezTo>
                    <a:pt x="29" y="31"/>
                    <a:pt x="30" y="31"/>
                    <a:pt x="30" y="30"/>
                  </a:cubicBezTo>
                  <a:cubicBezTo>
                    <a:pt x="31" y="30"/>
                    <a:pt x="31" y="29"/>
                    <a:pt x="32" y="28"/>
                  </a:cubicBezTo>
                  <a:cubicBezTo>
                    <a:pt x="30" y="26"/>
                    <a:pt x="30" y="26"/>
                    <a:pt x="30" y="26"/>
                  </a:cubicBezTo>
                  <a:cubicBezTo>
                    <a:pt x="30" y="25"/>
                    <a:pt x="30" y="24"/>
                    <a:pt x="31" y="24"/>
                  </a:cubicBezTo>
                  <a:cubicBezTo>
                    <a:pt x="34" y="25"/>
                    <a:pt x="34" y="25"/>
                    <a:pt x="34" y="25"/>
                  </a:cubicBezTo>
                  <a:cubicBezTo>
                    <a:pt x="34" y="24"/>
                    <a:pt x="35" y="23"/>
                    <a:pt x="35" y="22"/>
                  </a:cubicBezTo>
                  <a:cubicBezTo>
                    <a:pt x="35" y="21"/>
                    <a:pt x="35" y="21"/>
                    <a:pt x="36" y="20"/>
                  </a:cubicBezTo>
                  <a:cubicBezTo>
                    <a:pt x="32" y="19"/>
                    <a:pt x="32" y="19"/>
                    <a:pt x="32" y="19"/>
                  </a:cubicBezTo>
                  <a:cubicBezTo>
                    <a:pt x="32" y="18"/>
                    <a:pt x="32" y="17"/>
                    <a:pt x="32" y="17"/>
                  </a:cubicBezTo>
                  <a:cubicBezTo>
                    <a:pt x="36" y="16"/>
                    <a:pt x="36" y="16"/>
                    <a:pt x="36" y="16"/>
                  </a:cubicBezTo>
                  <a:cubicBezTo>
                    <a:pt x="36" y="15"/>
                    <a:pt x="36" y="14"/>
                    <a:pt x="35" y="13"/>
                  </a:cubicBezTo>
                  <a:cubicBezTo>
                    <a:pt x="35" y="12"/>
                    <a:pt x="35" y="11"/>
                    <a:pt x="35" y="11"/>
                  </a:cubicBezTo>
                  <a:cubicBezTo>
                    <a:pt x="31" y="11"/>
                    <a:pt x="31" y="11"/>
                    <a:pt x="31" y="11"/>
                  </a:cubicBezTo>
                  <a:cubicBezTo>
                    <a:pt x="31" y="11"/>
                    <a:pt x="31" y="10"/>
                    <a:pt x="30" y="9"/>
                  </a:cubicBezTo>
                  <a:cubicBezTo>
                    <a:pt x="33" y="7"/>
                    <a:pt x="33" y="7"/>
                    <a:pt x="33" y="7"/>
                  </a:cubicBezTo>
                  <a:cubicBezTo>
                    <a:pt x="32" y="6"/>
                    <a:pt x="32" y="6"/>
                    <a:pt x="31" y="5"/>
                  </a:cubicBezTo>
                  <a:close/>
                  <a:moveTo>
                    <a:pt x="10" y="18"/>
                  </a:moveTo>
                  <a:cubicBezTo>
                    <a:pt x="10" y="18"/>
                    <a:pt x="9" y="18"/>
                    <a:pt x="9" y="18"/>
                  </a:cubicBezTo>
                  <a:cubicBezTo>
                    <a:pt x="7" y="18"/>
                    <a:pt x="6" y="16"/>
                    <a:pt x="7" y="14"/>
                  </a:cubicBezTo>
                  <a:cubicBezTo>
                    <a:pt x="7" y="12"/>
                    <a:pt x="8" y="11"/>
                    <a:pt x="10" y="11"/>
                  </a:cubicBezTo>
                  <a:cubicBezTo>
                    <a:pt x="10" y="11"/>
                    <a:pt x="11" y="11"/>
                    <a:pt x="11" y="11"/>
                  </a:cubicBezTo>
                  <a:cubicBezTo>
                    <a:pt x="13" y="12"/>
                    <a:pt x="14" y="14"/>
                    <a:pt x="13" y="16"/>
                  </a:cubicBezTo>
                  <a:cubicBezTo>
                    <a:pt x="13" y="17"/>
                    <a:pt x="11" y="18"/>
                    <a:pt x="10" y="18"/>
                  </a:cubicBezTo>
                  <a:close/>
                  <a:moveTo>
                    <a:pt x="19" y="26"/>
                  </a:moveTo>
                  <a:cubicBezTo>
                    <a:pt x="19" y="27"/>
                    <a:pt x="18" y="28"/>
                    <a:pt x="18" y="28"/>
                  </a:cubicBezTo>
                  <a:cubicBezTo>
                    <a:pt x="17" y="29"/>
                    <a:pt x="16" y="29"/>
                    <a:pt x="15" y="29"/>
                  </a:cubicBezTo>
                  <a:cubicBezTo>
                    <a:pt x="13" y="28"/>
                    <a:pt x="12" y="26"/>
                    <a:pt x="12" y="24"/>
                  </a:cubicBezTo>
                  <a:cubicBezTo>
                    <a:pt x="13" y="22"/>
                    <a:pt x="15" y="21"/>
                    <a:pt x="17" y="22"/>
                  </a:cubicBezTo>
                  <a:cubicBezTo>
                    <a:pt x="17" y="22"/>
                    <a:pt x="18" y="22"/>
                    <a:pt x="18" y="23"/>
                  </a:cubicBezTo>
                  <a:cubicBezTo>
                    <a:pt x="19" y="24"/>
                    <a:pt x="19" y="25"/>
                    <a:pt x="19" y="26"/>
                  </a:cubicBezTo>
                  <a:close/>
                  <a:moveTo>
                    <a:pt x="20" y="18"/>
                  </a:moveTo>
                  <a:cubicBezTo>
                    <a:pt x="20" y="19"/>
                    <a:pt x="19" y="20"/>
                    <a:pt x="18" y="20"/>
                  </a:cubicBezTo>
                  <a:cubicBezTo>
                    <a:pt x="18" y="20"/>
                    <a:pt x="18" y="20"/>
                    <a:pt x="17" y="19"/>
                  </a:cubicBezTo>
                  <a:cubicBezTo>
                    <a:pt x="16" y="19"/>
                    <a:pt x="15" y="18"/>
                    <a:pt x="16" y="17"/>
                  </a:cubicBezTo>
                  <a:cubicBezTo>
                    <a:pt x="16" y="16"/>
                    <a:pt x="17" y="15"/>
                    <a:pt x="18" y="15"/>
                  </a:cubicBezTo>
                  <a:cubicBezTo>
                    <a:pt x="18" y="15"/>
                    <a:pt x="18" y="15"/>
                    <a:pt x="19" y="15"/>
                  </a:cubicBezTo>
                  <a:cubicBezTo>
                    <a:pt x="20" y="15"/>
                    <a:pt x="21" y="17"/>
                    <a:pt x="20" y="18"/>
                  </a:cubicBezTo>
                  <a:close/>
                  <a:moveTo>
                    <a:pt x="19" y="12"/>
                  </a:moveTo>
                  <a:cubicBezTo>
                    <a:pt x="19" y="12"/>
                    <a:pt x="18" y="12"/>
                    <a:pt x="18" y="12"/>
                  </a:cubicBezTo>
                  <a:cubicBezTo>
                    <a:pt x="17" y="11"/>
                    <a:pt x="17" y="9"/>
                    <a:pt x="17" y="8"/>
                  </a:cubicBezTo>
                  <a:cubicBezTo>
                    <a:pt x="17" y="7"/>
                    <a:pt x="18" y="7"/>
                    <a:pt x="18" y="7"/>
                  </a:cubicBezTo>
                  <a:cubicBezTo>
                    <a:pt x="19" y="6"/>
                    <a:pt x="20" y="5"/>
                    <a:pt x="21" y="6"/>
                  </a:cubicBezTo>
                  <a:cubicBezTo>
                    <a:pt x="23" y="6"/>
                    <a:pt x="24" y="8"/>
                    <a:pt x="24" y="10"/>
                  </a:cubicBezTo>
                  <a:cubicBezTo>
                    <a:pt x="23" y="12"/>
                    <a:pt x="21" y="13"/>
                    <a:pt x="19" y="12"/>
                  </a:cubicBezTo>
                  <a:close/>
                  <a:moveTo>
                    <a:pt x="30" y="21"/>
                  </a:moveTo>
                  <a:cubicBezTo>
                    <a:pt x="29" y="22"/>
                    <a:pt x="28" y="23"/>
                    <a:pt x="26" y="23"/>
                  </a:cubicBezTo>
                  <a:cubicBezTo>
                    <a:pt x="26" y="23"/>
                    <a:pt x="25" y="23"/>
                    <a:pt x="25" y="23"/>
                  </a:cubicBezTo>
                  <a:cubicBezTo>
                    <a:pt x="23" y="22"/>
                    <a:pt x="22" y="21"/>
                    <a:pt x="23" y="19"/>
                  </a:cubicBezTo>
                  <a:cubicBezTo>
                    <a:pt x="23" y="17"/>
                    <a:pt x="25" y="16"/>
                    <a:pt x="26" y="16"/>
                  </a:cubicBezTo>
                  <a:cubicBezTo>
                    <a:pt x="26" y="16"/>
                    <a:pt x="27" y="16"/>
                    <a:pt x="27" y="16"/>
                  </a:cubicBezTo>
                  <a:cubicBezTo>
                    <a:pt x="29" y="17"/>
                    <a:pt x="30" y="19"/>
                    <a:pt x="30" y="21"/>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4" name="Google Shape;494;p44"/>
            <p:cNvSpPr/>
            <p:nvPr/>
          </p:nvSpPr>
          <p:spPr>
            <a:xfrm>
              <a:off x="4816475" y="2520950"/>
              <a:ext cx="136525" cy="134938"/>
            </a:xfrm>
            <a:custGeom>
              <a:avLst/>
              <a:gdLst/>
              <a:ahLst/>
              <a:cxnLst/>
              <a:rect l="l" t="t" r="r" b="b"/>
              <a:pathLst>
                <a:path w="36" h="36" extrusionOk="0">
                  <a:moveTo>
                    <a:pt x="36" y="17"/>
                  </a:moveTo>
                  <a:cubicBezTo>
                    <a:pt x="36" y="16"/>
                    <a:pt x="36" y="15"/>
                    <a:pt x="35" y="14"/>
                  </a:cubicBezTo>
                  <a:cubicBezTo>
                    <a:pt x="35" y="13"/>
                    <a:pt x="35" y="12"/>
                    <a:pt x="35" y="11"/>
                  </a:cubicBezTo>
                  <a:cubicBezTo>
                    <a:pt x="31" y="12"/>
                    <a:pt x="31" y="12"/>
                    <a:pt x="31" y="12"/>
                  </a:cubicBezTo>
                  <a:cubicBezTo>
                    <a:pt x="31" y="12"/>
                    <a:pt x="31" y="11"/>
                    <a:pt x="30" y="10"/>
                  </a:cubicBezTo>
                  <a:cubicBezTo>
                    <a:pt x="33" y="8"/>
                    <a:pt x="33" y="8"/>
                    <a:pt x="33" y="8"/>
                  </a:cubicBezTo>
                  <a:cubicBezTo>
                    <a:pt x="32" y="7"/>
                    <a:pt x="32" y="7"/>
                    <a:pt x="31" y="6"/>
                  </a:cubicBezTo>
                  <a:cubicBezTo>
                    <a:pt x="30" y="5"/>
                    <a:pt x="30" y="5"/>
                    <a:pt x="29" y="4"/>
                  </a:cubicBezTo>
                  <a:cubicBezTo>
                    <a:pt x="27" y="6"/>
                    <a:pt x="27" y="6"/>
                    <a:pt x="27" y="6"/>
                  </a:cubicBezTo>
                  <a:cubicBezTo>
                    <a:pt x="26" y="6"/>
                    <a:pt x="26" y="6"/>
                    <a:pt x="26" y="6"/>
                  </a:cubicBezTo>
                  <a:cubicBezTo>
                    <a:pt x="26" y="6"/>
                    <a:pt x="25" y="6"/>
                    <a:pt x="25" y="5"/>
                  </a:cubicBezTo>
                  <a:cubicBezTo>
                    <a:pt x="26" y="2"/>
                    <a:pt x="26" y="2"/>
                    <a:pt x="26" y="2"/>
                  </a:cubicBezTo>
                  <a:cubicBezTo>
                    <a:pt x="25" y="2"/>
                    <a:pt x="24" y="1"/>
                    <a:pt x="23" y="1"/>
                  </a:cubicBezTo>
                  <a:cubicBezTo>
                    <a:pt x="22" y="1"/>
                    <a:pt x="22" y="1"/>
                    <a:pt x="21" y="1"/>
                  </a:cubicBezTo>
                  <a:cubicBezTo>
                    <a:pt x="20" y="4"/>
                    <a:pt x="20" y="4"/>
                    <a:pt x="20" y="4"/>
                  </a:cubicBezTo>
                  <a:cubicBezTo>
                    <a:pt x="19" y="4"/>
                    <a:pt x="19" y="4"/>
                    <a:pt x="18" y="4"/>
                  </a:cubicBezTo>
                  <a:cubicBezTo>
                    <a:pt x="18" y="4"/>
                    <a:pt x="18" y="4"/>
                    <a:pt x="17" y="4"/>
                  </a:cubicBezTo>
                  <a:cubicBezTo>
                    <a:pt x="17" y="0"/>
                    <a:pt x="17" y="0"/>
                    <a:pt x="17" y="0"/>
                  </a:cubicBezTo>
                  <a:cubicBezTo>
                    <a:pt x="16" y="0"/>
                    <a:pt x="15" y="1"/>
                    <a:pt x="14" y="1"/>
                  </a:cubicBezTo>
                  <a:cubicBezTo>
                    <a:pt x="13" y="1"/>
                    <a:pt x="12" y="1"/>
                    <a:pt x="12" y="2"/>
                  </a:cubicBezTo>
                  <a:cubicBezTo>
                    <a:pt x="12" y="5"/>
                    <a:pt x="12" y="5"/>
                    <a:pt x="12" y="5"/>
                  </a:cubicBezTo>
                  <a:cubicBezTo>
                    <a:pt x="12" y="5"/>
                    <a:pt x="11" y="6"/>
                    <a:pt x="10" y="6"/>
                  </a:cubicBezTo>
                  <a:cubicBezTo>
                    <a:pt x="10" y="6"/>
                    <a:pt x="10" y="6"/>
                    <a:pt x="10" y="6"/>
                  </a:cubicBezTo>
                  <a:cubicBezTo>
                    <a:pt x="8" y="4"/>
                    <a:pt x="8" y="4"/>
                    <a:pt x="8" y="4"/>
                  </a:cubicBezTo>
                  <a:cubicBezTo>
                    <a:pt x="7" y="4"/>
                    <a:pt x="7" y="5"/>
                    <a:pt x="6" y="5"/>
                  </a:cubicBezTo>
                  <a:cubicBezTo>
                    <a:pt x="5" y="6"/>
                    <a:pt x="5" y="6"/>
                    <a:pt x="4" y="7"/>
                  </a:cubicBezTo>
                  <a:cubicBezTo>
                    <a:pt x="7" y="10"/>
                    <a:pt x="7" y="10"/>
                    <a:pt x="7" y="10"/>
                  </a:cubicBezTo>
                  <a:cubicBezTo>
                    <a:pt x="6" y="10"/>
                    <a:pt x="6" y="11"/>
                    <a:pt x="5" y="12"/>
                  </a:cubicBezTo>
                  <a:cubicBezTo>
                    <a:pt x="2" y="11"/>
                    <a:pt x="2" y="11"/>
                    <a:pt x="2" y="11"/>
                  </a:cubicBezTo>
                  <a:cubicBezTo>
                    <a:pt x="2" y="11"/>
                    <a:pt x="1" y="12"/>
                    <a:pt x="1" y="13"/>
                  </a:cubicBezTo>
                  <a:cubicBezTo>
                    <a:pt x="1" y="14"/>
                    <a:pt x="1" y="15"/>
                    <a:pt x="1" y="16"/>
                  </a:cubicBezTo>
                  <a:cubicBezTo>
                    <a:pt x="4" y="17"/>
                    <a:pt x="4" y="17"/>
                    <a:pt x="4" y="17"/>
                  </a:cubicBezTo>
                  <a:cubicBezTo>
                    <a:pt x="4" y="17"/>
                    <a:pt x="4" y="18"/>
                    <a:pt x="4" y="19"/>
                  </a:cubicBezTo>
                  <a:cubicBezTo>
                    <a:pt x="0" y="20"/>
                    <a:pt x="0" y="20"/>
                    <a:pt x="0" y="20"/>
                  </a:cubicBezTo>
                  <a:cubicBezTo>
                    <a:pt x="1" y="20"/>
                    <a:pt x="1" y="21"/>
                    <a:pt x="1" y="22"/>
                  </a:cubicBezTo>
                  <a:cubicBezTo>
                    <a:pt x="1" y="23"/>
                    <a:pt x="1" y="24"/>
                    <a:pt x="2" y="25"/>
                  </a:cubicBezTo>
                  <a:cubicBezTo>
                    <a:pt x="5" y="24"/>
                    <a:pt x="5" y="24"/>
                    <a:pt x="5" y="24"/>
                  </a:cubicBezTo>
                  <a:cubicBezTo>
                    <a:pt x="5" y="25"/>
                    <a:pt x="6" y="25"/>
                    <a:pt x="6" y="26"/>
                  </a:cubicBezTo>
                  <a:cubicBezTo>
                    <a:pt x="4" y="28"/>
                    <a:pt x="4" y="28"/>
                    <a:pt x="4" y="28"/>
                  </a:cubicBezTo>
                  <a:cubicBezTo>
                    <a:pt x="4" y="29"/>
                    <a:pt x="5" y="30"/>
                    <a:pt x="5" y="30"/>
                  </a:cubicBezTo>
                  <a:cubicBezTo>
                    <a:pt x="6" y="31"/>
                    <a:pt x="7" y="32"/>
                    <a:pt x="7" y="32"/>
                  </a:cubicBezTo>
                  <a:cubicBezTo>
                    <a:pt x="10" y="30"/>
                    <a:pt x="10" y="30"/>
                    <a:pt x="10" y="30"/>
                  </a:cubicBezTo>
                  <a:cubicBezTo>
                    <a:pt x="10" y="30"/>
                    <a:pt x="10" y="30"/>
                    <a:pt x="10" y="30"/>
                  </a:cubicBezTo>
                  <a:cubicBezTo>
                    <a:pt x="11" y="30"/>
                    <a:pt x="11" y="31"/>
                    <a:pt x="12" y="31"/>
                  </a:cubicBezTo>
                  <a:cubicBezTo>
                    <a:pt x="11" y="34"/>
                    <a:pt x="11" y="34"/>
                    <a:pt x="11" y="34"/>
                  </a:cubicBezTo>
                  <a:cubicBezTo>
                    <a:pt x="11" y="35"/>
                    <a:pt x="12" y="35"/>
                    <a:pt x="13" y="35"/>
                  </a:cubicBezTo>
                  <a:cubicBezTo>
                    <a:pt x="14" y="35"/>
                    <a:pt x="15" y="36"/>
                    <a:pt x="16" y="36"/>
                  </a:cubicBezTo>
                  <a:cubicBezTo>
                    <a:pt x="17" y="32"/>
                    <a:pt x="17" y="32"/>
                    <a:pt x="17" y="32"/>
                  </a:cubicBezTo>
                  <a:cubicBezTo>
                    <a:pt x="17" y="32"/>
                    <a:pt x="18" y="32"/>
                    <a:pt x="18" y="32"/>
                  </a:cubicBezTo>
                  <a:cubicBezTo>
                    <a:pt x="18" y="32"/>
                    <a:pt x="19" y="32"/>
                    <a:pt x="19" y="32"/>
                  </a:cubicBezTo>
                  <a:cubicBezTo>
                    <a:pt x="20" y="36"/>
                    <a:pt x="20" y="36"/>
                    <a:pt x="20" y="36"/>
                  </a:cubicBezTo>
                  <a:cubicBezTo>
                    <a:pt x="21" y="36"/>
                    <a:pt x="21" y="36"/>
                    <a:pt x="22" y="35"/>
                  </a:cubicBezTo>
                  <a:cubicBezTo>
                    <a:pt x="23" y="35"/>
                    <a:pt x="24" y="35"/>
                    <a:pt x="25" y="35"/>
                  </a:cubicBezTo>
                  <a:cubicBezTo>
                    <a:pt x="24" y="31"/>
                    <a:pt x="24" y="31"/>
                    <a:pt x="24" y="31"/>
                  </a:cubicBezTo>
                  <a:cubicBezTo>
                    <a:pt x="25" y="31"/>
                    <a:pt x="25" y="31"/>
                    <a:pt x="26" y="30"/>
                  </a:cubicBezTo>
                  <a:cubicBezTo>
                    <a:pt x="26" y="31"/>
                    <a:pt x="26" y="31"/>
                    <a:pt x="26" y="31"/>
                  </a:cubicBezTo>
                  <a:cubicBezTo>
                    <a:pt x="28" y="33"/>
                    <a:pt x="28" y="33"/>
                    <a:pt x="28" y="33"/>
                  </a:cubicBezTo>
                  <a:cubicBezTo>
                    <a:pt x="29" y="32"/>
                    <a:pt x="30" y="32"/>
                    <a:pt x="30" y="31"/>
                  </a:cubicBezTo>
                  <a:cubicBezTo>
                    <a:pt x="31" y="30"/>
                    <a:pt x="32" y="30"/>
                    <a:pt x="32" y="29"/>
                  </a:cubicBezTo>
                  <a:cubicBezTo>
                    <a:pt x="30" y="27"/>
                    <a:pt x="30" y="27"/>
                    <a:pt x="30" y="27"/>
                  </a:cubicBezTo>
                  <a:cubicBezTo>
                    <a:pt x="30" y="26"/>
                    <a:pt x="31" y="25"/>
                    <a:pt x="31" y="25"/>
                  </a:cubicBezTo>
                  <a:cubicBezTo>
                    <a:pt x="34" y="26"/>
                    <a:pt x="34" y="26"/>
                    <a:pt x="34" y="26"/>
                  </a:cubicBezTo>
                  <a:cubicBezTo>
                    <a:pt x="35" y="25"/>
                    <a:pt x="35" y="24"/>
                    <a:pt x="35" y="23"/>
                  </a:cubicBezTo>
                  <a:cubicBezTo>
                    <a:pt x="35" y="22"/>
                    <a:pt x="36" y="21"/>
                    <a:pt x="36" y="21"/>
                  </a:cubicBezTo>
                  <a:cubicBezTo>
                    <a:pt x="32" y="20"/>
                    <a:pt x="32" y="20"/>
                    <a:pt x="32" y="20"/>
                  </a:cubicBezTo>
                  <a:cubicBezTo>
                    <a:pt x="33" y="19"/>
                    <a:pt x="33" y="18"/>
                    <a:pt x="33" y="17"/>
                  </a:cubicBezTo>
                  <a:lnTo>
                    <a:pt x="36" y="17"/>
                  </a:lnTo>
                  <a:close/>
                  <a:moveTo>
                    <a:pt x="10" y="19"/>
                  </a:moveTo>
                  <a:cubicBezTo>
                    <a:pt x="10" y="19"/>
                    <a:pt x="9" y="19"/>
                    <a:pt x="9" y="19"/>
                  </a:cubicBezTo>
                  <a:cubicBezTo>
                    <a:pt x="7" y="19"/>
                    <a:pt x="6" y="17"/>
                    <a:pt x="7" y="15"/>
                  </a:cubicBezTo>
                  <a:cubicBezTo>
                    <a:pt x="7" y="13"/>
                    <a:pt x="9" y="12"/>
                    <a:pt x="10" y="12"/>
                  </a:cubicBezTo>
                  <a:cubicBezTo>
                    <a:pt x="10" y="12"/>
                    <a:pt x="11" y="12"/>
                    <a:pt x="11" y="12"/>
                  </a:cubicBezTo>
                  <a:cubicBezTo>
                    <a:pt x="13" y="13"/>
                    <a:pt x="14" y="15"/>
                    <a:pt x="13" y="17"/>
                  </a:cubicBezTo>
                  <a:cubicBezTo>
                    <a:pt x="13" y="18"/>
                    <a:pt x="12" y="19"/>
                    <a:pt x="10" y="19"/>
                  </a:cubicBezTo>
                  <a:close/>
                  <a:moveTo>
                    <a:pt x="19" y="27"/>
                  </a:moveTo>
                  <a:cubicBezTo>
                    <a:pt x="19" y="28"/>
                    <a:pt x="19" y="28"/>
                    <a:pt x="18" y="29"/>
                  </a:cubicBezTo>
                  <a:cubicBezTo>
                    <a:pt x="17" y="30"/>
                    <a:pt x="16" y="30"/>
                    <a:pt x="15" y="30"/>
                  </a:cubicBezTo>
                  <a:cubicBezTo>
                    <a:pt x="13" y="29"/>
                    <a:pt x="12" y="27"/>
                    <a:pt x="12" y="25"/>
                  </a:cubicBezTo>
                  <a:cubicBezTo>
                    <a:pt x="13" y="23"/>
                    <a:pt x="15" y="22"/>
                    <a:pt x="17" y="23"/>
                  </a:cubicBezTo>
                  <a:cubicBezTo>
                    <a:pt x="17" y="23"/>
                    <a:pt x="18" y="23"/>
                    <a:pt x="18" y="24"/>
                  </a:cubicBezTo>
                  <a:cubicBezTo>
                    <a:pt x="19" y="25"/>
                    <a:pt x="20" y="26"/>
                    <a:pt x="19" y="27"/>
                  </a:cubicBezTo>
                  <a:close/>
                  <a:moveTo>
                    <a:pt x="20" y="19"/>
                  </a:moveTo>
                  <a:cubicBezTo>
                    <a:pt x="20" y="20"/>
                    <a:pt x="19" y="20"/>
                    <a:pt x="18" y="20"/>
                  </a:cubicBezTo>
                  <a:cubicBezTo>
                    <a:pt x="18" y="20"/>
                    <a:pt x="18" y="20"/>
                    <a:pt x="18" y="20"/>
                  </a:cubicBezTo>
                  <a:cubicBezTo>
                    <a:pt x="16" y="20"/>
                    <a:pt x="16" y="19"/>
                    <a:pt x="16" y="17"/>
                  </a:cubicBezTo>
                  <a:cubicBezTo>
                    <a:pt x="16" y="16"/>
                    <a:pt x="17" y="16"/>
                    <a:pt x="18" y="16"/>
                  </a:cubicBezTo>
                  <a:cubicBezTo>
                    <a:pt x="18" y="16"/>
                    <a:pt x="19" y="16"/>
                    <a:pt x="19" y="16"/>
                  </a:cubicBezTo>
                  <a:cubicBezTo>
                    <a:pt x="20" y="16"/>
                    <a:pt x="21" y="18"/>
                    <a:pt x="20" y="19"/>
                  </a:cubicBezTo>
                  <a:close/>
                  <a:moveTo>
                    <a:pt x="20" y="13"/>
                  </a:moveTo>
                  <a:cubicBezTo>
                    <a:pt x="19" y="13"/>
                    <a:pt x="19" y="13"/>
                    <a:pt x="18" y="13"/>
                  </a:cubicBezTo>
                  <a:cubicBezTo>
                    <a:pt x="17" y="12"/>
                    <a:pt x="17" y="10"/>
                    <a:pt x="17" y="9"/>
                  </a:cubicBezTo>
                  <a:cubicBezTo>
                    <a:pt x="17" y="8"/>
                    <a:pt x="18" y="8"/>
                    <a:pt x="18" y="7"/>
                  </a:cubicBezTo>
                  <a:cubicBezTo>
                    <a:pt x="19" y="7"/>
                    <a:pt x="20" y="6"/>
                    <a:pt x="22" y="7"/>
                  </a:cubicBezTo>
                  <a:cubicBezTo>
                    <a:pt x="23" y="7"/>
                    <a:pt x="25" y="9"/>
                    <a:pt x="24" y="11"/>
                  </a:cubicBezTo>
                  <a:cubicBezTo>
                    <a:pt x="23" y="13"/>
                    <a:pt x="21" y="14"/>
                    <a:pt x="20" y="13"/>
                  </a:cubicBezTo>
                  <a:close/>
                  <a:moveTo>
                    <a:pt x="30" y="22"/>
                  </a:moveTo>
                  <a:cubicBezTo>
                    <a:pt x="29" y="23"/>
                    <a:pt x="28" y="24"/>
                    <a:pt x="26" y="24"/>
                  </a:cubicBezTo>
                  <a:cubicBezTo>
                    <a:pt x="26" y="24"/>
                    <a:pt x="26" y="24"/>
                    <a:pt x="25" y="24"/>
                  </a:cubicBezTo>
                  <a:cubicBezTo>
                    <a:pt x="23" y="23"/>
                    <a:pt x="22" y="21"/>
                    <a:pt x="23" y="20"/>
                  </a:cubicBezTo>
                  <a:cubicBezTo>
                    <a:pt x="23" y="18"/>
                    <a:pt x="25" y="17"/>
                    <a:pt x="26" y="17"/>
                  </a:cubicBezTo>
                  <a:cubicBezTo>
                    <a:pt x="27" y="17"/>
                    <a:pt x="27" y="17"/>
                    <a:pt x="27" y="17"/>
                  </a:cubicBezTo>
                  <a:cubicBezTo>
                    <a:pt x="29" y="18"/>
                    <a:pt x="30" y="20"/>
                    <a:pt x="30" y="2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5" name="Google Shape;495;p44"/>
            <p:cNvSpPr/>
            <p:nvPr/>
          </p:nvSpPr>
          <p:spPr>
            <a:xfrm>
              <a:off x="4794250" y="3086100"/>
              <a:ext cx="142875" cy="142875"/>
            </a:xfrm>
            <a:custGeom>
              <a:avLst/>
              <a:gdLst/>
              <a:ahLst/>
              <a:cxnLst/>
              <a:rect l="l" t="t" r="r" b="b"/>
              <a:pathLst>
                <a:path w="38" h="38" extrusionOk="0">
                  <a:moveTo>
                    <a:pt x="37" y="14"/>
                  </a:moveTo>
                  <a:cubicBezTo>
                    <a:pt x="35" y="14"/>
                    <a:pt x="35" y="14"/>
                    <a:pt x="35" y="14"/>
                  </a:cubicBezTo>
                  <a:cubicBezTo>
                    <a:pt x="35" y="13"/>
                    <a:pt x="35" y="13"/>
                    <a:pt x="34" y="12"/>
                  </a:cubicBezTo>
                  <a:cubicBezTo>
                    <a:pt x="36" y="11"/>
                    <a:pt x="36" y="11"/>
                    <a:pt x="36" y="11"/>
                  </a:cubicBezTo>
                  <a:cubicBezTo>
                    <a:pt x="36" y="10"/>
                    <a:pt x="35" y="9"/>
                    <a:pt x="34" y="8"/>
                  </a:cubicBezTo>
                  <a:cubicBezTo>
                    <a:pt x="32" y="9"/>
                    <a:pt x="32" y="9"/>
                    <a:pt x="32" y="9"/>
                  </a:cubicBezTo>
                  <a:cubicBezTo>
                    <a:pt x="32" y="8"/>
                    <a:pt x="32" y="8"/>
                    <a:pt x="31" y="8"/>
                  </a:cubicBezTo>
                  <a:cubicBezTo>
                    <a:pt x="33" y="6"/>
                    <a:pt x="33" y="6"/>
                    <a:pt x="33" y="6"/>
                  </a:cubicBezTo>
                  <a:cubicBezTo>
                    <a:pt x="32" y="5"/>
                    <a:pt x="31" y="4"/>
                    <a:pt x="30" y="3"/>
                  </a:cubicBezTo>
                  <a:cubicBezTo>
                    <a:pt x="29" y="4"/>
                    <a:pt x="29" y="4"/>
                    <a:pt x="29" y="4"/>
                  </a:cubicBezTo>
                  <a:cubicBezTo>
                    <a:pt x="28" y="5"/>
                    <a:pt x="28" y="5"/>
                    <a:pt x="28" y="5"/>
                  </a:cubicBezTo>
                  <a:cubicBezTo>
                    <a:pt x="28" y="5"/>
                    <a:pt x="27" y="4"/>
                    <a:pt x="27" y="4"/>
                  </a:cubicBezTo>
                  <a:cubicBezTo>
                    <a:pt x="27" y="2"/>
                    <a:pt x="27" y="2"/>
                    <a:pt x="27" y="2"/>
                  </a:cubicBezTo>
                  <a:cubicBezTo>
                    <a:pt x="27" y="2"/>
                    <a:pt x="26" y="1"/>
                    <a:pt x="25" y="1"/>
                  </a:cubicBezTo>
                  <a:cubicBezTo>
                    <a:pt x="24" y="1"/>
                    <a:pt x="24" y="1"/>
                    <a:pt x="24" y="1"/>
                  </a:cubicBezTo>
                  <a:cubicBezTo>
                    <a:pt x="23" y="3"/>
                    <a:pt x="23" y="3"/>
                    <a:pt x="23" y="3"/>
                  </a:cubicBezTo>
                  <a:cubicBezTo>
                    <a:pt x="23" y="3"/>
                    <a:pt x="23" y="3"/>
                    <a:pt x="23" y="3"/>
                  </a:cubicBezTo>
                  <a:cubicBezTo>
                    <a:pt x="22" y="3"/>
                    <a:pt x="22" y="2"/>
                    <a:pt x="21" y="2"/>
                  </a:cubicBezTo>
                  <a:cubicBezTo>
                    <a:pt x="21" y="0"/>
                    <a:pt x="21" y="0"/>
                    <a:pt x="21" y="0"/>
                  </a:cubicBezTo>
                  <a:cubicBezTo>
                    <a:pt x="20" y="0"/>
                    <a:pt x="20" y="0"/>
                    <a:pt x="19" y="0"/>
                  </a:cubicBezTo>
                  <a:cubicBezTo>
                    <a:pt x="18" y="0"/>
                    <a:pt x="18" y="0"/>
                    <a:pt x="17" y="0"/>
                  </a:cubicBezTo>
                  <a:cubicBezTo>
                    <a:pt x="17" y="2"/>
                    <a:pt x="17" y="2"/>
                    <a:pt x="17" y="2"/>
                  </a:cubicBezTo>
                  <a:cubicBezTo>
                    <a:pt x="16" y="2"/>
                    <a:pt x="16" y="3"/>
                    <a:pt x="15" y="3"/>
                  </a:cubicBezTo>
                  <a:cubicBezTo>
                    <a:pt x="15" y="3"/>
                    <a:pt x="15" y="3"/>
                    <a:pt x="15" y="3"/>
                  </a:cubicBezTo>
                  <a:cubicBezTo>
                    <a:pt x="15" y="1"/>
                    <a:pt x="15" y="1"/>
                    <a:pt x="15" y="1"/>
                  </a:cubicBezTo>
                  <a:cubicBezTo>
                    <a:pt x="14" y="1"/>
                    <a:pt x="14" y="1"/>
                    <a:pt x="14" y="1"/>
                  </a:cubicBezTo>
                  <a:cubicBezTo>
                    <a:pt x="13" y="1"/>
                    <a:pt x="12" y="2"/>
                    <a:pt x="11" y="2"/>
                  </a:cubicBezTo>
                  <a:cubicBezTo>
                    <a:pt x="12" y="4"/>
                    <a:pt x="12" y="4"/>
                    <a:pt x="12" y="4"/>
                  </a:cubicBezTo>
                  <a:cubicBezTo>
                    <a:pt x="11" y="4"/>
                    <a:pt x="11" y="5"/>
                    <a:pt x="10" y="5"/>
                  </a:cubicBezTo>
                  <a:cubicBezTo>
                    <a:pt x="10" y="4"/>
                    <a:pt x="10" y="4"/>
                    <a:pt x="10" y="4"/>
                  </a:cubicBezTo>
                  <a:cubicBezTo>
                    <a:pt x="9" y="3"/>
                    <a:pt x="9" y="3"/>
                    <a:pt x="9" y="3"/>
                  </a:cubicBezTo>
                  <a:cubicBezTo>
                    <a:pt x="8" y="4"/>
                    <a:pt x="6" y="5"/>
                    <a:pt x="5" y="6"/>
                  </a:cubicBezTo>
                  <a:cubicBezTo>
                    <a:pt x="7" y="8"/>
                    <a:pt x="7" y="8"/>
                    <a:pt x="7" y="8"/>
                  </a:cubicBezTo>
                  <a:cubicBezTo>
                    <a:pt x="7" y="8"/>
                    <a:pt x="6" y="8"/>
                    <a:pt x="6" y="9"/>
                  </a:cubicBezTo>
                  <a:cubicBezTo>
                    <a:pt x="4" y="8"/>
                    <a:pt x="4" y="8"/>
                    <a:pt x="4" y="8"/>
                  </a:cubicBezTo>
                  <a:cubicBezTo>
                    <a:pt x="3" y="9"/>
                    <a:pt x="2" y="10"/>
                    <a:pt x="2" y="11"/>
                  </a:cubicBezTo>
                  <a:cubicBezTo>
                    <a:pt x="4" y="12"/>
                    <a:pt x="4" y="12"/>
                    <a:pt x="4" y="12"/>
                  </a:cubicBezTo>
                  <a:cubicBezTo>
                    <a:pt x="4" y="13"/>
                    <a:pt x="3" y="13"/>
                    <a:pt x="3" y="14"/>
                  </a:cubicBezTo>
                  <a:cubicBezTo>
                    <a:pt x="1" y="14"/>
                    <a:pt x="1" y="14"/>
                    <a:pt x="1" y="14"/>
                  </a:cubicBezTo>
                  <a:cubicBezTo>
                    <a:pt x="1" y="15"/>
                    <a:pt x="0" y="16"/>
                    <a:pt x="0" y="18"/>
                  </a:cubicBezTo>
                  <a:cubicBezTo>
                    <a:pt x="2" y="18"/>
                    <a:pt x="2" y="18"/>
                    <a:pt x="2" y="18"/>
                  </a:cubicBezTo>
                  <a:cubicBezTo>
                    <a:pt x="2" y="18"/>
                    <a:pt x="2" y="19"/>
                    <a:pt x="2" y="19"/>
                  </a:cubicBezTo>
                  <a:cubicBezTo>
                    <a:pt x="2" y="19"/>
                    <a:pt x="2" y="19"/>
                    <a:pt x="2" y="20"/>
                  </a:cubicBezTo>
                  <a:cubicBezTo>
                    <a:pt x="0" y="20"/>
                    <a:pt x="0" y="20"/>
                    <a:pt x="0" y="20"/>
                  </a:cubicBezTo>
                  <a:cubicBezTo>
                    <a:pt x="0" y="21"/>
                    <a:pt x="1" y="23"/>
                    <a:pt x="1" y="24"/>
                  </a:cubicBezTo>
                  <a:cubicBezTo>
                    <a:pt x="3" y="24"/>
                    <a:pt x="3" y="24"/>
                    <a:pt x="3" y="24"/>
                  </a:cubicBezTo>
                  <a:cubicBezTo>
                    <a:pt x="3" y="24"/>
                    <a:pt x="4" y="25"/>
                    <a:pt x="4" y="25"/>
                  </a:cubicBezTo>
                  <a:cubicBezTo>
                    <a:pt x="2" y="26"/>
                    <a:pt x="2" y="26"/>
                    <a:pt x="2" y="26"/>
                  </a:cubicBezTo>
                  <a:cubicBezTo>
                    <a:pt x="2" y="28"/>
                    <a:pt x="3" y="29"/>
                    <a:pt x="4" y="30"/>
                  </a:cubicBezTo>
                  <a:cubicBezTo>
                    <a:pt x="6" y="29"/>
                    <a:pt x="6" y="29"/>
                    <a:pt x="6" y="29"/>
                  </a:cubicBezTo>
                  <a:cubicBezTo>
                    <a:pt x="6" y="29"/>
                    <a:pt x="7" y="30"/>
                    <a:pt x="7" y="30"/>
                  </a:cubicBezTo>
                  <a:cubicBezTo>
                    <a:pt x="5" y="32"/>
                    <a:pt x="5" y="32"/>
                    <a:pt x="5" y="32"/>
                  </a:cubicBezTo>
                  <a:cubicBezTo>
                    <a:pt x="6" y="33"/>
                    <a:pt x="8" y="34"/>
                    <a:pt x="9" y="35"/>
                  </a:cubicBezTo>
                  <a:cubicBezTo>
                    <a:pt x="10" y="33"/>
                    <a:pt x="10" y="33"/>
                    <a:pt x="10" y="33"/>
                  </a:cubicBezTo>
                  <a:cubicBezTo>
                    <a:pt x="10" y="33"/>
                    <a:pt x="10" y="33"/>
                    <a:pt x="10" y="33"/>
                  </a:cubicBezTo>
                  <a:cubicBezTo>
                    <a:pt x="11" y="33"/>
                    <a:pt x="11" y="33"/>
                    <a:pt x="12" y="34"/>
                  </a:cubicBezTo>
                  <a:cubicBezTo>
                    <a:pt x="11" y="36"/>
                    <a:pt x="11" y="36"/>
                    <a:pt x="11" y="36"/>
                  </a:cubicBezTo>
                  <a:cubicBezTo>
                    <a:pt x="12" y="36"/>
                    <a:pt x="13" y="37"/>
                    <a:pt x="14" y="37"/>
                  </a:cubicBezTo>
                  <a:cubicBezTo>
                    <a:pt x="14" y="37"/>
                    <a:pt x="14" y="37"/>
                    <a:pt x="15" y="37"/>
                  </a:cubicBezTo>
                  <a:cubicBezTo>
                    <a:pt x="15" y="35"/>
                    <a:pt x="15" y="35"/>
                    <a:pt x="15" y="35"/>
                  </a:cubicBezTo>
                  <a:cubicBezTo>
                    <a:pt x="15" y="35"/>
                    <a:pt x="15" y="35"/>
                    <a:pt x="15" y="35"/>
                  </a:cubicBezTo>
                  <a:cubicBezTo>
                    <a:pt x="16" y="35"/>
                    <a:pt x="16" y="35"/>
                    <a:pt x="17" y="35"/>
                  </a:cubicBezTo>
                  <a:cubicBezTo>
                    <a:pt x="17" y="38"/>
                    <a:pt x="17" y="38"/>
                    <a:pt x="17" y="38"/>
                  </a:cubicBezTo>
                  <a:cubicBezTo>
                    <a:pt x="18" y="38"/>
                    <a:pt x="18" y="38"/>
                    <a:pt x="19" y="38"/>
                  </a:cubicBezTo>
                  <a:cubicBezTo>
                    <a:pt x="20" y="38"/>
                    <a:pt x="20" y="38"/>
                    <a:pt x="21" y="38"/>
                  </a:cubicBezTo>
                  <a:cubicBezTo>
                    <a:pt x="21" y="35"/>
                    <a:pt x="21" y="35"/>
                    <a:pt x="21" y="35"/>
                  </a:cubicBezTo>
                  <a:cubicBezTo>
                    <a:pt x="22" y="35"/>
                    <a:pt x="22" y="35"/>
                    <a:pt x="23" y="35"/>
                  </a:cubicBezTo>
                  <a:cubicBezTo>
                    <a:pt x="23" y="35"/>
                    <a:pt x="23" y="35"/>
                    <a:pt x="23" y="35"/>
                  </a:cubicBezTo>
                  <a:cubicBezTo>
                    <a:pt x="24" y="37"/>
                    <a:pt x="24" y="37"/>
                    <a:pt x="24" y="37"/>
                  </a:cubicBezTo>
                  <a:cubicBezTo>
                    <a:pt x="24" y="37"/>
                    <a:pt x="24" y="37"/>
                    <a:pt x="25" y="37"/>
                  </a:cubicBezTo>
                  <a:cubicBezTo>
                    <a:pt x="26" y="37"/>
                    <a:pt x="27" y="36"/>
                    <a:pt x="27" y="36"/>
                  </a:cubicBezTo>
                  <a:cubicBezTo>
                    <a:pt x="27" y="34"/>
                    <a:pt x="27" y="34"/>
                    <a:pt x="27" y="34"/>
                  </a:cubicBezTo>
                  <a:cubicBezTo>
                    <a:pt x="27" y="33"/>
                    <a:pt x="28" y="33"/>
                    <a:pt x="28" y="33"/>
                  </a:cubicBezTo>
                  <a:cubicBezTo>
                    <a:pt x="29" y="33"/>
                    <a:pt x="29" y="33"/>
                    <a:pt x="29" y="33"/>
                  </a:cubicBezTo>
                  <a:cubicBezTo>
                    <a:pt x="30" y="35"/>
                    <a:pt x="30" y="35"/>
                    <a:pt x="30" y="35"/>
                  </a:cubicBezTo>
                  <a:cubicBezTo>
                    <a:pt x="31" y="34"/>
                    <a:pt x="32" y="33"/>
                    <a:pt x="33" y="32"/>
                  </a:cubicBezTo>
                  <a:cubicBezTo>
                    <a:pt x="31" y="30"/>
                    <a:pt x="31" y="30"/>
                    <a:pt x="31" y="30"/>
                  </a:cubicBezTo>
                  <a:cubicBezTo>
                    <a:pt x="32" y="30"/>
                    <a:pt x="32" y="29"/>
                    <a:pt x="32" y="29"/>
                  </a:cubicBezTo>
                  <a:cubicBezTo>
                    <a:pt x="34" y="30"/>
                    <a:pt x="34" y="30"/>
                    <a:pt x="34" y="30"/>
                  </a:cubicBezTo>
                  <a:cubicBezTo>
                    <a:pt x="35" y="29"/>
                    <a:pt x="36" y="28"/>
                    <a:pt x="36" y="26"/>
                  </a:cubicBezTo>
                  <a:cubicBezTo>
                    <a:pt x="34" y="25"/>
                    <a:pt x="34" y="25"/>
                    <a:pt x="34" y="25"/>
                  </a:cubicBezTo>
                  <a:cubicBezTo>
                    <a:pt x="35" y="25"/>
                    <a:pt x="35" y="24"/>
                    <a:pt x="35" y="24"/>
                  </a:cubicBezTo>
                  <a:cubicBezTo>
                    <a:pt x="37" y="24"/>
                    <a:pt x="37" y="24"/>
                    <a:pt x="37" y="24"/>
                  </a:cubicBezTo>
                  <a:cubicBezTo>
                    <a:pt x="38" y="23"/>
                    <a:pt x="38" y="21"/>
                    <a:pt x="38" y="20"/>
                  </a:cubicBezTo>
                  <a:cubicBezTo>
                    <a:pt x="36" y="20"/>
                    <a:pt x="36" y="20"/>
                    <a:pt x="36" y="20"/>
                  </a:cubicBezTo>
                  <a:cubicBezTo>
                    <a:pt x="36" y="19"/>
                    <a:pt x="36" y="19"/>
                    <a:pt x="36" y="19"/>
                  </a:cubicBezTo>
                  <a:cubicBezTo>
                    <a:pt x="36" y="19"/>
                    <a:pt x="36" y="18"/>
                    <a:pt x="36" y="18"/>
                  </a:cubicBezTo>
                  <a:cubicBezTo>
                    <a:pt x="38" y="18"/>
                    <a:pt x="38" y="18"/>
                    <a:pt x="38" y="18"/>
                  </a:cubicBezTo>
                  <a:cubicBezTo>
                    <a:pt x="38" y="16"/>
                    <a:pt x="38" y="15"/>
                    <a:pt x="37" y="14"/>
                  </a:cubicBezTo>
                  <a:close/>
                  <a:moveTo>
                    <a:pt x="27" y="7"/>
                  </a:moveTo>
                  <a:cubicBezTo>
                    <a:pt x="28" y="7"/>
                    <a:pt x="28" y="7"/>
                    <a:pt x="29" y="8"/>
                  </a:cubicBezTo>
                  <a:cubicBezTo>
                    <a:pt x="30" y="9"/>
                    <a:pt x="31" y="10"/>
                    <a:pt x="31" y="11"/>
                  </a:cubicBezTo>
                  <a:cubicBezTo>
                    <a:pt x="29" y="12"/>
                    <a:pt x="29" y="12"/>
                    <a:pt x="29" y="12"/>
                  </a:cubicBezTo>
                  <a:cubicBezTo>
                    <a:pt x="25" y="15"/>
                    <a:pt x="25" y="15"/>
                    <a:pt x="25" y="15"/>
                  </a:cubicBezTo>
                  <a:cubicBezTo>
                    <a:pt x="23" y="16"/>
                    <a:pt x="23" y="16"/>
                    <a:pt x="23" y="16"/>
                  </a:cubicBezTo>
                  <a:cubicBezTo>
                    <a:pt x="22" y="16"/>
                    <a:pt x="22" y="16"/>
                    <a:pt x="22" y="16"/>
                  </a:cubicBezTo>
                  <a:cubicBezTo>
                    <a:pt x="22" y="16"/>
                    <a:pt x="22" y="16"/>
                    <a:pt x="22" y="15"/>
                  </a:cubicBezTo>
                  <a:cubicBezTo>
                    <a:pt x="23" y="14"/>
                    <a:pt x="23" y="14"/>
                    <a:pt x="23" y="14"/>
                  </a:cubicBezTo>
                  <a:cubicBezTo>
                    <a:pt x="25" y="11"/>
                    <a:pt x="25" y="11"/>
                    <a:pt x="25" y="11"/>
                  </a:cubicBezTo>
                  <a:lnTo>
                    <a:pt x="27" y="7"/>
                  </a:lnTo>
                  <a:close/>
                  <a:moveTo>
                    <a:pt x="20" y="4"/>
                  </a:moveTo>
                  <a:cubicBezTo>
                    <a:pt x="21" y="4"/>
                    <a:pt x="22" y="4"/>
                    <a:pt x="23" y="5"/>
                  </a:cubicBezTo>
                  <a:cubicBezTo>
                    <a:pt x="23" y="5"/>
                    <a:pt x="24" y="5"/>
                    <a:pt x="25" y="5"/>
                  </a:cubicBezTo>
                  <a:cubicBezTo>
                    <a:pt x="25" y="5"/>
                    <a:pt x="25" y="6"/>
                    <a:pt x="26" y="6"/>
                  </a:cubicBezTo>
                  <a:cubicBezTo>
                    <a:pt x="25" y="8"/>
                    <a:pt x="25" y="8"/>
                    <a:pt x="25" y="8"/>
                  </a:cubicBezTo>
                  <a:cubicBezTo>
                    <a:pt x="23" y="11"/>
                    <a:pt x="23" y="11"/>
                    <a:pt x="23" y="11"/>
                  </a:cubicBezTo>
                  <a:cubicBezTo>
                    <a:pt x="21" y="15"/>
                    <a:pt x="21" y="15"/>
                    <a:pt x="21" y="15"/>
                  </a:cubicBezTo>
                  <a:cubicBezTo>
                    <a:pt x="20" y="15"/>
                    <a:pt x="20" y="14"/>
                    <a:pt x="20" y="14"/>
                  </a:cubicBezTo>
                  <a:lnTo>
                    <a:pt x="20" y="4"/>
                  </a:lnTo>
                  <a:close/>
                  <a:moveTo>
                    <a:pt x="14" y="5"/>
                  </a:moveTo>
                  <a:cubicBezTo>
                    <a:pt x="14" y="5"/>
                    <a:pt x="15" y="5"/>
                    <a:pt x="15" y="5"/>
                  </a:cubicBezTo>
                  <a:cubicBezTo>
                    <a:pt x="16" y="4"/>
                    <a:pt x="17" y="4"/>
                    <a:pt x="18" y="4"/>
                  </a:cubicBezTo>
                  <a:cubicBezTo>
                    <a:pt x="18" y="14"/>
                    <a:pt x="18" y="14"/>
                    <a:pt x="18" y="14"/>
                  </a:cubicBezTo>
                  <a:cubicBezTo>
                    <a:pt x="18" y="14"/>
                    <a:pt x="18" y="15"/>
                    <a:pt x="18" y="15"/>
                  </a:cubicBezTo>
                  <a:cubicBezTo>
                    <a:pt x="15" y="11"/>
                    <a:pt x="15" y="11"/>
                    <a:pt x="15" y="11"/>
                  </a:cubicBezTo>
                  <a:cubicBezTo>
                    <a:pt x="14" y="8"/>
                    <a:pt x="14" y="8"/>
                    <a:pt x="14" y="8"/>
                  </a:cubicBezTo>
                  <a:cubicBezTo>
                    <a:pt x="13" y="6"/>
                    <a:pt x="13" y="6"/>
                    <a:pt x="13" y="6"/>
                  </a:cubicBezTo>
                  <a:cubicBezTo>
                    <a:pt x="13" y="6"/>
                    <a:pt x="13" y="5"/>
                    <a:pt x="14" y="5"/>
                  </a:cubicBezTo>
                  <a:close/>
                  <a:moveTo>
                    <a:pt x="10" y="8"/>
                  </a:moveTo>
                  <a:cubicBezTo>
                    <a:pt x="10" y="7"/>
                    <a:pt x="11" y="7"/>
                    <a:pt x="11" y="7"/>
                  </a:cubicBezTo>
                  <a:cubicBezTo>
                    <a:pt x="14" y="11"/>
                    <a:pt x="14" y="11"/>
                    <a:pt x="14" y="11"/>
                  </a:cubicBezTo>
                  <a:cubicBezTo>
                    <a:pt x="15" y="14"/>
                    <a:pt x="15" y="14"/>
                    <a:pt x="15" y="14"/>
                  </a:cubicBezTo>
                  <a:cubicBezTo>
                    <a:pt x="16" y="15"/>
                    <a:pt x="16" y="15"/>
                    <a:pt x="16" y="15"/>
                  </a:cubicBezTo>
                  <a:cubicBezTo>
                    <a:pt x="16" y="16"/>
                    <a:pt x="16" y="16"/>
                    <a:pt x="16" y="16"/>
                  </a:cubicBezTo>
                  <a:cubicBezTo>
                    <a:pt x="15" y="16"/>
                    <a:pt x="15" y="16"/>
                    <a:pt x="15" y="16"/>
                  </a:cubicBezTo>
                  <a:cubicBezTo>
                    <a:pt x="14" y="15"/>
                    <a:pt x="14" y="15"/>
                    <a:pt x="14" y="15"/>
                  </a:cubicBezTo>
                  <a:cubicBezTo>
                    <a:pt x="10" y="12"/>
                    <a:pt x="10" y="12"/>
                    <a:pt x="10" y="12"/>
                  </a:cubicBezTo>
                  <a:cubicBezTo>
                    <a:pt x="7" y="11"/>
                    <a:pt x="7" y="11"/>
                    <a:pt x="7" y="11"/>
                  </a:cubicBezTo>
                  <a:cubicBezTo>
                    <a:pt x="8" y="10"/>
                    <a:pt x="9" y="9"/>
                    <a:pt x="10" y="8"/>
                  </a:cubicBezTo>
                  <a:close/>
                  <a:moveTo>
                    <a:pt x="6" y="12"/>
                  </a:moveTo>
                  <a:cubicBezTo>
                    <a:pt x="10" y="14"/>
                    <a:pt x="10" y="14"/>
                    <a:pt x="10" y="14"/>
                  </a:cubicBezTo>
                  <a:cubicBezTo>
                    <a:pt x="14" y="17"/>
                    <a:pt x="14" y="17"/>
                    <a:pt x="14" y="17"/>
                  </a:cubicBezTo>
                  <a:cubicBezTo>
                    <a:pt x="15" y="17"/>
                    <a:pt x="15" y="17"/>
                    <a:pt x="15" y="17"/>
                  </a:cubicBezTo>
                  <a:cubicBezTo>
                    <a:pt x="15" y="18"/>
                    <a:pt x="15" y="18"/>
                    <a:pt x="15" y="18"/>
                  </a:cubicBezTo>
                  <a:cubicBezTo>
                    <a:pt x="14" y="18"/>
                    <a:pt x="14" y="18"/>
                    <a:pt x="14" y="18"/>
                  </a:cubicBezTo>
                  <a:cubicBezTo>
                    <a:pt x="10" y="18"/>
                    <a:pt x="10" y="18"/>
                    <a:pt x="10" y="18"/>
                  </a:cubicBezTo>
                  <a:cubicBezTo>
                    <a:pt x="4" y="18"/>
                    <a:pt x="4" y="18"/>
                    <a:pt x="4" y="18"/>
                  </a:cubicBezTo>
                  <a:cubicBezTo>
                    <a:pt x="5" y="16"/>
                    <a:pt x="5" y="14"/>
                    <a:pt x="6" y="12"/>
                  </a:cubicBezTo>
                  <a:close/>
                  <a:moveTo>
                    <a:pt x="4" y="20"/>
                  </a:moveTo>
                  <a:cubicBezTo>
                    <a:pt x="10" y="20"/>
                    <a:pt x="10" y="20"/>
                    <a:pt x="10" y="20"/>
                  </a:cubicBezTo>
                  <a:cubicBezTo>
                    <a:pt x="14" y="20"/>
                    <a:pt x="14" y="20"/>
                    <a:pt x="14" y="20"/>
                  </a:cubicBezTo>
                  <a:cubicBezTo>
                    <a:pt x="15" y="20"/>
                    <a:pt x="15" y="20"/>
                    <a:pt x="15" y="20"/>
                  </a:cubicBezTo>
                  <a:cubicBezTo>
                    <a:pt x="15" y="20"/>
                    <a:pt x="15" y="20"/>
                    <a:pt x="15" y="20"/>
                  </a:cubicBezTo>
                  <a:cubicBezTo>
                    <a:pt x="14" y="21"/>
                    <a:pt x="14" y="21"/>
                    <a:pt x="14" y="21"/>
                  </a:cubicBezTo>
                  <a:cubicBezTo>
                    <a:pt x="10" y="23"/>
                    <a:pt x="10" y="23"/>
                    <a:pt x="10" y="23"/>
                  </a:cubicBezTo>
                  <a:cubicBezTo>
                    <a:pt x="6" y="25"/>
                    <a:pt x="6" y="25"/>
                    <a:pt x="6" y="25"/>
                  </a:cubicBezTo>
                  <a:cubicBezTo>
                    <a:pt x="5" y="24"/>
                    <a:pt x="5" y="22"/>
                    <a:pt x="4" y="20"/>
                  </a:cubicBezTo>
                  <a:close/>
                  <a:moveTo>
                    <a:pt x="11" y="31"/>
                  </a:moveTo>
                  <a:cubicBezTo>
                    <a:pt x="11" y="31"/>
                    <a:pt x="10" y="30"/>
                    <a:pt x="10" y="30"/>
                  </a:cubicBezTo>
                  <a:cubicBezTo>
                    <a:pt x="9" y="29"/>
                    <a:pt x="8" y="28"/>
                    <a:pt x="7" y="27"/>
                  </a:cubicBezTo>
                  <a:cubicBezTo>
                    <a:pt x="10" y="25"/>
                    <a:pt x="10" y="25"/>
                    <a:pt x="10" y="25"/>
                  </a:cubicBezTo>
                  <a:cubicBezTo>
                    <a:pt x="14" y="23"/>
                    <a:pt x="14" y="23"/>
                    <a:pt x="14" y="23"/>
                  </a:cubicBezTo>
                  <a:cubicBezTo>
                    <a:pt x="15" y="22"/>
                    <a:pt x="15" y="22"/>
                    <a:pt x="15" y="22"/>
                  </a:cubicBezTo>
                  <a:cubicBezTo>
                    <a:pt x="16" y="22"/>
                    <a:pt x="16" y="22"/>
                    <a:pt x="16" y="22"/>
                  </a:cubicBezTo>
                  <a:cubicBezTo>
                    <a:pt x="16" y="22"/>
                    <a:pt x="16" y="22"/>
                    <a:pt x="16" y="22"/>
                  </a:cubicBezTo>
                  <a:cubicBezTo>
                    <a:pt x="15" y="24"/>
                    <a:pt x="15" y="24"/>
                    <a:pt x="15" y="24"/>
                  </a:cubicBezTo>
                  <a:cubicBezTo>
                    <a:pt x="14" y="26"/>
                    <a:pt x="14" y="26"/>
                    <a:pt x="14" y="26"/>
                  </a:cubicBezTo>
                  <a:lnTo>
                    <a:pt x="11" y="31"/>
                  </a:lnTo>
                  <a:close/>
                  <a:moveTo>
                    <a:pt x="18" y="34"/>
                  </a:moveTo>
                  <a:cubicBezTo>
                    <a:pt x="17" y="33"/>
                    <a:pt x="16" y="33"/>
                    <a:pt x="15" y="33"/>
                  </a:cubicBezTo>
                  <a:cubicBezTo>
                    <a:pt x="15" y="33"/>
                    <a:pt x="14" y="33"/>
                    <a:pt x="14" y="33"/>
                  </a:cubicBezTo>
                  <a:cubicBezTo>
                    <a:pt x="13" y="32"/>
                    <a:pt x="13" y="32"/>
                    <a:pt x="13" y="32"/>
                  </a:cubicBezTo>
                  <a:cubicBezTo>
                    <a:pt x="14" y="30"/>
                    <a:pt x="14" y="30"/>
                    <a:pt x="14" y="30"/>
                  </a:cubicBezTo>
                  <a:cubicBezTo>
                    <a:pt x="15" y="27"/>
                    <a:pt x="15" y="27"/>
                    <a:pt x="15" y="27"/>
                  </a:cubicBezTo>
                  <a:cubicBezTo>
                    <a:pt x="18" y="23"/>
                    <a:pt x="18" y="23"/>
                    <a:pt x="18" y="23"/>
                  </a:cubicBezTo>
                  <a:cubicBezTo>
                    <a:pt x="18" y="23"/>
                    <a:pt x="18" y="23"/>
                    <a:pt x="18" y="23"/>
                  </a:cubicBezTo>
                  <a:lnTo>
                    <a:pt x="18" y="34"/>
                  </a:lnTo>
                  <a:close/>
                  <a:moveTo>
                    <a:pt x="16" y="19"/>
                  </a:moveTo>
                  <a:cubicBezTo>
                    <a:pt x="16" y="17"/>
                    <a:pt x="17" y="16"/>
                    <a:pt x="19" y="16"/>
                  </a:cubicBezTo>
                  <a:cubicBezTo>
                    <a:pt x="21" y="16"/>
                    <a:pt x="22" y="17"/>
                    <a:pt x="22" y="19"/>
                  </a:cubicBezTo>
                  <a:cubicBezTo>
                    <a:pt x="22" y="21"/>
                    <a:pt x="21" y="22"/>
                    <a:pt x="19" y="22"/>
                  </a:cubicBezTo>
                  <a:cubicBezTo>
                    <a:pt x="17" y="22"/>
                    <a:pt x="16" y="21"/>
                    <a:pt x="16" y="19"/>
                  </a:cubicBezTo>
                  <a:close/>
                  <a:moveTo>
                    <a:pt x="25" y="33"/>
                  </a:moveTo>
                  <a:cubicBezTo>
                    <a:pt x="24" y="33"/>
                    <a:pt x="23" y="33"/>
                    <a:pt x="23" y="33"/>
                  </a:cubicBezTo>
                  <a:cubicBezTo>
                    <a:pt x="22" y="33"/>
                    <a:pt x="21" y="33"/>
                    <a:pt x="20" y="34"/>
                  </a:cubicBezTo>
                  <a:cubicBezTo>
                    <a:pt x="20" y="23"/>
                    <a:pt x="20" y="23"/>
                    <a:pt x="20" y="23"/>
                  </a:cubicBezTo>
                  <a:cubicBezTo>
                    <a:pt x="20" y="23"/>
                    <a:pt x="20" y="23"/>
                    <a:pt x="21" y="23"/>
                  </a:cubicBezTo>
                  <a:cubicBezTo>
                    <a:pt x="23" y="27"/>
                    <a:pt x="23" y="27"/>
                    <a:pt x="23" y="27"/>
                  </a:cubicBezTo>
                  <a:cubicBezTo>
                    <a:pt x="25" y="30"/>
                    <a:pt x="25" y="30"/>
                    <a:pt x="25" y="30"/>
                  </a:cubicBezTo>
                  <a:cubicBezTo>
                    <a:pt x="26" y="32"/>
                    <a:pt x="26" y="32"/>
                    <a:pt x="26" y="32"/>
                  </a:cubicBezTo>
                  <a:cubicBezTo>
                    <a:pt x="25" y="32"/>
                    <a:pt x="25" y="32"/>
                    <a:pt x="25" y="33"/>
                  </a:cubicBezTo>
                  <a:close/>
                  <a:moveTo>
                    <a:pt x="29" y="30"/>
                  </a:moveTo>
                  <a:cubicBezTo>
                    <a:pt x="28" y="30"/>
                    <a:pt x="28" y="31"/>
                    <a:pt x="27" y="31"/>
                  </a:cubicBezTo>
                  <a:cubicBezTo>
                    <a:pt x="25" y="26"/>
                    <a:pt x="25" y="26"/>
                    <a:pt x="25" y="26"/>
                  </a:cubicBezTo>
                  <a:cubicBezTo>
                    <a:pt x="23" y="24"/>
                    <a:pt x="23" y="24"/>
                    <a:pt x="23" y="24"/>
                  </a:cubicBezTo>
                  <a:cubicBezTo>
                    <a:pt x="22" y="22"/>
                    <a:pt x="22" y="22"/>
                    <a:pt x="22" y="22"/>
                  </a:cubicBezTo>
                  <a:cubicBezTo>
                    <a:pt x="22" y="22"/>
                    <a:pt x="22" y="22"/>
                    <a:pt x="22" y="22"/>
                  </a:cubicBezTo>
                  <a:cubicBezTo>
                    <a:pt x="23" y="22"/>
                    <a:pt x="23" y="22"/>
                    <a:pt x="23" y="22"/>
                  </a:cubicBezTo>
                  <a:cubicBezTo>
                    <a:pt x="25" y="23"/>
                    <a:pt x="25" y="23"/>
                    <a:pt x="25" y="23"/>
                  </a:cubicBezTo>
                  <a:cubicBezTo>
                    <a:pt x="29" y="25"/>
                    <a:pt x="29" y="25"/>
                    <a:pt x="29" y="25"/>
                  </a:cubicBezTo>
                  <a:cubicBezTo>
                    <a:pt x="31" y="27"/>
                    <a:pt x="31" y="27"/>
                    <a:pt x="31" y="27"/>
                  </a:cubicBezTo>
                  <a:cubicBezTo>
                    <a:pt x="31" y="28"/>
                    <a:pt x="30" y="29"/>
                    <a:pt x="29" y="30"/>
                  </a:cubicBezTo>
                  <a:close/>
                  <a:moveTo>
                    <a:pt x="32" y="25"/>
                  </a:moveTo>
                  <a:cubicBezTo>
                    <a:pt x="29" y="23"/>
                    <a:pt x="29" y="23"/>
                    <a:pt x="29" y="23"/>
                  </a:cubicBezTo>
                  <a:cubicBezTo>
                    <a:pt x="25" y="21"/>
                    <a:pt x="25" y="21"/>
                    <a:pt x="25" y="21"/>
                  </a:cubicBezTo>
                  <a:cubicBezTo>
                    <a:pt x="23" y="20"/>
                    <a:pt x="23" y="20"/>
                    <a:pt x="23" y="20"/>
                  </a:cubicBezTo>
                  <a:cubicBezTo>
                    <a:pt x="23" y="20"/>
                    <a:pt x="24" y="20"/>
                    <a:pt x="24" y="20"/>
                  </a:cubicBezTo>
                  <a:cubicBezTo>
                    <a:pt x="25" y="20"/>
                    <a:pt x="25" y="20"/>
                    <a:pt x="25" y="20"/>
                  </a:cubicBezTo>
                  <a:cubicBezTo>
                    <a:pt x="29" y="20"/>
                    <a:pt x="29" y="20"/>
                    <a:pt x="29" y="20"/>
                  </a:cubicBezTo>
                  <a:cubicBezTo>
                    <a:pt x="34" y="20"/>
                    <a:pt x="34" y="20"/>
                    <a:pt x="34" y="20"/>
                  </a:cubicBezTo>
                  <a:cubicBezTo>
                    <a:pt x="34" y="22"/>
                    <a:pt x="33" y="24"/>
                    <a:pt x="32" y="25"/>
                  </a:cubicBezTo>
                  <a:close/>
                  <a:moveTo>
                    <a:pt x="29" y="18"/>
                  </a:moveTo>
                  <a:cubicBezTo>
                    <a:pt x="25" y="18"/>
                    <a:pt x="25" y="18"/>
                    <a:pt x="25" y="18"/>
                  </a:cubicBezTo>
                  <a:cubicBezTo>
                    <a:pt x="24" y="18"/>
                    <a:pt x="24" y="18"/>
                    <a:pt x="24" y="18"/>
                  </a:cubicBezTo>
                  <a:cubicBezTo>
                    <a:pt x="24" y="18"/>
                    <a:pt x="23" y="18"/>
                    <a:pt x="23" y="17"/>
                  </a:cubicBezTo>
                  <a:cubicBezTo>
                    <a:pt x="25" y="17"/>
                    <a:pt x="25" y="17"/>
                    <a:pt x="25" y="17"/>
                  </a:cubicBezTo>
                  <a:cubicBezTo>
                    <a:pt x="29" y="14"/>
                    <a:pt x="29" y="14"/>
                    <a:pt x="29" y="14"/>
                  </a:cubicBezTo>
                  <a:cubicBezTo>
                    <a:pt x="32" y="12"/>
                    <a:pt x="32" y="12"/>
                    <a:pt x="32" y="12"/>
                  </a:cubicBezTo>
                  <a:cubicBezTo>
                    <a:pt x="33" y="14"/>
                    <a:pt x="34" y="16"/>
                    <a:pt x="34" y="18"/>
                  </a:cubicBezTo>
                  <a:lnTo>
                    <a:pt x="29" y="18"/>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496" name="Google Shape;496;p44"/>
            <p:cNvSpPr/>
            <p:nvPr/>
          </p:nvSpPr>
          <p:spPr>
            <a:xfrm>
              <a:off x="4075113" y="2416175"/>
              <a:ext cx="142875" cy="146050"/>
            </a:xfrm>
            <a:custGeom>
              <a:avLst/>
              <a:gdLst/>
              <a:ahLst/>
              <a:cxnLst/>
              <a:rect l="l" t="t" r="r" b="b"/>
              <a:pathLst>
                <a:path w="38" h="39" extrusionOk="0">
                  <a:moveTo>
                    <a:pt x="38" y="16"/>
                  </a:moveTo>
                  <a:cubicBezTo>
                    <a:pt x="38" y="16"/>
                    <a:pt x="38" y="15"/>
                    <a:pt x="38" y="15"/>
                  </a:cubicBezTo>
                  <a:cubicBezTo>
                    <a:pt x="33" y="15"/>
                    <a:pt x="33" y="15"/>
                    <a:pt x="33" y="15"/>
                  </a:cubicBezTo>
                  <a:cubicBezTo>
                    <a:pt x="33" y="15"/>
                    <a:pt x="33" y="14"/>
                    <a:pt x="32" y="14"/>
                  </a:cubicBezTo>
                  <a:cubicBezTo>
                    <a:pt x="37" y="12"/>
                    <a:pt x="37" y="12"/>
                    <a:pt x="37" y="12"/>
                  </a:cubicBezTo>
                  <a:cubicBezTo>
                    <a:pt x="36" y="11"/>
                    <a:pt x="36" y="11"/>
                    <a:pt x="36" y="10"/>
                  </a:cubicBezTo>
                  <a:cubicBezTo>
                    <a:pt x="35" y="10"/>
                    <a:pt x="35" y="9"/>
                    <a:pt x="35" y="9"/>
                  </a:cubicBezTo>
                  <a:cubicBezTo>
                    <a:pt x="31" y="11"/>
                    <a:pt x="31" y="11"/>
                    <a:pt x="31" y="11"/>
                  </a:cubicBezTo>
                  <a:cubicBezTo>
                    <a:pt x="30" y="10"/>
                    <a:pt x="30" y="10"/>
                    <a:pt x="30" y="10"/>
                  </a:cubicBezTo>
                  <a:cubicBezTo>
                    <a:pt x="33" y="6"/>
                    <a:pt x="33" y="6"/>
                    <a:pt x="33" y="6"/>
                  </a:cubicBezTo>
                  <a:cubicBezTo>
                    <a:pt x="32" y="6"/>
                    <a:pt x="32" y="5"/>
                    <a:pt x="31" y="5"/>
                  </a:cubicBezTo>
                  <a:cubicBezTo>
                    <a:pt x="31" y="5"/>
                    <a:pt x="30" y="4"/>
                    <a:pt x="30" y="4"/>
                  </a:cubicBezTo>
                  <a:cubicBezTo>
                    <a:pt x="27" y="7"/>
                    <a:pt x="27" y="7"/>
                    <a:pt x="27" y="7"/>
                  </a:cubicBezTo>
                  <a:cubicBezTo>
                    <a:pt x="27" y="7"/>
                    <a:pt x="26" y="7"/>
                    <a:pt x="26" y="7"/>
                  </a:cubicBezTo>
                  <a:cubicBezTo>
                    <a:pt x="27" y="2"/>
                    <a:pt x="27" y="2"/>
                    <a:pt x="27" y="2"/>
                  </a:cubicBezTo>
                  <a:cubicBezTo>
                    <a:pt x="27" y="2"/>
                    <a:pt x="26" y="2"/>
                    <a:pt x="26" y="2"/>
                  </a:cubicBezTo>
                  <a:cubicBezTo>
                    <a:pt x="25" y="1"/>
                    <a:pt x="24" y="1"/>
                    <a:pt x="24" y="1"/>
                  </a:cubicBezTo>
                  <a:cubicBezTo>
                    <a:pt x="22" y="5"/>
                    <a:pt x="22" y="5"/>
                    <a:pt x="22" y="5"/>
                  </a:cubicBezTo>
                  <a:cubicBezTo>
                    <a:pt x="22" y="5"/>
                    <a:pt x="21" y="5"/>
                    <a:pt x="21" y="5"/>
                  </a:cubicBezTo>
                  <a:cubicBezTo>
                    <a:pt x="21" y="0"/>
                    <a:pt x="21" y="0"/>
                    <a:pt x="21" y="0"/>
                  </a:cubicBezTo>
                  <a:cubicBezTo>
                    <a:pt x="20" y="0"/>
                    <a:pt x="20" y="0"/>
                    <a:pt x="19" y="0"/>
                  </a:cubicBezTo>
                  <a:cubicBezTo>
                    <a:pt x="18" y="0"/>
                    <a:pt x="18" y="0"/>
                    <a:pt x="17" y="0"/>
                  </a:cubicBezTo>
                  <a:cubicBezTo>
                    <a:pt x="17" y="5"/>
                    <a:pt x="17" y="5"/>
                    <a:pt x="17" y="5"/>
                  </a:cubicBezTo>
                  <a:cubicBezTo>
                    <a:pt x="17" y="5"/>
                    <a:pt x="16" y="5"/>
                    <a:pt x="16" y="5"/>
                  </a:cubicBezTo>
                  <a:cubicBezTo>
                    <a:pt x="14" y="1"/>
                    <a:pt x="14" y="1"/>
                    <a:pt x="14" y="1"/>
                  </a:cubicBezTo>
                  <a:cubicBezTo>
                    <a:pt x="14" y="1"/>
                    <a:pt x="13" y="1"/>
                    <a:pt x="12" y="2"/>
                  </a:cubicBezTo>
                  <a:cubicBezTo>
                    <a:pt x="12" y="2"/>
                    <a:pt x="11" y="2"/>
                    <a:pt x="11" y="2"/>
                  </a:cubicBezTo>
                  <a:cubicBezTo>
                    <a:pt x="12" y="7"/>
                    <a:pt x="12" y="7"/>
                    <a:pt x="12" y="7"/>
                  </a:cubicBezTo>
                  <a:cubicBezTo>
                    <a:pt x="12" y="7"/>
                    <a:pt x="12" y="7"/>
                    <a:pt x="11" y="7"/>
                  </a:cubicBezTo>
                  <a:cubicBezTo>
                    <a:pt x="8" y="4"/>
                    <a:pt x="8" y="4"/>
                    <a:pt x="8" y="4"/>
                  </a:cubicBezTo>
                  <a:cubicBezTo>
                    <a:pt x="8" y="4"/>
                    <a:pt x="7" y="5"/>
                    <a:pt x="7" y="5"/>
                  </a:cubicBezTo>
                  <a:cubicBezTo>
                    <a:pt x="6" y="5"/>
                    <a:pt x="6" y="6"/>
                    <a:pt x="5" y="6"/>
                  </a:cubicBezTo>
                  <a:cubicBezTo>
                    <a:pt x="8" y="10"/>
                    <a:pt x="8" y="10"/>
                    <a:pt x="8" y="10"/>
                  </a:cubicBezTo>
                  <a:cubicBezTo>
                    <a:pt x="8" y="10"/>
                    <a:pt x="8" y="10"/>
                    <a:pt x="7" y="11"/>
                  </a:cubicBezTo>
                  <a:cubicBezTo>
                    <a:pt x="3" y="9"/>
                    <a:pt x="3" y="9"/>
                    <a:pt x="3" y="9"/>
                  </a:cubicBezTo>
                  <a:cubicBezTo>
                    <a:pt x="3" y="9"/>
                    <a:pt x="3" y="10"/>
                    <a:pt x="2" y="10"/>
                  </a:cubicBezTo>
                  <a:cubicBezTo>
                    <a:pt x="2" y="11"/>
                    <a:pt x="2" y="11"/>
                    <a:pt x="1" y="12"/>
                  </a:cubicBezTo>
                  <a:cubicBezTo>
                    <a:pt x="6" y="14"/>
                    <a:pt x="6" y="14"/>
                    <a:pt x="6" y="14"/>
                  </a:cubicBezTo>
                  <a:cubicBezTo>
                    <a:pt x="5" y="14"/>
                    <a:pt x="5" y="15"/>
                    <a:pt x="5" y="15"/>
                  </a:cubicBezTo>
                  <a:cubicBezTo>
                    <a:pt x="0" y="15"/>
                    <a:pt x="0" y="15"/>
                    <a:pt x="0" y="15"/>
                  </a:cubicBezTo>
                  <a:cubicBezTo>
                    <a:pt x="0" y="15"/>
                    <a:pt x="0" y="16"/>
                    <a:pt x="0" y="16"/>
                  </a:cubicBezTo>
                  <a:cubicBezTo>
                    <a:pt x="0" y="17"/>
                    <a:pt x="0" y="18"/>
                    <a:pt x="0" y="18"/>
                  </a:cubicBezTo>
                  <a:cubicBezTo>
                    <a:pt x="4" y="19"/>
                    <a:pt x="4" y="19"/>
                    <a:pt x="4" y="19"/>
                  </a:cubicBezTo>
                  <a:cubicBezTo>
                    <a:pt x="4" y="19"/>
                    <a:pt x="4" y="19"/>
                    <a:pt x="4" y="20"/>
                  </a:cubicBezTo>
                  <a:cubicBezTo>
                    <a:pt x="4" y="20"/>
                    <a:pt x="4" y="20"/>
                    <a:pt x="4" y="20"/>
                  </a:cubicBezTo>
                  <a:cubicBezTo>
                    <a:pt x="0" y="21"/>
                    <a:pt x="0" y="21"/>
                    <a:pt x="0" y="21"/>
                  </a:cubicBezTo>
                  <a:cubicBezTo>
                    <a:pt x="0" y="22"/>
                    <a:pt x="0" y="22"/>
                    <a:pt x="0" y="23"/>
                  </a:cubicBezTo>
                  <a:cubicBezTo>
                    <a:pt x="0" y="24"/>
                    <a:pt x="0" y="24"/>
                    <a:pt x="0" y="25"/>
                  </a:cubicBezTo>
                  <a:cubicBezTo>
                    <a:pt x="5" y="24"/>
                    <a:pt x="5" y="24"/>
                    <a:pt x="5" y="24"/>
                  </a:cubicBezTo>
                  <a:cubicBezTo>
                    <a:pt x="5" y="24"/>
                    <a:pt x="5" y="25"/>
                    <a:pt x="6" y="25"/>
                  </a:cubicBezTo>
                  <a:cubicBezTo>
                    <a:pt x="1" y="28"/>
                    <a:pt x="1" y="28"/>
                    <a:pt x="1" y="28"/>
                  </a:cubicBezTo>
                  <a:cubicBezTo>
                    <a:pt x="2" y="28"/>
                    <a:pt x="2" y="29"/>
                    <a:pt x="2" y="29"/>
                  </a:cubicBezTo>
                  <a:cubicBezTo>
                    <a:pt x="3" y="30"/>
                    <a:pt x="3" y="30"/>
                    <a:pt x="3" y="31"/>
                  </a:cubicBezTo>
                  <a:cubicBezTo>
                    <a:pt x="7" y="29"/>
                    <a:pt x="7" y="29"/>
                    <a:pt x="7" y="29"/>
                  </a:cubicBezTo>
                  <a:cubicBezTo>
                    <a:pt x="8" y="29"/>
                    <a:pt x="8" y="29"/>
                    <a:pt x="8" y="30"/>
                  </a:cubicBezTo>
                  <a:cubicBezTo>
                    <a:pt x="5" y="33"/>
                    <a:pt x="5" y="33"/>
                    <a:pt x="5" y="33"/>
                  </a:cubicBezTo>
                  <a:cubicBezTo>
                    <a:pt x="6" y="34"/>
                    <a:pt x="6" y="34"/>
                    <a:pt x="7" y="34"/>
                  </a:cubicBezTo>
                  <a:cubicBezTo>
                    <a:pt x="7" y="35"/>
                    <a:pt x="8" y="35"/>
                    <a:pt x="8" y="36"/>
                  </a:cubicBezTo>
                  <a:cubicBezTo>
                    <a:pt x="11" y="32"/>
                    <a:pt x="11" y="32"/>
                    <a:pt x="11" y="32"/>
                  </a:cubicBezTo>
                  <a:cubicBezTo>
                    <a:pt x="12" y="32"/>
                    <a:pt x="12" y="32"/>
                    <a:pt x="12" y="33"/>
                  </a:cubicBezTo>
                  <a:cubicBezTo>
                    <a:pt x="11" y="37"/>
                    <a:pt x="11" y="37"/>
                    <a:pt x="11" y="37"/>
                  </a:cubicBezTo>
                  <a:cubicBezTo>
                    <a:pt x="11" y="37"/>
                    <a:pt x="12" y="38"/>
                    <a:pt x="12" y="38"/>
                  </a:cubicBezTo>
                  <a:cubicBezTo>
                    <a:pt x="13" y="38"/>
                    <a:pt x="14" y="38"/>
                    <a:pt x="14" y="38"/>
                  </a:cubicBezTo>
                  <a:cubicBezTo>
                    <a:pt x="16" y="34"/>
                    <a:pt x="16" y="34"/>
                    <a:pt x="16" y="34"/>
                  </a:cubicBezTo>
                  <a:cubicBezTo>
                    <a:pt x="16" y="34"/>
                    <a:pt x="17" y="34"/>
                    <a:pt x="17" y="34"/>
                  </a:cubicBezTo>
                  <a:cubicBezTo>
                    <a:pt x="17" y="39"/>
                    <a:pt x="17" y="39"/>
                    <a:pt x="17" y="39"/>
                  </a:cubicBezTo>
                  <a:cubicBezTo>
                    <a:pt x="18" y="39"/>
                    <a:pt x="18" y="39"/>
                    <a:pt x="19" y="39"/>
                  </a:cubicBezTo>
                  <a:cubicBezTo>
                    <a:pt x="20" y="39"/>
                    <a:pt x="20" y="39"/>
                    <a:pt x="21" y="39"/>
                  </a:cubicBezTo>
                  <a:cubicBezTo>
                    <a:pt x="21" y="34"/>
                    <a:pt x="21" y="34"/>
                    <a:pt x="21" y="34"/>
                  </a:cubicBezTo>
                  <a:cubicBezTo>
                    <a:pt x="21" y="34"/>
                    <a:pt x="22" y="34"/>
                    <a:pt x="22" y="34"/>
                  </a:cubicBezTo>
                  <a:cubicBezTo>
                    <a:pt x="24" y="38"/>
                    <a:pt x="24" y="38"/>
                    <a:pt x="24" y="38"/>
                  </a:cubicBezTo>
                  <a:cubicBezTo>
                    <a:pt x="24" y="38"/>
                    <a:pt x="25" y="38"/>
                    <a:pt x="26" y="38"/>
                  </a:cubicBezTo>
                  <a:cubicBezTo>
                    <a:pt x="26" y="38"/>
                    <a:pt x="27" y="37"/>
                    <a:pt x="27" y="37"/>
                  </a:cubicBezTo>
                  <a:cubicBezTo>
                    <a:pt x="26" y="33"/>
                    <a:pt x="26" y="33"/>
                    <a:pt x="26" y="33"/>
                  </a:cubicBezTo>
                  <a:cubicBezTo>
                    <a:pt x="26" y="32"/>
                    <a:pt x="27" y="32"/>
                    <a:pt x="27" y="32"/>
                  </a:cubicBezTo>
                  <a:cubicBezTo>
                    <a:pt x="30" y="36"/>
                    <a:pt x="30" y="36"/>
                    <a:pt x="30" y="36"/>
                  </a:cubicBezTo>
                  <a:cubicBezTo>
                    <a:pt x="30" y="35"/>
                    <a:pt x="31" y="35"/>
                    <a:pt x="31" y="34"/>
                  </a:cubicBezTo>
                  <a:cubicBezTo>
                    <a:pt x="32" y="34"/>
                    <a:pt x="32" y="34"/>
                    <a:pt x="33" y="33"/>
                  </a:cubicBezTo>
                  <a:cubicBezTo>
                    <a:pt x="30" y="30"/>
                    <a:pt x="30" y="30"/>
                    <a:pt x="30" y="30"/>
                  </a:cubicBezTo>
                  <a:cubicBezTo>
                    <a:pt x="30" y="29"/>
                    <a:pt x="30" y="29"/>
                    <a:pt x="31" y="29"/>
                  </a:cubicBezTo>
                  <a:cubicBezTo>
                    <a:pt x="35" y="31"/>
                    <a:pt x="35" y="31"/>
                    <a:pt x="35" y="31"/>
                  </a:cubicBezTo>
                  <a:cubicBezTo>
                    <a:pt x="35" y="30"/>
                    <a:pt x="35" y="30"/>
                    <a:pt x="36" y="29"/>
                  </a:cubicBezTo>
                  <a:cubicBezTo>
                    <a:pt x="36" y="29"/>
                    <a:pt x="36" y="28"/>
                    <a:pt x="37" y="28"/>
                  </a:cubicBezTo>
                  <a:cubicBezTo>
                    <a:pt x="32" y="25"/>
                    <a:pt x="32" y="25"/>
                    <a:pt x="32" y="25"/>
                  </a:cubicBezTo>
                  <a:cubicBezTo>
                    <a:pt x="33" y="25"/>
                    <a:pt x="33" y="24"/>
                    <a:pt x="33" y="24"/>
                  </a:cubicBezTo>
                  <a:cubicBezTo>
                    <a:pt x="38" y="25"/>
                    <a:pt x="38" y="25"/>
                    <a:pt x="38" y="25"/>
                  </a:cubicBezTo>
                  <a:cubicBezTo>
                    <a:pt x="38" y="24"/>
                    <a:pt x="38" y="24"/>
                    <a:pt x="38" y="23"/>
                  </a:cubicBezTo>
                  <a:cubicBezTo>
                    <a:pt x="38" y="22"/>
                    <a:pt x="38" y="22"/>
                    <a:pt x="38" y="21"/>
                  </a:cubicBezTo>
                  <a:cubicBezTo>
                    <a:pt x="34" y="20"/>
                    <a:pt x="34" y="20"/>
                    <a:pt x="34" y="20"/>
                  </a:cubicBezTo>
                  <a:cubicBezTo>
                    <a:pt x="34" y="20"/>
                    <a:pt x="34" y="20"/>
                    <a:pt x="34" y="20"/>
                  </a:cubicBezTo>
                  <a:cubicBezTo>
                    <a:pt x="34" y="19"/>
                    <a:pt x="34" y="19"/>
                    <a:pt x="34" y="19"/>
                  </a:cubicBezTo>
                  <a:cubicBezTo>
                    <a:pt x="38" y="18"/>
                    <a:pt x="38" y="18"/>
                    <a:pt x="38" y="18"/>
                  </a:cubicBezTo>
                  <a:cubicBezTo>
                    <a:pt x="38" y="18"/>
                    <a:pt x="38" y="17"/>
                    <a:pt x="38" y="16"/>
                  </a:cubicBezTo>
                  <a:close/>
                  <a:moveTo>
                    <a:pt x="19" y="29"/>
                  </a:moveTo>
                  <a:cubicBezTo>
                    <a:pt x="14" y="29"/>
                    <a:pt x="10" y="25"/>
                    <a:pt x="10" y="20"/>
                  </a:cubicBezTo>
                  <a:cubicBezTo>
                    <a:pt x="10" y="15"/>
                    <a:pt x="14" y="11"/>
                    <a:pt x="19" y="11"/>
                  </a:cubicBezTo>
                  <a:cubicBezTo>
                    <a:pt x="24" y="11"/>
                    <a:pt x="28" y="15"/>
                    <a:pt x="28" y="20"/>
                  </a:cubicBezTo>
                  <a:cubicBezTo>
                    <a:pt x="28" y="25"/>
                    <a:pt x="24" y="29"/>
                    <a:pt x="19" y="29"/>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sp>
        <p:nvSpPr>
          <p:cNvPr id="3" name="Brandline_LVC">
            <a:extLst>
              <a:ext uri="{FF2B5EF4-FFF2-40B4-BE49-F238E27FC236}">
                <a16:creationId xmlns:a16="http://schemas.microsoft.com/office/drawing/2014/main" id="{BDD44A10-2E6C-E7C8-3CBB-C8AEB01E20BB}"/>
              </a:ext>
            </a:extLst>
          </p:cNvPr>
          <p:cNvSpPr/>
          <p:nvPr/>
        </p:nvSpPr>
        <p:spPr>
          <a:xfrm>
            <a:off x="6159500" y="805656"/>
            <a:ext cx="39470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45"/>
          <p:cNvSpPr txBox="1">
            <a:spLocks noGrp="1"/>
          </p:cNvSpPr>
          <p:nvPr>
            <p:ph type="title"/>
          </p:nvPr>
        </p:nvSpPr>
        <p:spPr>
          <a:xfrm>
            <a:off x="-10160" y="191778"/>
            <a:ext cx="16276320" cy="687244"/>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3200">
                <a:solidFill>
                  <a:srgbClr val="3F3F3F"/>
                </a:solidFill>
                <a:latin typeface="Open Sans"/>
                <a:ea typeface="Open Sans"/>
                <a:cs typeface="Open Sans"/>
                <a:sym typeface="Open Sans"/>
              </a:rPr>
              <a:t>YARN: Use Case</a:t>
            </a:r>
            <a:endParaRPr/>
          </a:p>
        </p:txBody>
      </p:sp>
      <p:sp>
        <p:nvSpPr>
          <p:cNvPr id="503" name="Google Shape;503;p45"/>
          <p:cNvSpPr/>
          <p:nvPr/>
        </p:nvSpPr>
        <p:spPr>
          <a:xfrm>
            <a:off x="4687741" y="2663614"/>
            <a:ext cx="10969673" cy="3823739"/>
          </a:xfrm>
          <a:prstGeom prst="roundRect">
            <a:avLst>
              <a:gd name="adj" fmla="val 7772"/>
            </a:avLst>
          </a:prstGeom>
          <a:noFill/>
          <a:ln w="9525" cap="flat" cmpd="sng">
            <a:solidFill>
              <a:srgbClr val="F7CAAC"/>
            </a:solidFill>
            <a:prstDash val="solid"/>
            <a:round/>
            <a:headEnd type="none" w="sm" len="sm"/>
            <a:tailEnd type="none" w="sm" len="sm"/>
          </a:ln>
        </p:spPr>
        <p:txBody>
          <a:bodyPr spcFirstLastPara="1" wrap="square" lIns="91425" tIns="45700" rIns="91425" bIns="45700" anchor="ctr" anchorCtr="0">
            <a:noAutofit/>
          </a:bodyPr>
          <a:lstStyle/>
          <a:p>
            <a:pPr marL="342900" marR="0" lvl="0" indent="-190500" algn="l" rtl="0">
              <a:lnSpc>
                <a:spcPct val="115000"/>
              </a:lnSpc>
              <a:spcBef>
                <a:spcPts val="0"/>
              </a:spcBef>
              <a:spcAft>
                <a:spcPts val="0"/>
              </a:spcAft>
              <a:buClr>
                <a:srgbClr val="000000"/>
              </a:buClr>
              <a:buSzPts val="2400"/>
              <a:buFont typeface="Arial"/>
              <a:buNone/>
            </a:pPr>
            <a:endParaRPr sz="1650" b="0" i="0" u="none" strike="noStrike" cap="none">
              <a:solidFill>
                <a:srgbClr val="3F3F3F"/>
              </a:solidFill>
              <a:latin typeface="Open Sans"/>
              <a:ea typeface="Open Sans"/>
              <a:cs typeface="Open Sans"/>
              <a:sym typeface="Open Sans"/>
            </a:endParaRPr>
          </a:p>
        </p:txBody>
      </p:sp>
      <p:sp>
        <p:nvSpPr>
          <p:cNvPr id="505" name="Google Shape;505;p45"/>
          <p:cNvSpPr txBox="1"/>
          <p:nvPr/>
        </p:nvSpPr>
        <p:spPr>
          <a:xfrm>
            <a:off x="4854976" y="2965976"/>
            <a:ext cx="10476463" cy="333061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After implementing YARN in the first quarter of 2013, Yahoo has installed more than 30,000 production nodes on:</a:t>
            </a:r>
            <a:endParaRPr/>
          </a:p>
          <a:p>
            <a:pPr marL="800100" marR="0" lvl="2" indent="-3429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Spark for iterative processing</a:t>
            </a:r>
            <a:endParaRPr sz="2200" b="0" i="0" u="none" strike="noStrike" cap="none">
              <a:solidFill>
                <a:srgbClr val="3F3F3F"/>
              </a:solidFill>
              <a:latin typeface="Open Sans"/>
              <a:ea typeface="Open Sans"/>
              <a:cs typeface="Open Sans"/>
              <a:sym typeface="Open Sans"/>
            </a:endParaRPr>
          </a:p>
          <a:p>
            <a:pPr marL="800100" marR="0" lvl="2" indent="-3429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Storm for stream processing</a:t>
            </a:r>
            <a:endParaRPr sz="2200" b="0" i="0" u="none" strike="noStrike" cap="none">
              <a:solidFill>
                <a:srgbClr val="3F3F3F"/>
              </a:solidFill>
              <a:latin typeface="Open Sans"/>
              <a:ea typeface="Open Sans"/>
              <a:cs typeface="Open Sans"/>
              <a:sym typeface="Open Sans"/>
            </a:endParaRPr>
          </a:p>
          <a:p>
            <a:pPr marL="800100" marR="0" lvl="2" indent="-3429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Hadoop for batch processing</a:t>
            </a:r>
            <a:endParaRPr sz="2200" b="0" i="0" u="none" strike="noStrike" cap="none">
              <a:solidFill>
                <a:srgbClr val="3F3F3F"/>
              </a:solidFill>
              <a:latin typeface="Open Sans"/>
              <a:ea typeface="Open Sans"/>
              <a:cs typeface="Open Sans"/>
              <a:sym typeface="Open Sans"/>
            </a:endParaRPr>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Such a solution was possible only after YARN was introduced and multiple processing frameworks were implemented.</a:t>
            </a:r>
            <a:endParaRPr lang="en-US" sz="2200" b="0" i="0" u="none" strike="noStrike" cap="none" dirty="0">
              <a:solidFill>
                <a:srgbClr val="3F3F3F"/>
              </a:solidFill>
              <a:latin typeface="Open Sans"/>
              <a:ea typeface="Open Sans"/>
              <a:cs typeface="Open Sans"/>
              <a:sym typeface="Open Sans"/>
            </a:endParaRPr>
          </a:p>
        </p:txBody>
      </p:sp>
      <p:grpSp>
        <p:nvGrpSpPr>
          <p:cNvPr id="506" name="Google Shape;506;p45"/>
          <p:cNvGrpSpPr/>
          <p:nvPr/>
        </p:nvGrpSpPr>
        <p:grpSpPr>
          <a:xfrm>
            <a:off x="1525555" y="2451466"/>
            <a:ext cx="2676238" cy="3915756"/>
            <a:chOff x="3667125" y="1247775"/>
            <a:chExt cx="1809751" cy="2647950"/>
          </a:xfrm>
        </p:grpSpPr>
        <p:sp>
          <p:nvSpPr>
            <p:cNvPr id="507" name="Google Shape;507;p45"/>
            <p:cNvSpPr/>
            <p:nvPr/>
          </p:nvSpPr>
          <p:spPr>
            <a:xfrm>
              <a:off x="4232275" y="3473450"/>
              <a:ext cx="679450" cy="422275"/>
            </a:xfrm>
            <a:custGeom>
              <a:avLst/>
              <a:gdLst/>
              <a:ahLst/>
              <a:cxnLst/>
              <a:rect l="l" t="t" r="r" b="b"/>
              <a:pathLst>
                <a:path w="180" h="112" extrusionOk="0">
                  <a:moveTo>
                    <a:pt x="179" y="67"/>
                  </a:moveTo>
                  <a:cubicBezTo>
                    <a:pt x="179" y="64"/>
                    <a:pt x="176" y="62"/>
                    <a:pt x="172" y="62"/>
                  </a:cubicBezTo>
                  <a:cubicBezTo>
                    <a:pt x="72" y="62"/>
                    <a:pt x="72" y="62"/>
                    <a:pt x="72" y="62"/>
                  </a:cubicBezTo>
                  <a:cubicBezTo>
                    <a:pt x="174" y="42"/>
                    <a:pt x="174" y="42"/>
                    <a:pt x="174" y="42"/>
                  </a:cubicBezTo>
                  <a:cubicBezTo>
                    <a:pt x="177" y="41"/>
                    <a:pt x="180" y="39"/>
                    <a:pt x="179" y="35"/>
                  </a:cubicBezTo>
                  <a:cubicBezTo>
                    <a:pt x="179" y="32"/>
                    <a:pt x="176" y="30"/>
                    <a:pt x="172" y="30"/>
                  </a:cubicBezTo>
                  <a:cubicBezTo>
                    <a:pt x="77" y="30"/>
                    <a:pt x="77" y="30"/>
                    <a:pt x="77" y="30"/>
                  </a:cubicBezTo>
                  <a:cubicBezTo>
                    <a:pt x="174" y="12"/>
                    <a:pt x="174" y="12"/>
                    <a:pt x="174" y="12"/>
                  </a:cubicBezTo>
                  <a:cubicBezTo>
                    <a:pt x="177" y="11"/>
                    <a:pt x="180" y="8"/>
                    <a:pt x="179" y="5"/>
                  </a:cubicBezTo>
                  <a:cubicBezTo>
                    <a:pt x="179" y="2"/>
                    <a:pt x="176" y="0"/>
                    <a:pt x="172" y="0"/>
                  </a:cubicBezTo>
                  <a:cubicBezTo>
                    <a:pt x="8" y="0"/>
                    <a:pt x="8" y="0"/>
                    <a:pt x="8" y="0"/>
                  </a:cubicBezTo>
                  <a:cubicBezTo>
                    <a:pt x="4" y="0"/>
                    <a:pt x="0" y="2"/>
                    <a:pt x="0" y="6"/>
                  </a:cubicBezTo>
                  <a:cubicBezTo>
                    <a:pt x="0" y="9"/>
                    <a:pt x="4" y="12"/>
                    <a:pt x="8" y="12"/>
                  </a:cubicBezTo>
                  <a:cubicBezTo>
                    <a:pt x="103" y="12"/>
                    <a:pt x="103" y="12"/>
                    <a:pt x="103" y="12"/>
                  </a:cubicBezTo>
                  <a:cubicBezTo>
                    <a:pt x="6" y="30"/>
                    <a:pt x="6" y="30"/>
                    <a:pt x="6" y="30"/>
                  </a:cubicBezTo>
                  <a:cubicBezTo>
                    <a:pt x="3" y="31"/>
                    <a:pt x="0" y="34"/>
                    <a:pt x="1" y="37"/>
                  </a:cubicBezTo>
                  <a:cubicBezTo>
                    <a:pt x="1" y="40"/>
                    <a:pt x="4" y="42"/>
                    <a:pt x="8" y="42"/>
                  </a:cubicBezTo>
                  <a:cubicBezTo>
                    <a:pt x="108" y="42"/>
                    <a:pt x="108" y="42"/>
                    <a:pt x="108" y="42"/>
                  </a:cubicBezTo>
                  <a:cubicBezTo>
                    <a:pt x="6" y="62"/>
                    <a:pt x="6" y="62"/>
                    <a:pt x="6" y="62"/>
                  </a:cubicBezTo>
                  <a:cubicBezTo>
                    <a:pt x="3" y="63"/>
                    <a:pt x="0" y="66"/>
                    <a:pt x="1" y="69"/>
                  </a:cubicBezTo>
                  <a:cubicBezTo>
                    <a:pt x="1" y="72"/>
                    <a:pt x="4" y="75"/>
                    <a:pt x="8" y="75"/>
                  </a:cubicBezTo>
                  <a:cubicBezTo>
                    <a:pt x="125" y="75"/>
                    <a:pt x="125" y="75"/>
                    <a:pt x="125" y="75"/>
                  </a:cubicBezTo>
                  <a:cubicBezTo>
                    <a:pt x="34" y="99"/>
                    <a:pt x="34" y="99"/>
                    <a:pt x="34" y="99"/>
                  </a:cubicBezTo>
                  <a:cubicBezTo>
                    <a:pt x="31" y="100"/>
                    <a:pt x="29" y="103"/>
                    <a:pt x="29" y="106"/>
                  </a:cubicBezTo>
                  <a:cubicBezTo>
                    <a:pt x="30" y="109"/>
                    <a:pt x="33" y="112"/>
                    <a:pt x="37" y="112"/>
                  </a:cubicBezTo>
                  <a:cubicBezTo>
                    <a:pt x="144" y="112"/>
                    <a:pt x="144" y="112"/>
                    <a:pt x="144" y="112"/>
                  </a:cubicBezTo>
                  <a:cubicBezTo>
                    <a:pt x="147" y="112"/>
                    <a:pt x="151" y="109"/>
                    <a:pt x="151" y="105"/>
                  </a:cubicBezTo>
                  <a:cubicBezTo>
                    <a:pt x="151" y="102"/>
                    <a:pt x="147" y="99"/>
                    <a:pt x="144" y="99"/>
                  </a:cubicBezTo>
                  <a:cubicBezTo>
                    <a:pt x="83" y="99"/>
                    <a:pt x="83" y="99"/>
                    <a:pt x="83" y="99"/>
                  </a:cubicBezTo>
                  <a:cubicBezTo>
                    <a:pt x="174" y="74"/>
                    <a:pt x="174" y="74"/>
                    <a:pt x="174" y="74"/>
                  </a:cubicBezTo>
                  <a:cubicBezTo>
                    <a:pt x="178" y="73"/>
                    <a:pt x="180" y="70"/>
                    <a:pt x="179" y="6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08" name="Google Shape;508;p45"/>
            <p:cNvSpPr/>
            <p:nvPr/>
          </p:nvSpPr>
          <p:spPr>
            <a:xfrm>
              <a:off x="4240213" y="2822575"/>
              <a:ext cx="520700" cy="519113"/>
            </a:xfrm>
            <a:custGeom>
              <a:avLst/>
              <a:gdLst/>
              <a:ahLst/>
              <a:cxnLst/>
              <a:rect l="l" t="t" r="r" b="b"/>
              <a:pathLst>
                <a:path w="138" h="138" extrusionOk="0">
                  <a:moveTo>
                    <a:pt x="124" y="58"/>
                  </a:moveTo>
                  <a:cubicBezTo>
                    <a:pt x="123" y="55"/>
                    <a:pt x="122" y="53"/>
                    <a:pt x="121" y="50"/>
                  </a:cubicBezTo>
                  <a:cubicBezTo>
                    <a:pt x="133" y="43"/>
                    <a:pt x="133" y="43"/>
                    <a:pt x="133" y="43"/>
                  </a:cubicBezTo>
                  <a:cubicBezTo>
                    <a:pt x="132" y="40"/>
                    <a:pt x="130" y="37"/>
                    <a:pt x="129" y="34"/>
                  </a:cubicBezTo>
                  <a:cubicBezTo>
                    <a:pt x="127" y="31"/>
                    <a:pt x="125" y="28"/>
                    <a:pt x="123" y="26"/>
                  </a:cubicBezTo>
                  <a:cubicBezTo>
                    <a:pt x="111" y="32"/>
                    <a:pt x="111" y="32"/>
                    <a:pt x="111" y="32"/>
                  </a:cubicBezTo>
                  <a:cubicBezTo>
                    <a:pt x="109" y="30"/>
                    <a:pt x="107" y="28"/>
                    <a:pt x="105" y="26"/>
                  </a:cubicBezTo>
                  <a:cubicBezTo>
                    <a:pt x="112" y="15"/>
                    <a:pt x="112" y="15"/>
                    <a:pt x="112" y="15"/>
                  </a:cubicBezTo>
                  <a:cubicBezTo>
                    <a:pt x="109" y="12"/>
                    <a:pt x="106" y="11"/>
                    <a:pt x="103" y="9"/>
                  </a:cubicBezTo>
                  <a:cubicBezTo>
                    <a:pt x="100" y="7"/>
                    <a:pt x="97" y="6"/>
                    <a:pt x="94" y="4"/>
                  </a:cubicBezTo>
                  <a:cubicBezTo>
                    <a:pt x="87" y="16"/>
                    <a:pt x="87" y="16"/>
                    <a:pt x="87" y="16"/>
                  </a:cubicBezTo>
                  <a:cubicBezTo>
                    <a:pt x="85" y="15"/>
                    <a:pt x="82" y="14"/>
                    <a:pt x="79" y="14"/>
                  </a:cubicBezTo>
                  <a:cubicBezTo>
                    <a:pt x="79" y="0"/>
                    <a:pt x="79" y="0"/>
                    <a:pt x="79" y="0"/>
                  </a:cubicBezTo>
                  <a:cubicBezTo>
                    <a:pt x="76" y="0"/>
                    <a:pt x="72" y="0"/>
                    <a:pt x="69" y="0"/>
                  </a:cubicBezTo>
                  <a:cubicBezTo>
                    <a:pt x="65" y="0"/>
                    <a:pt x="62" y="0"/>
                    <a:pt x="59" y="0"/>
                  </a:cubicBezTo>
                  <a:cubicBezTo>
                    <a:pt x="59" y="14"/>
                    <a:pt x="59" y="14"/>
                    <a:pt x="59" y="14"/>
                  </a:cubicBezTo>
                  <a:cubicBezTo>
                    <a:pt x="56" y="14"/>
                    <a:pt x="53" y="15"/>
                    <a:pt x="50" y="16"/>
                  </a:cubicBezTo>
                  <a:cubicBezTo>
                    <a:pt x="43" y="4"/>
                    <a:pt x="43" y="4"/>
                    <a:pt x="43" y="4"/>
                  </a:cubicBezTo>
                  <a:cubicBezTo>
                    <a:pt x="40" y="6"/>
                    <a:pt x="37" y="7"/>
                    <a:pt x="34" y="9"/>
                  </a:cubicBezTo>
                  <a:cubicBezTo>
                    <a:pt x="31" y="11"/>
                    <a:pt x="28" y="12"/>
                    <a:pt x="26" y="15"/>
                  </a:cubicBezTo>
                  <a:cubicBezTo>
                    <a:pt x="32" y="26"/>
                    <a:pt x="32" y="26"/>
                    <a:pt x="32" y="26"/>
                  </a:cubicBezTo>
                  <a:cubicBezTo>
                    <a:pt x="30" y="28"/>
                    <a:pt x="28" y="30"/>
                    <a:pt x="26" y="32"/>
                  </a:cubicBezTo>
                  <a:cubicBezTo>
                    <a:pt x="15" y="26"/>
                    <a:pt x="15" y="26"/>
                    <a:pt x="15" y="26"/>
                  </a:cubicBezTo>
                  <a:cubicBezTo>
                    <a:pt x="13" y="28"/>
                    <a:pt x="11" y="31"/>
                    <a:pt x="9" y="34"/>
                  </a:cubicBezTo>
                  <a:cubicBezTo>
                    <a:pt x="7" y="37"/>
                    <a:pt x="6" y="40"/>
                    <a:pt x="5" y="43"/>
                  </a:cubicBezTo>
                  <a:cubicBezTo>
                    <a:pt x="16" y="50"/>
                    <a:pt x="16" y="50"/>
                    <a:pt x="16" y="50"/>
                  </a:cubicBezTo>
                  <a:cubicBezTo>
                    <a:pt x="15" y="53"/>
                    <a:pt x="14" y="55"/>
                    <a:pt x="14" y="58"/>
                  </a:cubicBezTo>
                  <a:cubicBezTo>
                    <a:pt x="0" y="58"/>
                    <a:pt x="0" y="58"/>
                    <a:pt x="0" y="58"/>
                  </a:cubicBezTo>
                  <a:cubicBezTo>
                    <a:pt x="0" y="62"/>
                    <a:pt x="0" y="65"/>
                    <a:pt x="0" y="69"/>
                  </a:cubicBezTo>
                  <a:cubicBezTo>
                    <a:pt x="0" y="72"/>
                    <a:pt x="0" y="75"/>
                    <a:pt x="0" y="79"/>
                  </a:cubicBezTo>
                  <a:cubicBezTo>
                    <a:pt x="14" y="79"/>
                    <a:pt x="14" y="79"/>
                    <a:pt x="14" y="79"/>
                  </a:cubicBezTo>
                  <a:cubicBezTo>
                    <a:pt x="14" y="82"/>
                    <a:pt x="15" y="84"/>
                    <a:pt x="16" y="87"/>
                  </a:cubicBezTo>
                  <a:cubicBezTo>
                    <a:pt x="5" y="94"/>
                    <a:pt x="5" y="94"/>
                    <a:pt x="5" y="94"/>
                  </a:cubicBezTo>
                  <a:cubicBezTo>
                    <a:pt x="6" y="97"/>
                    <a:pt x="7" y="100"/>
                    <a:pt x="9" y="103"/>
                  </a:cubicBezTo>
                  <a:cubicBezTo>
                    <a:pt x="11" y="106"/>
                    <a:pt x="13" y="109"/>
                    <a:pt x="15" y="112"/>
                  </a:cubicBezTo>
                  <a:cubicBezTo>
                    <a:pt x="26" y="105"/>
                    <a:pt x="26" y="105"/>
                    <a:pt x="26" y="105"/>
                  </a:cubicBezTo>
                  <a:cubicBezTo>
                    <a:pt x="28" y="107"/>
                    <a:pt x="30" y="109"/>
                    <a:pt x="32" y="111"/>
                  </a:cubicBezTo>
                  <a:cubicBezTo>
                    <a:pt x="26" y="123"/>
                    <a:pt x="26" y="123"/>
                    <a:pt x="26" y="123"/>
                  </a:cubicBezTo>
                  <a:cubicBezTo>
                    <a:pt x="28" y="125"/>
                    <a:pt x="31" y="127"/>
                    <a:pt x="34" y="128"/>
                  </a:cubicBezTo>
                  <a:cubicBezTo>
                    <a:pt x="37" y="130"/>
                    <a:pt x="40" y="132"/>
                    <a:pt x="43" y="133"/>
                  </a:cubicBezTo>
                  <a:cubicBezTo>
                    <a:pt x="50" y="121"/>
                    <a:pt x="50" y="121"/>
                    <a:pt x="50" y="121"/>
                  </a:cubicBezTo>
                  <a:cubicBezTo>
                    <a:pt x="53" y="122"/>
                    <a:pt x="56" y="123"/>
                    <a:pt x="59" y="123"/>
                  </a:cubicBezTo>
                  <a:cubicBezTo>
                    <a:pt x="59" y="137"/>
                    <a:pt x="59" y="137"/>
                    <a:pt x="59" y="137"/>
                  </a:cubicBezTo>
                  <a:cubicBezTo>
                    <a:pt x="62" y="137"/>
                    <a:pt x="65" y="138"/>
                    <a:pt x="69" y="138"/>
                  </a:cubicBezTo>
                  <a:cubicBezTo>
                    <a:pt x="72" y="138"/>
                    <a:pt x="76" y="137"/>
                    <a:pt x="79" y="137"/>
                  </a:cubicBezTo>
                  <a:cubicBezTo>
                    <a:pt x="79" y="123"/>
                    <a:pt x="79" y="123"/>
                    <a:pt x="79" y="123"/>
                  </a:cubicBezTo>
                  <a:cubicBezTo>
                    <a:pt x="82" y="123"/>
                    <a:pt x="85" y="122"/>
                    <a:pt x="87" y="121"/>
                  </a:cubicBezTo>
                  <a:cubicBezTo>
                    <a:pt x="94" y="133"/>
                    <a:pt x="94" y="133"/>
                    <a:pt x="94" y="133"/>
                  </a:cubicBezTo>
                  <a:cubicBezTo>
                    <a:pt x="97" y="132"/>
                    <a:pt x="100" y="130"/>
                    <a:pt x="103" y="128"/>
                  </a:cubicBezTo>
                  <a:cubicBezTo>
                    <a:pt x="106" y="127"/>
                    <a:pt x="109" y="125"/>
                    <a:pt x="112" y="123"/>
                  </a:cubicBezTo>
                  <a:cubicBezTo>
                    <a:pt x="105" y="111"/>
                    <a:pt x="105" y="111"/>
                    <a:pt x="105" y="111"/>
                  </a:cubicBezTo>
                  <a:cubicBezTo>
                    <a:pt x="107" y="109"/>
                    <a:pt x="109" y="107"/>
                    <a:pt x="111" y="105"/>
                  </a:cubicBezTo>
                  <a:cubicBezTo>
                    <a:pt x="123" y="112"/>
                    <a:pt x="123" y="112"/>
                    <a:pt x="123" y="112"/>
                  </a:cubicBezTo>
                  <a:cubicBezTo>
                    <a:pt x="125" y="109"/>
                    <a:pt x="127" y="106"/>
                    <a:pt x="129" y="103"/>
                  </a:cubicBezTo>
                  <a:cubicBezTo>
                    <a:pt x="130" y="100"/>
                    <a:pt x="132" y="97"/>
                    <a:pt x="133" y="94"/>
                  </a:cubicBezTo>
                  <a:cubicBezTo>
                    <a:pt x="121" y="87"/>
                    <a:pt x="121" y="87"/>
                    <a:pt x="121" y="87"/>
                  </a:cubicBezTo>
                  <a:cubicBezTo>
                    <a:pt x="122" y="84"/>
                    <a:pt x="123" y="82"/>
                    <a:pt x="124" y="79"/>
                  </a:cubicBezTo>
                  <a:cubicBezTo>
                    <a:pt x="137" y="79"/>
                    <a:pt x="137" y="79"/>
                    <a:pt x="137" y="79"/>
                  </a:cubicBezTo>
                  <a:cubicBezTo>
                    <a:pt x="138" y="75"/>
                    <a:pt x="138" y="72"/>
                    <a:pt x="138" y="69"/>
                  </a:cubicBezTo>
                  <a:cubicBezTo>
                    <a:pt x="138" y="65"/>
                    <a:pt x="138" y="62"/>
                    <a:pt x="137" y="58"/>
                  </a:cubicBezTo>
                  <a:lnTo>
                    <a:pt x="124" y="58"/>
                  </a:lnTo>
                  <a:close/>
                  <a:moveTo>
                    <a:pt x="108" y="68"/>
                  </a:moveTo>
                  <a:cubicBezTo>
                    <a:pt x="108" y="68"/>
                    <a:pt x="108" y="68"/>
                    <a:pt x="108" y="68"/>
                  </a:cubicBezTo>
                  <a:cubicBezTo>
                    <a:pt x="108" y="68"/>
                    <a:pt x="108" y="68"/>
                    <a:pt x="108" y="68"/>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7" y="76"/>
                    <a:pt x="107" y="76"/>
                    <a:pt x="107" y="76"/>
                  </a:cubicBezTo>
                  <a:cubicBezTo>
                    <a:pt x="107" y="76"/>
                    <a:pt x="107" y="76"/>
                    <a:pt x="107" y="76"/>
                  </a:cubicBezTo>
                  <a:cubicBezTo>
                    <a:pt x="107" y="76"/>
                    <a:pt x="107" y="76"/>
                    <a:pt x="107" y="76"/>
                  </a:cubicBezTo>
                  <a:cubicBezTo>
                    <a:pt x="107" y="76"/>
                    <a:pt x="107" y="76"/>
                    <a:pt x="107" y="76"/>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9"/>
                    <a:pt x="107" y="79"/>
                    <a:pt x="107" y="79"/>
                  </a:cubicBezTo>
                  <a:cubicBezTo>
                    <a:pt x="107" y="79"/>
                    <a:pt x="107" y="79"/>
                    <a:pt x="107" y="79"/>
                  </a:cubicBezTo>
                  <a:cubicBezTo>
                    <a:pt x="107" y="79"/>
                    <a:pt x="107" y="79"/>
                    <a:pt x="107" y="79"/>
                  </a:cubicBezTo>
                  <a:cubicBezTo>
                    <a:pt x="107" y="79"/>
                    <a:pt x="107" y="79"/>
                    <a:pt x="107" y="79"/>
                  </a:cubicBezTo>
                  <a:cubicBezTo>
                    <a:pt x="106" y="82"/>
                    <a:pt x="105" y="85"/>
                    <a:pt x="103" y="88"/>
                  </a:cubicBezTo>
                  <a:cubicBezTo>
                    <a:pt x="102" y="89"/>
                    <a:pt x="102" y="90"/>
                    <a:pt x="101" y="91"/>
                  </a:cubicBezTo>
                  <a:cubicBezTo>
                    <a:pt x="101" y="91"/>
                    <a:pt x="101" y="91"/>
                    <a:pt x="101" y="91"/>
                  </a:cubicBezTo>
                  <a:cubicBezTo>
                    <a:pt x="101" y="91"/>
                    <a:pt x="101" y="91"/>
                    <a:pt x="101" y="91"/>
                  </a:cubicBezTo>
                  <a:cubicBezTo>
                    <a:pt x="101" y="91"/>
                    <a:pt x="101" y="91"/>
                    <a:pt x="101" y="91"/>
                  </a:cubicBezTo>
                  <a:cubicBezTo>
                    <a:pt x="101" y="91"/>
                    <a:pt x="101" y="91"/>
                    <a:pt x="101" y="91"/>
                  </a:cubicBezTo>
                  <a:cubicBezTo>
                    <a:pt x="101" y="92"/>
                    <a:pt x="101" y="92"/>
                    <a:pt x="101" y="92"/>
                  </a:cubicBezTo>
                  <a:cubicBezTo>
                    <a:pt x="98" y="95"/>
                    <a:pt x="95" y="98"/>
                    <a:pt x="92" y="100"/>
                  </a:cubicBezTo>
                  <a:cubicBezTo>
                    <a:pt x="92" y="101"/>
                    <a:pt x="92" y="101"/>
                    <a:pt x="92" y="101"/>
                  </a:cubicBezTo>
                  <a:cubicBezTo>
                    <a:pt x="92" y="101"/>
                    <a:pt x="92" y="101"/>
                    <a:pt x="92" y="101"/>
                  </a:cubicBezTo>
                  <a:cubicBezTo>
                    <a:pt x="92" y="101"/>
                    <a:pt x="92" y="101"/>
                    <a:pt x="92" y="101"/>
                  </a:cubicBezTo>
                  <a:cubicBezTo>
                    <a:pt x="92" y="101"/>
                    <a:pt x="92" y="101"/>
                    <a:pt x="92" y="101"/>
                  </a:cubicBezTo>
                  <a:cubicBezTo>
                    <a:pt x="92" y="101"/>
                    <a:pt x="92" y="101"/>
                    <a:pt x="92" y="101"/>
                  </a:cubicBezTo>
                  <a:cubicBezTo>
                    <a:pt x="91" y="101"/>
                    <a:pt x="91" y="101"/>
                    <a:pt x="91" y="101"/>
                  </a:cubicBezTo>
                  <a:cubicBezTo>
                    <a:pt x="90" y="102"/>
                    <a:pt x="90" y="102"/>
                    <a:pt x="88" y="103"/>
                  </a:cubicBezTo>
                  <a:cubicBezTo>
                    <a:pt x="85" y="105"/>
                    <a:pt x="82" y="106"/>
                    <a:pt x="79" y="107"/>
                  </a:cubicBezTo>
                  <a:cubicBezTo>
                    <a:pt x="79" y="107"/>
                    <a:pt x="79" y="107"/>
                    <a:pt x="79" y="107"/>
                  </a:cubicBezTo>
                  <a:cubicBezTo>
                    <a:pt x="79" y="107"/>
                    <a:pt x="79" y="107"/>
                    <a:pt x="79" y="107"/>
                  </a:cubicBezTo>
                  <a:cubicBezTo>
                    <a:pt x="78" y="107"/>
                    <a:pt x="77" y="107"/>
                    <a:pt x="75" y="107"/>
                  </a:cubicBezTo>
                  <a:cubicBezTo>
                    <a:pt x="75" y="108"/>
                    <a:pt x="75" y="108"/>
                    <a:pt x="75" y="108"/>
                  </a:cubicBezTo>
                  <a:cubicBezTo>
                    <a:pt x="75" y="108"/>
                    <a:pt x="75" y="108"/>
                    <a:pt x="75" y="108"/>
                  </a:cubicBezTo>
                  <a:cubicBezTo>
                    <a:pt x="74" y="108"/>
                    <a:pt x="74" y="108"/>
                    <a:pt x="74" y="108"/>
                  </a:cubicBezTo>
                  <a:cubicBezTo>
                    <a:pt x="74" y="108"/>
                    <a:pt x="74" y="108"/>
                    <a:pt x="74" y="108"/>
                  </a:cubicBezTo>
                  <a:cubicBezTo>
                    <a:pt x="74" y="108"/>
                    <a:pt x="74" y="108"/>
                    <a:pt x="74" y="108"/>
                  </a:cubicBezTo>
                  <a:cubicBezTo>
                    <a:pt x="74" y="108"/>
                    <a:pt x="74" y="108"/>
                    <a:pt x="74"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0" y="108"/>
                    <a:pt x="70" y="108"/>
                    <a:pt x="70" y="108"/>
                  </a:cubicBezTo>
                  <a:cubicBezTo>
                    <a:pt x="70" y="108"/>
                    <a:pt x="70" y="108"/>
                    <a:pt x="70" y="108"/>
                  </a:cubicBezTo>
                  <a:cubicBezTo>
                    <a:pt x="70" y="108"/>
                    <a:pt x="70" y="108"/>
                    <a:pt x="70" y="108"/>
                  </a:cubicBezTo>
                  <a:cubicBezTo>
                    <a:pt x="70" y="108"/>
                    <a:pt x="70" y="108"/>
                    <a:pt x="70" y="108"/>
                  </a:cubicBezTo>
                  <a:cubicBezTo>
                    <a:pt x="70" y="108"/>
                    <a:pt x="70" y="108"/>
                    <a:pt x="70" y="108"/>
                  </a:cubicBezTo>
                  <a:cubicBezTo>
                    <a:pt x="69" y="108"/>
                    <a:pt x="69" y="108"/>
                    <a:pt x="69" y="108"/>
                  </a:cubicBezTo>
                  <a:cubicBezTo>
                    <a:pt x="69" y="108"/>
                    <a:pt x="69" y="108"/>
                    <a:pt x="69" y="108"/>
                  </a:cubicBezTo>
                  <a:cubicBezTo>
                    <a:pt x="69" y="108"/>
                    <a:pt x="69" y="108"/>
                    <a:pt x="69" y="108"/>
                  </a:cubicBezTo>
                  <a:cubicBezTo>
                    <a:pt x="69" y="108"/>
                    <a:pt x="69" y="108"/>
                    <a:pt x="69" y="108"/>
                  </a:cubicBezTo>
                  <a:cubicBezTo>
                    <a:pt x="68" y="108"/>
                    <a:pt x="68" y="108"/>
                    <a:pt x="68" y="108"/>
                  </a:cubicBezTo>
                  <a:cubicBezTo>
                    <a:pt x="68" y="108"/>
                    <a:pt x="68" y="108"/>
                    <a:pt x="68" y="108"/>
                  </a:cubicBezTo>
                  <a:cubicBezTo>
                    <a:pt x="68" y="108"/>
                    <a:pt x="68" y="108"/>
                    <a:pt x="68" y="108"/>
                  </a:cubicBezTo>
                  <a:cubicBezTo>
                    <a:pt x="67" y="108"/>
                    <a:pt x="67" y="108"/>
                    <a:pt x="67" y="108"/>
                  </a:cubicBezTo>
                  <a:cubicBezTo>
                    <a:pt x="67" y="108"/>
                    <a:pt x="67" y="108"/>
                    <a:pt x="67" y="108"/>
                  </a:cubicBezTo>
                  <a:cubicBezTo>
                    <a:pt x="66" y="108"/>
                    <a:pt x="66" y="108"/>
                    <a:pt x="66" y="108"/>
                  </a:cubicBezTo>
                  <a:cubicBezTo>
                    <a:pt x="66" y="108"/>
                    <a:pt x="66" y="108"/>
                    <a:pt x="66" y="108"/>
                  </a:cubicBezTo>
                  <a:cubicBezTo>
                    <a:pt x="66" y="108"/>
                    <a:pt x="66" y="108"/>
                    <a:pt x="66" y="108"/>
                  </a:cubicBezTo>
                  <a:cubicBezTo>
                    <a:pt x="65" y="108"/>
                    <a:pt x="65" y="108"/>
                    <a:pt x="65" y="108"/>
                  </a:cubicBezTo>
                  <a:cubicBezTo>
                    <a:pt x="65" y="108"/>
                    <a:pt x="65" y="108"/>
                    <a:pt x="65" y="108"/>
                  </a:cubicBezTo>
                  <a:cubicBezTo>
                    <a:pt x="64" y="108"/>
                    <a:pt x="64" y="108"/>
                    <a:pt x="64" y="108"/>
                  </a:cubicBezTo>
                  <a:cubicBezTo>
                    <a:pt x="64" y="108"/>
                    <a:pt x="64" y="108"/>
                    <a:pt x="64" y="108"/>
                  </a:cubicBezTo>
                  <a:cubicBezTo>
                    <a:pt x="63" y="108"/>
                    <a:pt x="63" y="108"/>
                    <a:pt x="63" y="108"/>
                  </a:cubicBezTo>
                  <a:cubicBezTo>
                    <a:pt x="63" y="108"/>
                    <a:pt x="63" y="108"/>
                    <a:pt x="63" y="108"/>
                  </a:cubicBezTo>
                  <a:cubicBezTo>
                    <a:pt x="62" y="108"/>
                    <a:pt x="62" y="107"/>
                    <a:pt x="62" y="107"/>
                  </a:cubicBezTo>
                  <a:cubicBezTo>
                    <a:pt x="62" y="107"/>
                    <a:pt x="62" y="107"/>
                    <a:pt x="62" y="107"/>
                  </a:cubicBezTo>
                  <a:cubicBezTo>
                    <a:pt x="61" y="107"/>
                    <a:pt x="61" y="107"/>
                    <a:pt x="61" y="107"/>
                  </a:cubicBezTo>
                  <a:cubicBezTo>
                    <a:pt x="61" y="107"/>
                    <a:pt x="61" y="107"/>
                    <a:pt x="61" y="107"/>
                  </a:cubicBezTo>
                  <a:cubicBezTo>
                    <a:pt x="61" y="107"/>
                    <a:pt x="61" y="107"/>
                    <a:pt x="61" y="107"/>
                  </a:cubicBezTo>
                  <a:cubicBezTo>
                    <a:pt x="60" y="107"/>
                    <a:pt x="60" y="107"/>
                    <a:pt x="60" y="107"/>
                  </a:cubicBezTo>
                  <a:cubicBezTo>
                    <a:pt x="60" y="107"/>
                    <a:pt x="60" y="107"/>
                    <a:pt x="60" y="107"/>
                  </a:cubicBezTo>
                  <a:cubicBezTo>
                    <a:pt x="60" y="107"/>
                    <a:pt x="60" y="107"/>
                    <a:pt x="60" y="107"/>
                  </a:cubicBezTo>
                  <a:cubicBezTo>
                    <a:pt x="60" y="107"/>
                    <a:pt x="60"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8" y="107"/>
                    <a:pt x="58" y="107"/>
                    <a:pt x="58" y="107"/>
                  </a:cubicBezTo>
                  <a:cubicBezTo>
                    <a:pt x="58" y="106"/>
                    <a:pt x="58" y="106"/>
                    <a:pt x="58" y="106"/>
                  </a:cubicBezTo>
                  <a:cubicBezTo>
                    <a:pt x="58" y="106"/>
                    <a:pt x="58" y="106"/>
                    <a:pt x="58" y="106"/>
                  </a:cubicBezTo>
                  <a:cubicBezTo>
                    <a:pt x="57" y="106"/>
                    <a:pt x="57" y="106"/>
                    <a:pt x="57" y="106"/>
                  </a:cubicBezTo>
                  <a:cubicBezTo>
                    <a:pt x="57" y="106"/>
                    <a:pt x="57" y="106"/>
                    <a:pt x="57" y="106"/>
                  </a:cubicBezTo>
                  <a:cubicBezTo>
                    <a:pt x="57" y="106"/>
                    <a:pt x="57" y="106"/>
                    <a:pt x="57" y="106"/>
                  </a:cubicBezTo>
                  <a:cubicBezTo>
                    <a:pt x="57" y="106"/>
                    <a:pt x="57" y="106"/>
                    <a:pt x="57" y="106"/>
                  </a:cubicBezTo>
                  <a:cubicBezTo>
                    <a:pt x="56" y="106"/>
                    <a:pt x="56" y="106"/>
                    <a:pt x="56" y="106"/>
                  </a:cubicBezTo>
                  <a:cubicBezTo>
                    <a:pt x="54" y="105"/>
                    <a:pt x="51" y="104"/>
                    <a:pt x="49" y="103"/>
                  </a:cubicBezTo>
                  <a:cubicBezTo>
                    <a:pt x="48" y="102"/>
                    <a:pt x="48" y="102"/>
                    <a:pt x="47" y="102"/>
                  </a:cubicBezTo>
                  <a:cubicBezTo>
                    <a:pt x="47" y="102"/>
                    <a:pt x="47" y="102"/>
                    <a:pt x="47" y="102"/>
                  </a:cubicBezTo>
                  <a:cubicBezTo>
                    <a:pt x="47" y="102"/>
                    <a:pt x="47" y="102"/>
                    <a:pt x="47" y="102"/>
                  </a:cubicBezTo>
                  <a:cubicBezTo>
                    <a:pt x="47" y="101"/>
                    <a:pt x="47" y="101"/>
                    <a:pt x="47" y="101"/>
                  </a:cubicBezTo>
                  <a:cubicBezTo>
                    <a:pt x="46" y="101"/>
                    <a:pt x="46" y="101"/>
                    <a:pt x="46" y="101"/>
                  </a:cubicBezTo>
                  <a:cubicBezTo>
                    <a:pt x="46" y="101"/>
                    <a:pt x="46" y="101"/>
                    <a:pt x="46" y="101"/>
                  </a:cubicBezTo>
                  <a:cubicBezTo>
                    <a:pt x="43" y="98"/>
                    <a:pt x="39" y="95"/>
                    <a:pt x="37" y="92"/>
                  </a:cubicBezTo>
                  <a:cubicBezTo>
                    <a:pt x="37" y="92"/>
                    <a:pt x="37" y="92"/>
                    <a:pt x="37" y="92"/>
                  </a:cubicBezTo>
                  <a:cubicBezTo>
                    <a:pt x="37" y="91"/>
                    <a:pt x="37" y="91"/>
                    <a:pt x="37" y="91"/>
                  </a:cubicBezTo>
                  <a:cubicBezTo>
                    <a:pt x="36" y="91"/>
                    <a:pt x="36" y="91"/>
                    <a:pt x="36" y="91"/>
                  </a:cubicBezTo>
                  <a:cubicBezTo>
                    <a:pt x="36" y="90"/>
                    <a:pt x="35" y="89"/>
                    <a:pt x="35" y="88"/>
                  </a:cubicBezTo>
                  <a:cubicBezTo>
                    <a:pt x="33" y="85"/>
                    <a:pt x="31" y="82"/>
                    <a:pt x="31" y="79"/>
                  </a:cubicBezTo>
                  <a:cubicBezTo>
                    <a:pt x="31" y="79"/>
                    <a:pt x="31" y="79"/>
                    <a:pt x="31" y="79"/>
                  </a:cubicBezTo>
                  <a:cubicBezTo>
                    <a:pt x="31" y="79"/>
                    <a:pt x="31" y="79"/>
                    <a:pt x="31" y="79"/>
                  </a:cubicBezTo>
                  <a:cubicBezTo>
                    <a:pt x="31" y="79"/>
                    <a:pt x="31" y="79"/>
                    <a:pt x="31" y="79"/>
                  </a:cubicBezTo>
                  <a:cubicBezTo>
                    <a:pt x="30" y="77"/>
                    <a:pt x="30" y="75"/>
                    <a:pt x="29" y="72"/>
                  </a:cubicBezTo>
                  <a:cubicBezTo>
                    <a:pt x="29" y="72"/>
                    <a:pt x="29" y="72"/>
                    <a:pt x="29" y="72"/>
                  </a:cubicBezTo>
                  <a:cubicBezTo>
                    <a:pt x="29" y="72"/>
                    <a:pt x="29" y="72"/>
                    <a:pt x="29" y="72"/>
                  </a:cubicBezTo>
                  <a:cubicBezTo>
                    <a:pt x="29" y="71"/>
                    <a:pt x="29" y="71"/>
                    <a:pt x="29" y="71"/>
                  </a:cubicBezTo>
                  <a:cubicBezTo>
                    <a:pt x="29" y="71"/>
                    <a:pt x="29" y="71"/>
                    <a:pt x="29" y="71"/>
                  </a:cubicBezTo>
                  <a:cubicBezTo>
                    <a:pt x="29" y="71"/>
                    <a:pt x="29" y="71"/>
                    <a:pt x="29" y="71"/>
                  </a:cubicBezTo>
                  <a:cubicBezTo>
                    <a:pt x="29" y="71"/>
                    <a:pt x="29" y="71"/>
                    <a:pt x="29" y="70"/>
                  </a:cubicBezTo>
                  <a:cubicBezTo>
                    <a:pt x="29" y="70"/>
                    <a:pt x="29" y="70"/>
                    <a:pt x="29" y="70"/>
                  </a:cubicBezTo>
                  <a:cubicBezTo>
                    <a:pt x="29" y="70"/>
                    <a:pt x="29" y="70"/>
                    <a:pt x="29" y="70"/>
                  </a:cubicBezTo>
                  <a:cubicBezTo>
                    <a:pt x="29" y="70"/>
                    <a:pt x="29" y="70"/>
                    <a:pt x="29" y="70"/>
                  </a:cubicBezTo>
                  <a:cubicBezTo>
                    <a:pt x="29" y="70"/>
                    <a:pt x="29" y="70"/>
                    <a:pt x="29" y="70"/>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7"/>
                    <a:pt x="29" y="67"/>
                    <a:pt x="29" y="67"/>
                  </a:cubicBezTo>
                  <a:cubicBezTo>
                    <a:pt x="29" y="67"/>
                    <a:pt x="29" y="67"/>
                    <a:pt x="29" y="67"/>
                  </a:cubicBezTo>
                  <a:cubicBezTo>
                    <a:pt x="29" y="67"/>
                    <a:pt x="29" y="67"/>
                    <a:pt x="29" y="67"/>
                  </a:cubicBezTo>
                  <a:cubicBezTo>
                    <a:pt x="29" y="67"/>
                    <a:pt x="29" y="67"/>
                    <a:pt x="29" y="67"/>
                  </a:cubicBezTo>
                  <a:cubicBezTo>
                    <a:pt x="29" y="67"/>
                    <a:pt x="29" y="67"/>
                    <a:pt x="29" y="67"/>
                  </a:cubicBezTo>
                  <a:cubicBezTo>
                    <a:pt x="29" y="67"/>
                    <a:pt x="29" y="67"/>
                    <a:pt x="29" y="67"/>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4"/>
                    <a:pt x="29" y="64"/>
                    <a:pt x="29" y="64"/>
                  </a:cubicBezTo>
                  <a:cubicBezTo>
                    <a:pt x="29" y="64"/>
                    <a:pt x="29" y="64"/>
                    <a:pt x="29" y="64"/>
                  </a:cubicBezTo>
                  <a:cubicBezTo>
                    <a:pt x="30" y="64"/>
                    <a:pt x="30" y="64"/>
                    <a:pt x="30" y="64"/>
                  </a:cubicBezTo>
                  <a:cubicBezTo>
                    <a:pt x="30" y="64"/>
                    <a:pt x="30" y="64"/>
                    <a:pt x="30" y="64"/>
                  </a:cubicBezTo>
                  <a:cubicBezTo>
                    <a:pt x="30" y="64"/>
                    <a:pt x="30" y="64"/>
                    <a:pt x="30" y="64"/>
                  </a:cubicBezTo>
                  <a:cubicBezTo>
                    <a:pt x="30" y="64"/>
                    <a:pt x="30" y="64"/>
                    <a:pt x="30" y="64"/>
                  </a:cubicBezTo>
                  <a:cubicBezTo>
                    <a:pt x="30" y="64"/>
                    <a:pt x="30" y="64"/>
                    <a:pt x="30" y="64"/>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1"/>
                    <a:pt x="30" y="61"/>
                    <a:pt x="30" y="61"/>
                  </a:cubicBezTo>
                  <a:cubicBezTo>
                    <a:pt x="30" y="61"/>
                    <a:pt x="30" y="61"/>
                    <a:pt x="30" y="61"/>
                  </a:cubicBezTo>
                  <a:cubicBezTo>
                    <a:pt x="30" y="61"/>
                    <a:pt x="30" y="61"/>
                    <a:pt x="30" y="61"/>
                  </a:cubicBezTo>
                  <a:cubicBezTo>
                    <a:pt x="30" y="61"/>
                    <a:pt x="30" y="61"/>
                    <a:pt x="30" y="61"/>
                  </a:cubicBezTo>
                  <a:cubicBezTo>
                    <a:pt x="30" y="61"/>
                    <a:pt x="30" y="61"/>
                    <a:pt x="30" y="61"/>
                  </a:cubicBezTo>
                  <a:cubicBezTo>
                    <a:pt x="30" y="61"/>
                    <a:pt x="30" y="61"/>
                    <a:pt x="30" y="61"/>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1" y="59"/>
                    <a:pt x="31" y="59"/>
                    <a:pt x="31" y="59"/>
                  </a:cubicBezTo>
                  <a:cubicBezTo>
                    <a:pt x="31" y="59"/>
                    <a:pt x="31" y="59"/>
                    <a:pt x="31" y="59"/>
                  </a:cubicBezTo>
                  <a:cubicBezTo>
                    <a:pt x="31" y="58"/>
                    <a:pt x="31" y="58"/>
                    <a:pt x="31" y="58"/>
                  </a:cubicBezTo>
                  <a:cubicBezTo>
                    <a:pt x="31" y="58"/>
                    <a:pt x="31" y="58"/>
                    <a:pt x="31" y="58"/>
                  </a:cubicBezTo>
                  <a:cubicBezTo>
                    <a:pt x="31" y="58"/>
                    <a:pt x="31" y="58"/>
                    <a:pt x="31" y="58"/>
                  </a:cubicBezTo>
                  <a:cubicBezTo>
                    <a:pt x="31" y="58"/>
                    <a:pt x="31" y="58"/>
                    <a:pt x="31" y="58"/>
                  </a:cubicBezTo>
                  <a:cubicBezTo>
                    <a:pt x="32" y="55"/>
                    <a:pt x="33" y="52"/>
                    <a:pt x="35" y="49"/>
                  </a:cubicBezTo>
                  <a:cubicBezTo>
                    <a:pt x="35" y="48"/>
                    <a:pt x="36" y="47"/>
                    <a:pt x="36" y="46"/>
                  </a:cubicBezTo>
                  <a:cubicBezTo>
                    <a:pt x="36" y="46"/>
                    <a:pt x="36" y="46"/>
                    <a:pt x="36" y="46"/>
                  </a:cubicBezTo>
                  <a:cubicBezTo>
                    <a:pt x="36" y="46"/>
                    <a:pt x="36" y="46"/>
                    <a:pt x="36" y="46"/>
                  </a:cubicBezTo>
                  <a:cubicBezTo>
                    <a:pt x="36" y="46"/>
                    <a:pt x="36" y="46"/>
                    <a:pt x="36" y="46"/>
                  </a:cubicBezTo>
                  <a:cubicBezTo>
                    <a:pt x="36" y="46"/>
                    <a:pt x="36" y="46"/>
                    <a:pt x="36" y="46"/>
                  </a:cubicBezTo>
                  <a:cubicBezTo>
                    <a:pt x="37" y="46"/>
                    <a:pt x="37" y="46"/>
                    <a:pt x="37" y="46"/>
                  </a:cubicBezTo>
                  <a:cubicBezTo>
                    <a:pt x="39" y="42"/>
                    <a:pt x="42" y="39"/>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7" y="36"/>
                    <a:pt x="47" y="36"/>
                    <a:pt x="47" y="36"/>
                  </a:cubicBezTo>
                  <a:cubicBezTo>
                    <a:pt x="47" y="36"/>
                    <a:pt x="47" y="36"/>
                    <a:pt x="47" y="36"/>
                  </a:cubicBezTo>
                  <a:cubicBezTo>
                    <a:pt x="47" y="36"/>
                    <a:pt x="47" y="36"/>
                    <a:pt x="47" y="36"/>
                  </a:cubicBezTo>
                  <a:cubicBezTo>
                    <a:pt x="47" y="35"/>
                    <a:pt x="48" y="35"/>
                    <a:pt x="49" y="34"/>
                  </a:cubicBezTo>
                  <a:cubicBezTo>
                    <a:pt x="52" y="33"/>
                    <a:pt x="55" y="31"/>
                    <a:pt x="59" y="30"/>
                  </a:cubicBezTo>
                  <a:cubicBezTo>
                    <a:pt x="59" y="30"/>
                    <a:pt x="59" y="30"/>
                    <a:pt x="59" y="30"/>
                  </a:cubicBezTo>
                  <a:cubicBezTo>
                    <a:pt x="59" y="30"/>
                    <a:pt x="59" y="30"/>
                    <a:pt x="59" y="30"/>
                  </a:cubicBezTo>
                  <a:cubicBezTo>
                    <a:pt x="59" y="30"/>
                    <a:pt x="59" y="30"/>
                    <a:pt x="59" y="30"/>
                  </a:cubicBezTo>
                  <a:cubicBezTo>
                    <a:pt x="60" y="30"/>
                    <a:pt x="61" y="30"/>
                    <a:pt x="62" y="30"/>
                  </a:cubicBezTo>
                  <a:cubicBezTo>
                    <a:pt x="62" y="30"/>
                    <a:pt x="62" y="30"/>
                    <a:pt x="62" y="30"/>
                  </a:cubicBezTo>
                  <a:cubicBezTo>
                    <a:pt x="63" y="29"/>
                    <a:pt x="63" y="29"/>
                    <a:pt x="63" y="29"/>
                  </a:cubicBezTo>
                  <a:cubicBezTo>
                    <a:pt x="63" y="29"/>
                    <a:pt x="63" y="29"/>
                    <a:pt x="63" y="29"/>
                  </a:cubicBezTo>
                  <a:cubicBezTo>
                    <a:pt x="64" y="29"/>
                    <a:pt x="64" y="29"/>
                    <a:pt x="64" y="29"/>
                  </a:cubicBezTo>
                  <a:cubicBezTo>
                    <a:pt x="64" y="29"/>
                    <a:pt x="64" y="29"/>
                    <a:pt x="64" y="29"/>
                  </a:cubicBezTo>
                  <a:cubicBezTo>
                    <a:pt x="64" y="29"/>
                    <a:pt x="64" y="29"/>
                    <a:pt x="64" y="29"/>
                  </a:cubicBezTo>
                  <a:cubicBezTo>
                    <a:pt x="64" y="29"/>
                    <a:pt x="64" y="29"/>
                    <a:pt x="64" y="29"/>
                  </a:cubicBezTo>
                  <a:cubicBezTo>
                    <a:pt x="64" y="29"/>
                    <a:pt x="64" y="29"/>
                    <a:pt x="64" y="29"/>
                  </a:cubicBezTo>
                  <a:cubicBezTo>
                    <a:pt x="64" y="29"/>
                    <a:pt x="64" y="29"/>
                    <a:pt x="64" y="29"/>
                  </a:cubicBezTo>
                  <a:cubicBezTo>
                    <a:pt x="65" y="29"/>
                    <a:pt x="65" y="29"/>
                    <a:pt x="65" y="29"/>
                  </a:cubicBezTo>
                  <a:cubicBezTo>
                    <a:pt x="65" y="29"/>
                    <a:pt x="65" y="29"/>
                    <a:pt x="65" y="29"/>
                  </a:cubicBezTo>
                  <a:cubicBezTo>
                    <a:pt x="65" y="29"/>
                    <a:pt x="65" y="29"/>
                    <a:pt x="65" y="29"/>
                  </a:cubicBezTo>
                  <a:cubicBezTo>
                    <a:pt x="65" y="29"/>
                    <a:pt x="65" y="29"/>
                    <a:pt x="65" y="29"/>
                  </a:cubicBezTo>
                  <a:cubicBezTo>
                    <a:pt x="65" y="29"/>
                    <a:pt x="65" y="29"/>
                    <a:pt x="65" y="29"/>
                  </a:cubicBezTo>
                  <a:cubicBezTo>
                    <a:pt x="65" y="29"/>
                    <a:pt x="65" y="29"/>
                    <a:pt x="65"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7" y="29"/>
                    <a:pt x="67" y="29"/>
                    <a:pt x="67" y="29"/>
                  </a:cubicBezTo>
                  <a:cubicBezTo>
                    <a:pt x="67" y="29"/>
                    <a:pt x="67" y="29"/>
                    <a:pt x="67" y="29"/>
                  </a:cubicBezTo>
                  <a:cubicBezTo>
                    <a:pt x="67" y="29"/>
                    <a:pt x="67" y="29"/>
                    <a:pt x="67" y="29"/>
                  </a:cubicBezTo>
                  <a:cubicBezTo>
                    <a:pt x="67" y="29"/>
                    <a:pt x="67" y="29"/>
                    <a:pt x="67" y="29"/>
                  </a:cubicBezTo>
                  <a:cubicBezTo>
                    <a:pt x="67" y="29"/>
                    <a:pt x="67" y="29"/>
                    <a:pt x="67" y="29"/>
                  </a:cubicBezTo>
                  <a:cubicBezTo>
                    <a:pt x="67" y="29"/>
                    <a:pt x="67" y="29"/>
                    <a:pt x="67" y="29"/>
                  </a:cubicBezTo>
                  <a:cubicBezTo>
                    <a:pt x="68" y="29"/>
                    <a:pt x="68" y="29"/>
                    <a:pt x="68" y="29"/>
                  </a:cubicBezTo>
                  <a:cubicBezTo>
                    <a:pt x="68" y="29"/>
                    <a:pt x="68" y="29"/>
                    <a:pt x="68" y="29"/>
                  </a:cubicBezTo>
                  <a:cubicBezTo>
                    <a:pt x="68" y="29"/>
                    <a:pt x="68" y="29"/>
                    <a:pt x="68" y="29"/>
                  </a:cubicBezTo>
                  <a:cubicBezTo>
                    <a:pt x="68" y="29"/>
                    <a:pt x="68" y="29"/>
                    <a:pt x="68" y="29"/>
                  </a:cubicBezTo>
                  <a:cubicBezTo>
                    <a:pt x="68" y="29"/>
                    <a:pt x="68" y="29"/>
                    <a:pt x="68" y="29"/>
                  </a:cubicBezTo>
                  <a:cubicBezTo>
                    <a:pt x="69" y="29"/>
                    <a:pt x="69" y="29"/>
                    <a:pt x="69" y="29"/>
                  </a:cubicBezTo>
                  <a:cubicBezTo>
                    <a:pt x="69" y="29"/>
                    <a:pt x="69" y="29"/>
                    <a:pt x="70" y="29"/>
                  </a:cubicBezTo>
                  <a:cubicBezTo>
                    <a:pt x="70" y="29"/>
                    <a:pt x="70" y="29"/>
                    <a:pt x="70" y="29"/>
                  </a:cubicBezTo>
                  <a:cubicBezTo>
                    <a:pt x="70" y="29"/>
                    <a:pt x="70" y="29"/>
                    <a:pt x="70" y="29"/>
                  </a:cubicBezTo>
                  <a:cubicBezTo>
                    <a:pt x="70" y="29"/>
                    <a:pt x="70" y="29"/>
                    <a:pt x="71" y="29"/>
                  </a:cubicBezTo>
                  <a:cubicBezTo>
                    <a:pt x="71" y="29"/>
                    <a:pt x="71" y="29"/>
                    <a:pt x="71" y="29"/>
                  </a:cubicBezTo>
                  <a:cubicBezTo>
                    <a:pt x="71" y="29"/>
                    <a:pt x="71" y="29"/>
                    <a:pt x="72" y="29"/>
                  </a:cubicBezTo>
                  <a:cubicBezTo>
                    <a:pt x="72" y="29"/>
                    <a:pt x="72" y="29"/>
                    <a:pt x="72" y="29"/>
                  </a:cubicBezTo>
                  <a:cubicBezTo>
                    <a:pt x="72" y="29"/>
                    <a:pt x="72" y="29"/>
                    <a:pt x="72" y="29"/>
                  </a:cubicBezTo>
                  <a:cubicBezTo>
                    <a:pt x="72" y="29"/>
                    <a:pt x="72" y="29"/>
                    <a:pt x="73" y="29"/>
                  </a:cubicBezTo>
                  <a:cubicBezTo>
                    <a:pt x="73" y="29"/>
                    <a:pt x="73" y="29"/>
                    <a:pt x="73" y="29"/>
                  </a:cubicBezTo>
                  <a:cubicBezTo>
                    <a:pt x="73" y="29"/>
                    <a:pt x="73" y="29"/>
                    <a:pt x="74" y="29"/>
                  </a:cubicBezTo>
                  <a:cubicBezTo>
                    <a:pt x="74" y="29"/>
                    <a:pt x="74" y="29"/>
                    <a:pt x="74" y="29"/>
                  </a:cubicBezTo>
                  <a:cubicBezTo>
                    <a:pt x="75" y="29"/>
                    <a:pt x="75" y="29"/>
                    <a:pt x="75" y="29"/>
                  </a:cubicBezTo>
                  <a:cubicBezTo>
                    <a:pt x="75" y="30"/>
                    <a:pt x="75" y="30"/>
                    <a:pt x="75" y="30"/>
                  </a:cubicBezTo>
                  <a:cubicBezTo>
                    <a:pt x="75" y="30"/>
                    <a:pt x="75" y="30"/>
                    <a:pt x="76" y="30"/>
                  </a:cubicBezTo>
                  <a:cubicBezTo>
                    <a:pt x="76" y="30"/>
                    <a:pt x="76" y="30"/>
                    <a:pt x="76" y="30"/>
                  </a:cubicBezTo>
                  <a:cubicBezTo>
                    <a:pt x="76" y="30"/>
                    <a:pt x="76" y="30"/>
                    <a:pt x="76" y="30"/>
                  </a:cubicBezTo>
                  <a:cubicBezTo>
                    <a:pt x="76" y="30"/>
                    <a:pt x="76" y="30"/>
                    <a:pt x="76" y="30"/>
                  </a:cubicBezTo>
                  <a:cubicBezTo>
                    <a:pt x="77" y="30"/>
                    <a:pt x="77" y="30"/>
                    <a:pt x="77" y="30"/>
                  </a:cubicBezTo>
                  <a:cubicBezTo>
                    <a:pt x="77" y="30"/>
                    <a:pt x="77" y="30"/>
                    <a:pt x="77" y="30"/>
                  </a:cubicBezTo>
                  <a:cubicBezTo>
                    <a:pt x="77" y="30"/>
                    <a:pt x="77" y="30"/>
                    <a:pt x="77" y="30"/>
                  </a:cubicBezTo>
                  <a:cubicBezTo>
                    <a:pt x="77" y="30"/>
                    <a:pt x="77" y="30"/>
                    <a:pt x="77" y="30"/>
                  </a:cubicBezTo>
                  <a:cubicBezTo>
                    <a:pt x="78" y="30"/>
                    <a:pt x="78" y="30"/>
                    <a:pt x="78" y="30"/>
                  </a:cubicBezTo>
                  <a:cubicBezTo>
                    <a:pt x="78" y="30"/>
                    <a:pt x="78" y="30"/>
                    <a:pt x="78" y="30"/>
                  </a:cubicBezTo>
                  <a:cubicBezTo>
                    <a:pt x="78" y="30"/>
                    <a:pt x="78" y="30"/>
                    <a:pt x="78" y="30"/>
                  </a:cubicBezTo>
                  <a:cubicBezTo>
                    <a:pt x="79" y="30"/>
                    <a:pt x="79" y="30"/>
                    <a:pt x="79" y="30"/>
                  </a:cubicBezTo>
                  <a:cubicBezTo>
                    <a:pt x="79" y="30"/>
                    <a:pt x="79" y="30"/>
                    <a:pt x="79" y="30"/>
                  </a:cubicBezTo>
                  <a:cubicBezTo>
                    <a:pt x="79" y="30"/>
                    <a:pt x="79" y="30"/>
                    <a:pt x="79" y="30"/>
                  </a:cubicBezTo>
                  <a:cubicBezTo>
                    <a:pt x="79" y="30"/>
                    <a:pt x="79" y="30"/>
                    <a:pt x="79" y="30"/>
                  </a:cubicBezTo>
                  <a:cubicBezTo>
                    <a:pt x="80" y="31"/>
                    <a:pt x="80" y="31"/>
                    <a:pt x="80" y="31"/>
                  </a:cubicBezTo>
                  <a:cubicBezTo>
                    <a:pt x="80" y="31"/>
                    <a:pt x="80" y="31"/>
                    <a:pt x="80" y="31"/>
                  </a:cubicBezTo>
                  <a:cubicBezTo>
                    <a:pt x="80" y="31"/>
                    <a:pt x="80" y="31"/>
                    <a:pt x="80" y="31"/>
                  </a:cubicBezTo>
                  <a:cubicBezTo>
                    <a:pt x="80" y="31"/>
                    <a:pt x="80" y="31"/>
                    <a:pt x="80" y="31"/>
                  </a:cubicBezTo>
                  <a:cubicBezTo>
                    <a:pt x="81" y="31"/>
                    <a:pt x="81" y="31"/>
                    <a:pt x="81" y="31"/>
                  </a:cubicBezTo>
                  <a:cubicBezTo>
                    <a:pt x="81" y="31"/>
                    <a:pt x="81" y="31"/>
                    <a:pt x="81" y="31"/>
                  </a:cubicBezTo>
                  <a:cubicBezTo>
                    <a:pt x="81" y="31"/>
                    <a:pt x="81" y="31"/>
                    <a:pt x="81" y="31"/>
                  </a:cubicBezTo>
                  <a:cubicBezTo>
                    <a:pt x="81" y="31"/>
                    <a:pt x="81" y="31"/>
                    <a:pt x="81" y="31"/>
                  </a:cubicBezTo>
                  <a:cubicBezTo>
                    <a:pt x="84" y="32"/>
                    <a:pt x="86" y="33"/>
                    <a:pt x="88" y="34"/>
                  </a:cubicBezTo>
                  <a:cubicBezTo>
                    <a:pt x="89" y="35"/>
                    <a:pt x="90" y="35"/>
                    <a:pt x="90" y="35"/>
                  </a:cubicBezTo>
                  <a:cubicBezTo>
                    <a:pt x="90" y="35"/>
                    <a:pt x="90" y="35"/>
                    <a:pt x="90" y="35"/>
                  </a:cubicBezTo>
                  <a:cubicBezTo>
                    <a:pt x="90" y="36"/>
                    <a:pt x="90" y="36"/>
                    <a:pt x="90" y="36"/>
                  </a:cubicBezTo>
                  <a:cubicBezTo>
                    <a:pt x="91" y="36"/>
                    <a:pt x="91" y="36"/>
                    <a:pt x="91" y="36"/>
                  </a:cubicBezTo>
                  <a:cubicBezTo>
                    <a:pt x="91" y="36"/>
                    <a:pt x="91" y="36"/>
                    <a:pt x="91" y="36"/>
                  </a:cubicBezTo>
                  <a:cubicBezTo>
                    <a:pt x="91" y="36"/>
                    <a:pt x="91" y="36"/>
                    <a:pt x="91" y="36"/>
                  </a:cubicBezTo>
                  <a:cubicBezTo>
                    <a:pt x="95" y="39"/>
                    <a:pt x="98" y="42"/>
                    <a:pt x="101" y="45"/>
                  </a:cubicBezTo>
                  <a:cubicBezTo>
                    <a:pt x="101" y="45"/>
                    <a:pt x="101" y="45"/>
                    <a:pt x="101" y="45"/>
                  </a:cubicBezTo>
                  <a:cubicBezTo>
                    <a:pt x="101" y="46"/>
                    <a:pt x="101" y="46"/>
                    <a:pt x="101" y="46"/>
                  </a:cubicBezTo>
                  <a:cubicBezTo>
                    <a:pt x="101" y="46"/>
                    <a:pt x="101" y="46"/>
                    <a:pt x="101" y="46"/>
                  </a:cubicBezTo>
                  <a:cubicBezTo>
                    <a:pt x="101" y="46"/>
                    <a:pt x="101" y="46"/>
                    <a:pt x="101" y="46"/>
                  </a:cubicBezTo>
                  <a:cubicBezTo>
                    <a:pt x="102" y="47"/>
                    <a:pt x="102" y="48"/>
                    <a:pt x="103" y="49"/>
                  </a:cubicBezTo>
                  <a:cubicBezTo>
                    <a:pt x="105" y="52"/>
                    <a:pt x="106" y="55"/>
                    <a:pt x="107" y="58"/>
                  </a:cubicBezTo>
                  <a:cubicBezTo>
                    <a:pt x="107" y="58"/>
                    <a:pt x="107" y="58"/>
                    <a:pt x="107" y="58"/>
                  </a:cubicBezTo>
                  <a:cubicBezTo>
                    <a:pt x="107" y="60"/>
                    <a:pt x="108" y="62"/>
                    <a:pt x="108" y="65"/>
                  </a:cubicBezTo>
                  <a:cubicBezTo>
                    <a:pt x="108" y="65"/>
                    <a:pt x="108" y="65"/>
                    <a:pt x="108" y="65"/>
                  </a:cubicBezTo>
                  <a:cubicBezTo>
                    <a:pt x="108" y="66"/>
                    <a:pt x="108" y="66"/>
                    <a:pt x="108" y="66"/>
                  </a:cubicBezTo>
                  <a:cubicBezTo>
                    <a:pt x="108" y="66"/>
                    <a:pt x="108" y="66"/>
                    <a:pt x="108" y="66"/>
                  </a:cubicBezTo>
                  <a:cubicBezTo>
                    <a:pt x="108" y="66"/>
                    <a:pt x="108" y="66"/>
                    <a:pt x="108" y="67"/>
                  </a:cubicBezTo>
                  <a:cubicBezTo>
                    <a:pt x="108" y="67"/>
                    <a:pt x="108" y="67"/>
                    <a:pt x="108" y="67"/>
                  </a:cubicBezTo>
                  <a:cubicBezTo>
                    <a:pt x="108" y="67"/>
                    <a:pt x="108" y="67"/>
                    <a:pt x="108" y="67"/>
                  </a:cubicBezTo>
                  <a:cubicBezTo>
                    <a:pt x="108" y="67"/>
                    <a:pt x="108" y="67"/>
                    <a:pt x="108" y="67"/>
                  </a:cubicBezTo>
                  <a:cubicBezTo>
                    <a:pt x="108" y="68"/>
                    <a:pt x="108" y="68"/>
                    <a:pt x="108" y="68"/>
                  </a:cubicBezTo>
                  <a:cubicBezTo>
                    <a:pt x="108" y="68"/>
                    <a:pt x="108" y="68"/>
                    <a:pt x="108" y="68"/>
                  </a:cubicBezTo>
                  <a:cubicBezTo>
                    <a:pt x="108" y="68"/>
                    <a:pt x="108" y="68"/>
                    <a:pt x="108" y="68"/>
                  </a:cubicBezTo>
                  <a:cubicBezTo>
                    <a:pt x="108" y="68"/>
                    <a:pt x="108" y="68"/>
                    <a:pt x="108" y="68"/>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09" name="Google Shape;509;p45"/>
            <p:cNvSpPr/>
            <p:nvPr/>
          </p:nvSpPr>
          <p:spPr>
            <a:xfrm>
              <a:off x="4591050" y="1247775"/>
              <a:ext cx="169863" cy="169863"/>
            </a:xfrm>
            <a:custGeom>
              <a:avLst/>
              <a:gdLst/>
              <a:ahLst/>
              <a:cxnLst/>
              <a:rect l="l" t="t" r="r" b="b"/>
              <a:pathLst>
                <a:path w="45" h="45" extrusionOk="0">
                  <a:moveTo>
                    <a:pt x="0" y="27"/>
                  </a:moveTo>
                  <a:cubicBezTo>
                    <a:pt x="0" y="27"/>
                    <a:pt x="0" y="28"/>
                    <a:pt x="0" y="29"/>
                  </a:cubicBezTo>
                  <a:cubicBezTo>
                    <a:pt x="6" y="28"/>
                    <a:pt x="6" y="28"/>
                    <a:pt x="6" y="28"/>
                  </a:cubicBezTo>
                  <a:cubicBezTo>
                    <a:pt x="6" y="28"/>
                    <a:pt x="6" y="29"/>
                    <a:pt x="6" y="29"/>
                  </a:cubicBezTo>
                  <a:cubicBezTo>
                    <a:pt x="2" y="32"/>
                    <a:pt x="2" y="32"/>
                    <a:pt x="2" y="32"/>
                  </a:cubicBezTo>
                  <a:cubicBezTo>
                    <a:pt x="2" y="33"/>
                    <a:pt x="2" y="33"/>
                    <a:pt x="3" y="34"/>
                  </a:cubicBezTo>
                  <a:cubicBezTo>
                    <a:pt x="3" y="35"/>
                    <a:pt x="3" y="35"/>
                    <a:pt x="4" y="36"/>
                  </a:cubicBezTo>
                  <a:cubicBezTo>
                    <a:pt x="9" y="33"/>
                    <a:pt x="9" y="33"/>
                    <a:pt x="9" y="33"/>
                  </a:cubicBezTo>
                  <a:cubicBezTo>
                    <a:pt x="9" y="33"/>
                    <a:pt x="9" y="34"/>
                    <a:pt x="10" y="34"/>
                  </a:cubicBezTo>
                  <a:cubicBezTo>
                    <a:pt x="6" y="39"/>
                    <a:pt x="6" y="39"/>
                    <a:pt x="6" y="39"/>
                  </a:cubicBezTo>
                  <a:cubicBezTo>
                    <a:pt x="7" y="39"/>
                    <a:pt x="7" y="40"/>
                    <a:pt x="8" y="40"/>
                  </a:cubicBezTo>
                  <a:cubicBezTo>
                    <a:pt x="8" y="41"/>
                    <a:pt x="9" y="41"/>
                    <a:pt x="9" y="41"/>
                  </a:cubicBezTo>
                  <a:cubicBezTo>
                    <a:pt x="13" y="37"/>
                    <a:pt x="13" y="37"/>
                    <a:pt x="13" y="37"/>
                  </a:cubicBezTo>
                  <a:cubicBezTo>
                    <a:pt x="13" y="37"/>
                    <a:pt x="14" y="38"/>
                    <a:pt x="14" y="38"/>
                  </a:cubicBezTo>
                  <a:cubicBezTo>
                    <a:pt x="12" y="43"/>
                    <a:pt x="12" y="43"/>
                    <a:pt x="12" y="43"/>
                  </a:cubicBezTo>
                  <a:cubicBezTo>
                    <a:pt x="13" y="43"/>
                    <a:pt x="14" y="44"/>
                    <a:pt x="14" y="44"/>
                  </a:cubicBezTo>
                  <a:cubicBezTo>
                    <a:pt x="15" y="44"/>
                    <a:pt x="16" y="44"/>
                    <a:pt x="17" y="45"/>
                  </a:cubicBezTo>
                  <a:cubicBezTo>
                    <a:pt x="18" y="39"/>
                    <a:pt x="18" y="39"/>
                    <a:pt x="18" y="39"/>
                  </a:cubicBezTo>
                  <a:cubicBezTo>
                    <a:pt x="19" y="40"/>
                    <a:pt x="20" y="40"/>
                    <a:pt x="20" y="40"/>
                  </a:cubicBezTo>
                  <a:cubicBezTo>
                    <a:pt x="20" y="45"/>
                    <a:pt x="20" y="45"/>
                    <a:pt x="20" y="45"/>
                  </a:cubicBezTo>
                  <a:cubicBezTo>
                    <a:pt x="21" y="45"/>
                    <a:pt x="22" y="45"/>
                    <a:pt x="22" y="45"/>
                  </a:cubicBezTo>
                  <a:cubicBezTo>
                    <a:pt x="23" y="45"/>
                    <a:pt x="24" y="45"/>
                    <a:pt x="24" y="45"/>
                  </a:cubicBezTo>
                  <a:cubicBezTo>
                    <a:pt x="24" y="40"/>
                    <a:pt x="24" y="40"/>
                    <a:pt x="24" y="40"/>
                  </a:cubicBezTo>
                  <a:cubicBezTo>
                    <a:pt x="25" y="40"/>
                    <a:pt x="26" y="40"/>
                    <a:pt x="26" y="39"/>
                  </a:cubicBezTo>
                  <a:cubicBezTo>
                    <a:pt x="28" y="45"/>
                    <a:pt x="28" y="45"/>
                    <a:pt x="28" y="45"/>
                  </a:cubicBezTo>
                  <a:cubicBezTo>
                    <a:pt x="29" y="44"/>
                    <a:pt x="29" y="44"/>
                    <a:pt x="30" y="44"/>
                  </a:cubicBezTo>
                  <a:cubicBezTo>
                    <a:pt x="31" y="44"/>
                    <a:pt x="31" y="43"/>
                    <a:pt x="32" y="43"/>
                  </a:cubicBezTo>
                  <a:cubicBezTo>
                    <a:pt x="30" y="38"/>
                    <a:pt x="30" y="38"/>
                    <a:pt x="30" y="38"/>
                  </a:cubicBezTo>
                  <a:cubicBezTo>
                    <a:pt x="31" y="38"/>
                    <a:pt x="31" y="37"/>
                    <a:pt x="32" y="37"/>
                  </a:cubicBezTo>
                  <a:cubicBezTo>
                    <a:pt x="35" y="41"/>
                    <a:pt x="35" y="41"/>
                    <a:pt x="35" y="41"/>
                  </a:cubicBezTo>
                  <a:cubicBezTo>
                    <a:pt x="36" y="41"/>
                    <a:pt x="36" y="41"/>
                    <a:pt x="37" y="40"/>
                  </a:cubicBezTo>
                  <a:cubicBezTo>
                    <a:pt x="37" y="40"/>
                    <a:pt x="38" y="39"/>
                    <a:pt x="38" y="39"/>
                  </a:cubicBezTo>
                  <a:cubicBezTo>
                    <a:pt x="35" y="34"/>
                    <a:pt x="35" y="34"/>
                    <a:pt x="35" y="34"/>
                  </a:cubicBezTo>
                  <a:cubicBezTo>
                    <a:pt x="35" y="34"/>
                    <a:pt x="36" y="33"/>
                    <a:pt x="36" y="33"/>
                  </a:cubicBezTo>
                  <a:cubicBezTo>
                    <a:pt x="41" y="36"/>
                    <a:pt x="41" y="36"/>
                    <a:pt x="41" y="36"/>
                  </a:cubicBezTo>
                  <a:cubicBezTo>
                    <a:pt x="41" y="35"/>
                    <a:pt x="42" y="35"/>
                    <a:pt x="42" y="34"/>
                  </a:cubicBezTo>
                  <a:cubicBezTo>
                    <a:pt x="42" y="33"/>
                    <a:pt x="43" y="33"/>
                    <a:pt x="43" y="32"/>
                  </a:cubicBezTo>
                  <a:cubicBezTo>
                    <a:pt x="38" y="29"/>
                    <a:pt x="38" y="29"/>
                    <a:pt x="38" y="29"/>
                  </a:cubicBezTo>
                  <a:cubicBezTo>
                    <a:pt x="38" y="29"/>
                    <a:pt x="39" y="28"/>
                    <a:pt x="39" y="28"/>
                  </a:cubicBezTo>
                  <a:cubicBezTo>
                    <a:pt x="44" y="29"/>
                    <a:pt x="44" y="29"/>
                    <a:pt x="44" y="29"/>
                  </a:cubicBezTo>
                  <a:cubicBezTo>
                    <a:pt x="44" y="28"/>
                    <a:pt x="45" y="27"/>
                    <a:pt x="45" y="27"/>
                  </a:cubicBezTo>
                  <a:cubicBezTo>
                    <a:pt x="45" y="26"/>
                    <a:pt x="45" y="25"/>
                    <a:pt x="45" y="24"/>
                  </a:cubicBezTo>
                  <a:cubicBezTo>
                    <a:pt x="39" y="23"/>
                    <a:pt x="39" y="23"/>
                    <a:pt x="39" y="23"/>
                  </a:cubicBezTo>
                  <a:cubicBezTo>
                    <a:pt x="39" y="23"/>
                    <a:pt x="39" y="23"/>
                    <a:pt x="39" y="23"/>
                  </a:cubicBezTo>
                  <a:cubicBezTo>
                    <a:pt x="39" y="22"/>
                    <a:pt x="39" y="22"/>
                    <a:pt x="39" y="22"/>
                  </a:cubicBezTo>
                  <a:cubicBezTo>
                    <a:pt x="45" y="21"/>
                    <a:pt x="45" y="21"/>
                    <a:pt x="45" y="21"/>
                  </a:cubicBezTo>
                  <a:cubicBezTo>
                    <a:pt x="45" y="20"/>
                    <a:pt x="45" y="19"/>
                    <a:pt x="45" y="19"/>
                  </a:cubicBezTo>
                  <a:cubicBezTo>
                    <a:pt x="45" y="18"/>
                    <a:pt x="44" y="17"/>
                    <a:pt x="44" y="17"/>
                  </a:cubicBezTo>
                  <a:cubicBezTo>
                    <a:pt x="39" y="18"/>
                    <a:pt x="39" y="18"/>
                    <a:pt x="39" y="18"/>
                  </a:cubicBezTo>
                  <a:cubicBezTo>
                    <a:pt x="39" y="17"/>
                    <a:pt x="38" y="16"/>
                    <a:pt x="38" y="16"/>
                  </a:cubicBezTo>
                  <a:cubicBezTo>
                    <a:pt x="43" y="13"/>
                    <a:pt x="43" y="13"/>
                    <a:pt x="43" y="13"/>
                  </a:cubicBezTo>
                  <a:cubicBezTo>
                    <a:pt x="43" y="13"/>
                    <a:pt x="42" y="12"/>
                    <a:pt x="42" y="11"/>
                  </a:cubicBezTo>
                  <a:cubicBezTo>
                    <a:pt x="42" y="11"/>
                    <a:pt x="41" y="10"/>
                    <a:pt x="41" y="9"/>
                  </a:cubicBezTo>
                  <a:cubicBezTo>
                    <a:pt x="36" y="12"/>
                    <a:pt x="36" y="12"/>
                    <a:pt x="36" y="12"/>
                  </a:cubicBezTo>
                  <a:cubicBezTo>
                    <a:pt x="36" y="12"/>
                    <a:pt x="35" y="11"/>
                    <a:pt x="35" y="11"/>
                  </a:cubicBezTo>
                  <a:cubicBezTo>
                    <a:pt x="38" y="7"/>
                    <a:pt x="38" y="7"/>
                    <a:pt x="38" y="7"/>
                  </a:cubicBezTo>
                  <a:cubicBezTo>
                    <a:pt x="38" y="6"/>
                    <a:pt x="37" y="6"/>
                    <a:pt x="37" y="5"/>
                  </a:cubicBezTo>
                  <a:cubicBezTo>
                    <a:pt x="36" y="5"/>
                    <a:pt x="36" y="4"/>
                    <a:pt x="35" y="4"/>
                  </a:cubicBezTo>
                  <a:cubicBezTo>
                    <a:pt x="32" y="8"/>
                    <a:pt x="32" y="8"/>
                    <a:pt x="32" y="8"/>
                  </a:cubicBezTo>
                  <a:cubicBezTo>
                    <a:pt x="31" y="8"/>
                    <a:pt x="31" y="8"/>
                    <a:pt x="30" y="7"/>
                  </a:cubicBezTo>
                  <a:cubicBezTo>
                    <a:pt x="32" y="2"/>
                    <a:pt x="32" y="2"/>
                    <a:pt x="32" y="2"/>
                  </a:cubicBezTo>
                  <a:cubicBezTo>
                    <a:pt x="31" y="2"/>
                    <a:pt x="31" y="1"/>
                    <a:pt x="30" y="1"/>
                  </a:cubicBezTo>
                  <a:cubicBezTo>
                    <a:pt x="29" y="1"/>
                    <a:pt x="29" y="1"/>
                    <a:pt x="28" y="1"/>
                  </a:cubicBezTo>
                  <a:cubicBezTo>
                    <a:pt x="26" y="6"/>
                    <a:pt x="26" y="6"/>
                    <a:pt x="26" y="6"/>
                  </a:cubicBezTo>
                  <a:cubicBezTo>
                    <a:pt x="26" y="6"/>
                    <a:pt x="25" y="6"/>
                    <a:pt x="24" y="6"/>
                  </a:cubicBezTo>
                  <a:cubicBezTo>
                    <a:pt x="24" y="0"/>
                    <a:pt x="24" y="0"/>
                    <a:pt x="24" y="0"/>
                  </a:cubicBezTo>
                  <a:cubicBezTo>
                    <a:pt x="24" y="0"/>
                    <a:pt x="23" y="0"/>
                    <a:pt x="22" y="0"/>
                  </a:cubicBezTo>
                  <a:cubicBezTo>
                    <a:pt x="22" y="0"/>
                    <a:pt x="21" y="0"/>
                    <a:pt x="20" y="0"/>
                  </a:cubicBezTo>
                  <a:cubicBezTo>
                    <a:pt x="20" y="6"/>
                    <a:pt x="20" y="6"/>
                    <a:pt x="20" y="6"/>
                  </a:cubicBezTo>
                  <a:cubicBezTo>
                    <a:pt x="20" y="6"/>
                    <a:pt x="19" y="6"/>
                    <a:pt x="18" y="6"/>
                  </a:cubicBezTo>
                  <a:cubicBezTo>
                    <a:pt x="17" y="1"/>
                    <a:pt x="17" y="1"/>
                    <a:pt x="17" y="1"/>
                  </a:cubicBezTo>
                  <a:cubicBezTo>
                    <a:pt x="16" y="1"/>
                    <a:pt x="15" y="1"/>
                    <a:pt x="14" y="1"/>
                  </a:cubicBezTo>
                  <a:cubicBezTo>
                    <a:pt x="14" y="1"/>
                    <a:pt x="13" y="2"/>
                    <a:pt x="12" y="2"/>
                  </a:cubicBezTo>
                  <a:cubicBezTo>
                    <a:pt x="14" y="7"/>
                    <a:pt x="14" y="7"/>
                    <a:pt x="14" y="7"/>
                  </a:cubicBezTo>
                  <a:cubicBezTo>
                    <a:pt x="14" y="8"/>
                    <a:pt x="13" y="8"/>
                    <a:pt x="13" y="8"/>
                  </a:cubicBezTo>
                  <a:cubicBezTo>
                    <a:pt x="9" y="4"/>
                    <a:pt x="9" y="4"/>
                    <a:pt x="9" y="4"/>
                  </a:cubicBezTo>
                  <a:cubicBezTo>
                    <a:pt x="9" y="4"/>
                    <a:pt x="8" y="5"/>
                    <a:pt x="8" y="5"/>
                  </a:cubicBezTo>
                  <a:cubicBezTo>
                    <a:pt x="7" y="6"/>
                    <a:pt x="7" y="6"/>
                    <a:pt x="6" y="7"/>
                  </a:cubicBezTo>
                  <a:cubicBezTo>
                    <a:pt x="10" y="11"/>
                    <a:pt x="10" y="11"/>
                    <a:pt x="10" y="11"/>
                  </a:cubicBezTo>
                  <a:cubicBezTo>
                    <a:pt x="9" y="11"/>
                    <a:pt x="9" y="12"/>
                    <a:pt x="9" y="12"/>
                  </a:cubicBezTo>
                  <a:cubicBezTo>
                    <a:pt x="4" y="9"/>
                    <a:pt x="4" y="9"/>
                    <a:pt x="4" y="9"/>
                  </a:cubicBezTo>
                  <a:cubicBezTo>
                    <a:pt x="3" y="10"/>
                    <a:pt x="3" y="11"/>
                    <a:pt x="3" y="11"/>
                  </a:cubicBezTo>
                  <a:cubicBezTo>
                    <a:pt x="2" y="12"/>
                    <a:pt x="2" y="13"/>
                    <a:pt x="2" y="13"/>
                  </a:cubicBezTo>
                  <a:cubicBezTo>
                    <a:pt x="6" y="16"/>
                    <a:pt x="6" y="16"/>
                    <a:pt x="6" y="16"/>
                  </a:cubicBezTo>
                  <a:cubicBezTo>
                    <a:pt x="6" y="16"/>
                    <a:pt x="6" y="17"/>
                    <a:pt x="6" y="18"/>
                  </a:cubicBezTo>
                  <a:cubicBezTo>
                    <a:pt x="0" y="17"/>
                    <a:pt x="0" y="17"/>
                    <a:pt x="0" y="17"/>
                  </a:cubicBezTo>
                  <a:cubicBezTo>
                    <a:pt x="0" y="17"/>
                    <a:pt x="0" y="18"/>
                    <a:pt x="0" y="19"/>
                  </a:cubicBezTo>
                  <a:cubicBezTo>
                    <a:pt x="0" y="19"/>
                    <a:pt x="0" y="20"/>
                    <a:pt x="0" y="21"/>
                  </a:cubicBezTo>
                  <a:cubicBezTo>
                    <a:pt x="5" y="22"/>
                    <a:pt x="5" y="22"/>
                    <a:pt x="5" y="22"/>
                  </a:cubicBezTo>
                  <a:cubicBezTo>
                    <a:pt x="5" y="22"/>
                    <a:pt x="5" y="22"/>
                    <a:pt x="5" y="23"/>
                  </a:cubicBezTo>
                  <a:cubicBezTo>
                    <a:pt x="5" y="23"/>
                    <a:pt x="5" y="23"/>
                    <a:pt x="5" y="23"/>
                  </a:cubicBezTo>
                  <a:cubicBezTo>
                    <a:pt x="0" y="24"/>
                    <a:pt x="0" y="24"/>
                    <a:pt x="0" y="24"/>
                  </a:cubicBezTo>
                  <a:cubicBezTo>
                    <a:pt x="0" y="25"/>
                    <a:pt x="0" y="26"/>
                    <a:pt x="0" y="27"/>
                  </a:cubicBezTo>
                  <a:close/>
                  <a:moveTo>
                    <a:pt x="22" y="12"/>
                  </a:moveTo>
                  <a:cubicBezTo>
                    <a:pt x="28" y="12"/>
                    <a:pt x="33" y="17"/>
                    <a:pt x="33" y="23"/>
                  </a:cubicBezTo>
                  <a:cubicBezTo>
                    <a:pt x="33" y="28"/>
                    <a:pt x="28" y="33"/>
                    <a:pt x="22" y="33"/>
                  </a:cubicBezTo>
                  <a:cubicBezTo>
                    <a:pt x="17" y="33"/>
                    <a:pt x="12" y="28"/>
                    <a:pt x="12" y="23"/>
                  </a:cubicBezTo>
                  <a:cubicBezTo>
                    <a:pt x="12" y="17"/>
                    <a:pt x="17" y="12"/>
                    <a:pt x="22" y="1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0" name="Google Shape;510;p45"/>
            <p:cNvSpPr/>
            <p:nvPr/>
          </p:nvSpPr>
          <p:spPr>
            <a:xfrm>
              <a:off x="3863975" y="1466850"/>
              <a:ext cx="466725" cy="466725"/>
            </a:xfrm>
            <a:custGeom>
              <a:avLst/>
              <a:gdLst/>
              <a:ahLst/>
              <a:cxnLst/>
              <a:rect l="l" t="t" r="r" b="b"/>
              <a:pathLst>
                <a:path w="124" h="124" extrusionOk="0">
                  <a:moveTo>
                    <a:pt x="13" y="71"/>
                  </a:moveTo>
                  <a:cubicBezTo>
                    <a:pt x="13" y="74"/>
                    <a:pt x="14" y="77"/>
                    <a:pt x="15" y="79"/>
                  </a:cubicBezTo>
                  <a:cubicBezTo>
                    <a:pt x="4" y="85"/>
                    <a:pt x="4" y="85"/>
                    <a:pt x="4" y="85"/>
                  </a:cubicBezTo>
                  <a:cubicBezTo>
                    <a:pt x="5" y="88"/>
                    <a:pt x="7" y="91"/>
                    <a:pt x="8" y="93"/>
                  </a:cubicBezTo>
                  <a:cubicBezTo>
                    <a:pt x="10" y="96"/>
                    <a:pt x="12" y="99"/>
                    <a:pt x="13" y="101"/>
                  </a:cubicBezTo>
                  <a:cubicBezTo>
                    <a:pt x="24" y="95"/>
                    <a:pt x="24" y="95"/>
                    <a:pt x="24" y="95"/>
                  </a:cubicBezTo>
                  <a:cubicBezTo>
                    <a:pt x="26" y="97"/>
                    <a:pt x="27" y="99"/>
                    <a:pt x="29" y="100"/>
                  </a:cubicBezTo>
                  <a:cubicBezTo>
                    <a:pt x="23" y="111"/>
                    <a:pt x="23" y="111"/>
                    <a:pt x="23" y="111"/>
                  </a:cubicBezTo>
                  <a:cubicBezTo>
                    <a:pt x="26" y="113"/>
                    <a:pt x="28" y="114"/>
                    <a:pt x="31" y="116"/>
                  </a:cubicBezTo>
                  <a:cubicBezTo>
                    <a:pt x="31" y="116"/>
                    <a:pt x="32" y="117"/>
                    <a:pt x="32" y="117"/>
                  </a:cubicBezTo>
                  <a:cubicBezTo>
                    <a:pt x="35" y="118"/>
                    <a:pt x="37" y="119"/>
                    <a:pt x="39" y="120"/>
                  </a:cubicBezTo>
                  <a:cubicBezTo>
                    <a:pt x="45" y="110"/>
                    <a:pt x="45" y="110"/>
                    <a:pt x="45" y="110"/>
                  </a:cubicBezTo>
                  <a:cubicBezTo>
                    <a:pt x="48" y="110"/>
                    <a:pt x="50" y="111"/>
                    <a:pt x="53" y="112"/>
                  </a:cubicBezTo>
                  <a:cubicBezTo>
                    <a:pt x="53" y="124"/>
                    <a:pt x="53" y="124"/>
                    <a:pt x="53" y="124"/>
                  </a:cubicBezTo>
                  <a:cubicBezTo>
                    <a:pt x="56" y="124"/>
                    <a:pt x="59" y="124"/>
                    <a:pt x="62" y="124"/>
                  </a:cubicBezTo>
                  <a:cubicBezTo>
                    <a:pt x="65" y="124"/>
                    <a:pt x="68" y="124"/>
                    <a:pt x="71" y="124"/>
                  </a:cubicBezTo>
                  <a:cubicBezTo>
                    <a:pt x="71" y="112"/>
                    <a:pt x="71" y="112"/>
                    <a:pt x="71" y="112"/>
                  </a:cubicBezTo>
                  <a:cubicBezTo>
                    <a:pt x="74" y="111"/>
                    <a:pt x="76" y="110"/>
                    <a:pt x="79" y="110"/>
                  </a:cubicBezTo>
                  <a:cubicBezTo>
                    <a:pt x="85" y="120"/>
                    <a:pt x="85" y="120"/>
                    <a:pt x="85" y="120"/>
                  </a:cubicBezTo>
                  <a:cubicBezTo>
                    <a:pt x="87" y="119"/>
                    <a:pt x="89" y="118"/>
                    <a:pt x="91" y="117"/>
                  </a:cubicBezTo>
                  <a:cubicBezTo>
                    <a:pt x="92" y="117"/>
                    <a:pt x="92" y="116"/>
                    <a:pt x="93" y="116"/>
                  </a:cubicBezTo>
                  <a:cubicBezTo>
                    <a:pt x="96" y="114"/>
                    <a:pt x="98" y="113"/>
                    <a:pt x="100" y="111"/>
                  </a:cubicBezTo>
                  <a:cubicBezTo>
                    <a:pt x="94" y="100"/>
                    <a:pt x="94" y="100"/>
                    <a:pt x="94" y="100"/>
                  </a:cubicBezTo>
                  <a:cubicBezTo>
                    <a:pt x="96" y="99"/>
                    <a:pt x="98" y="97"/>
                    <a:pt x="100" y="95"/>
                  </a:cubicBezTo>
                  <a:cubicBezTo>
                    <a:pt x="110" y="101"/>
                    <a:pt x="110" y="101"/>
                    <a:pt x="110" y="101"/>
                  </a:cubicBezTo>
                  <a:cubicBezTo>
                    <a:pt x="112" y="99"/>
                    <a:pt x="114" y="96"/>
                    <a:pt x="116" y="93"/>
                  </a:cubicBezTo>
                  <a:cubicBezTo>
                    <a:pt x="117" y="91"/>
                    <a:pt x="118" y="88"/>
                    <a:pt x="120" y="85"/>
                  </a:cubicBezTo>
                  <a:cubicBezTo>
                    <a:pt x="109" y="79"/>
                    <a:pt x="109" y="79"/>
                    <a:pt x="109" y="79"/>
                  </a:cubicBezTo>
                  <a:cubicBezTo>
                    <a:pt x="110" y="77"/>
                    <a:pt x="111" y="74"/>
                    <a:pt x="111" y="71"/>
                  </a:cubicBezTo>
                  <a:cubicBezTo>
                    <a:pt x="123" y="71"/>
                    <a:pt x="123" y="71"/>
                    <a:pt x="123" y="71"/>
                  </a:cubicBezTo>
                  <a:cubicBezTo>
                    <a:pt x="124" y="68"/>
                    <a:pt x="124" y="65"/>
                    <a:pt x="124" y="62"/>
                  </a:cubicBezTo>
                  <a:cubicBezTo>
                    <a:pt x="124" y="59"/>
                    <a:pt x="124" y="56"/>
                    <a:pt x="123" y="53"/>
                  </a:cubicBezTo>
                  <a:cubicBezTo>
                    <a:pt x="111" y="53"/>
                    <a:pt x="111" y="53"/>
                    <a:pt x="111" y="53"/>
                  </a:cubicBezTo>
                  <a:cubicBezTo>
                    <a:pt x="111" y="51"/>
                    <a:pt x="110" y="48"/>
                    <a:pt x="109" y="46"/>
                  </a:cubicBezTo>
                  <a:cubicBezTo>
                    <a:pt x="120" y="40"/>
                    <a:pt x="120" y="40"/>
                    <a:pt x="120" y="40"/>
                  </a:cubicBezTo>
                  <a:cubicBezTo>
                    <a:pt x="118" y="37"/>
                    <a:pt x="117" y="34"/>
                    <a:pt x="116" y="31"/>
                  </a:cubicBezTo>
                  <a:cubicBezTo>
                    <a:pt x="114" y="29"/>
                    <a:pt x="112" y="26"/>
                    <a:pt x="110" y="24"/>
                  </a:cubicBezTo>
                  <a:cubicBezTo>
                    <a:pt x="100" y="30"/>
                    <a:pt x="100" y="30"/>
                    <a:pt x="100" y="30"/>
                  </a:cubicBezTo>
                  <a:cubicBezTo>
                    <a:pt x="98" y="28"/>
                    <a:pt x="96" y="26"/>
                    <a:pt x="94" y="24"/>
                  </a:cubicBezTo>
                  <a:cubicBezTo>
                    <a:pt x="100" y="14"/>
                    <a:pt x="100" y="14"/>
                    <a:pt x="100" y="14"/>
                  </a:cubicBezTo>
                  <a:cubicBezTo>
                    <a:pt x="98" y="12"/>
                    <a:pt x="96" y="10"/>
                    <a:pt x="93" y="9"/>
                  </a:cubicBezTo>
                  <a:cubicBezTo>
                    <a:pt x="92" y="8"/>
                    <a:pt x="92" y="8"/>
                    <a:pt x="91" y="8"/>
                  </a:cubicBezTo>
                  <a:cubicBezTo>
                    <a:pt x="89" y="7"/>
                    <a:pt x="87" y="6"/>
                    <a:pt x="85" y="5"/>
                  </a:cubicBezTo>
                  <a:cubicBezTo>
                    <a:pt x="79" y="15"/>
                    <a:pt x="79" y="15"/>
                    <a:pt x="79" y="15"/>
                  </a:cubicBezTo>
                  <a:cubicBezTo>
                    <a:pt x="76" y="14"/>
                    <a:pt x="74" y="14"/>
                    <a:pt x="71" y="13"/>
                  </a:cubicBezTo>
                  <a:cubicBezTo>
                    <a:pt x="71" y="1"/>
                    <a:pt x="71" y="1"/>
                    <a:pt x="71" y="1"/>
                  </a:cubicBezTo>
                  <a:cubicBezTo>
                    <a:pt x="68" y="1"/>
                    <a:pt x="65" y="0"/>
                    <a:pt x="62" y="0"/>
                  </a:cubicBezTo>
                  <a:cubicBezTo>
                    <a:pt x="59" y="0"/>
                    <a:pt x="56" y="1"/>
                    <a:pt x="53" y="1"/>
                  </a:cubicBezTo>
                  <a:cubicBezTo>
                    <a:pt x="53" y="13"/>
                    <a:pt x="53" y="13"/>
                    <a:pt x="53" y="13"/>
                  </a:cubicBezTo>
                  <a:cubicBezTo>
                    <a:pt x="50" y="14"/>
                    <a:pt x="48" y="14"/>
                    <a:pt x="45" y="15"/>
                  </a:cubicBezTo>
                  <a:cubicBezTo>
                    <a:pt x="39" y="5"/>
                    <a:pt x="39" y="5"/>
                    <a:pt x="39" y="5"/>
                  </a:cubicBezTo>
                  <a:cubicBezTo>
                    <a:pt x="37" y="6"/>
                    <a:pt x="35" y="7"/>
                    <a:pt x="32" y="8"/>
                  </a:cubicBezTo>
                  <a:cubicBezTo>
                    <a:pt x="32" y="8"/>
                    <a:pt x="31" y="8"/>
                    <a:pt x="31" y="9"/>
                  </a:cubicBezTo>
                  <a:cubicBezTo>
                    <a:pt x="28" y="10"/>
                    <a:pt x="26" y="12"/>
                    <a:pt x="23" y="14"/>
                  </a:cubicBezTo>
                  <a:cubicBezTo>
                    <a:pt x="29" y="24"/>
                    <a:pt x="29" y="24"/>
                    <a:pt x="29" y="24"/>
                  </a:cubicBezTo>
                  <a:cubicBezTo>
                    <a:pt x="27" y="26"/>
                    <a:pt x="26" y="28"/>
                    <a:pt x="24" y="30"/>
                  </a:cubicBezTo>
                  <a:cubicBezTo>
                    <a:pt x="13" y="24"/>
                    <a:pt x="13" y="24"/>
                    <a:pt x="13" y="24"/>
                  </a:cubicBezTo>
                  <a:cubicBezTo>
                    <a:pt x="12" y="26"/>
                    <a:pt x="10" y="29"/>
                    <a:pt x="8" y="31"/>
                  </a:cubicBezTo>
                  <a:cubicBezTo>
                    <a:pt x="7" y="34"/>
                    <a:pt x="5" y="37"/>
                    <a:pt x="4" y="40"/>
                  </a:cubicBezTo>
                  <a:cubicBezTo>
                    <a:pt x="15" y="46"/>
                    <a:pt x="15" y="46"/>
                    <a:pt x="15" y="46"/>
                  </a:cubicBezTo>
                  <a:cubicBezTo>
                    <a:pt x="14" y="48"/>
                    <a:pt x="13" y="51"/>
                    <a:pt x="13" y="53"/>
                  </a:cubicBezTo>
                  <a:cubicBezTo>
                    <a:pt x="1" y="53"/>
                    <a:pt x="1" y="53"/>
                    <a:pt x="1" y="53"/>
                  </a:cubicBezTo>
                  <a:cubicBezTo>
                    <a:pt x="0" y="56"/>
                    <a:pt x="0" y="59"/>
                    <a:pt x="0" y="62"/>
                  </a:cubicBezTo>
                  <a:cubicBezTo>
                    <a:pt x="0" y="65"/>
                    <a:pt x="0" y="68"/>
                    <a:pt x="1" y="71"/>
                  </a:cubicBezTo>
                  <a:lnTo>
                    <a:pt x="13" y="71"/>
                  </a:lnTo>
                  <a:close/>
                  <a:moveTo>
                    <a:pt x="91" y="50"/>
                  </a:moveTo>
                  <a:cubicBezTo>
                    <a:pt x="98" y="50"/>
                    <a:pt x="104" y="55"/>
                    <a:pt x="104" y="62"/>
                  </a:cubicBezTo>
                  <a:cubicBezTo>
                    <a:pt x="104" y="69"/>
                    <a:pt x="98" y="75"/>
                    <a:pt x="91" y="75"/>
                  </a:cubicBezTo>
                  <a:cubicBezTo>
                    <a:pt x="85" y="75"/>
                    <a:pt x="79" y="69"/>
                    <a:pt x="79" y="62"/>
                  </a:cubicBezTo>
                  <a:cubicBezTo>
                    <a:pt x="79" y="55"/>
                    <a:pt x="85" y="50"/>
                    <a:pt x="91" y="50"/>
                  </a:cubicBezTo>
                  <a:close/>
                  <a:moveTo>
                    <a:pt x="62" y="20"/>
                  </a:moveTo>
                  <a:cubicBezTo>
                    <a:pt x="69" y="20"/>
                    <a:pt x="74" y="26"/>
                    <a:pt x="74" y="33"/>
                  </a:cubicBezTo>
                  <a:cubicBezTo>
                    <a:pt x="74" y="40"/>
                    <a:pt x="69" y="45"/>
                    <a:pt x="62" y="45"/>
                  </a:cubicBezTo>
                  <a:cubicBezTo>
                    <a:pt x="55" y="45"/>
                    <a:pt x="50" y="40"/>
                    <a:pt x="50" y="33"/>
                  </a:cubicBezTo>
                  <a:cubicBezTo>
                    <a:pt x="50" y="26"/>
                    <a:pt x="55" y="20"/>
                    <a:pt x="62" y="20"/>
                  </a:cubicBezTo>
                  <a:close/>
                  <a:moveTo>
                    <a:pt x="70" y="62"/>
                  </a:moveTo>
                  <a:cubicBezTo>
                    <a:pt x="70" y="67"/>
                    <a:pt x="66" y="71"/>
                    <a:pt x="62" y="71"/>
                  </a:cubicBezTo>
                  <a:cubicBezTo>
                    <a:pt x="57" y="71"/>
                    <a:pt x="54" y="67"/>
                    <a:pt x="54" y="62"/>
                  </a:cubicBezTo>
                  <a:cubicBezTo>
                    <a:pt x="54" y="58"/>
                    <a:pt x="57" y="54"/>
                    <a:pt x="62" y="54"/>
                  </a:cubicBezTo>
                  <a:cubicBezTo>
                    <a:pt x="66" y="54"/>
                    <a:pt x="70" y="58"/>
                    <a:pt x="70" y="62"/>
                  </a:cubicBezTo>
                  <a:close/>
                  <a:moveTo>
                    <a:pt x="62" y="80"/>
                  </a:moveTo>
                  <a:cubicBezTo>
                    <a:pt x="69" y="80"/>
                    <a:pt x="74" y="85"/>
                    <a:pt x="74" y="92"/>
                  </a:cubicBezTo>
                  <a:cubicBezTo>
                    <a:pt x="74" y="99"/>
                    <a:pt x="69" y="104"/>
                    <a:pt x="62" y="104"/>
                  </a:cubicBezTo>
                  <a:cubicBezTo>
                    <a:pt x="55" y="104"/>
                    <a:pt x="50" y="99"/>
                    <a:pt x="50" y="92"/>
                  </a:cubicBezTo>
                  <a:cubicBezTo>
                    <a:pt x="50" y="85"/>
                    <a:pt x="55" y="80"/>
                    <a:pt x="62" y="80"/>
                  </a:cubicBezTo>
                  <a:close/>
                  <a:moveTo>
                    <a:pt x="32" y="50"/>
                  </a:moveTo>
                  <a:cubicBezTo>
                    <a:pt x="32" y="50"/>
                    <a:pt x="32" y="50"/>
                    <a:pt x="32" y="50"/>
                  </a:cubicBezTo>
                  <a:cubicBezTo>
                    <a:pt x="39" y="50"/>
                    <a:pt x="45" y="55"/>
                    <a:pt x="45" y="62"/>
                  </a:cubicBezTo>
                  <a:cubicBezTo>
                    <a:pt x="45" y="69"/>
                    <a:pt x="39" y="75"/>
                    <a:pt x="32" y="75"/>
                  </a:cubicBezTo>
                  <a:cubicBezTo>
                    <a:pt x="32" y="75"/>
                    <a:pt x="32" y="75"/>
                    <a:pt x="32" y="75"/>
                  </a:cubicBezTo>
                  <a:cubicBezTo>
                    <a:pt x="26" y="75"/>
                    <a:pt x="20" y="69"/>
                    <a:pt x="20" y="62"/>
                  </a:cubicBezTo>
                  <a:cubicBezTo>
                    <a:pt x="20" y="55"/>
                    <a:pt x="26" y="50"/>
                    <a:pt x="32" y="50"/>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1" name="Google Shape;511;p45"/>
            <p:cNvSpPr/>
            <p:nvPr/>
          </p:nvSpPr>
          <p:spPr>
            <a:xfrm>
              <a:off x="4297363" y="1612900"/>
              <a:ext cx="896938" cy="896938"/>
            </a:xfrm>
            <a:custGeom>
              <a:avLst/>
              <a:gdLst/>
              <a:ahLst/>
              <a:cxnLst/>
              <a:rect l="l" t="t" r="r" b="b"/>
              <a:pathLst>
                <a:path w="238" h="238" extrusionOk="0">
                  <a:moveTo>
                    <a:pt x="19" y="88"/>
                  </a:moveTo>
                  <a:cubicBezTo>
                    <a:pt x="5" y="86"/>
                    <a:pt x="5" y="86"/>
                    <a:pt x="5" y="86"/>
                  </a:cubicBezTo>
                  <a:cubicBezTo>
                    <a:pt x="2" y="94"/>
                    <a:pt x="1" y="103"/>
                    <a:pt x="0" y="112"/>
                  </a:cubicBezTo>
                  <a:cubicBezTo>
                    <a:pt x="14" y="114"/>
                    <a:pt x="14" y="114"/>
                    <a:pt x="14" y="114"/>
                  </a:cubicBezTo>
                  <a:cubicBezTo>
                    <a:pt x="14" y="116"/>
                    <a:pt x="14" y="117"/>
                    <a:pt x="14" y="119"/>
                  </a:cubicBezTo>
                  <a:cubicBezTo>
                    <a:pt x="14" y="121"/>
                    <a:pt x="14" y="123"/>
                    <a:pt x="14" y="124"/>
                  </a:cubicBezTo>
                  <a:cubicBezTo>
                    <a:pt x="0" y="127"/>
                    <a:pt x="0" y="127"/>
                    <a:pt x="0" y="127"/>
                  </a:cubicBezTo>
                  <a:cubicBezTo>
                    <a:pt x="1" y="136"/>
                    <a:pt x="2" y="144"/>
                    <a:pt x="5" y="153"/>
                  </a:cubicBezTo>
                  <a:cubicBezTo>
                    <a:pt x="19" y="150"/>
                    <a:pt x="19" y="150"/>
                    <a:pt x="19" y="150"/>
                  </a:cubicBezTo>
                  <a:cubicBezTo>
                    <a:pt x="20" y="154"/>
                    <a:pt x="21" y="157"/>
                    <a:pt x="22" y="160"/>
                  </a:cubicBezTo>
                  <a:cubicBezTo>
                    <a:pt x="10" y="167"/>
                    <a:pt x="10" y="167"/>
                    <a:pt x="10" y="167"/>
                  </a:cubicBezTo>
                  <a:cubicBezTo>
                    <a:pt x="14" y="175"/>
                    <a:pt x="18" y="183"/>
                    <a:pt x="23" y="190"/>
                  </a:cubicBezTo>
                  <a:cubicBezTo>
                    <a:pt x="35" y="183"/>
                    <a:pt x="35" y="183"/>
                    <a:pt x="35" y="183"/>
                  </a:cubicBezTo>
                  <a:cubicBezTo>
                    <a:pt x="37" y="186"/>
                    <a:pt x="40" y="188"/>
                    <a:pt x="42" y="191"/>
                  </a:cubicBezTo>
                  <a:cubicBezTo>
                    <a:pt x="33" y="201"/>
                    <a:pt x="33" y="201"/>
                    <a:pt x="33" y="201"/>
                  </a:cubicBezTo>
                  <a:cubicBezTo>
                    <a:pt x="39" y="208"/>
                    <a:pt x="46" y="213"/>
                    <a:pt x="53" y="218"/>
                  </a:cubicBezTo>
                  <a:cubicBezTo>
                    <a:pt x="59" y="211"/>
                    <a:pt x="59" y="211"/>
                    <a:pt x="59" y="211"/>
                  </a:cubicBezTo>
                  <a:cubicBezTo>
                    <a:pt x="62" y="208"/>
                    <a:pt x="62" y="208"/>
                    <a:pt x="62" y="208"/>
                  </a:cubicBezTo>
                  <a:cubicBezTo>
                    <a:pt x="65" y="210"/>
                    <a:pt x="68" y="211"/>
                    <a:pt x="71" y="213"/>
                  </a:cubicBezTo>
                  <a:cubicBezTo>
                    <a:pt x="66" y="226"/>
                    <a:pt x="66" y="226"/>
                    <a:pt x="66" y="226"/>
                  </a:cubicBezTo>
                  <a:cubicBezTo>
                    <a:pt x="72" y="229"/>
                    <a:pt x="78" y="231"/>
                    <a:pt x="85" y="233"/>
                  </a:cubicBezTo>
                  <a:cubicBezTo>
                    <a:pt x="87" y="234"/>
                    <a:pt x="89" y="234"/>
                    <a:pt x="91" y="235"/>
                  </a:cubicBezTo>
                  <a:cubicBezTo>
                    <a:pt x="96" y="222"/>
                    <a:pt x="96" y="222"/>
                    <a:pt x="96" y="222"/>
                  </a:cubicBezTo>
                  <a:cubicBezTo>
                    <a:pt x="96" y="222"/>
                    <a:pt x="96" y="222"/>
                    <a:pt x="96" y="222"/>
                  </a:cubicBezTo>
                  <a:cubicBezTo>
                    <a:pt x="99" y="223"/>
                    <a:pt x="103" y="223"/>
                    <a:pt x="106" y="224"/>
                  </a:cubicBezTo>
                  <a:cubicBezTo>
                    <a:pt x="106" y="238"/>
                    <a:pt x="106" y="238"/>
                    <a:pt x="106" y="238"/>
                  </a:cubicBezTo>
                  <a:cubicBezTo>
                    <a:pt x="110" y="238"/>
                    <a:pt x="115" y="238"/>
                    <a:pt x="119" y="238"/>
                  </a:cubicBezTo>
                  <a:cubicBezTo>
                    <a:pt x="124" y="238"/>
                    <a:pt x="128" y="238"/>
                    <a:pt x="132" y="238"/>
                  </a:cubicBezTo>
                  <a:cubicBezTo>
                    <a:pt x="132" y="224"/>
                    <a:pt x="132" y="224"/>
                    <a:pt x="132" y="224"/>
                  </a:cubicBezTo>
                  <a:cubicBezTo>
                    <a:pt x="136" y="223"/>
                    <a:pt x="139" y="223"/>
                    <a:pt x="143" y="222"/>
                  </a:cubicBezTo>
                  <a:cubicBezTo>
                    <a:pt x="143" y="222"/>
                    <a:pt x="143" y="222"/>
                    <a:pt x="143" y="222"/>
                  </a:cubicBezTo>
                  <a:cubicBezTo>
                    <a:pt x="147" y="235"/>
                    <a:pt x="147" y="235"/>
                    <a:pt x="147" y="235"/>
                  </a:cubicBezTo>
                  <a:cubicBezTo>
                    <a:pt x="149" y="234"/>
                    <a:pt x="152" y="234"/>
                    <a:pt x="154" y="233"/>
                  </a:cubicBezTo>
                  <a:cubicBezTo>
                    <a:pt x="160" y="231"/>
                    <a:pt x="166" y="229"/>
                    <a:pt x="172" y="226"/>
                  </a:cubicBezTo>
                  <a:cubicBezTo>
                    <a:pt x="167" y="213"/>
                    <a:pt x="167" y="213"/>
                    <a:pt x="167" y="213"/>
                  </a:cubicBezTo>
                  <a:cubicBezTo>
                    <a:pt x="170" y="211"/>
                    <a:pt x="173" y="210"/>
                    <a:pt x="176" y="208"/>
                  </a:cubicBezTo>
                  <a:cubicBezTo>
                    <a:pt x="179" y="211"/>
                    <a:pt x="179" y="211"/>
                    <a:pt x="179" y="211"/>
                  </a:cubicBezTo>
                  <a:cubicBezTo>
                    <a:pt x="185" y="218"/>
                    <a:pt x="185" y="218"/>
                    <a:pt x="185" y="218"/>
                  </a:cubicBezTo>
                  <a:cubicBezTo>
                    <a:pt x="193" y="213"/>
                    <a:pt x="199" y="208"/>
                    <a:pt x="205" y="201"/>
                  </a:cubicBezTo>
                  <a:cubicBezTo>
                    <a:pt x="197" y="191"/>
                    <a:pt x="197" y="191"/>
                    <a:pt x="197" y="191"/>
                  </a:cubicBezTo>
                  <a:cubicBezTo>
                    <a:pt x="199" y="188"/>
                    <a:pt x="201" y="186"/>
                    <a:pt x="203" y="183"/>
                  </a:cubicBezTo>
                  <a:cubicBezTo>
                    <a:pt x="215" y="190"/>
                    <a:pt x="215" y="190"/>
                    <a:pt x="215" y="190"/>
                  </a:cubicBezTo>
                  <a:cubicBezTo>
                    <a:pt x="220" y="183"/>
                    <a:pt x="225" y="175"/>
                    <a:pt x="228" y="167"/>
                  </a:cubicBezTo>
                  <a:cubicBezTo>
                    <a:pt x="216" y="160"/>
                    <a:pt x="216" y="160"/>
                    <a:pt x="216" y="160"/>
                  </a:cubicBezTo>
                  <a:cubicBezTo>
                    <a:pt x="218" y="157"/>
                    <a:pt x="219" y="154"/>
                    <a:pt x="220" y="150"/>
                  </a:cubicBezTo>
                  <a:cubicBezTo>
                    <a:pt x="234" y="153"/>
                    <a:pt x="234" y="153"/>
                    <a:pt x="234" y="153"/>
                  </a:cubicBezTo>
                  <a:cubicBezTo>
                    <a:pt x="236" y="144"/>
                    <a:pt x="238" y="136"/>
                    <a:pt x="238" y="127"/>
                  </a:cubicBezTo>
                  <a:cubicBezTo>
                    <a:pt x="224" y="124"/>
                    <a:pt x="224" y="124"/>
                    <a:pt x="224" y="124"/>
                  </a:cubicBezTo>
                  <a:cubicBezTo>
                    <a:pt x="225" y="123"/>
                    <a:pt x="225" y="121"/>
                    <a:pt x="225" y="119"/>
                  </a:cubicBezTo>
                  <a:cubicBezTo>
                    <a:pt x="225" y="117"/>
                    <a:pt x="225" y="116"/>
                    <a:pt x="224" y="114"/>
                  </a:cubicBezTo>
                  <a:cubicBezTo>
                    <a:pt x="238" y="112"/>
                    <a:pt x="238" y="112"/>
                    <a:pt x="238" y="112"/>
                  </a:cubicBezTo>
                  <a:cubicBezTo>
                    <a:pt x="238" y="103"/>
                    <a:pt x="236" y="94"/>
                    <a:pt x="234" y="86"/>
                  </a:cubicBezTo>
                  <a:cubicBezTo>
                    <a:pt x="220" y="88"/>
                    <a:pt x="220" y="88"/>
                    <a:pt x="220" y="88"/>
                  </a:cubicBezTo>
                  <a:cubicBezTo>
                    <a:pt x="219" y="85"/>
                    <a:pt x="218" y="81"/>
                    <a:pt x="216" y="78"/>
                  </a:cubicBezTo>
                  <a:cubicBezTo>
                    <a:pt x="228" y="71"/>
                    <a:pt x="228" y="71"/>
                    <a:pt x="228" y="71"/>
                  </a:cubicBezTo>
                  <a:cubicBezTo>
                    <a:pt x="225" y="63"/>
                    <a:pt x="220" y="56"/>
                    <a:pt x="215" y="49"/>
                  </a:cubicBezTo>
                  <a:cubicBezTo>
                    <a:pt x="203" y="55"/>
                    <a:pt x="203" y="55"/>
                    <a:pt x="203" y="55"/>
                  </a:cubicBezTo>
                  <a:cubicBezTo>
                    <a:pt x="201" y="53"/>
                    <a:pt x="199" y="50"/>
                    <a:pt x="197" y="47"/>
                  </a:cubicBezTo>
                  <a:cubicBezTo>
                    <a:pt x="205" y="37"/>
                    <a:pt x="205" y="37"/>
                    <a:pt x="205" y="37"/>
                  </a:cubicBezTo>
                  <a:cubicBezTo>
                    <a:pt x="199" y="31"/>
                    <a:pt x="193" y="25"/>
                    <a:pt x="185" y="20"/>
                  </a:cubicBezTo>
                  <a:cubicBezTo>
                    <a:pt x="179" y="27"/>
                    <a:pt x="179" y="27"/>
                    <a:pt x="179" y="27"/>
                  </a:cubicBezTo>
                  <a:cubicBezTo>
                    <a:pt x="176" y="31"/>
                    <a:pt x="176" y="31"/>
                    <a:pt x="176" y="31"/>
                  </a:cubicBezTo>
                  <a:cubicBezTo>
                    <a:pt x="173" y="29"/>
                    <a:pt x="170" y="27"/>
                    <a:pt x="167" y="25"/>
                  </a:cubicBezTo>
                  <a:cubicBezTo>
                    <a:pt x="172" y="12"/>
                    <a:pt x="172" y="12"/>
                    <a:pt x="172" y="12"/>
                  </a:cubicBezTo>
                  <a:cubicBezTo>
                    <a:pt x="166" y="9"/>
                    <a:pt x="160" y="7"/>
                    <a:pt x="154" y="5"/>
                  </a:cubicBezTo>
                  <a:cubicBezTo>
                    <a:pt x="152" y="4"/>
                    <a:pt x="149" y="4"/>
                    <a:pt x="147" y="3"/>
                  </a:cubicBezTo>
                  <a:cubicBezTo>
                    <a:pt x="143" y="16"/>
                    <a:pt x="143" y="16"/>
                    <a:pt x="143" y="16"/>
                  </a:cubicBezTo>
                  <a:cubicBezTo>
                    <a:pt x="143" y="16"/>
                    <a:pt x="143" y="16"/>
                    <a:pt x="143" y="16"/>
                  </a:cubicBezTo>
                  <a:cubicBezTo>
                    <a:pt x="139" y="16"/>
                    <a:pt x="136" y="15"/>
                    <a:pt x="132" y="15"/>
                  </a:cubicBezTo>
                  <a:cubicBezTo>
                    <a:pt x="132" y="1"/>
                    <a:pt x="132" y="1"/>
                    <a:pt x="132" y="1"/>
                  </a:cubicBezTo>
                  <a:cubicBezTo>
                    <a:pt x="128" y="0"/>
                    <a:pt x="124" y="0"/>
                    <a:pt x="119" y="0"/>
                  </a:cubicBezTo>
                  <a:cubicBezTo>
                    <a:pt x="115" y="0"/>
                    <a:pt x="110" y="0"/>
                    <a:pt x="106" y="1"/>
                  </a:cubicBezTo>
                  <a:cubicBezTo>
                    <a:pt x="106" y="15"/>
                    <a:pt x="106" y="15"/>
                    <a:pt x="106" y="15"/>
                  </a:cubicBezTo>
                  <a:cubicBezTo>
                    <a:pt x="103" y="15"/>
                    <a:pt x="99" y="16"/>
                    <a:pt x="96" y="16"/>
                  </a:cubicBezTo>
                  <a:cubicBezTo>
                    <a:pt x="96" y="16"/>
                    <a:pt x="96" y="16"/>
                    <a:pt x="96" y="16"/>
                  </a:cubicBezTo>
                  <a:cubicBezTo>
                    <a:pt x="91" y="3"/>
                    <a:pt x="91" y="3"/>
                    <a:pt x="91" y="3"/>
                  </a:cubicBezTo>
                  <a:cubicBezTo>
                    <a:pt x="89" y="4"/>
                    <a:pt x="87" y="4"/>
                    <a:pt x="85" y="5"/>
                  </a:cubicBezTo>
                  <a:cubicBezTo>
                    <a:pt x="78" y="7"/>
                    <a:pt x="72" y="9"/>
                    <a:pt x="66" y="12"/>
                  </a:cubicBezTo>
                  <a:cubicBezTo>
                    <a:pt x="71" y="25"/>
                    <a:pt x="71" y="25"/>
                    <a:pt x="71" y="25"/>
                  </a:cubicBezTo>
                  <a:cubicBezTo>
                    <a:pt x="68" y="27"/>
                    <a:pt x="65" y="29"/>
                    <a:pt x="62" y="31"/>
                  </a:cubicBezTo>
                  <a:cubicBezTo>
                    <a:pt x="59" y="27"/>
                    <a:pt x="59" y="27"/>
                    <a:pt x="59" y="27"/>
                  </a:cubicBezTo>
                  <a:cubicBezTo>
                    <a:pt x="53" y="20"/>
                    <a:pt x="53" y="20"/>
                    <a:pt x="53" y="20"/>
                  </a:cubicBezTo>
                  <a:cubicBezTo>
                    <a:pt x="46" y="25"/>
                    <a:pt x="39" y="31"/>
                    <a:pt x="33" y="37"/>
                  </a:cubicBezTo>
                  <a:cubicBezTo>
                    <a:pt x="42" y="47"/>
                    <a:pt x="42" y="47"/>
                    <a:pt x="42" y="47"/>
                  </a:cubicBezTo>
                  <a:cubicBezTo>
                    <a:pt x="40" y="50"/>
                    <a:pt x="37" y="53"/>
                    <a:pt x="35" y="55"/>
                  </a:cubicBezTo>
                  <a:cubicBezTo>
                    <a:pt x="23" y="49"/>
                    <a:pt x="23" y="49"/>
                    <a:pt x="23" y="49"/>
                  </a:cubicBezTo>
                  <a:cubicBezTo>
                    <a:pt x="18" y="56"/>
                    <a:pt x="14" y="63"/>
                    <a:pt x="10" y="71"/>
                  </a:cubicBezTo>
                  <a:cubicBezTo>
                    <a:pt x="22" y="78"/>
                    <a:pt x="22" y="78"/>
                    <a:pt x="22" y="78"/>
                  </a:cubicBezTo>
                  <a:cubicBezTo>
                    <a:pt x="21" y="81"/>
                    <a:pt x="20" y="85"/>
                    <a:pt x="19" y="88"/>
                  </a:cubicBezTo>
                  <a:close/>
                  <a:moveTo>
                    <a:pt x="68" y="197"/>
                  </a:moveTo>
                  <a:cubicBezTo>
                    <a:pt x="65" y="195"/>
                    <a:pt x="62" y="193"/>
                    <a:pt x="59" y="190"/>
                  </a:cubicBezTo>
                  <a:cubicBezTo>
                    <a:pt x="52" y="185"/>
                    <a:pt x="46" y="178"/>
                    <a:pt x="42" y="171"/>
                  </a:cubicBezTo>
                  <a:cubicBezTo>
                    <a:pt x="59" y="160"/>
                    <a:pt x="59" y="160"/>
                    <a:pt x="59" y="160"/>
                  </a:cubicBezTo>
                  <a:cubicBezTo>
                    <a:pt x="85" y="146"/>
                    <a:pt x="85" y="146"/>
                    <a:pt x="85" y="146"/>
                  </a:cubicBezTo>
                  <a:cubicBezTo>
                    <a:pt x="96" y="139"/>
                    <a:pt x="96" y="139"/>
                    <a:pt x="96" y="139"/>
                  </a:cubicBezTo>
                  <a:cubicBezTo>
                    <a:pt x="98" y="138"/>
                    <a:pt x="98" y="138"/>
                    <a:pt x="98" y="138"/>
                  </a:cubicBezTo>
                  <a:cubicBezTo>
                    <a:pt x="98" y="139"/>
                    <a:pt x="99" y="140"/>
                    <a:pt x="100" y="141"/>
                  </a:cubicBezTo>
                  <a:cubicBezTo>
                    <a:pt x="96" y="149"/>
                    <a:pt x="96" y="149"/>
                    <a:pt x="96" y="149"/>
                  </a:cubicBezTo>
                  <a:cubicBezTo>
                    <a:pt x="85" y="167"/>
                    <a:pt x="85" y="167"/>
                    <a:pt x="85" y="167"/>
                  </a:cubicBezTo>
                  <a:lnTo>
                    <a:pt x="68" y="197"/>
                  </a:lnTo>
                  <a:close/>
                  <a:moveTo>
                    <a:pt x="114" y="212"/>
                  </a:moveTo>
                  <a:cubicBezTo>
                    <a:pt x="107" y="212"/>
                    <a:pt x="101" y="211"/>
                    <a:pt x="96" y="209"/>
                  </a:cubicBezTo>
                  <a:cubicBezTo>
                    <a:pt x="92" y="208"/>
                    <a:pt x="88" y="207"/>
                    <a:pt x="85" y="206"/>
                  </a:cubicBezTo>
                  <a:cubicBezTo>
                    <a:pt x="82" y="205"/>
                    <a:pt x="80" y="204"/>
                    <a:pt x="78" y="202"/>
                  </a:cubicBezTo>
                  <a:cubicBezTo>
                    <a:pt x="85" y="190"/>
                    <a:pt x="85" y="190"/>
                    <a:pt x="85" y="190"/>
                  </a:cubicBezTo>
                  <a:cubicBezTo>
                    <a:pt x="96" y="171"/>
                    <a:pt x="96" y="171"/>
                    <a:pt x="96" y="171"/>
                  </a:cubicBezTo>
                  <a:cubicBezTo>
                    <a:pt x="110" y="146"/>
                    <a:pt x="110" y="146"/>
                    <a:pt x="110" y="146"/>
                  </a:cubicBezTo>
                  <a:cubicBezTo>
                    <a:pt x="111" y="147"/>
                    <a:pt x="112" y="147"/>
                    <a:pt x="114" y="147"/>
                  </a:cubicBezTo>
                  <a:lnTo>
                    <a:pt x="114" y="212"/>
                  </a:lnTo>
                  <a:close/>
                  <a:moveTo>
                    <a:pt x="154" y="206"/>
                  </a:moveTo>
                  <a:cubicBezTo>
                    <a:pt x="150" y="207"/>
                    <a:pt x="147" y="208"/>
                    <a:pt x="143" y="209"/>
                  </a:cubicBezTo>
                  <a:cubicBezTo>
                    <a:pt x="137" y="211"/>
                    <a:pt x="131" y="212"/>
                    <a:pt x="125" y="212"/>
                  </a:cubicBezTo>
                  <a:cubicBezTo>
                    <a:pt x="125" y="147"/>
                    <a:pt x="125" y="147"/>
                    <a:pt x="125" y="147"/>
                  </a:cubicBezTo>
                  <a:cubicBezTo>
                    <a:pt x="126" y="147"/>
                    <a:pt x="127" y="147"/>
                    <a:pt x="128" y="146"/>
                  </a:cubicBezTo>
                  <a:cubicBezTo>
                    <a:pt x="143" y="171"/>
                    <a:pt x="143" y="171"/>
                    <a:pt x="143" y="171"/>
                  </a:cubicBezTo>
                  <a:cubicBezTo>
                    <a:pt x="154" y="190"/>
                    <a:pt x="154" y="190"/>
                    <a:pt x="154" y="190"/>
                  </a:cubicBezTo>
                  <a:cubicBezTo>
                    <a:pt x="161" y="202"/>
                    <a:pt x="161" y="202"/>
                    <a:pt x="161" y="202"/>
                  </a:cubicBezTo>
                  <a:cubicBezTo>
                    <a:pt x="158" y="204"/>
                    <a:pt x="156" y="205"/>
                    <a:pt x="154" y="206"/>
                  </a:cubicBezTo>
                  <a:close/>
                  <a:moveTo>
                    <a:pt x="179" y="190"/>
                  </a:moveTo>
                  <a:cubicBezTo>
                    <a:pt x="177" y="193"/>
                    <a:pt x="174" y="195"/>
                    <a:pt x="171" y="197"/>
                  </a:cubicBezTo>
                  <a:cubicBezTo>
                    <a:pt x="154" y="167"/>
                    <a:pt x="154" y="167"/>
                    <a:pt x="154" y="167"/>
                  </a:cubicBezTo>
                  <a:cubicBezTo>
                    <a:pt x="143" y="149"/>
                    <a:pt x="143" y="149"/>
                    <a:pt x="143" y="149"/>
                  </a:cubicBezTo>
                  <a:cubicBezTo>
                    <a:pt x="138" y="141"/>
                    <a:pt x="138" y="141"/>
                    <a:pt x="138" y="141"/>
                  </a:cubicBezTo>
                  <a:cubicBezTo>
                    <a:pt x="139" y="140"/>
                    <a:pt x="140" y="139"/>
                    <a:pt x="141" y="138"/>
                  </a:cubicBezTo>
                  <a:cubicBezTo>
                    <a:pt x="143" y="139"/>
                    <a:pt x="143" y="139"/>
                    <a:pt x="143" y="139"/>
                  </a:cubicBezTo>
                  <a:cubicBezTo>
                    <a:pt x="154" y="146"/>
                    <a:pt x="154" y="146"/>
                    <a:pt x="154" y="146"/>
                  </a:cubicBezTo>
                  <a:cubicBezTo>
                    <a:pt x="179" y="160"/>
                    <a:pt x="179" y="160"/>
                    <a:pt x="179" y="160"/>
                  </a:cubicBezTo>
                  <a:cubicBezTo>
                    <a:pt x="197" y="171"/>
                    <a:pt x="197" y="171"/>
                    <a:pt x="197" y="171"/>
                  </a:cubicBezTo>
                  <a:cubicBezTo>
                    <a:pt x="192" y="178"/>
                    <a:pt x="186" y="185"/>
                    <a:pt x="179" y="190"/>
                  </a:cubicBezTo>
                  <a:close/>
                  <a:moveTo>
                    <a:pt x="203" y="161"/>
                  </a:moveTo>
                  <a:cubicBezTo>
                    <a:pt x="179" y="147"/>
                    <a:pt x="179" y="147"/>
                    <a:pt x="179" y="147"/>
                  </a:cubicBezTo>
                  <a:cubicBezTo>
                    <a:pt x="154" y="132"/>
                    <a:pt x="154" y="132"/>
                    <a:pt x="154" y="132"/>
                  </a:cubicBezTo>
                  <a:cubicBezTo>
                    <a:pt x="146" y="128"/>
                    <a:pt x="146" y="128"/>
                    <a:pt x="146" y="128"/>
                  </a:cubicBezTo>
                  <a:cubicBezTo>
                    <a:pt x="147" y="127"/>
                    <a:pt x="147" y="126"/>
                    <a:pt x="147" y="125"/>
                  </a:cubicBezTo>
                  <a:cubicBezTo>
                    <a:pt x="154" y="125"/>
                    <a:pt x="154" y="125"/>
                    <a:pt x="154" y="125"/>
                  </a:cubicBezTo>
                  <a:cubicBezTo>
                    <a:pt x="179" y="125"/>
                    <a:pt x="179" y="125"/>
                    <a:pt x="179" y="125"/>
                  </a:cubicBezTo>
                  <a:cubicBezTo>
                    <a:pt x="212" y="125"/>
                    <a:pt x="212" y="125"/>
                    <a:pt x="212" y="125"/>
                  </a:cubicBezTo>
                  <a:cubicBezTo>
                    <a:pt x="211" y="138"/>
                    <a:pt x="208" y="150"/>
                    <a:pt x="203" y="161"/>
                  </a:cubicBezTo>
                  <a:close/>
                  <a:moveTo>
                    <a:pt x="212" y="113"/>
                  </a:moveTo>
                  <a:cubicBezTo>
                    <a:pt x="179" y="113"/>
                    <a:pt x="179" y="113"/>
                    <a:pt x="179" y="113"/>
                  </a:cubicBezTo>
                  <a:cubicBezTo>
                    <a:pt x="154" y="113"/>
                    <a:pt x="154" y="113"/>
                    <a:pt x="154" y="113"/>
                  </a:cubicBezTo>
                  <a:cubicBezTo>
                    <a:pt x="147" y="113"/>
                    <a:pt x="147" y="113"/>
                    <a:pt x="147" y="113"/>
                  </a:cubicBezTo>
                  <a:cubicBezTo>
                    <a:pt x="147" y="112"/>
                    <a:pt x="147" y="111"/>
                    <a:pt x="146" y="110"/>
                  </a:cubicBezTo>
                  <a:cubicBezTo>
                    <a:pt x="154" y="106"/>
                    <a:pt x="154" y="106"/>
                    <a:pt x="154" y="106"/>
                  </a:cubicBezTo>
                  <a:cubicBezTo>
                    <a:pt x="179" y="91"/>
                    <a:pt x="179" y="91"/>
                    <a:pt x="179" y="91"/>
                  </a:cubicBezTo>
                  <a:cubicBezTo>
                    <a:pt x="203" y="78"/>
                    <a:pt x="203" y="78"/>
                    <a:pt x="203" y="78"/>
                  </a:cubicBezTo>
                  <a:cubicBezTo>
                    <a:pt x="208" y="88"/>
                    <a:pt x="211" y="101"/>
                    <a:pt x="212" y="113"/>
                  </a:cubicBezTo>
                  <a:close/>
                  <a:moveTo>
                    <a:pt x="171" y="41"/>
                  </a:moveTo>
                  <a:cubicBezTo>
                    <a:pt x="174" y="43"/>
                    <a:pt x="177" y="46"/>
                    <a:pt x="179" y="48"/>
                  </a:cubicBezTo>
                  <a:cubicBezTo>
                    <a:pt x="186" y="54"/>
                    <a:pt x="192" y="60"/>
                    <a:pt x="197" y="68"/>
                  </a:cubicBezTo>
                  <a:cubicBezTo>
                    <a:pt x="179" y="78"/>
                    <a:pt x="179" y="78"/>
                    <a:pt x="179" y="78"/>
                  </a:cubicBezTo>
                  <a:cubicBezTo>
                    <a:pt x="154" y="93"/>
                    <a:pt x="154" y="93"/>
                    <a:pt x="154" y="93"/>
                  </a:cubicBezTo>
                  <a:cubicBezTo>
                    <a:pt x="143" y="99"/>
                    <a:pt x="143" y="99"/>
                    <a:pt x="143" y="99"/>
                  </a:cubicBezTo>
                  <a:cubicBezTo>
                    <a:pt x="141" y="100"/>
                    <a:pt x="141" y="100"/>
                    <a:pt x="141" y="100"/>
                  </a:cubicBezTo>
                  <a:cubicBezTo>
                    <a:pt x="140" y="99"/>
                    <a:pt x="139" y="98"/>
                    <a:pt x="138" y="98"/>
                  </a:cubicBezTo>
                  <a:cubicBezTo>
                    <a:pt x="143" y="90"/>
                    <a:pt x="143" y="90"/>
                    <a:pt x="143" y="90"/>
                  </a:cubicBezTo>
                  <a:cubicBezTo>
                    <a:pt x="154" y="71"/>
                    <a:pt x="154" y="71"/>
                    <a:pt x="154" y="71"/>
                  </a:cubicBezTo>
                  <a:lnTo>
                    <a:pt x="171" y="41"/>
                  </a:lnTo>
                  <a:close/>
                  <a:moveTo>
                    <a:pt x="125" y="26"/>
                  </a:moveTo>
                  <a:cubicBezTo>
                    <a:pt x="131" y="27"/>
                    <a:pt x="137" y="28"/>
                    <a:pt x="143" y="29"/>
                  </a:cubicBezTo>
                  <a:cubicBezTo>
                    <a:pt x="147" y="30"/>
                    <a:pt x="150" y="31"/>
                    <a:pt x="154" y="33"/>
                  </a:cubicBezTo>
                  <a:cubicBezTo>
                    <a:pt x="156" y="34"/>
                    <a:pt x="158" y="35"/>
                    <a:pt x="161" y="36"/>
                  </a:cubicBezTo>
                  <a:cubicBezTo>
                    <a:pt x="154" y="48"/>
                    <a:pt x="154" y="48"/>
                    <a:pt x="154" y="48"/>
                  </a:cubicBezTo>
                  <a:cubicBezTo>
                    <a:pt x="143" y="67"/>
                    <a:pt x="143" y="67"/>
                    <a:pt x="143" y="67"/>
                  </a:cubicBezTo>
                  <a:cubicBezTo>
                    <a:pt x="128" y="92"/>
                    <a:pt x="128" y="92"/>
                    <a:pt x="128" y="92"/>
                  </a:cubicBezTo>
                  <a:cubicBezTo>
                    <a:pt x="127" y="92"/>
                    <a:pt x="126" y="91"/>
                    <a:pt x="125" y="91"/>
                  </a:cubicBezTo>
                  <a:lnTo>
                    <a:pt x="125" y="26"/>
                  </a:lnTo>
                  <a:close/>
                  <a:moveTo>
                    <a:pt x="138" y="119"/>
                  </a:moveTo>
                  <a:cubicBezTo>
                    <a:pt x="138" y="130"/>
                    <a:pt x="130" y="138"/>
                    <a:pt x="119" y="138"/>
                  </a:cubicBezTo>
                  <a:cubicBezTo>
                    <a:pt x="109" y="138"/>
                    <a:pt x="100" y="130"/>
                    <a:pt x="100" y="119"/>
                  </a:cubicBezTo>
                  <a:cubicBezTo>
                    <a:pt x="100" y="109"/>
                    <a:pt x="109" y="100"/>
                    <a:pt x="119" y="100"/>
                  </a:cubicBezTo>
                  <a:cubicBezTo>
                    <a:pt x="130" y="100"/>
                    <a:pt x="138" y="109"/>
                    <a:pt x="138" y="119"/>
                  </a:cubicBezTo>
                  <a:close/>
                  <a:moveTo>
                    <a:pt x="85" y="33"/>
                  </a:moveTo>
                  <a:cubicBezTo>
                    <a:pt x="88" y="31"/>
                    <a:pt x="92" y="30"/>
                    <a:pt x="96" y="29"/>
                  </a:cubicBezTo>
                  <a:cubicBezTo>
                    <a:pt x="101" y="28"/>
                    <a:pt x="107" y="27"/>
                    <a:pt x="114" y="26"/>
                  </a:cubicBezTo>
                  <a:cubicBezTo>
                    <a:pt x="114" y="91"/>
                    <a:pt x="114" y="91"/>
                    <a:pt x="114" y="91"/>
                  </a:cubicBezTo>
                  <a:cubicBezTo>
                    <a:pt x="112" y="91"/>
                    <a:pt x="111" y="92"/>
                    <a:pt x="110" y="92"/>
                  </a:cubicBezTo>
                  <a:cubicBezTo>
                    <a:pt x="96" y="67"/>
                    <a:pt x="96" y="67"/>
                    <a:pt x="96" y="67"/>
                  </a:cubicBezTo>
                  <a:cubicBezTo>
                    <a:pt x="85" y="48"/>
                    <a:pt x="85" y="48"/>
                    <a:pt x="85" y="48"/>
                  </a:cubicBezTo>
                  <a:cubicBezTo>
                    <a:pt x="78" y="36"/>
                    <a:pt x="78" y="36"/>
                    <a:pt x="78" y="36"/>
                  </a:cubicBezTo>
                  <a:cubicBezTo>
                    <a:pt x="80" y="35"/>
                    <a:pt x="82" y="34"/>
                    <a:pt x="85" y="33"/>
                  </a:cubicBezTo>
                  <a:close/>
                  <a:moveTo>
                    <a:pt x="59" y="48"/>
                  </a:moveTo>
                  <a:cubicBezTo>
                    <a:pt x="62" y="46"/>
                    <a:pt x="65" y="43"/>
                    <a:pt x="68" y="41"/>
                  </a:cubicBezTo>
                  <a:cubicBezTo>
                    <a:pt x="85" y="71"/>
                    <a:pt x="85" y="71"/>
                    <a:pt x="85" y="71"/>
                  </a:cubicBezTo>
                  <a:cubicBezTo>
                    <a:pt x="96" y="90"/>
                    <a:pt x="96" y="90"/>
                    <a:pt x="96" y="90"/>
                  </a:cubicBezTo>
                  <a:cubicBezTo>
                    <a:pt x="100" y="98"/>
                    <a:pt x="100" y="98"/>
                    <a:pt x="100" y="98"/>
                  </a:cubicBezTo>
                  <a:cubicBezTo>
                    <a:pt x="99" y="98"/>
                    <a:pt x="98" y="99"/>
                    <a:pt x="98" y="100"/>
                  </a:cubicBezTo>
                  <a:cubicBezTo>
                    <a:pt x="96" y="99"/>
                    <a:pt x="96" y="99"/>
                    <a:pt x="96" y="99"/>
                  </a:cubicBezTo>
                  <a:cubicBezTo>
                    <a:pt x="85" y="93"/>
                    <a:pt x="85" y="93"/>
                    <a:pt x="85" y="93"/>
                  </a:cubicBezTo>
                  <a:cubicBezTo>
                    <a:pt x="59" y="78"/>
                    <a:pt x="59" y="78"/>
                    <a:pt x="59" y="78"/>
                  </a:cubicBezTo>
                  <a:cubicBezTo>
                    <a:pt x="42" y="68"/>
                    <a:pt x="42" y="68"/>
                    <a:pt x="42" y="68"/>
                  </a:cubicBezTo>
                  <a:cubicBezTo>
                    <a:pt x="46" y="60"/>
                    <a:pt x="52" y="54"/>
                    <a:pt x="59" y="48"/>
                  </a:cubicBezTo>
                  <a:close/>
                  <a:moveTo>
                    <a:pt x="36" y="78"/>
                  </a:moveTo>
                  <a:cubicBezTo>
                    <a:pt x="59" y="91"/>
                    <a:pt x="59" y="91"/>
                    <a:pt x="59" y="91"/>
                  </a:cubicBezTo>
                  <a:cubicBezTo>
                    <a:pt x="85" y="106"/>
                    <a:pt x="85" y="106"/>
                    <a:pt x="85" y="106"/>
                  </a:cubicBezTo>
                  <a:cubicBezTo>
                    <a:pt x="92" y="110"/>
                    <a:pt x="92" y="110"/>
                    <a:pt x="92" y="110"/>
                  </a:cubicBezTo>
                  <a:cubicBezTo>
                    <a:pt x="92" y="111"/>
                    <a:pt x="91" y="112"/>
                    <a:pt x="91" y="113"/>
                  </a:cubicBezTo>
                  <a:cubicBezTo>
                    <a:pt x="85" y="113"/>
                    <a:pt x="85" y="113"/>
                    <a:pt x="85" y="113"/>
                  </a:cubicBezTo>
                  <a:cubicBezTo>
                    <a:pt x="59" y="113"/>
                    <a:pt x="59" y="113"/>
                    <a:pt x="59" y="113"/>
                  </a:cubicBezTo>
                  <a:cubicBezTo>
                    <a:pt x="26" y="113"/>
                    <a:pt x="26" y="113"/>
                    <a:pt x="26" y="113"/>
                  </a:cubicBezTo>
                  <a:cubicBezTo>
                    <a:pt x="27" y="101"/>
                    <a:pt x="30" y="88"/>
                    <a:pt x="36" y="78"/>
                  </a:cubicBezTo>
                  <a:close/>
                  <a:moveTo>
                    <a:pt x="59" y="125"/>
                  </a:moveTo>
                  <a:cubicBezTo>
                    <a:pt x="85" y="125"/>
                    <a:pt x="85" y="125"/>
                    <a:pt x="85" y="125"/>
                  </a:cubicBezTo>
                  <a:cubicBezTo>
                    <a:pt x="91" y="125"/>
                    <a:pt x="91" y="125"/>
                    <a:pt x="91" y="125"/>
                  </a:cubicBezTo>
                  <a:cubicBezTo>
                    <a:pt x="91" y="126"/>
                    <a:pt x="92" y="127"/>
                    <a:pt x="92" y="128"/>
                  </a:cubicBezTo>
                  <a:cubicBezTo>
                    <a:pt x="85" y="132"/>
                    <a:pt x="85" y="132"/>
                    <a:pt x="85" y="132"/>
                  </a:cubicBezTo>
                  <a:cubicBezTo>
                    <a:pt x="59" y="147"/>
                    <a:pt x="59" y="147"/>
                    <a:pt x="59" y="147"/>
                  </a:cubicBezTo>
                  <a:cubicBezTo>
                    <a:pt x="36" y="161"/>
                    <a:pt x="36" y="161"/>
                    <a:pt x="36" y="161"/>
                  </a:cubicBezTo>
                  <a:cubicBezTo>
                    <a:pt x="30" y="150"/>
                    <a:pt x="27" y="138"/>
                    <a:pt x="26" y="125"/>
                  </a:cubicBezTo>
                  <a:lnTo>
                    <a:pt x="59" y="125"/>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2" name="Google Shape;512;p45"/>
            <p:cNvSpPr/>
            <p:nvPr/>
          </p:nvSpPr>
          <p:spPr>
            <a:xfrm>
              <a:off x="3889375" y="2009775"/>
              <a:ext cx="377825" cy="395288"/>
            </a:xfrm>
            <a:custGeom>
              <a:avLst/>
              <a:gdLst/>
              <a:ahLst/>
              <a:cxnLst/>
              <a:rect l="l" t="t" r="r" b="b"/>
              <a:pathLst>
                <a:path w="100" h="105" extrusionOk="0">
                  <a:moveTo>
                    <a:pt x="95" y="79"/>
                  </a:moveTo>
                  <a:cubicBezTo>
                    <a:pt x="97" y="75"/>
                    <a:pt x="98" y="72"/>
                    <a:pt x="100" y="69"/>
                  </a:cubicBezTo>
                  <a:cubicBezTo>
                    <a:pt x="89" y="62"/>
                    <a:pt x="89" y="62"/>
                    <a:pt x="89" y="62"/>
                  </a:cubicBezTo>
                  <a:cubicBezTo>
                    <a:pt x="90" y="59"/>
                    <a:pt x="90" y="56"/>
                    <a:pt x="90" y="53"/>
                  </a:cubicBezTo>
                  <a:cubicBezTo>
                    <a:pt x="90" y="49"/>
                    <a:pt x="90" y="46"/>
                    <a:pt x="89" y="43"/>
                  </a:cubicBezTo>
                  <a:cubicBezTo>
                    <a:pt x="100" y="37"/>
                    <a:pt x="100" y="37"/>
                    <a:pt x="100" y="37"/>
                  </a:cubicBezTo>
                  <a:cubicBezTo>
                    <a:pt x="98" y="33"/>
                    <a:pt x="97" y="30"/>
                    <a:pt x="95" y="27"/>
                  </a:cubicBezTo>
                  <a:cubicBezTo>
                    <a:pt x="93" y="23"/>
                    <a:pt x="91" y="20"/>
                    <a:pt x="89" y="18"/>
                  </a:cubicBezTo>
                  <a:cubicBezTo>
                    <a:pt x="78" y="24"/>
                    <a:pt x="78" y="24"/>
                    <a:pt x="78" y="24"/>
                  </a:cubicBezTo>
                  <a:cubicBezTo>
                    <a:pt x="77" y="23"/>
                    <a:pt x="77" y="23"/>
                    <a:pt x="76" y="22"/>
                  </a:cubicBezTo>
                  <a:cubicBezTo>
                    <a:pt x="75" y="21"/>
                    <a:pt x="74" y="20"/>
                    <a:pt x="73" y="19"/>
                  </a:cubicBezTo>
                  <a:cubicBezTo>
                    <a:pt x="70" y="17"/>
                    <a:pt x="66" y="16"/>
                    <a:pt x="63" y="14"/>
                  </a:cubicBezTo>
                  <a:cubicBezTo>
                    <a:pt x="62" y="14"/>
                    <a:pt x="61" y="14"/>
                    <a:pt x="61" y="14"/>
                  </a:cubicBezTo>
                  <a:cubicBezTo>
                    <a:pt x="61" y="2"/>
                    <a:pt x="61" y="2"/>
                    <a:pt x="61" y="2"/>
                  </a:cubicBezTo>
                  <a:cubicBezTo>
                    <a:pt x="57" y="1"/>
                    <a:pt x="54" y="0"/>
                    <a:pt x="50" y="0"/>
                  </a:cubicBezTo>
                  <a:cubicBezTo>
                    <a:pt x="46" y="0"/>
                    <a:pt x="43" y="1"/>
                    <a:pt x="39" y="2"/>
                  </a:cubicBezTo>
                  <a:cubicBezTo>
                    <a:pt x="39" y="14"/>
                    <a:pt x="39" y="14"/>
                    <a:pt x="39" y="14"/>
                  </a:cubicBezTo>
                  <a:cubicBezTo>
                    <a:pt x="38" y="14"/>
                    <a:pt x="38" y="14"/>
                    <a:pt x="37" y="14"/>
                  </a:cubicBezTo>
                  <a:cubicBezTo>
                    <a:pt x="34" y="16"/>
                    <a:pt x="30" y="17"/>
                    <a:pt x="27" y="19"/>
                  </a:cubicBezTo>
                  <a:cubicBezTo>
                    <a:pt x="26" y="20"/>
                    <a:pt x="25" y="21"/>
                    <a:pt x="24" y="22"/>
                  </a:cubicBezTo>
                  <a:cubicBezTo>
                    <a:pt x="23" y="23"/>
                    <a:pt x="22" y="23"/>
                    <a:pt x="22" y="24"/>
                  </a:cubicBezTo>
                  <a:cubicBezTo>
                    <a:pt x="11" y="18"/>
                    <a:pt x="11" y="18"/>
                    <a:pt x="11" y="18"/>
                  </a:cubicBezTo>
                  <a:cubicBezTo>
                    <a:pt x="9" y="20"/>
                    <a:pt x="7" y="23"/>
                    <a:pt x="5" y="27"/>
                  </a:cubicBezTo>
                  <a:cubicBezTo>
                    <a:pt x="3" y="30"/>
                    <a:pt x="1" y="33"/>
                    <a:pt x="0" y="37"/>
                  </a:cubicBezTo>
                  <a:cubicBezTo>
                    <a:pt x="11" y="43"/>
                    <a:pt x="11" y="43"/>
                    <a:pt x="11" y="43"/>
                  </a:cubicBezTo>
                  <a:cubicBezTo>
                    <a:pt x="10" y="46"/>
                    <a:pt x="10" y="49"/>
                    <a:pt x="10" y="53"/>
                  </a:cubicBezTo>
                  <a:cubicBezTo>
                    <a:pt x="10" y="56"/>
                    <a:pt x="10" y="59"/>
                    <a:pt x="11" y="62"/>
                  </a:cubicBezTo>
                  <a:cubicBezTo>
                    <a:pt x="0" y="69"/>
                    <a:pt x="0" y="69"/>
                    <a:pt x="0" y="69"/>
                  </a:cubicBezTo>
                  <a:cubicBezTo>
                    <a:pt x="1" y="72"/>
                    <a:pt x="3" y="75"/>
                    <a:pt x="5" y="79"/>
                  </a:cubicBezTo>
                  <a:cubicBezTo>
                    <a:pt x="7" y="82"/>
                    <a:pt x="9" y="85"/>
                    <a:pt x="11" y="88"/>
                  </a:cubicBezTo>
                  <a:cubicBezTo>
                    <a:pt x="22" y="81"/>
                    <a:pt x="22" y="81"/>
                    <a:pt x="22" y="81"/>
                  </a:cubicBezTo>
                  <a:cubicBezTo>
                    <a:pt x="22" y="82"/>
                    <a:pt x="23" y="83"/>
                    <a:pt x="24" y="83"/>
                  </a:cubicBezTo>
                  <a:cubicBezTo>
                    <a:pt x="25" y="84"/>
                    <a:pt x="26" y="85"/>
                    <a:pt x="27" y="86"/>
                  </a:cubicBezTo>
                  <a:cubicBezTo>
                    <a:pt x="30" y="88"/>
                    <a:pt x="34" y="90"/>
                    <a:pt x="37" y="91"/>
                  </a:cubicBezTo>
                  <a:cubicBezTo>
                    <a:pt x="38" y="91"/>
                    <a:pt x="38" y="91"/>
                    <a:pt x="39" y="91"/>
                  </a:cubicBezTo>
                  <a:cubicBezTo>
                    <a:pt x="39" y="104"/>
                    <a:pt x="39" y="104"/>
                    <a:pt x="39" y="104"/>
                  </a:cubicBezTo>
                  <a:cubicBezTo>
                    <a:pt x="43" y="104"/>
                    <a:pt x="46" y="105"/>
                    <a:pt x="50" y="105"/>
                  </a:cubicBezTo>
                  <a:cubicBezTo>
                    <a:pt x="54" y="105"/>
                    <a:pt x="57" y="104"/>
                    <a:pt x="61" y="104"/>
                  </a:cubicBezTo>
                  <a:cubicBezTo>
                    <a:pt x="61" y="91"/>
                    <a:pt x="61" y="91"/>
                    <a:pt x="61" y="91"/>
                  </a:cubicBezTo>
                  <a:cubicBezTo>
                    <a:pt x="61" y="91"/>
                    <a:pt x="62" y="91"/>
                    <a:pt x="63" y="91"/>
                  </a:cubicBezTo>
                  <a:cubicBezTo>
                    <a:pt x="66" y="90"/>
                    <a:pt x="70" y="88"/>
                    <a:pt x="73" y="86"/>
                  </a:cubicBezTo>
                  <a:cubicBezTo>
                    <a:pt x="74" y="85"/>
                    <a:pt x="75" y="84"/>
                    <a:pt x="76" y="83"/>
                  </a:cubicBezTo>
                  <a:cubicBezTo>
                    <a:pt x="77" y="83"/>
                    <a:pt x="77" y="82"/>
                    <a:pt x="78" y="81"/>
                  </a:cubicBezTo>
                  <a:cubicBezTo>
                    <a:pt x="89" y="88"/>
                    <a:pt x="89" y="88"/>
                    <a:pt x="89" y="88"/>
                  </a:cubicBezTo>
                  <a:cubicBezTo>
                    <a:pt x="91" y="85"/>
                    <a:pt x="93" y="82"/>
                    <a:pt x="95" y="79"/>
                  </a:cubicBezTo>
                  <a:close/>
                  <a:moveTo>
                    <a:pt x="71" y="36"/>
                  </a:moveTo>
                  <a:cubicBezTo>
                    <a:pt x="71" y="36"/>
                    <a:pt x="72" y="36"/>
                    <a:pt x="73" y="36"/>
                  </a:cubicBezTo>
                  <a:cubicBezTo>
                    <a:pt x="74" y="36"/>
                    <a:pt x="75" y="37"/>
                    <a:pt x="76" y="38"/>
                  </a:cubicBezTo>
                  <a:cubicBezTo>
                    <a:pt x="76" y="38"/>
                    <a:pt x="76" y="39"/>
                    <a:pt x="76" y="39"/>
                  </a:cubicBezTo>
                  <a:cubicBezTo>
                    <a:pt x="76" y="39"/>
                    <a:pt x="76" y="40"/>
                    <a:pt x="76" y="40"/>
                  </a:cubicBezTo>
                  <a:cubicBezTo>
                    <a:pt x="76" y="41"/>
                    <a:pt x="75" y="42"/>
                    <a:pt x="74" y="43"/>
                  </a:cubicBezTo>
                  <a:cubicBezTo>
                    <a:pt x="74" y="43"/>
                    <a:pt x="73" y="43"/>
                    <a:pt x="73" y="43"/>
                  </a:cubicBezTo>
                  <a:cubicBezTo>
                    <a:pt x="71" y="43"/>
                    <a:pt x="70" y="42"/>
                    <a:pt x="70" y="41"/>
                  </a:cubicBezTo>
                  <a:cubicBezTo>
                    <a:pt x="69" y="40"/>
                    <a:pt x="69" y="37"/>
                    <a:pt x="71" y="36"/>
                  </a:cubicBezTo>
                  <a:close/>
                  <a:moveTo>
                    <a:pt x="61" y="29"/>
                  </a:moveTo>
                  <a:cubicBezTo>
                    <a:pt x="61" y="28"/>
                    <a:pt x="62" y="27"/>
                    <a:pt x="63" y="27"/>
                  </a:cubicBezTo>
                  <a:cubicBezTo>
                    <a:pt x="63" y="27"/>
                    <a:pt x="63" y="27"/>
                    <a:pt x="64" y="28"/>
                  </a:cubicBezTo>
                  <a:cubicBezTo>
                    <a:pt x="65" y="28"/>
                    <a:pt x="65" y="30"/>
                    <a:pt x="64" y="31"/>
                  </a:cubicBezTo>
                  <a:cubicBezTo>
                    <a:pt x="64" y="31"/>
                    <a:pt x="63" y="32"/>
                    <a:pt x="63" y="32"/>
                  </a:cubicBezTo>
                  <a:cubicBezTo>
                    <a:pt x="62" y="32"/>
                    <a:pt x="62" y="32"/>
                    <a:pt x="62" y="31"/>
                  </a:cubicBezTo>
                  <a:cubicBezTo>
                    <a:pt x="61" y="31"/>
                    <a:pt x="60" y="30"/>
                    <a:pt x="61" y="29"/>
                  </a:cubicBezTo>
                  <a:close/>
                  <a:moveTo>
                    <a:pt x="50" y="23"/>
                  </a:moveTo>
                  <a:cubicBezTo>
                    <a:pt x="52" y="23"/>
                    <a:pt x="53" y="24"/>
                    <a:pt x="53" y="26"/>
                  </a:cubicBezTo>
                  <a:cubicBezTo>
                    <a:pt x="53" y="28"/>
                    <a:pt x="52" y="30"/>
                    <a:pt x="50" y="30"/>
                  </a:cubicBezTo>
                  <a:cubicBezTo>
                    <a:pt x="48" y="30"/>
                    <a:pt x="46" y="28"/>
                    <a:pt x="46" y="26"/>
                  </a:cubicBezTo>
                  <a:cubicBezTo>
                    <a:pt x="46" y="24"/>
                    <a:pt x="48" y="23"/>
                    <a:pt x="50" y="23"/>
                  </a:cubicBezTo>
                  <a:close/>
                  <a:moveTo>
                    <a:pt x="23" y="55"/>
                  </a:moveTo>
                  <a:cubicBezTo>
                    <a:pt x="22" y="54"/>
                    <a:pt x="21" y="53"/>
                    <a:pt x="22" y="52"/>
                  </a:cubicBezTo>
                  <a:cubicBezTo>
                    <a:pt x="22" y="51"/>
                    <a:pt x="23" y="51"/>
                    <a:pt x="24" y="51"/>
                  </a:cubicBezTo>
                  <a:cubicBezTo>
                    <a:pt x="24" y="51"/>
                    <a:pt x="24" y="51"/>
                    <a:pt x="25" y="51"/>
                  </a:cubicBezTo>
                  <a:cubicBezTo>
                    <a:pt x="26" y="52"/>
                    <a:pt x="26" y="53"/>
                    <a:pt x="26" y="54"/>
                  </a:cubicBezTo>
                  <a:cubicBezTo>
                    <a:pt x="25" y="55"/>
                    <a:pt x="24" y="55"/>
                    <a:pt x="24" y="55"/>
                  </a:cubicBezTo>
                  <a:cubicBezTo>
                    <a:pt x="23" y="55"/>
                    <a:pt x="23" y="55"/>
                    <a:pt x="23" y="55"/>
                  </a:cubicBezTo>
                  <a:close/>
                  <a:moveTo>
                    <a:pt x="29" y="69"/>
                  </a:moveTo>
                  <a:cubicBezTo>
                    <a:pt x="28" y="69"/>
                    <a:pt x="28" y="69"/>
                    <a:pt x="27" y="69"/>
                  </a:cubicBezTo>
                  <a:cubicBezTo>
                    <a:pt x="26" y="69"/>
                    <a:pt x="25" y="69"/>
                    <a:pt x="24" y="67"/>
                  </a:cubicBezTo>
                  <a:cubicBezTo>
                    <a:pt x="24" y="67"/>
                    <a:pt x="24" y="67"/>
                    <a:pt x="24" y="66"/>
                  </a:cubicBezTo>
                  <a:cubicBezTo>
                    <a:pt x="24" y="66"/>
                    <a:pt x="24" y="66"/>
                    <a:pt x="24" y="65"/>
                  </a:cubicBezTo>
                  <a:cubicBezTo>
                    <a:pt x="24" y="64"/>
                    <a:pt x="24" y="63"/>
                    <a:pt x="25" y="63"/>
                  </a:cubicBezTo>
                  <a:cubicBezTo>
                    <a:pt x="26" y="62"/>
                    <a:pt x="27" y="62"/>
                    <a:pt x="27" y="62"/>
                  </a:cubicBezTo>
                  <a:cubicBezTo>
                    <a:pt x="28" y="62"/>
                    <a:pt x="30" y="63"/>
                    <a:pt x="30" y="64"/>
                  </a:cubicBezTo>
                  <a:cubicBezTo>
                    <a:pt x="31" y="66"/>
                    <a:pt x="31" y="68"/>
                    <a:pt x="29" y="69"/>
                  </a:cubicBezTo>
                  <a:close/>
                  <a:moveTo>
                    <a:pt x="30" y="41"/>
                  </a:moveTo>
                  <a:cubicBezTo>
                    <a:pt x="30" y="42"/>
                    <a:pt x="28" y="43"/>
                    <a:pt x="27" y="43"/>
                  </a:cubicBezTo>
                  <a:cubicBezTo>
                    <a:pt x="27" y="43"/>
                    <a:pt x="26" y="43"/>
                    <a:pt x="25" y="43"/>
                  </a:cubicBezTo>
                  <a:cubicBezTo>
                    <a:pt x="24" y="42"/>
                    <a:pt x="24" y="41"/>
                    <a:pt x="24" y="40"/>
                  </a:cubicBezTo>
                  <a:cubicBezTo>
                    <a:pt x="24" y="40"/>
                    <a:pt x="24" y="39"/>
                    <a:pt x="24" y="39"/>
                  </a:cubicBezTo>
                  <a:cubicBezTo>
                    <a:pt x="24" y="39"/>
                    <a:pt x="24" y="38"/>
                    <a:pt x="24" y="38"/>
                  </a:cubicBezTo>
                  <a:cubicBezTo>
                    <a:pt x="25" y="37"/>
                    <a:pt x="26" y="36"/>
                    <a:pt x="27" y="36"/>
                  </a:cubicBezTo>
                  <a:cubicBezTo>
                    <a:pt x="28" y="36"/>
                    <a:pt x="28" y="36"/>
                    <a:pt x="29" y="36"/>
                  </a:cubicBezTo>
                  <a:cubicBezTo>
                    <a:pt x="31" y="37"/>
                    <a:pt x="31" y="40"/>
                    <a:pt x="30" y="41"/>
                  </a:cubicBezTo>
                  <a:close/>
                  <a:moveTo>
                    <a:pt x="34" y="29"/>
                  </a:moveTo>
                  <a:cubicBezTo>
                    <a:pt x="35" y="28"/>
                    <a:pt x="36" y="28"/>
                    <a:pt x="37" y="28"/>
                  </a:cubicBezTo>
                  <a:cubicBezTo>
                    <a:pt x="37" y="28"/>
                    <a:pt x="37" y="28"/>
                    <a:pt x="37" y="28"/>
                  </a:cubicBezTo>
                  <a:cubicBezTo>
                    <a:pt x="38" y="29"/>
                    <a:pt x="39" y="30"/>
                    <a:pt x="38" y="31"/>
                  </a:cubicBezTo>
                  <a:cubicBezTo>
                    <a:pt x="38" y="32"/>
                    <a:pt x="38" y="32"/>
                    <a:pt x="37" y="32"/>
                  </a:cubicBezTo>
                  <a:cubicBezTo>
                    <a:pt x="37" y="32"/>
                    <a:pt x="36" y="32"/>
                    <a:pt x="35" y="32"/>
                  </a:cubicBezTo>
                  <a:cubicBezTo>
                    <a:pt x="34" y="31"/>
                    <a:pt x="34" y="30"/>
                    <a:pt x="34" y="29"/>
                  </a:cubicBezTo>
                  <a:close/>
                  <a:moveTo>
                    <a:pt x="39" y="77"/>
                  </a:moveTo>
                  <a:cubicBezTo>
                    <a:pt x="39" y="77"/>
                    <a:pt x="38" y="78"/>
                    <a:pt x="37" y="78"/>
                  </a:cubicBezTo>
                  <a:cubicBezTo>
                    <a:pt x="37" y="78"/>
                    <a:pt x="37" y="78"/>
                    <a:pt x="36" y="77"/>
                  </a:cubicBezTo>
                  <a:cubicBezTo>
                    <a:pt x="35" y="77"/>
                    <a:pt x="35" y="76"/>
                    <a:pt x="35" y="75"/>
                  </a:cubicBezTo>
                  <a:cubicBezTo>
                    <a:pt x="36" y="74"/>
                    <a:pt x="37" y="73"/>
                    <a:pt x="37" y="73"/>
                  </a:cubicBezTo>
                  <a:cubicBezTo>
                    <a:pt x="38" y="73"/>
                    <a:pt x="38" y="74"/>
                    <a:pt x="38" y="74"/>
                  </a:cubicBezTo>
                  <a:cubicBezTo>
                    <a:pt x="39" y="74"/>
                    <a:pt x="40" y="76"/>
                    <a:pt x="39" y="77"/>
                  </a:cubicBezTo>
                  <a:close/>
                  <a:moveTo>
                    <a:pt x="50" y="82"/>
                  </a:moveTo>
                  <a:cubicBezTo>
                    <a:pt x="48" y="82"/>
                    <a:pt x="46" y="81"/>
                    <a:pt x="46" y="79"/>
                  </a:cubicBezTo>
                  <a:cubicBezTo>
                    <a:pt x="46" y="77"/>
                    <a:pt x="48" y="75"/>
                    <a:pt x="50" y="75"/>
                  </a:cubicBezTo>
                  <a:cubicBezTo>
                    <a:pt x="52" y="75"/>
                    <a:pt x="53" y="77"/>
                    <a:pt x="53" y="79"/>
                  </a:cubicBezTo>
                  <a:cubicBezTo>
                    <a:pt x="53" y="81"/>
                    <a:pt x="52" y="82"/>
                    <a:pt x="50" y="82"/>
                  </a:cubicBezTo>
                  <a:close/>
                  <a:moveTo>
                    <a:pt x="50" y="65"/>
                  </a:moveTo>
                  <a:cubicBezTo>
                    <a:pt x="43" y="65"/>
                    <a:pt x="38" y="59"/>
                    <a:pt x="38" y="53"/>
                  </a:cubicBezTo>
                  <a:cubicBezTo>
                    <a:pt x="38" y="46"/>
                    <a:pt x="43" y="40"/>
                    <a:pt x="50" y="40"/>
                  </a:cubicBezTo>
                  <a:cubicBezTo>
                    <a:pt x="57" y="40"/>
                    <a:pt x="62" y="46"/>
                    <a:pt x="62" y="53"/>
                  </a:cubicBezTo>
                  <a:cubicBezTo>
                    <a:pt x="62" y="59"/>
                    <a:pt x="57" y="65"/>
                    <a:pt x="50" y="65"/>
                  </a:cubicBezTo>
                  <a:close/>
                  <a:moveTo>
                    <a:pt x="65" y="76"/>
                  </a:moveTo>
                  <a:cubicBezTo>
                    <a:pt x="65" y="77"/>
                    <a:pt x="64" y="77"/>
                    <a:pt x="63" y="77"/>
                  </a:cubicBezTo>
                  <a:cubicBezTo>
                    <a:pt x="63" y="77"/>
                    <a:pt x="63" y="77"/>
                    <a:pt x="63" y="77"/>
                  </a:cubicBezTo>
                  <a:cubicBezTo>
                    <a:pt x="61" y="76"/>
                    <a:pt x="61" y="75"/>
                    <a:pt x="62" y="74"/>
                  </a:cubicBezTo>
                  <a:cubicBezTo>
                    <a:pt x="62" y="74"/>
                    <a:pt x="62" y="73"/>
                    <a:pt x="63" y="73"/>
                  </a:cubicBezTo>
                  <a:cubicBezTo>
                    <a:pt x="63" y="73"/>
                    <a:pt x="64" y="73"/>
                    <a:pt x="65" y="73"/>
                  </a:cubicBezTo>
                  <a:cubicBezTo>
                    <a:pt x="66" y="74"/>
                    <a:pt x="66" y="75"/>
                    <a:pt x="65" y="76"/>
                  </a:cubicBezTo>
                  <a:close/>
                  <a:moveTo>
                    <a:pt x="76" y="66"/>
                  </a:moveTo>
                  <a:cubicBezTo>
                    <a:pt x="76" y="67"/>
                    <a:pt x="76" y="67"/>
                    <a:pt x="76" y="67"/>
                  </a:cubicBezTo>
                  <a:cubicBezTo>
                    <a:pt x="75" y="69"/>
                    <a:pt x="74" y="69"/>
                    <a:pt x="73" y="69"/>
                  </a:cubicBezTo>
                  <a:cubicBezTo>
                    <a:pt x="72" y="69"/>
                    <a:pt x="71" y="69"/>
                    <a:pt x="71" y="69"/>
                  </a:cubicBezTo>
                  <a:cubicBezTo>
                    <a:pt x="69" y="68"/>
                    <a:pt x="69" y="66"/>
                    <a:pt x="70" y="64"/>
                  </a:cubicBezTo>
                  <a:cubicBezTo>
                    <a:pt x="70" y="63"/>
                    <a:pt x="71" y="62"/>
                    <a:pt x="73" y="62"/>
                  </a:cubicBezTo>
                  <a:cubicBezTo>
                    <a:pt x="73" y="62"/>
                    <a:pt x="74" y="62"/>
                    <a:pt x="74" y="63"/>
                  </a:cubicBezTo>
                  <a:cubicBezTo>
                    <a:pt x="75" y="63"/>
                    <a:pt x="76" y="64"/>
                    <a:pt x="76" y="65"/>
                  </a:cubicBezTo>
                  <a:cubicBezTo>
                    <a:pt x="76" y="66"/>
                    <a:pt x="76" y="66"/>
                    <a:pt x="76" y="66"/>
                  </a:cubicBezTo>
                  <a:close/>
                  <a:moveTo>
                    <a:pt x="78" y="53"/>
                  </a:moveTo>
                  <a:cubicBezTo>
                    <a:pt x="78" y="54"/>
                    <a:pt x="77" y="54"/>
                    <a:pt x="76" y="54"/>
                  </a:cubicBezTo>
                  <a:cubicBezTo>
                    <a:pt x="76" y="54"/>
                    <a:pt x="75" y="54"/>
                    <a:pt x="75" y="54"/>
                  </a:cubicBezTo>
                  <a:cubicBezTo>
                    <a:pt x="74" y="53"/>
                    <a:pt x="74" y="52"/>
                    <a:pt x="74" y="51"/>
                  </a:cubicBezTo>
                  <a:cubicBezTo>
                    <a:pt x="75" y="50"/>
                    <a:pt x="75" y="50"/>
                    <a:pt x="76" y="50"/>
                  </a:cubicBezTo>
                  <a:cubicBezTo>
                    <a:pt x="77" y="50"/>
                    <a:pt x="77" y="50"/>
                    <a:pt x="77" y="50"/>
                  </a:cubicBezTo>
                  <a:cubicBezTo>
                    <a:pt x="78" y="51"/>
                    <a:pt x="79" y="52"/>
                    <a:pt x="78" y="53"/>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3" name="Google Shape;513;p45"/>
            <p:cNvSpPr/>
            <p:nvPr/>
          </p:nvSpPr>
          <p:spPr>
            <a:xfrm>
              <a:off x="5205413" y="1862138"/>
              <a:ext cx="271463" cy="266700"/>
            </a:xfrm>
            <a:custGeom>
              <a:avLst/>
              <a:gdLst/>
              <a:ahLst/>
              <a:cxnLst/>
              <a:rect l="l" t="t" r="r" b="b"/>
              <a:pathLst>
                <a:path w="72" h="71" extrusionOk="0">
                  <a:moveTo>
                    <a:pt x="31" y="7"/>
                  </a:moveTo>
                  <a:cubicBezTo>
                    <a:pt x="29" y="7"/>
                    <a:pt x="28" y="7"/>
                    <a:pt x="26" y="8"/>
                  </a:cubicBezTo>
                  <a:cubicBezTo>
                    <a:pt x="23" y="2"/>
                    <a:pt x="23" y="2"/>
                    <a:pt x="23" y="2"/>
                  </a:cubicBezTo>
                  <a:cubicBezTo>
                    <a:pt x="21" y="3"/>
                    <a:pt x="20" y="3"/>
                    <a:pt x="18" y="4"/>
                  </a:cubicBezTo>
                  <a:cubicBezTo>
                    <a:pt x="17" y="5"/>
                    <a:pt x="15" y="6"/>
                    <a:pt x="14" y="7"/>
                  </a:cubicBezTo>
                  <a:cubicBezTo>
                    <a:pt x="17" y="13"/>
                    <a:pt x="17" y="13"/>
                    <a:pt x="17" y="13"/>
                  </a:cubicBezTo>
                  <a:cubicBezTo>
                    <a:pt x="16" y="14"/>
                    <a:pt x="15" y="15"/>
                    <a:pt x="14" y="16"/>
                  </a:cubicBezTo>
                  <a:cubicBezTo>
                    <a:pt x="8" y="13"/>
                    <a:pt x="8" y="13"/>
                    <a:pt x="8" y="13"/>
                  </a:cubicBezTo>
                  <a:cubicBezTo>
                    <a:pt x="7" y="14"/>
                    <a:pt x="6" y="16"/>
                    <a:pt x="5" y="17"/>
                  </a:cubicBezTo>
                  <a:cubicBezTo>
                    <a:pt x="4" y="19"/>
                    <a:pt x="3" y="20"/>
                    <a:pt x="3" y="22"/>
                  </a:cubicBezTo>
                  <a:cubicBezTo>
                    <a:pt x="9" y="26"/>
                    <a:pt x="9" y="26"/>
                    <a:pt x="9" y="26"/>
                  </a:cubicBezTo>
                  <a:cubicBezTo>
                    <a:pt x="8" y="27"/>
                    <a:pt x="8" y="28"/>
                    <a:pt x="8" y="30"/>
                  </a:cubicBezTo>
                  <a:cubicBezTo>
                    <a:pt x="1" y="30"/>
                    <a:pt x="1" y="30"/>
                    <a:pt x="1" y="30"/>
                  </a:cubicBezTo>
                  <a:cubicBezTo>
                    <a:pt x="0" y="32"/>
                    <a:pt x="0" y="33"/>
                    <a:pt x="0" y="35"/>
                  </a:cubicBezTo>
                  <a:cubicBezTo>
                    <a:pt x="0" y="37"/>
                    <a:pt x="0" y="39"/>
                    <a:pt x="1" y="40"/>
                  </a:cubicBezTo>
                  <a:cubicBezTo>
                    <a:pt x="8" y="40"/>
                    <a:pt x="8" y="40"/>
                    <a:pt x="8" y="40"/>
                  </a:cubicBezTo>
                  <a:cubicBezTo>
                    <a:pt x="8" y="42"/>
                    <a:pt x="8" y="43"/>
                    <a:pt x="9" y="45"/>
                  </a:cubicBezTo>
                  <a:cubicBezTo>
                    <a:pt x="3" y="48"/>
                    <a:pt x="3" y="48"/>
                    <a:pt x="3" y="48"/>
                  </a:cubicBezTo>
                  <a:cubicBezTo>
                    <a:pt x="3" y="50"/>
                    <a:pt x="4" y="51"/>
                    <a:pt x="5" y="53"/>
                  </a:cubicBezTo>
                  <a:cubicBezTo>
                    <a:pt x="6" y="54"/>
                    <a:pt x="7" y="56"/>
                    <a:pt x="8" y="57"/>
                  </a:cubicBezTo>
                  <a:cubicBezTo>
                    <a:pt x="14" y="54"/>
                    <a:pt x="14" y="54"/>
                    <a:pt x="14" y="54"/>
                  </a:cubicBezTo>
                  <a:cubicBezTo>
                    <a:pt x="15" y="55"/>
                    <a:pt x="16" y="56"/>
                    <a:pt x="17" y="57"/>
                  </a:cubicBezTo>
                  <a:cubicBezTo>
                    <a:pt x="14" y="63"/>
                    <a:pt x="14" y="63"/>
                    <a:pt x="14" y="63"/>
                  </a:cubicBezTo>
                  <a:cubicBezTo>
                    <a:pt x="15" y="64"/>
                    <a:pt x="17" y="65"/>
                    <a:pt x="18" y="66"/>
                  </a:cubicBezTo>
                  <a:cubicBezTo>
                    <a:pt x="20" y="67"/>
                    <a:pt x="21" y="68"/>
                    <a:pt x="23" y="68"/>
                  </a:cubicBezTo>
                  <a:cubicBezTo>
                    <a:pt x="26" y="62"/>
                    <a:pt x="26" y="62"/>
                    <a:pt x="26" y="62"/>
                  </a:cubicBezTo>
                  <a:cubicBezTo>
                    <a:pt x="28" y="63"/>
                    <a:pt x="29" y="63"/>
                    <a:pt x="31" y="63"/>
                  </a:cubicBezTo>
                  <a:cubicBezTo>
                    <a:pt x="31" y="70"/>
                    <a:pt x="31" y="70"/>
                    <a:pt x="31" y="70"/>
                  </a:cubicBezTo>
                  <a:cubicBezTo>
                    <a:pt x="32" y="71"/>
                    <a:pt x="34" y="71"/>
                    <a:pt x="36" y="71"/>
                  </a:cubicBezTo>
                  <a:cubicBezTo>
                    <a:pt x="38" y="71"/>
                    <a:pt x="39" y="71"/>
                    <a:pt x="41" y="70"/>
                  </a:cubicBezTo>
                  <a:cubicBezTo>
                    <a:pt x="41" y="63"/>
                    <a:pt x="41" y="63"/>
                    <a:pt x="41" y="63"/>
                  </a:cubicBezTo>
                  <a:cubicBezTo>
                    <a:pt x="43" y="63"/>
                    <a:pt x="44" y="63"/>
                    <a:pt x="46" y="62"/>
                  </a:cubicBezTo>
                  <a:cubicBezTo>
                    <a:pt x="49" y="68"/>
                    <a:pt x="49" y="68"/>
                    <a:pt x="49" y="68"/>
                  </a:cubicBezTo>
                  <a:cubicBezTo>
                    <a:pt x="51" y="68"/>
                    <a:pt x="52" y="67"/>
                    <a:pt x="54" y="66"/>
                  </a:cubicBezTo>
                  <a:cubicBezTo>
                    <a:pt x="55" y="65"/>
                    <a:pt x="57" y="64"/>
                    <a:pt x="58" y="63"/>
                  </a:cubicBezTo>
                  <a:cubicBezTo>
                    <a:pt x="55" y="57"/>
                    <a:pt x="55" y="57"/>
                    <a:pt x="55" y="57"/>
                  </a:cubicBezTo>
                  <a:cubicBezTo>
                    <a:pt x="56" y="56"/>
                    <a:pt x="57" y="55"/>
                    <a:pt x="58" y="54"/>
                  </a:cubicBezTo>
                  <a:cubicBezTo>
                    <a:pt x="64" y="57"/>
                    <a:pt x="64" y="57"/>
                    <a:pt x="64" y="57"/>
                  </a:cubicBezTo>
                  <a:cubicBezTo>
                    <a:pt x="65" y="56"/>
                    <a:pt x="66" y="54"/>
                    <a:pt x="67" y="53"/>
                  </a:cubicBezTo>
                  <a:cubicBezTo>
                    <a:pt x="68" y="51"/>
                    <a:pt x="68" y="50"/>
                    <a:pt x="69" y="48"/>
                  </a:cubicBezTo>
                  <a:cubicBezTo>
                    <a:pt x="63" y="45"/>
                    <a:pt x="63" y="45"/>
                    <a:pt x="63" y="45"/>
                  </a:cubicBezTo>
                  <a:cubicBezTo>
                    <a:pt x="64" y="43"/>
                    <a:pt x="64" y="42"/>
                    <a:pt x="64" y="40"/>
                  </a:cubicBezTo>
                  <a:cubicBezTo>
                    <a:pt x="71" y="40"/>
                    <a:pt x="71" y="40"/>
                    <a:pt x="71" y="40"/>
                  </a:cubicBezTo>
                  <a:cubicBezTo>
                    <a:pt x="71" y="39"/>
                    <a:pt x="72" y="37"/>
                    <a:pt x="72" y="35"/>
                  </a:cubicBezTo>
                  <a:cubicBezTo>
                    <a:pt x="72" y="33"/>
                    <a:pt x="71" y="32"/>
                    <a:pt x="71" y="30"/>
                  </a:cubicBezTo>
                  <a:cubicBezTo>
                    <a:pt x="64" y="30"/>
                    <a:pt x="64" y="30"/>
                    <a:pt x="64" y="30"/>
                  </a:cubicBezTo>
                  <a:cubicBezTo>
                    <a:pt x="64" y="28"/>
                    <a:pt x="64" y="27"/>
                    <a:pt x="63" y="26"/>
                  </a:cubicBezTo>
                  <a:cubicBezTo>
                    <a:pt x="69" y="22"/>
                    <a:pt x="69" y="22"/>
                    <a:pt x="69" y="22"/>
                  </a:cubicBezTo>
                  <a:cubicBezTo>
                    <a:pt x="68" y="20"/>
                    <a:pt x="68" y="19"/>
                    <a:pt x="67" y="17"/>
                  </a:cubicBezTo>
                  <a:cubicBezTo>
                    <a:pt x="66" y="16"/>
                    <a:pt x="65" y="14"/>
                    <a:pt x="64" y="13"/>
                  </a:cubicBezTo>
                  <a:cubicBezTo>
                    <a:pt x="58" y="16"/>
                    <a:pt x="58" y="16"/>
                    <a:pt x="58" y="16"/>
                  </a:cubicBezTo>
                  <a:cubicBezTo>
                    <a:pt x="57" y="15"/>
                    <a:pt x="56" y="14"/>
                    <a:pt x="55" y="13"/>
                  </a:cubicBezTo>
                  <a:cubicBezTo>
                    <a:pt x="58" y="7"/>
                    <a:pt x="58" y="7"/>
                    <a:pt x="58" y="7"/>
                  </a:cubicBezTo>
                  <a:cubicBezTo>
                    <a:pt x="57" y="6"/>
                    <a:pt x="55" y="5"/>
                    <a:pt x="54" y="4"/>
                  </a:cubicBezTo>
                  <a:cubicBezTo>
                    <a:pt x="52" y="3"/>
                    <a:pt x="51" y="3"/>
                    <a:pt x="49" y="2"/>
                  </a:cubicBezTo>
                  <a:cubicBezTo>
                    <a:pt x="46" y="8"/>
                    <a:pt x="46" y="8"/>
                    <a:pt x="46" y="8"/>
                  </a:cubicBezTo>
                  <a:cubicBezTo>
                    <a:pt x="44" y="7"/>
                    <a:pt x="43" y="7"/>
                    <a:pt x="41" y="7"/>
                  </a:cubicBezTo>
                  <a:cubicBezTo>
                    <a:pt x="41" y="0"/>
                    <a:pt x="41" y="0"/>
                    <a:pt x="41" y="0"/>
                  </a:cubicBezTo>
                  <a:cubicBezTo>
                    <a:pt x="39" y="0"/>
                    <a:pt x="38" y="0"/>
                    <a:pt x="36" y="0"/>
                  </a:cubicBezTo>
                  <a:cubicBezTo>
                    <a:pt x="34" y="0"/>
                    <a:pt x="32" y="0"/>
                    <a:pt x="31" y="0"/>
                  </a:cubicBezTo>
                  <a:lnTo>
                    <a:pt x="31" y="7"/>
                  </a:lnTo>
                  <a:close/>
                  <a:moveTo>
                    <a:pt x="33" y="15"/>
                  </a:moveTo>
                  <a:cubicBezTo>
                    <a:pt x="33" y="15"/>
                    <a:pt x="33" y="15"/>
                    <a:pt x="33" y="15"/>
                  </a:cubicBezTo>
                  <a:cubicBezTo>
                    <a:pt x="33" y="15"/>
                    <a:pt x="33" y="15"/>
                    <a:pt x="33" y="15"/>
                  </a:cubicBezTo>
                  <a:cubicBezTo>
                    <a:pt x="33" y="15"/>
                    <a:pt x="33" y="15"/>
                    <a:pt x="33" y="15"/>
                  </a:cubicBezTo>
                  <a:cubicBezTo>
                    <a:pt x="33" y="15"/>
                    <a:pt x="33" y="15"/>
                    <a:pt x="33" y="15"/>
                  </a:cubicBezTo>
                  <a:cubicBezTo>
                    <a:pt x="33" y="15"/>
                    <a:pt x="33" y="15"/>
                    <a:pt x="33" y="15"/>
                  </a:cubicBezTo>
                  <a:cubicBezTo>
                    <a:pt x="33" y="15"/>
                    <a:pt x="33" y="15"/>
                    <a:pt x="33"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7" y="15"/>
                    <a:pt x="37" y="15"/>
                    <a:pt x="37" y="15"/>
                  </a:cubicBezTo>
                  <a:cubicBezTo>
                    <a:pt x="37" y="15"/>
                    <a:pt x="37" y="15"/>
                    <a:pt x="37" y="15"/>
                  </a:cubicBezTo>
                  <a:cubicBezTo>
                    <a:pt x="37" y="15"/>
                    <a:pt x="37" y="15"/>
                    <a:pt x="37" y="15"/>
                  </a:cubicBezTo>
                  <a:cubicBezTo>
                    <a:pt x="37" y="15"/>
                    <a:pt x="37" y="15"/>
                    <a:pt x="37" y="15"/>
                  </a:cubicBezTo>
                  <a:cubicBezTo>
                    <a:pt x="38" y="15"/>
                    <a:pt x="38" y="15"/>
                    <a:pt x="38" y="15"/>
                  </a:cubicBezTo>
                  <a:cubicBezTo>
                    <a:pt x="38" y="15"/>
                    <a:pt x="38" y="15"/>
                    <a:pt x="38" y="15"/>
                  </a:cubicBezTo>
                  <a:cubicBezTo>
                    <a:pt x="38" y="15"/>
                    <a:pt x="38" y="15"/>
                    <a:pt x="38" y="15"/>
                  </a:cubicBezTo>
                  <a:cubicBezTo>
                    <a:pt x="38" y="15"/>
                    <a:pt x="38" y="15"/>
                    <a:pt x="38" y="15"/>
                  </a:cubicBezTo>
                  <a:cubicBezTo>
                    <a:pt x="39" y="15"/>
                    <a:pt x="39" y="15"/>
                    <a:pt x="39" y="15"/>
                  </a:cubicBezTo>
                  <a:cubicBezTo>
                    <a:pt x="39" y="15"/>
                    <a:pt x="39" y="15"/>
                    <a:pt x="39" y="15"/>
                  </a:cubicBezTo>
                  <a:cubicBezTo>
                    <a:pt x="39" y="15"/>
                    <a:pt x="39" y="15"/>
                    <a:pt x="39" y="15"/>
                  </a:cubicBezTo>
                  <a:cubicBezTo>
                    <a:pt x="39" y="15"/>
                    <a:pt x="39" y="15"/>
                    <a:pt x="39"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4" y="16"/>
                    <a:pt x="45" y="17"/>
                    <a:pt x="46" y="17"/>
                  </a:cubicBezTo>
                  <a:cubicBezTo>
                    <a:pt x="46" y="18"/>
                    <a:pt x="47" y="18"/>
                    <a:pt x="47" y="18"/>
                  </a:cubicBezTo>
                  <a:cubicBezTo>
                    <a:pt x="47" y="18"/>
                    <a:pt x="47" y="18"/>
                    <a:pt x="47" y="18"/>
                  </a:cubicBezTo>
                  <a:cubicBezTo>
                    <a:pt x="47" y="18"/>
                    <a:pt x="47" y="18"/>
                    <a:pt x="47" y="18"/>
                  </a:cubicBezTo>
                  <a:cubicBezTo>
                    <a:pt x="47" y="18"/>
                    <a:pt x="47" y="18"/>
                    <a:pt x="47" y="18"/>
                  </a:cubicBezTo>
                  <a:cubicBezTo>
                    <a:pt x="48" y="18"/>
                    <a:pt x="48" y="18"/>
                    <a:pt x="48" y="18"/>
                  </a:cubicBezTo>
                  <a:cubicBezTo>
                    <a:pt x="48" y="18"/>
                    <a:pt x="48" y="18"/>
                    <a:pt x="48" y="18"/>
                  </a:cubicBezTo>
                  <a:cubicBezTo>
                    <a:pt x="49" y="20"/>
                    <a:pt x="51" y="21"/>
                    <a:pt x="52" y="23"/>
                  </a:cubicBezTo>
                  <a:cubicBezTo>
                    <a:pt x="52" y="23"/>
                    <a:pt x="52" y="23"/>
                    <a:pt x="52" y="23"/>
                  </a:cubicBezTo>
                  <a:cubicBezTo>
                    <a:pt x="53" y="23"/>
                    <a:pt x="53" y="23"/>
                    <a:pt x="53" y="23"/>
                  </a:cubicBezTo>
                  <a:cubicBezTo>
                    <a:pt x="53" y="23"/>
                    <a:pt x="53" y="23"/>
                    <a:pt x="53" y="23"/>
                  </a:cubicBezTo>
                  <a:cubicBezTo>
                    <a:pt x="53" y="23"/>
                    <a:pt x="53" y="23"/>
                    <a:pt x="53" y="23"/>
                  </a:cubicBezTo>
                  <a:cubicBezTo>
                    <a:pt x="53" y="24"/>
                    <a:pt x="53" y="24"/>
                    <a:pt x="54" y="25"/>
                  </a:cubicBezTo>
                  <a:cubicBezTo>
                    <a:pt x="54" y="27"/>
                    <a:pt x="55" y="28"/>
                    <a:pt x="56" y="30"/>
                  </a:cubicBezTo>
                  <a:cubicBezTo>
                    <a:pt x="56" y="30"/>
                    <a:pt x="56" y="30"/>
                    <a:pt x="56" y="30"/>
                  </a:cubicBezTo>
                  <a:cubicBezTo>
                    <a:pt x="56" y="31"/>
                    <a:pt x="56" y="32"/>
                    <a:pt x="56" y="33"/>
                  </a:cubicBezTo>
                  <a:cubicBezTo>
                    <a:pt x="56" y="33"/>
                    <a:pt x="56" y="33"/>
                    <a:pt x="56" y="33"/>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5" y="42"/>
                    <a:pt x="54" y="44"/>
                    <a:pt x="54" y="45"/>
                  </a:cubicBezTo>
                  <a:cubicBezTo>
                    <a:pt x="53" y="46"/>
                    <a:pt x="53" y="46"/>
                    <a:pt x="53" y="47"/>
                  </a:cubicBezTo>
                  <a:cubicBezTo>
                    <a:pt x="53" y="47"/>
                    <a:pt x="53" y="47"/>
                    <a:pt x="53" y="47"/>
                  </a:cubicBezTo>
                  <a:cubicBezTo>
                    <a:pt x="53" y="47"/>
                    <a:pt x="53" y="47"/>
                    <a:pt x="53" y="47"/>
                  </a:cubicBezTo>
                  <a:cubicBezTo>
                    <a:pt x="53" y="47"/>
                    <a:pt x="53" y="47"/>
                    <a:pt x="53" y="47"/>
                  </a:cubicBezTo>
                  <a:cubicBezTo>
                    <a:pt x="53" y="47"/>
                    <a:pt x="53" y="47"/>
                    <a:pt x="53" y="47"/>
                  </a:cubicBezTo>
                  <a:cubicBezTo>
                    <a:pt x="52" y="47"/>
                    <a:pt x="52" y="47"/>
                    <a:pt x="52" y="47"/>
                  </a:cubicBezTo>
                  <a:cubicBezTo>
                    <a:pt x="51" y="49"/>
                    <a:pt x="50" y="50"/>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7" y="52"/>
                    <a:pt x="47" y="52"/>
                    <a:pt x="46" y="53"/>
                  </a:cubicBezTo>
                  <a:cubicBezTo>
                    <a:pt x="45" y="54"/>
                    <a:pt x="43" y="54"/>
                    <a:pt x="41" y="55"/>
                  </a:cubicBezTo>
                  <a:cubicBezTo>
                    <a:pt x="41" y="55"/>
                    <a:pt x="41" y="55"/>
                    <a:pt x="41" y="55"/>
                  </a:cubicBezTo>
                  <a:cubicBezTo>
                    <a:pt x="41" y="55"/>
                    <a:pt x="41" y="55"/>
                    <a:pt x="41" y="55"/>
                  </a:cubicBezTo>
                  <a:cubicBezTo>
                    <a:pt x="41" y="55"/>
                    <a:pt x="41" y="55"/>
                    <a:pt x="41" y="55"/>
                  </a:cubicBezTo>
                  <a:cubicBezTo>
                    <a:pt x="41" y="55"/>
                    <a:pt x="40"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6" y="55"/>
                    <a:pt x="36" y="55"/>
                    <a:pt x="36" y="55"/>
                  </a:cubicBezTo>
                  <a:cubicBezTo>
                    <a:pt x="36" y="55"/>
                    <a:pt x="36" y="55"/>
                    <a:pt x="36" y="55"/>
                  </a:cubicBezTo>
                  <a:cubicBezTo>
                    <a:pt x="36" y="55"/>
                    <a:pt x="36" y="55"/>
                    <a:pt x="36" y="55"/>
                  </a:cubicBezTo>
                  <a:cubicBezTo>
                    <a:pt x="36" y="55"/>
                    <a:pt x="36" y="55"/>
                    <a:pt x="36" y="55"/>
                  </a:cubicBezTo>
                  <a:cubicBezTo>
                    <a:pt x="36" y="55"/>
                    <a:pt x="36" y="55"/>
                    <a:pt x="35" y="55"/>
                  </a:cubicBezTo>
                  <a:cubicBezTo>
                    <a:pt x="35" y="55"/>
                    <a:pt x="35" y="55"/>
                    <a:pt x="35" y="55"/>
                  </a:cubicBezTo>
                  <a:cubicBezTo>
                    <a:pt x="35" y="55"/>
                    <a:pt x="35" y="55"/>
                    <a:pt x="35" y="55"/>
                  </a:cubicBezTo>
                  <a:cubicBezTo>
                    <a:pt x="35" y="55"/>
                    <a:pt x="35" y="55"/>
                    <a:pt x="35" y="55"/>
                  </a:cubicBezTo>
                  <a:cubicBezTo>
                    <a:pt x="35" y="55"/>
                    <a:pt x="35" y="55"/>
                    <a:pt x="35" y="55"/>
                  </a:cubicBezTo>
                  <a:cubicBezTo>
                    <a:pt x="35" y="55"/>
                    <a:pt x="35" y="55"/>
                    <a:pt x="34" y="55"/>
                  </a:cubicBezTo>
                  <a:cubicBezTo>
                    <a:pt x="34" y="55"/>
                    <a:pt x="34" y="55"/>
                    <a:pt x="34" y="55"/>
                  </a:cubicBezTo>
                  <a:cubicBezTo>
                    <a:pt x="34" y="55"/>
                    <a:pt x="34" y="55"/>
                    <a:pt x="34" y="55"/>
                  </a:cubicBezTo>
                  <a:cubicBezTo>
                    <a:pt x="34" y="55"/>
                    <a:pt x="34" y="55"/>
                    <a:pt x="34" y="55"/>
                  </a:cubicBezTo>
                  <a:cubicBezTo>
                    <a:pt x="34" y="55"/>
                    <a:pt x="34" y="55"/>
                    <a:pt x="34" y="55"/>
                  </a:cubicBezTo>
                  <a:cubicBezTo>
                    <a:pt x="34" y="55"/>
                    <a:pt x="34" y="55"/>
                    <a:pt x="33" y="55"/>
                  </a:cubicBezTo>
                  <a:cubicBezTo>
                    <a:pt x="33" y="55"/>
                    <a:pt x="33" y="55"/>
                    <a:pt x="33" y="55"/>
                  </a:cubicBezTo>
                  <a:cubicBezTo>
                    <a:pt x="33" y="55"/>
                    <a:pt x="33" y="55"/>
                    <a:pt x="33" y="55"/>
                  </a:cubicBezTo>
                  <a:cubicBezTo>
                    <a:pt x="33" y="55"/>
                    <a:pt x="33" y="55"/>
                    <a:pt x="33" y="55"/>
                  </a:cubicBezTo>
                  <a:cubicBezTo>
                    <a:pt x="33" y="55"/>
                    <a:pt x="33"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1" y="55"/>
                    <a:pt x="31" y="55"/>
                    <a:pt x="31" y="55"/>
                  </a:cubicBezTo>
                  <a:cubicBezTo>
                    <a:pt x="31" y="55"/>
                    <a:pt x="31" y="55"/>
                    <a:pt x="31" y="55"/>
                  </a:cubicBezTo>
                  <a:cubicBezTo>
                    <a:pt x="31" y="55"/>
                    <a:pt x="31" y="55"/>
                    <a:pt x="31" y="55"/>
                  </a:cubicBezTo>
                  <a:cubicBezTo>
                    <a:pt x="31" y="55"/>
                    <a:pt x="31" y="55"/>
                    <a:pt x="31" y="55"/>
                  </a:cubicBezTo>
                  <a:cubicBezTo>
                    <a:pt x="31" y="55"/>
                    <a:pt x="31" y="55"/>
                    <a:pt x="31" y="55"/>
                  </a:cubicBezTo>
                  <a:cubicBezTo>
                    <a:pt x="31" y="55"/>
                    <a:pt x="31" y="55"/>
                    <a:pt x="31" y="55"/>
                  </a:cubicBezTo>
                  <a:cubicBezTo>
                    <a:pt x="30" y="55"/>
                    <a:pt x="30" y="55"/>
                    <a:pt x="30" y="55"/>
                  </a:cubicBezTo>
                  <a:cubicBezTo>
                    <a:pt x="30" y="55"/>
                    <a:pt x="30" y="55"/>
                    <a:pt x="30" y="55"/>
                  </a:cubicBezTo>
                  <a:cubicBezTo>
                    <a:pt x="30" y="55"/>
                    <a:pt x="30" y="55"/>
                    <a:pt x="30" y="55"/>
                  </a:cubicBezTo>
                  <a:cubicBezTo>
                    <a:pt x="30" y="55"/>
                    <a:pt x="30" y="55"/>
                    <a:pt x="30" y="55"/>
                  </a:cubicBezTo>
                  <a:cubicBezTo>
                    <a:pt x="30" y="55"/>
                    <a:pt x="30" y="55"/>
                    <a:pt x="30" y="55"/>
                  </a:cubicBezTo>
                  <a:cubicBezTo>
                    <a:pt x="30" y="54"/>
                    <a:pt x="30" y="54"/>
                    <a:pt x="30" y="54"/>
                  </a:cubicBezTo>
                  <a:cubicBezTo>
                    <a:pt x="30" y="54"/>
                    <a:pt x="30" y="54"/>
                    <a:pt x="30" y="54"/>
                  </a:cubicBezTo>
                  <a:cubicBezTo>
                    <a:pt x="30" y="54"/>
                    <a:pt x="30" y="54"/>
                    <a:pt x="30" y="54"/>
                  </a:cubicBezTo>
                  <a:cubicBezTo>
                    <a:pt x="28" y="54"/>
                    <a:pt x="27" y="53"/>
                    <a:pt x="26" y="53"/>
                  </a:cubicBezTo>
                  <a:cubicBezTo>
                    <a:pt x="25" y="53"/>
                    <a:pt x="25" y="52"/>
                    <a:pt x="25" y="52"/>
                  </a:cubicBezTo>
                  <a:cubicBezTo>
                    <a:pt x="25" y="52"/>
                    <a:pt x="25" y="52"/>
                    <a:pt x="25" y="52"/>
                  </a:cubicBezTo>
                  <a:cubicBezTo>
                    <a:pt x="25" y="52"/>
                    <a:pt x="25" y="52"/>
                    <a:pt x="25" y="52"/>
                  </a:cubicBezTo>
                  <a:cubicBezTo>
                    <a:pt x="25" y="52"/>
                    <a:pt x="25" y="52"/>
                    <a:pt x="25" y="52"/>
                  </a:cubicBezTo>
                  <a:cubicBezTo>
                    <a:pt x="24" y="52"/>
                    <a:pt x="24" y="52"/>
                    <a:pt x="24" y="52"/>
                  </a:cubicBezTo>
                  <a:cubicBezTo>
                    <a:pt x="24" y="52"/>
                    <a:pt x="24" y="52"/>
                    <a:pt x="24" y="52"/>
                  </a:cubicBezTo>
                  <a:cubicBezTo>
                    <a:pt x="22" y="50"/>
                    <a:pt x="21" y="49"/>
                    <a:pt x="19" y="47"/>
                  </a:cubicBezTo>
                  <a:cubicBezTo>
                    <a:pt x="19" y="47"/>
                    <a:pt x="19" y="47"/>
                    <a:pt x="19" y="47"/>
                  </a:cubicBezTo>
                  <a:cubicBezTo>
                    <a:pt x="19" y="47"/>
                    <a:pt x="19" y="47"/>
                    <a:pt x="19" y="47"/>
                  </a:cubicBezTo>
                  <a:cubicBezTo>
                    <a:pt x="19" y="47"/>
                    <a:pt x="19" y="47"/>
                    <a:pt x="19" y="47"/>
                  </a:cubicBezTo>
                  <a:cubicBezTo>
                    <a:pt x="19" y="46"/>
                    <a:pt x="19" y="46"/>
                    <a:pt x="18" y="45"/>
                  </a:cubicBezTo>
                  <a:cubicBezTo>
                    <a:pt x="17" y="44"/>
                    <a:pt x="17" y="42"/>
                    <a:pt x="16" y="40"/>
                  </a:cubicBezTo>
                  <a:cubicBezTo>
                    <a:pt x="16" y="40"/>
                    <a:pt x="16" y="40"/>
                    <a:pt x="16" y="40"/>
                  </a:cubicBezTo>
                  <a:cubicBezTo>
                    <a:pt x="16" y="39"/>
                    <a:pt x="16" y="38"/>
                    <a:pt x="16" y="37"/>
                  </a:cubicBezTo>
                  <a:cubicBezTo>
                    <a:pt x="16" y="37"/>
                    <a:pt x="16" y="37"/>
                    <a:pt x="16" y="37"/>
                  </a:cubicBezTo>
                  <a:cubicBezTo>
                    <a:pt x="16" y="37"/>
                    <a:pt x="16" y="37"/>
                    <a:pt x="16" y="37"/>
                  </a:cubicBezTo>
                  <a:cubicBezTo>
                    <a:pt x="16" y="37"/>
                    <a:pt x="16" y="37"/>
                    <a:pt x="16" y="37"/>
                  </a:cubicBezTo>
                  <a:cubicBezTo>
                    <a:pt x="16" y="37"/>
                    <a:pt x="16" y="37"/>
                    <a:pt x="16" y="37"/>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7" y="28"/>
                    <a:pt x="17" y="26"/>
                    <a:pt x="18" y="25"/>
                  </a:cubicBezTo>
                  <a:cubicBezTo>
                    <a:pt x="19" y="24"/>
                    <a:pt x="19" y="24"/>
                    <a:pt x="19" y="24"/>
                  </a:cubicBezTo>
                  <a:cubicBezTo>
                    <a:pt x="19" y="24"/>
                    <a:pt x="19" y="24"/>
                    <a:pt x="19" y="24"/>
                  </a:cubicBezTo>
                  <a:cubicBezTo>
                    <a:pt x="19" y="23"/>
                    <a:pt x="19" y="23"/>
                    <a:pt x="19" y="23"/>
                  </a:cubicBezTo>
                  <a:cubicBezTo>
                    <a:pt x="19" y="23"/>
                    <a:pt x="19" y="23"/>
                    <a:pt x="19" y="23"/>
                  </a:cubicBezTo>
                  <a:cubicBezTo>
                    <a:pt x="19" y="23"/>
                    <a:pt x="19" y="23"/>
                    <a:pt x="19" y="23"/>
                  </a:cubicBezTo>
                  <a:cubicBezTo>
                    <a:pt x="19" y="23"/>
                    <a:pt x="19" y="23"/>
                    <a:pt x="19" y="23"/>
                  </a:cubicBezTo>
                  <a:cubicBezTo>
                    <a:pt x="21" y="21"/>
                    <a:pt x="22" y="20"/>
                    <a:pt x="24" y="19"/>
                  </a:cubicBezTo>
                  <a:cubicBezTo>
                    <a:pt x="24" y="19"/>
                    <a:pt x="24" y="19"/>
                    <a:pt x="24" y="19"/>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5" y="18"/>
                    <a:pt x="25" y="18"/>
                    <a:pt x="25" y="18"/>
                  </a:cubicBezTo>
                  <a:cubicBezTo>
                    <a:pt x="25" y="18"/>
                    <a:pt x="25" y="18"/>
                    <a:pt x="25" y="18"/>
                  </a:cubicBezTo>
                  <a:cubicBezTo>
                    <a:pt x="25" y="18"/>
                    <a:pt x="25" y="18"/>
                    <a:pt x="26" y="17"/>
                  </a:cubicBezTo>
                  <a:cubicBezTo>
                    <a:pt x="27" y="17"/>
                    <a:pt x="29" y="16"/>
                    <a:pt x="31" y="15"/>
                  </a:cubicBezTo>
                  <a:cubicBezTo>
                    <a:pt x="31" y="15"/>
                    <a:pt x="32" y="15"/>
                    <a:pt x="33" y="15"/>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4" name="Google Shape;514;p45"/>
            <p:cNvSpPr/>
            <p:nvPr/>
          </p:nvSpPr>
          <p:spPr>
            <a:xfrm>
              <a:off x="4786313" y="1320800"/>
              <a:ext cx="306388" cy="300038"/>
            </a:xfrm>
            <a:custGeom>
              <a:avLst/>
              <a:gdLst/>
              <a:ahLst/>
              <a:cxnLst/>
              <a:rect l="l" t="t" r="r" b="b"/>
              <a:pathLst>
                <a:path w="81" h="80" extrusionOk="0">
                  <a:moveTo>
                    <a:pt x="9" y="46"/>
                  </a:moveTo>
                  <a:cubicBezTo>
                    <a:pt x="9" y="48"/>
                    <a:pt x="9" y="49"/>
                    <a:pt x="10" y="51"/>
                  </a:cubicBezTo>
                  <a:cubicBezTo>
                    <a:pt x="3" y="55"/>
                    <a:pt x="3" y="55"/>
                    <a:pt x="3" y="55"/>
                  </a:cubicBezTo>
                  <a:cubicBezTo>
                    <a:pt x="4" y="57"/>
                    <a:pt x="5" y="58"/>
                    <a:pt x="6" y="60"/>
                  </a:cubicBezTo>
                  <a:cubicBezTo>
                    <a:pt x="7" y="62"/>
                    <a:pt x="8" y="64"/>
                    <a:pt x="9" y="65"/>
                  </a:cubicBezTo>
                  <a:cubicBezTo>
                    <a:pt x="16" y="61"/>
                    <a:pt x="16" y="61"/>
                    <a:pt x="16" y="61"/>
                  </a:cubicBezTo>
                  <a:cubicBezTo>
                    <a:pt x="17" y="62"/>
                    <a:pt x="18" y="64"/>
                    <a:pt x="19" y="65"/>
                  </a:cubicBezTo>
                  <a:cubicBezTo>
                    <a:pt x="15" y="72"/>
                    <a:pt x="15" y="72"/>
                    <a:pt x="15" y="72"/>
                  </a:cubicBezTo>
                  <a:cubicBezTo>
                    <a:pt x="17" y="73"/>
                    <a:pt x="19" y="74"/>
                    <a:pt x="20" y="75"/>
                  </a:cubicBezTo>
                  <a:cubicBezTo>
                    <a:pt x="21" y="75"/>
                    <a:pt x="21" y="75"/>
                    <a:pt x="21" y="75"/>
                  </a:cubicBezTo>
                  <a:cubicBezTo>
                    <a:pt x="23" y="76"/>
                    <a:pt x="24" y="77"/>
                    <a:pt x="26" y="78"/>
                  </a:cubicBezTo>
                  <a:cubicBezTo>
                    <a:pt x="30" y="71"/>
                    <a:pt x="30" y="71"/>
                    <a:pt x="30" y="71"/>
                  </a:cubicBezTo>
                  <a:cubicBezTo>
                    <a:pt x="31" y="71"/>
                    <a:pt x="33" y="72"/>
                    <a:pt x="35" y="72"/>
                  </a:cubicBezTo>
                  <a:cubicBezTo>
                    <a:pt x="35" y="80"/>
                    <a:pt x="35" y="80"/>
                    <a:pt x="35" y="80"/>
                  </a:cubicBezTo>
                  <a:cubicBezTo>
                    <a:pt x="37" y="80"/>
                    <a:pt x="39" y="80"/>
                    <a:pt x="41" y="80"/>
                  </a:cubicBezTo>
                  <a:cubicBezTo>
                    <a:pt x="43" y="80"/>
                    <a:pt x="45" y="80"/>
                    <a:pt x="47" y="80"/>
                  </a:cubicBezTo>
                  <a:cubicBezTo>
                    <a:pt x="47" y="72"/>
                    <a:pt x="47" y="72"/>
                    <a:pt x="47" y="72"/>
                  </a:cubicBezTo>
                  <a:cubicBezTo>
                    <a:pt x="48" y="72"/>
                    <a:pt x="50" y="71"/>
                    <a:pt x="51" y="71"/>
                  </a:cubicBezTo>
                  <a:cubicBezTo>
                    <a:pt x="55" y="78"/>
                    <a:pt x="55" y="78"/>
                    <a:pt x="55" y="78"/>
                  </a:cubicBezTo>
                  <a:cubicBezTo>
                    <a:pt x="57" y="77"/>
                    <a:pt x="58" y="76"/>
                    <a:pt x="60" y="75"/>
                  </a:cubicBezTo>
                  <a:cubicBezTo>
                    <a:pt x="60" y="75"/>
                    <a:pt x="60" y="75"/>
                    <a:pt x="61" y="75"/>
                  </a:cubicBezTo>
                  <a:cubicBezTo>
                    <a:pt x="63" y="74"/>
                    <a:pt x="64" y="73"/>
                    <a:pt x="66" y="72"/>
                  </a:cubicBezTo>
                  <a:cubicBezTo>
                    <a:pt x="62" y="65"/>
                    <a:pt x="62" y="65"/>
                    <a:pt x="62" y="65"/>
                  </a:cubicBezTo>
                  <a:cubicBezTo>
                    <a:pt x="63" y="64"/>
                    <a:pt x="64" y="62"/>
                    <a:pt x="65" y="61"/>
                  </a:cubicBezTo>
                  <a:cubicBezTo>
                    <a:pt x="72" y="65"/>
                    <a:pt x="72" y="65"/>
                    <a:pt x="72" y="65"/>
                  </a:cubicBezTo>
                  <a:cubicBezTo>
                    <a:pt x="73" y="64"/>
                    <a:pt x="75" y="62"/>
                    <a:pt x="76" y="60"/>
                  </a:cubicBezTo>
                  <a:cubicBezTo>
                    <a:pt x="77" y="58"/>
                    <a:pt x="77" y="57"/>
                    <a:pt x="78" y="55"/>
                  </a:cubicBezTo>
                  <a:cubicBezTo>
                    <a:pt x="71" y="51"/>
                    <a:pt x="71" y="51"/>
                    <a:pt x="71" y="51"/>
                  </a:cubicBezTo>
                  <a:cubicBezTo>
                    <a:pt x="72" y="49"/>
                    <a:pt x="72" y="48"/>
                    <a:pt x="73" y="46"/>
                  </a:cubicBezTo>
                  <a:cubicBezTo>
                    <a:pt x="80" y="46"/>
                    <a:pt x="80" y="46"/>
                    <a:pt x="80" y="46"/>
                  </a:cubicBezTo>
                  <a:cubicBezTo>
                    <a:pt x="81" y="44"/>
                    <a:pt x="81" y="42"/>
                    <a:pt x="81" y="40"/>
                  </a:cubicBezTo>
                  <a:cubicBezTo>
                    <a:pt x="81" y="38"/>
                    <a:pt x="81" y="36"/>
                    <a:pt x="80" y="34"/>
                  </a:cubicBezTo>
                  <a:cubicBezTo>
                    <a:pt x="73" y="34"/>
                    <a:pt x="73" y="34"/>
                    <a:pt x="73" y="34"/>
                  </a:cubicBezTo>
                  <a:cubicBezTo>
                    <a:pt x="72" y="32"/>
                    <a:pt x="72" y="31"/>
                    <a:pt x="71" y="29"/>
                  </a:cubicBezTo>
                  <a:cubicBezTo>
                    <a:pt x="78" y="25"/>
                    <a:pt x="78" y="25"/>
                    <a:pt x="78" y="25"/>
                  </a:cubicBezTo>
                  <a:cubicBezTo>
                    <a:pt x="77" y="23"/>
                    <a:pt x="77" y="22"/>
                    <a:pt x="76" y="20"/>
                  </a:cubicBezTo>
                  <a:cubicBezTo>
                    <a:pt x="75" y="18"/>
                    <a:pt x="73" y="16"/>
                    <a:pt x="72" y="15"/>
                  </a:cubicBezTo>
                  <a:cubicBezTo>
                    <a:pt x="65" y="19"/>
                    <a:pt x="65" y="19"/>
                    <a:pt x="65" y="19"/>
                  </a:cubicBezTo>
                  <a:cubicBezTo>
                    <a:pt x="64" y="17"/>
                    <a:pt x="63" y="16"/>
                    <a:pt x="62" y="15"/>
                  </a:cubicBezTo>
                  <a:cubicBezTo>
                    <a:pt x="66" y="8"/>
                    <a:pt x="66" y="8"/>
                    <a:pt x="66" y="8"/>
                  </a:cubicBezTo>
                  <a:cubicBezTo>
                    <a:pt x="64" y="7"/>
                    <a:pt x="63" y="6"/>
                    <a:pt x="61" y="5"/>
                  </a:cubicBezTo>
                  <a:cubicBezTo>
                    <a:pt x="60" y="5"/>
                    <a:pt x="60" y="5"/>
                    <a:pt x="60" y="5"/>
                  </a:cubicBezTo>
                  <a:cubicBezTo>
                    <a:pt x="58" y="4"/>
                    <a:pt x="57" y="3"/>
                    <a:pt x="55" y="2"/>
                  </a:cubicBezTo>
                  <a:cubicBezTo>
                    <a:pt x="51" y="9"/>
                    <a:pt x="51" y="9"/>
                    <a:pt x="51" y="9"/>
                  </a:cubicBezTo>
                  <a:cubicBezTo>
                    <a:pt x="50" y="9"/>
                    <a:pt x="48" y="8"/>
                    <a:pt x="47" y="8"/>
                  </a:cubicBezTo>
                  <a:cubicBezTo>
                    <a:pt x="47" y="0"/>
                    <a:pt x="47" y="0"/>
                    <a:pt x="47" y="0"/>
                  </a:cubicBezTo>
                  <a:cubicBezTo>
                    <a:pt x="45" y="0"/>
                    <a:pt x="43" y="0"/>
                    <a:pt x="41" y="0"/>
                  </a:cubicBezTo>
                  <a:cubicBezTo>
                    <a:pt x="39" y="0"/>
                    <a:pt x="37" y="0"/>
                    <a:pt x="35" y="0"/>
                  </a:cubicBezTo>
                  <a:cubicBezTo>
                    <a:pt x="35" y="8"/>
                    <a:pt x="35" y="8"/>
                    <a:pt x="35" y="8"/>
                  </a:cubicBezTo>
                  <a:cubicBezTo>
                    <a:pt x="33" y="8"/>
                    <a:pt x="31" y="9"/>
                    <a:pt x="30" y="9"/>
                  </a:cubicBezTo>
                  <a:cubicBezTo>
                    <a:pt x="26" y="2"/>
                    <a:pt x="26" y="2"/>
                    <a:pt x="26" y="2"/>
                  </a:cubicBezTo>
                  <a:cubicBezTo>
                    <a:pt x="24" y="3"/>
                    <a:pt x="23" y="4"/>
                    <a:pt x="21" y="5"/>
                  </a:cubicBezTo>
                  <a:cubicBezTo>
                    <a:pt x="21" y="5"/>
                    <a:pt x="21" y="5"/>
                    <a:pt x="20" y="5"/>
                  </a:cubicBezTo>
                  <a:cubicBezTo>
                    <a:pt x="19" y="6"/>
                    <a:pt x="17" y="7"/>
                    <a:pt x="15" y="8"/>
                  </a:cubicBezTo>
                  <a:cubicBezTo>
                    <a:pt x="19" y="15"/>
                    <a:pt x="19" y="15"/>
                    <a:pt x="19" y="15"/>
                  </a:cubicBezTo>
                  <a:cubicBezTo>
                    <a:pt x="18" y="16"/>
                    <a:pt x="17" y="17"/>
                    <a:pt x="16" y="19"/>
                  </a:cubicBezTo>
                  <a:cubicBezTo>
                    <a:pt x="9" y="15"/>
                    <a:pt x="9" y="15"/>
                    <a:pt x="9" y="15"/>
                  </a:cubicBezTo>
                  <a:cubicBezTo>
                    <a:pt x="8" y="16"/>
                    <a:pt x="7" y="18"/>
                    <a:pt x="6" y="20"/>
                  </a:cubicBezTo>
                  <a:cubicBezTo>
                    <a:pt x="5" y="22"/>
                    <a:pt x="4" y="23"/>
                    <a:pt x="3" y="25"/>
                  </a:cubicBezTo>
                  <a:cubicBezTo>
                    <a:pt x="10" y="29"/>
                    <a:pt x="10" y="29"/>
                    <a:pt x="10" y="29"/>
                  </a:cubicBezTo>
                  <a:cubicBezTo>
                    <a:pt x="9" y="31"/>
                    <a:pt x="9" y="32"/>
                    <a:pt x="9" y="34"/>
                  </a:cubicBezTo>
                  <a:cubicBezTo>
                    <a:pt x="1" y="34"/>
                    <a:pt x="1" y="34"/>
                    <a:pt x="1" y="34"/>
                  </a:cubicBezTo>
                  <a:cubicBezTo>
                    <a:pt x="0" y="36"/>
                    <a:pt x="0" y="38"/>
                    <a:pt x="0" y="40"/>
                  </a:cubicBezTo>
                  <a:cubicBezTo>
                    <a:pt x="0" y="42"/>
                    <a:pt x="0" y="44"/>
                    <a:pt x="1" y="46"/>
                  </a:cubicBezTo>
                  <a:lnTo>
                    <a:pt x="9" y="46"/>
                  </a:lnTo>
                  <a:close/>
                  <a:moveTo>
                    <a:pt x="60" y="32"/>
                  </a:moveTo>
                  <a:cubicBezTo>
                    <a:pt x="64" y="32"/>
                    <a:pt x="68" y="36"/>
                    <a:pt x="68" y="40"/>
                  </a:cubicBezTo>
                  <a:cubicBezTo>
                    <a:pt x="68" y="44"/>
                    <a:pt x="64" y="48"/>
                    <a:pt x="60" y="48"/>
                  </a:cubicBezTo>
                  <a:cubicBezTo>
                    <a:pt x="55" y="48"/>
                    <a:pt x="52" y="44"/>
                    <a:pt x="52" y="40"/>
                  </a:cubicBezTo>
                  <a:cubicBezTo>
                    <a:pt x="52" y="36"/>
                    <a:pt x="55" y="32"/>
                    <a:pt x="60" y="32"/>
                  </a:cubicBezTo>
                  <a:close/>
                  <a:moveTo>
                    <a:pt x="41" y="13"/>
                  </a:moveTo>
                  <a:cubicBezTo>
                    <a:pt x="45" y="13"/>
                    <a:pt x="49" y="16"/>
                    <a:pt x="49" y="21"/>
                  </a:cubicBezTo>
                  <a:cubicBezTo>
                    <a:pt x="49" y="25"/>
                    <a:pt x="45" y="29"/>
                    <a:pt x="41" y="29"/>
                  </a:cubicBezTo>
                  <a:cubicBezTo>
                    <a:pt x="36" y="29"/>
                    <a:pt x="33" y="25"/>
                    <a:pt x="33" y="21"/>
                  </a:cubicBezTo>
                  <a:cubicBezTo>
                    <a:pt x="33" y="16"/>
                    <a:pt x="36" y="13"/>
                    <a:pt x="41" y="13"/>
                  </a:cubicBezTo>
                  <a:close/>
                  <a:moveTo>
                    <a:pt x="46" y="40"/>
                  </a:moveTo>
                  <a:cubicBezTo>
                    <a:pt x="46" y="43"/>
                    <a:pt x="44" y="45"/>
                    <a:pt x="41" y="45"/>
                  </a:cubicBezTo>
                  <a:cubicBezTo>
                    <a:pt x="38" y="45"/>
                    <a:pt x="35" y="43"/>
                    <a:pt x="35" y="40"/>
                  </a:cubicBezTo>
                  <a:cubicBezTo>
                    <a:pt x="35" y="37"/>
                    <a:pt x="38" y="35"/>
                    <a:pt x="41" y="35"/>
                  </a:cubicBezTo>
                  <a:cubicBezTo>
                    <a:pt x="44" y="35"/>
                    <a:pt x="46" y="37"/>
                    <a:pt x="46" y="40"/>
                  </a:cubicBezTo>
                  <a:close/>
                  <a:moveTo>
                    <a:pt x="41" y="51"/>
                  </a:moveTo>
                  <a:cubicBezTo>
                    <a:pt x="45" y="51"/>
                    <a:pt x="49" y="55"/>
                    <a:pt x="49" y="59"/>
                  </a:cubicBezTo>
                  <a:cubicBezTo>
                    <a:pt x="49" y="64"/>
                    <a:pt x="45" y="67"/>
                    <a:pt x="41" y="67"/>
                  </a:cubicBezTo>
                  <a:cubicBezTo>
                    <a:pt x="36" y="67"/>
                    <a:pt x="33" y="64"/>
                    <a:pt x="33" y="59"/>
                  </a:cubicBezTo>
                  <a:cubicBezTo>
                    <a:pt x="33" y="55"/>
                    <a:pt x="36" y="51"/>
                    <a:pt x="41" y="51"/>
                  </a:cubicBezTo>
                  <a:close/>
                  <a:moveTo>
                    <a:pt x="21" y="32"/>
                  </a:moveTo>
                  <a:cubicBezTo>
                    <a:pt x="26" y="32"/>
                    <a:pt x="29" y="36"/>
                    <a:pt x="29" y="40"/>
                  </a:cubicBezTo>
                  <a:cubicBezTo>
                    <a:pt x="29" y="44"/>
                    <a:pt x="26" y="48"/>
                    <a:pt x="21" y="48"/>
                  </a:cubicBezTo>
                  <a:cubicBezTo>
                    <a:pt x="17" y="48"/>
                    <a:pt x="13" y="44"/>
                    <a:pt x="13" y="40"/>
                  </a:cubicBezTo>
                  <a:cubicBezTo>
                    <a:pt x="13" y="36"/>
                    <a:pt x="17" y="32"/>
                    <a:pt x="21" y="3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5" name="Google Shape;515;p45"/>
            <p:cNvSpPr/>
            <p:nvPr/>
          </p:nvSpPr>
          <p:spPr>
            <a:xfrm>
              <a:off x="5010150" y="2392363"/>
              <a:ext cx="354013" cy="358775"/>
            </a:xfrm>
            <a:custGeom>
              <a:avLst/>
              <a:gdLst/>
              <a:ahLst/>
              <a:cxnLst/>
              <a:rect l="l" t="t" r="r" b="b"/>
              <a:pathLst>
                <a:path w="94" h="95" extrusionOk="0">
                  <a:moveTo>
                    <a:pt x="93" y="39"/>
                  </a:moveTo>
                  <a:cubicBezTo>
                    <a:pt x="93" y="38"/>
                    <a:pt x="93" y="37"/>
                    <a:pt x="92" y="35"/>
                  </a:cubicBezTo>
                  <a:cubicBezTo>
                    <a:pt x="81" y="37"/>
                    <a:pt x="81" y="37"/>
                    <a:pt x="81" y="37"/>
                  </a:cubicBezTo>
                  <a:cubicBezTo>
                    <a:pt x="81" y="36"/>
                    <a:pt x="80" y="35"/>
                    <a:pt x="80" y="34"/>
                  </a:cubicBezTo>
                  <a:cubicBezTo>
                    <a:pt x="90" y="28"/>
                    <a:pt x="90" y="28"/>
                    <a:pt x="90" y="28"/>
                  </a:cubicBezTo>
                  <a:cubicBezTo>
                    <a:pt x="89" y="27"/>
                    <a:pt x="89" y="25"/>
                    <a:pt x="88" y="24"/>
                  </a:cubicBezTo>
                  <a:cubicBezTo>
                    <a:pt x="87" y="23"/>
                    <a:pt x="86" y="21"/>
                    <a:pt x="85" y="20"/>
                  </a:cubicBezTo>
                  <a:cubicBezTo>
                    <a:pt x="75" y="26"/>
                    <a:pt x="75" y="26"/>
                    <a:pt x="75" y="26"/>
                  </a:cubicBezTo>
                  <a:cubicBezTo>
                    <a:pt x="75" y="25"/>
                    <a:pt x="74" y="24"/>
                    <a:pt x="73" y="23"/>
                  </a:cubicBezTo>
                  <a:cubicBezTo>
                    <a:pt x="81" y="15"/>
                    <a:pt x="81" y="15"/>
                    <a:pt x="81" y="15"/>
                  </a:cubicBezTo>
                  <a:cubicBezTo>
                    <a:pt x="80" y="13"/>
                    <a:pt x="78" y="12"/>
                    <a:pt x="77" y="11"/>
                  </a:cubicBezTo>
                  <a:cubicBezTo>
                    <a:pt x="76" y="10"/>
                    <a:pt x="75" y="10"/>
                    <a:pt x="74" y="9"/>
                  </a:cubicBezTo>
                  <a:cubicBezTo>
                    <a:pt x="66" y="18"/>
                    <a:pt x="66" y="18"/>
                    <a:pt x="66" y="18"/>
                  </a:cubicBezTo>
                  <a:cubicBezTo>
                    <a:pt x="65" y="17"/>
                    <a:pt x="64" y="16"/>
                    <a:pt x="63" y="16"/>
                  </a:cubicBezTo>
                  <a:cubicBezTo>
                    <a:pt x="67" y="5"/>
                    <a:pt x="67" y="5"/>
                    <a:pt x="67" y="5"/>
                  </a:cubicBezTo>
                  <a:cubicBezTo>
                    <a:pt x="66" y="4"/>
                    <a:pt x="64" y="4"/>
                    <a:pt x="63" y="3"/>
                  </a:cubicBezTo>
                  <a:cubicBezTo>
                    <a:pt x="62" y="3"/>
                    <a:pt x="60" y="2"/>
                    <a:pt x="59" y="2"/>
                  </a:cubicBezTo>
                  <a:cubicBezTo>
                    <a:pt x="55" y="13"/>
                    <a:pt x="55" y="13"/>
                    <a:pt x="55" y="13"/>
                  </a:cubicBezTo>
                  <a:cubicBezTo>
                    <a:pt x="54" y="13"/>
                    <a:pt x="52" y="12"/>
                    <a:pt x="51" y="12"/>
                  </a:cubicBezTo>
                  <a:cubicBezTo>
                    <a:pt x="51" y="1"/>
                    <a:pt x="51" y="1"/>
                    <a:pt x="51" y="1"/>
                  </a:cubicBezTo>
                  <a:cubicBezTo>
                    <a:pt x="50" y="0"/>
                    <a:pt x="48" y="0"/>
                    <a:pt x="47" y="0"/>
                  </a:cubicBezTo>
                  <a:cubicBezTo>
                    <a:pt x="45" y="0"/>
                    <a:pt x="44" y="0"/>
                    <a:pt x="42" y="1"/>
                  </a:cubicBezTo>
                  <a:cubicBezTo>
                    <a:pt x="42" y="12"/>
                    <a:pt x="42" y="12"/>
                    <a:pt x="42" y="12"/>
                  </a:cubicBezTo>
                  <a:cubicBezTo>
                    <a:pt x="41" y="12"/>
                    <a:pt x="40" y="13"/>
                    <a:pt x="39" y="13"/>
                  </a:cubicBezTo>
                  <a:cubicBezTo>
                    <a:pt x="35" y="2"/>
                    <a:pt x="35" y="2"/>
                    <a:pt x="35" y="2"/>
                  </a:cubicBezTo>
                  <a:cubicBezTo>
                    <a:pt x="34" y="2"/>
                    <a:pt x="32" y="3"/>
                    <a:pt x="31" y="3"/>
                  </a:cubicBezTo>
                  <a:cubicBezTo>
                    <a:pt x="29" y="4"/>
                    <a:pt x="28" y="4"/>
                    <a:pt x="27" y="5"/>
                  </a:cubicBezTo>
                  <a:cubicBezTo>
                    <a:pt x="30" y="16"/>
                    <a:pt x="30" y="16"/>
                    <a:pt x="30" y="16"/>
                  </a:cubicBezTo>
                  <a:cubicBezTo>
                    <a:pt x="29" y="16"/>
                    <a:pt x="28" y="17"/>
                    <a:pt x="27" y="18"/>
                  </a:cubicBezTo>
                  <a:cubicBezTo>
                    <a:pt x="20" y="9"/>
                    <a:pt x="20" y="9"/>
                    <a:pt x="20" y="9"/>
                  </a:cubicBezTo>
                  <a:cubicBezTo>
                    <a:pt x="19" y="10"/>
                    <a:pt x="18" y="10"/>
                    <a:pt x="16" y="11"/>
                  </a:cubicBezTo>
                  <a:cubicBezTo>
                    <a:pt x="15" y="12"/>
                    <a:pt x="14" y="13"/>
                    <a:pt x="13" y="15"/>
                  </a:cubicBezTo>
                  <a:cubicBezTo>
                    <a:pt x="21" y="23"/>
                    <a:pt x="21" y="23"/>
                    <a:pt x="21" y="23"/>
                  </a:cubicBezTo>
                  <a:cubicBezTo>
                    <a:pt x="20" y="24"/>
                    <a:pt x="19" y="25"/>
                    <a:pt x="18" y="26"/>
                  </a:cubicBezTo>
                  <a:cubicBezTo>
                    <a:pt x="8" y="20"/>
                    <a:pt x="8" y="20"/>
                    <a:pt x="8" y="20"/>
                  </a:cubicBezTo>
                  <a:cubicBezTo>
                    <a:pt x="7" y="21"/>
                    <a:pt x="7" y="23"/>
                    <a:pt x="6" y="24"/>
                  </a:cubicBezTo>
                  <a:cubicBezTo>
                    <a:pt x="5" y="25"/>
                    <a:pt x="4" y="27"/>
                    <a:pt x="4" y="28"/>
                  </a:cubicBezTo>
                  <a:cubicBezTo>
                    <a:pt x="14" y="34"/>
                    <a:pt x="14" y="34"/>
                    <a:pt x="14" y="34"/>
                  </a:cubicBezTo>
                  <a:cubicBezTo>
                    <a:pt x="13" y="35"/>
                    <a:pt x="13" y="36"/>
                    <a:pt x="13" y="37"/>
                  </a:cubicBezTo>
                  <a:cubicBezTo>
                    <a:pt x="1" y="35"/>
                    <a:pt x="1" y="35"/>
                    <a:pt x="1" y="35"/>
                  </a:cubicBezTo>
                  <a:cubicBezTo>
                    <a:pt x="1" y="37"/>
                    <a:pt x="0" y="38"/>
                    <a:pt x="0" y="39"/>
                  </a:cubicBezTo>
                  <a:cubicBezTo>
                    <a:pt x="0" y="41"/>
                    <a:pt x="0" y="42"/>
                    <a:pt x="0" y="44"/>
                  </a:cubicBezTo>
                  <a:cubicBezTo>
                    <a:pt x="11" y="46"/>
                    <a:pt x="11" y="46"/>
                    <a:pt x="11" y="46"/>
                  </a:cubicBezTo>
                  <a:cubicBezTo>
                    <a:pt x="11" y="47"/>
                    <a:pt x="11" y="47"/>
                    <a:pt x="11" y="48"/>
                  </a:cubicBezTo>
                  <a:cubicBezTo>
                    <a:pt x="11" y="48"/>
                    <a:pt x="11" y="49"/>
                    <a:pt x="11" y="49"/>
                  </a:cubicBezTo>
                  <a:cubicBezTo>
                    <a:pt x="0" y="51"/>
                    <a:pt x="0" y="51"/>
                    <a:pt x="0" y="51"/>
                  </a:cubicBezTo>
                  <a:cubicBezTo>
                    <a:pt x="0" y="53"/>
                    <a:pt x="0" y="54"/>
                    <a:pt x="0" y="56"/>
                  </a:cubicBezTo>
                  <a:cubicBezTo>
                    <a:pt x="0" y="57"/>
                    <a:pt x="1" y="59"/>
                    <a:pt x="1" y="60"/>
                  </a:cubicBezTo>
                  <a:cubicBezTo>
                    <a:pt x="13" y="58"/>
                    <a:pt x="13" y="58"/>
                    <a:pt x="13" y="58"/>
                  </a:cubicBezTo>
                  <a:cubicBezTo>
                    <a:pt x="13" y="59"/>
                    <a:pt x="13" y="60"/>
                    <a:pt x="14" y="62"/>
                  </a:cubicBezTo>
                  <a:cubicBezTo>
                    <a:pt x="4" y="67"/>
                    <a:pt x="4" y="67"/>
                    <a:pt x="4" y="67"/>
                  </a:cubicBezTo>
                  <a:cubicBezTo>
                    <a:pt x="4" y="69"/>
                    <a:pt x="5" y="70"/>
                    <a:pt x="6" y="71"/>
                  </a:cubicBezTo>
                  <a:cubicBezTo>
                    <a:pt x="7" y="73"/>
                    <a:pt x="7" y="74"/>
                    <a:pt x="8" y="75"/>
                  </a:cubicBezTo>
                  <a:cubicBezTo>
                    <a:pt x="18" y="69"/>
                    <a:pt x="18" y="69"/>
                    <a:pt x="18" y="69"/>
                  </a:cubicBezTo>
                  <a:cubicBezTo>
                    <a:pt x="19" y="70"/>
                    <a:pt x="20" y="71"/>
                    <a:pt x="21" y="72"/>
                  </a:cubicBezTo>
                  <a:cubicBezTo>
                    <a:pt x="13" y="81"/>
                    <a:pt x="13" y="81"/>
                    <a:pt x="13" y="81"/>
                  </a:cubicBezTo>
                  <a:cubicBezTo>
                    <a:pt x="14" y="82"/>
                    <a:pt x="15" y="83"/>
                    <a:pt x="16" y="84"/>
                  </a:cubicBezTo>
                  <a:cubicBezTo>
                    <a:pt x="18" y="85"/>
                    <a:pt x="19" y="86"/>
                    <a:pt x="20" y="87"/>
                  </a:cubicBezTo>
                  <a:cubicBezTo>
                    <a:pt x="27" y="78"/>
                    <a:pt x="27" y="78"/>
                    <a:pt x="27" y="78"/>
                  </a:cubicBezTo>
                  <a:cubicBezTo>
                    <a:pt x="28" y="78"/>
                    <a:pt x="29" y="79"/>
                    <a:pt x="30" y="80"/>
                  </a:cubicBezTo>
                  <a:cubicBezTo>
                    <a:pt x="27" y="90"/>
                    <a:pt x="27" y="90"/>
                    <a:pt x="27" y="90"/>
                  </a:cubicBezTo>
                  <a:cubicBezTo>
                    <a:pt x="28" y="91"/>
                    <a:pt x="29" y="92"/>
                    <a:pt x="31" y="92"/>
                  </a:cubicBezTo>
                  <a:cubicBezTo>
                    <a:pt x="32" y="93"/>
                    <a:pt x="34" y="93"/>
                    <a:pt x="35" y="93"/>
                  </a:cubicBezTo>
                  <a:cubicBezTo>
                    <a:pt x="39" y="83"/>
                    <a:pt x="39" y="83"/>
                    <a:pt x="39" y="83"/>
                  </a:cubicBezTo>
                  <a:cubicBezTo>
                    <a:pt x="40" y="83"/>
                    <a:pt x="41" y="83"/>
                    <a:pt x="42" y="83"/>
                  </a:cubicBezTo>
                  <a:cubicBezTo>
                    <a:pt x="42" y="95"/>
                    <a:pt x="42" y="95"/>
                    <a:pt x="42" y="95"/>
                  </a:cubicBezTo>
                  <a:cubicBezTo>
                    <a:pt x="44" y="95"/>
                    <a:pt x="45" y="95"/>
                    <a:pt x="47" y="95"/>
                  </a:cubicBezTo>
                  <a:cubicBezTo>
                    <a:pt x="48" y="95"/>
                    <a:pt x="50" y="95"/>
                    <a:pt x="51" y="95"/>
                  </a:cubicBezTo>
                  <a:cubicBezTo>
                    <a:pt x="51" y="83"/>
                    <a:pt x="51" y="83"/>
                    <a:pt x="51" y="83"/>
                  </a:cubicBezTo>
                  <a:cubicBezTo>
                    <a:pt x="52" y="83"/>
                    <a:pt x="54" y="83"/>
                    <a:pt x="55" y="83"/>
                  </a:cubicBezTo>
                  <a:cubicBezTo>
                    <a:pt x="59" y="93"/>
                    <a:pt x="59" y="93"/>
                    <a:pt x="59" y="93"/>
                  </a:cubicBezTo>
                  <a:cubicBezTo>
                    <a:pt x="60" y="93"/>
                    <a:pt x="62" y="93"/>
                    <a:pt x="63" y="92"/>
                  </a:cubicBezTo>
                  <a:cubicBezTo>
                    <a:pt x="64" y="92"/>
                    <a:pt x="66" y="91"/>
                    <a:pt x="67" y="90"/>
                  </a:cubicBezTo>
                  <a:cubicBezTo>
                    <a:pt x="63" y="80"/>
                    <a:pt x="63" y="80"/>
                    <a:pt x="63" y="80"/>
                  </a:cubicBezTo>
                  <a:cubicBezTo>
                    <a:pt x="64" y="79"/>
                    <a:pt x="65" y="78"/>
                    <a:pt x="66" y="78"/>
                  </a:cubicBezTo>
                  <a:cubicBezTo>
                    <a:pt x="74" y="87"/>
                    <a:pt x="74" y="87"/>
                    <a:pt x="74" y="87"/>
                  </a:cubicBezTo>
                  <a:cubicBezTo>
                    <a:pt x="75" y="86"/>
                    <a:pt x="76" y="85"/>
                    <a:pt x="77" y="84"/>
                  </a:cubicBezTo>
                  <a:cubicBezTo>
                    <a:pt x="78" y="83"/>
                    <a:pt x="80" y="82"/>
                    <a:pt x="81" y="81"/>
                  </a:cubicBezTo>
                  <a:cubicBezTo>
                    <a:pt x="73" y="72"/>
                    <a:pt x="73" y="72"/>
                    <a:pt x="73" y="72"/>
                  </a:cubicBezTo>
                  <a:cubicBezTo>
                    <a:pt x="74" y="71"/>
                    <a:pt x="75" y="70"/>
                    <a:pt x="75" y="69"/>
                  </a:cubicBezTo>
                  <a:cubicBezTo>
                    <a:pt x="85" y="75"/>
                    <a:pt x="85" y="75"/>
                    <a:pt x="85" y="75"/>
                  </a:cubicBezTo>
                  <a:cubicBezTo>
                    <a:pt x="86" y="74"/>
                    <a:pt x="87" y="73"/>
                    <a:pt x="88" y="71"/>
                  </a:cubicBezTo>
                  <a:cubicBezTo>
                    <a:pt x="89" y="70"/>
                    <a:pt x="89" y="69"/>
                    <a:pt x="90" y="67"/>
                  </a:cubicBezTo>
                  <a:cubicBezTo>
                    <a:pt x="80" y="62"/>
                    <a:pt x="80" y="62"/>
                    <a:pt x="80" y="62"/>
                  </a:cubicBezTo>
                  <a:cubicBezTo>
                    <a:pt x="80" y="60"/>
                    <a:pt x="81" y="59"/>
                    <a:pt x="81" y="58"/>
                  </a:cubicBezTo>
                  <a:cubicBezTo>
                    <a:pt x="92" y="60"/>
                    <a:pt x="92" y="60"/>
                    <a:pt x="92" y="60"/>
                  </a:cubicBezTo>
                  <a:cubicBezTo>
                    <a:pt x="93" y="59"/>
                    <a:pt x="93" y="57"/>
                    <a:pt x="93" y="56"/>
                  </a:cubicBezTo>
                  <a:cubicBezTo>
                    <a:pt x="94" y="54"/>
                    <a:pt x="94" y="53"/>
                    <a:pt x="94" y="51"/>
                  </a:cubicBezTo>
                  <a:cubicBezTo>
                    <a:pt x="83" y="49"/>
                    <a:pt x="83" y="49"/>
                    <a:pt x="83" y="49"/>
                  </a:cubicBezTo>
                  <a:cubicBezTo>
                    <a:pt x="83" y="49"/>
                    <a:pt x="83" y="48"/>
                    <a:pt x="83" y="48"/>
                  </a:cubicBezTo>
                  <a:cubicBezTo>
                    <a:pt x="83" y="47"/>
                    <a:pt x="83" y="47"/>
                    <a:pt x="83" y="46"/>
                  </a:cubicBezTo>
                  <a:cubicBezTo>
                    <a:pt x="94" y="44"/>
                    <a:pt x="94" y="44"/>
                    <a:pt x="94" y="44"/>
                  </a:cubicBezTo>
                  <a:cubicBezTo>
                    <a:pt x="94" y="42"/>
                    <a:pt x="94" y="41"/>
                    <a:pt x="93" y="39"/>
                  </a:cubicBezTo>
                  <a:close/>
                  <a:moveTo>
                    <a:pt x="47" y="69"/>
                  </a:moveTo>
                  <a:cubicBezTo>
                    <a:pt x="35" y="69"/>
                    <a:pt x="25" y="60"/>
                    <a:pt x="25" y="48"/>
                  </a:cubicBezTo>
                  <a:cubicBezTo>
                    <a:pt x="25" y="36"/>
                    <a:pt x="35" y="26"/>
                    <a:pt x="47" y="26"/>
                  </a:cubicBezTo>
                  <a:cubicBezTo>
                    <a:pt x="59" y="26"/>
                    <a:pt x="68" y="36"/>
                    <a:pt x="68" y="48"/>
                  </a:cubicBezTo>
                  <a:cubicBezTo>
                    <a:pt x="68" y="60"/>
                    <a:pt x="59" y="69"/>
                    <a:pt x="47" y="69"/>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6" name="Google Shape;516;p45"/>
            <p:cNvSpPr/>
            <p:nvPr/>
          </p:nvSpPr>
          <p:spPr>
            <a:xfrm>
              <a:off x="3949700" y="2608263"/>
              <a:ext cx="347663" cy="341313"/>
            </a:xfrm>
            <a:custGeom>
              <a:avLst/>
              <a:gdLst/>
              <a:ahLst/>
              <a:cxnLst/>
              <a:rect l="l" t="t" r="r" b="b"/>
              <a:pathLst>
                <a:path w="92" h="91" extrusionOk="0">
                  <a:moveTo>
                    <a:pt x="82" y="73"/>
                  </a:moveTo>
                  <a:cubicBezTo>
                    <a:pt x="76" y="67"/>
                    <a:pt x="76" y="67"/>
                    <a:pt x="76" y="67"/>
                  </a:cubicBezTo>
                  <a:cubicBezTo>
                    <a:pt x="77" y="65"/>
                    <a:pt x="78" y="64"/>
                    <a:pt x="79" y="62"/>
                  </a:cubicBezTo>
                  <a:cubicBezTo>
                    <a:pt x="87" y="65"/>
                    <a:pt x="87" y="65"/>
                    <a:pt x="87" y="65"/>
                  </a:cubicBezTo>
                  <a:cubicBezTo>
                    <a:pt x="88" y="63"/>
                    <a:pt x="89" y="61"/>
                    <a:pt x="90" y="58"/>
                  </a:cubicBezTo>
                  <a:cubicBezTo>
                    <a:pt x="90" y="56"/>
                    <a:pt x="91" y="54"/>
                    <a:pt x="91" y="52"/>
                  </a:cubicBezTo>
                  <a:cubicBezTo>
                    <a:pt x="83" y="49"/>
                    <a:pt x="83" y="49"/>
                    <a:pt x="83" y="49"/>
                  </a:cubicBezTo>
                  <a:cubicBezTo>
                    <a:pt x="83" y="47"/>
                    <a:pt x="83" y="45"/>
                    <a:pt x="83" y="43"/>
                  </a:cubicBezTo>
                  <a:cubicBezTo>
                    <a:pt x="92" y="41"/>
                    <a:pt x="92" y="41"/>
                    <a:pt x="92" y="41"/>
                  </a:cubicBezTo>
                  <a:cubicBezTo>
                    <a:pt x="91" y="39"/>
                    <a:pt x="91" y="37"/>
                    <a:pt x="90" y="35"/>
                  </a:cubicBezTo>
                  <a:cubicBezTo>
                    <a:pt x="90" y="32"/>
                    <a:pt x="89" y="30"/>
                    <a:pt x="88" y="28"/>
                  </a:cubicBezTo>
                  <a:cubicBezTo>
                    <a:pt x="80" y="30"/>
                    <a:pt x="80" y="30"/>
                    <a:pt x="80" y="30"/>
                  </a:cubicBezTo>
                  <a:cubicBezTo>
                    <a:pt x="79" y="29"/>
                    <a:pt x="78" y="27"/>
                    <a:pt x="77" y="25"/>
                  </a:cubicBezTo>
                  <a:cubicBezTo>
                    <a:pt x="83" y="19"/>
                    <a:pt x="83" y="19"/>
                    <a:pt x="83" y="19"/>
                  </a:cubicBezTo>
                  <a:cubicBezTo>
                    <a:pt x="82" y="17"/>
                    <a:pt x="81" y="16"/>
                    <a:pt x="79" y="14"/>
                  </a:cubicBezTo>
                  <a:cubicBezTo>
                    <a:pt x="78" y="12"/>
                    <a:pt x="76" y="11"/>
                    <a:pt x="74" y="9"/>
                  </a:cubicBezTo>
                  <a:cubicBezTo>
                    <a:pt x="68" y="15"/>
                    <a:pt x="68" y="15"/>
                    <a:pt x="68" y="15"/>
                  </a:cubicBezTo>
                  <a:cubicBezTo>
                    <a:pt x="67" y="15"/>
                    <a:pt x="67" y="15"/>
                    <a:pt x="67" y="15"/>
                  </a:cubicBezTo>
                  <a:cubicBezTo>
                    <a:pt x="66" y="14"/>
                    <a:pt x="64" y="13"/>
                    <a:pt x="63" y="12"/>
                  </a:cubicBezTo>
                  <a:cubicBezTo>
                    <a:pt x="65" y="4"/>
                    <a:pt x="65" y="4"/>
                    <a:pt x="65" y="4"/>
                  </a:cubicBezTo>
                  <a:cubicBezTo>
                    <a:pt x="63" y="3"/>
                    <a:pt x="61" y="2"/>
                    <a:pt x="59" y="1"/>
                  </a:cubicBezTo>
                  <a:cubicBezTo>
                    <a:pt x="57" y="1"/>
                    <a:pt x="55" y="0"/>
                    <a:pt x="52" y="0"/>
                  </a:cubicBezTo>
                  <a:cubicBezTo>
                    <a:pt x="50" y="8"/>
                    <a:pt x="50" y="8"/>
                    <a:pt x="50" y="8"/>
                  </a:cubicBezTo>
                  <a:cubicBezTo>
                    <a:pt x="49" y="8"/>
                    <a:pt x="47" y="8"/>
                    <a:pt x="46" y="8"/>
                  </a:cubicBezTo>
                  <a:cubicBezTo>
                    <a:pt x="45" y="8"/>
                    <a:pt x="45" y="8"/>
                    <a:pt x="44" y="8"/>
                  </a:cubicBezTo>
                  <a:cubicBezTo>
                    <a:pt x="42" y="0"/>
                    <a:pt x="42" y="0"/>
                    <a:pt x="42" y="0"/>
                  </a:cubicBezTo>
                  <a:cubicBezTo>
                    <a:pt x="40" y="0"/>
                    <a:pt x="38" y="0"/>
                    <a:pt x="35" y="1"/>
                  </a:cubicBezTo>
                  <a:cubicBezTo>
                    <a:pt x="33" y="1"/>
                    <a:pt x="31" y="2"/>
                    <a:pt x="29" y="3"/>
                  </a:cubicBezTo>
                  <a:cubicBezTo>
                    <a:pt x="31" y="11"/>
                    <a:pt x="31" y="11"/>
                    <a:pt x="31" y="11"/>
                  </a:cubicBezTo>
                  <a:cubicBezTo>
                    <a:pt x="29" y="12"/>
                    <a:pt x="28" y="13"/>
                    <a:pt x="26" y="14"/>
                  </a:cubicBezTo>
                  <a:cubicBezTo>
                    <a:pt x="25" y="13"/>
                    <a:pt x="25" y="13"/>
                    <a:pt x="25" y="13"/>
                  </a:cubicBezTo>
                  <a:cubicBezTo>
                    <a:pt x="20" y="8"/>
                    <a:pt x="20" y="8"/>
                    <a:pt x="20" y="8"/>
                  </a:cubicBezTo>
                  <a:cubicBezTo>
                    <a:pt x="18" y="9"/>
                    <a:pt x="16" y="10"/>
                    <a:pt x="15" y="12"/>
                  </a:cubicBezTo>
                  <a:cubicBezTo>
                    <a:pt x="13" y="14"/>
                    <a:pt x="11" y="15"/>
                    <a:pt x="10" y="17"/>
                  </a:cubicBezTo>
                  <a:cubicBezTo>
                    <a:pt x="16" y="23"/>
                    <a:pt x="16" y="23"/>
                    <a:pt x="16" y="23"/>
                  </a:cubicBezTo>
                  <a:cubicBezTo>
                    <a:pt x="15" y="25"/>
                    <a:pt x="14" y="27"/>
                    <a:pt x="13" y="28"/>
                  </a:cubicBezTo>
                  <a:cubicBezTo>
                    <a:pt x="5" y="26"/>
                    <a:pt x="5" y="26"/>
                    <a:pt x="5" y="26"/>
                  </a:cubicBezTo>
                  <a:cubicBezTo>
                    <a:pt x="4" y="28"/>
                    <a:pt x="3" y="30"/>
                    <a:pt x="2" y="32"/>
                  </a:cubicBezTo>
                  <a:cubicBezTo>
                    <a:pt x="2" y="34"/>
                    <a:pt x="1" y="37"/>
                    <a:pt x="1" y="39"/>
                  </a:cubicBezTo>
                  <a:cubicBezTo>
                    <a:pt x="9" y="41"/>
                    <a:pt x="9" y="41"/>
                    <a:pt x="9" y="41"/>
                  </a:cubicBezTo>
                  <a:cubicBezTo>
                    <a:pt x="9" y="43"/>
                    <a:pt x="9" y="45"/>
                    <a:pt x="9" y="47"/>
                  </a:cubicBezTo>
                  <a:cubicBezTo>
                    <a:pt x="0" y="49"/>
                    <a:pt x="0" y="49"/>
                    <a:pt x="0" y="49"/>
                  </a:cubicBezTo>
                  <a:cubicBezTo>
                    <a:pt x="1" y="51"/>
                    <a:pt x="1" y="54"/>
                    <a:pt x="2" y="56"/>
                  </a:cubicBezTo>
                  <a:cubicBezTo>
                    <a:pt x="2" y="58"/>
                    <a:pt x="3" y="60"/>
                    <a:pt x="4" y="62"/>
                  </a:cubicBezTo>
                  <a:cubicBezTo>
                    <a:pt x="12" y="60"/>
                    <a:pt x="12" y="60"/>
                    <a:pt x="12" y="60"/>
                  </a:cubicBezTo>
                  <a:cubicBezTo>
                    <a:pt x="13" y="62"/>
                    <a:pt x="14" y="64"/>
                    <a:pt x="15" y="65"/>
                  </a:cubicBezTo>
                  <a:cubicBezTo>
                    <a:pt x="8" y="71"/>
                    <a:pt x="8" y="71"/>
                    <a:pt x="8" y="71"/>
                  </a:cubicBezTo>
                  <a:cubicBezTo>
                    <a:pt x="10" y="73"/>
                    <a:pt x="11" y="75"/>
                    <a:pt x="13" y="77"/>
                  </a:cubicBezTo>
                  <a:cubicBezTo>
                    <a:pt x="14" y="78"/>
                    <a:pt x="16" y="80"/>
                    <a:pt x="18" y="81"/>
                  </a:cubicBezTo>
                  <a:cubicBezTo>
                    <a:pt x="24" y="75"/>
                    <a:pt x="24" y="75"/>
                    <a:pt x="24" y="75"/>
                  </a:cubicBezTo>
                  <a:cubicBezTo>
                    <a:pt x="25" y="75"/>
                    <a:pt x="25" y="76"/>
                    <a:pt x="25" y="76"/>
                  </a:cubicBezTo>
                  <a:cubicBezTo>
                    <a:pt x="26" y="77"/>
                    <a:pt x="28" y="77"/>
                    <a:pt x="29" y="78"/>
                  </a:cubicBezTo>
                  <a:cubicBezTo>
                    <a:pt x="27" y="87"/>
                    <a:pt x="27" y="87"/>
                    <a:pt x="27" y="87"/>
                  </a:cubicBezTo>
                  <a:cubicBezTo>
                    <a:pt x="29" y="88"/>
                    <a:pt x="31" y="88"/>
                    <a:pt x="33" y="89"/>
                  </a:cubicBezTo>
                  <a:cubicBezTo>
                    <a:pt x="35" y="90"/>
                    <a:pt x="37" y="90"/>
                    <a:pt x="40" y="90"/>
                  </a:cubicBezTo>
                  <a:cubicBezTo>
                    <a:pt x="42" y="82"/>
                    <a:pt x="42" y="82"/>
                    <a:pt x="42" y="82"/>
                  </a:cubicBezTo>
                  <a:cubicBezTo>
                    <a:pt x="43" y="82"/>
                    <a:pt x="45" y="82"/>
                    <a:pt x="46" y="82"/>
                  </a:cubicBezTo>
                  <a:cubicBezTo>
                    <a:pt x="47" y="82"/>
                    <a:pt x="47" y="82"/>
                    <a:pt x="48" y="82"/>
                  </a:cubicBezTo>
                  <a:cubicBezTo>
                    <a:pt x="50" y="91"/>
                    <a:pt x="50" y="91"/>
                    <a:pt x="50" y="91"/>
                  </a:cubicBezTo>
                  <a:cubicBezTo>
                    <a:pt x="52" y="91"/>
                    <a:pt x="54" y="90"/>
                    <a:pt x="57" y="90"/>
                  </a:cubicBezTo>
                  <a:cubicBezTo>
                    <a:pt x="59" y="89"/>
                    <a:pt x="61" y="88"/>
                    <a:pt x="63" y="88"/>
                  </a:cubicBezTo>
                  <a:cubicBezTo>
                    <a:pt x="61" y="79"/>
                    <a:pt x="61" y="79"/>
                    <a:pt x="61" y="79"/>
                  </a:cubicBezTo>
                  <a:cubicBezTo>
                    <a:pt x="63" y="78"/>
                    <a:pt x="64" y="77"/>
                    <a:pt x="66" y="76"/>
                  </a:cubicBezTo>
                  <a:cubicBezTo>
                    <a:pt x="67" y="77"/>
                    <a:pt x="67" y="77"/>
                    <a:pt x="67" y="77"/>
                  </a:cubicBezTo>
                  <a:cubicBezTo>
                    <a:pt x="72" y="83"/>
                    <a:pt x="72" y="83"/>
                    <a:pt x="72" y="83"/>
                  </a:cubicBezTo>
                  <a:cubicBezTo>
                    <a:pt x="74" y="81"/>
                    <a:pt x="76" y="80"/>
                    <a:pt x="77" y="78"/>
                  </a:cubicBezTo>
                  <a:cubicBezTo>
                    <a:pt x="79" y="77"/>
                    <a:pt x="81" y="75"/>
                    <a:pt x="82" y="73"/>
                  </a:cubicBezTo>
                  <a:close/>
                  <a:moveTo>
                    <a:pt x="25" y="48"/>
                  </a:moveTo>
                  <a:cubicBezTo>
                    <a:pt x="24" y="48"/>
                    <a:pt x="23" y="48"/>
                    <a:pt x="23" y="48"/>
                  </a:cubicBezTo>
                  <a:cubicBezTo>
                    <a:pt x="18" y="46"/>
                    <a:pt x="15" y="41"/>
                    <a:pt x="16" y="36"/>
                  </a:cubicBezTo>
                  <a:cubicBezTo>
                    <a:pt x="18" y="32"/>
                    <a:pt x="21" y="30"/>
                    <a:pt x="25" y="30"/>
                  </a:cubicBezTo>
                  <a:cubicBezTo>
                    <a:pt x="26" y="30"/>
                    <a:pt x="27" y="30"/>
                    <a:pt x="28" y="30"/>
                  </a:cubicBezTo>
                  <a:cubicBezTo>
                    <a:pt x="33" y="32"/>
                    <a:pt x="35" y="37"/>
                    <a:pt x="34" y="42"/>
                  </a:cubicBezTo>
                  <a:cubicBezTo>
                    <a:pt x="33" y="46"/>
                    <a:pt x="29" y="48"/>
                    <a:pt x="25" y="48"/>
                  </a:cubicBezTo>
                  <a:close/>
                  <a:moveTo>
                    <a:pt x="48" y="69"/>
                  </a:moveTo>
                  <a:cubicBezTo>
                    <a:pt x="48" y="70"/>
                    <a:pt x="47" y="72"/>
                    <a:pt x="46" y="73"/>
                  </a:cubicBezTo>
                  <a:cubicBezTo>
                    <a:pt x="44" y="75"/>
                    <a:pt x="40" y="76"/>
                    <a:pt x="37" y="75"/>
                  </a:cubicBezTo>
                  <a:cubicBezTo>
                    <a:pt x="32" y="73"/>
                    <a:pt x="30" y="68"/>
                    <a:pt x="31" y="64"/>
                  </a:cubicBezTo>
                  <a:cubicBezTo>
                    <a:pt x="32" y="59"/>
                    <a:pt x="38" y="56"/>
                    <a:pt x="42" y="57"/>
                  </a:cubicBezTo>
                  <a:cubicBezTo>
                    <a:pt x="44" y="58"/>
                    <a:pt x="45" y="59"/>
                    <a:pt x="46" y="59"/>
                  </a:cubicBezTo>
                  <a:cubicBezTo>
                    <a:pt x="48" y="62"/>
                    <a:pt x="49" y="65"/>
                    <a:pt x="48" y="69"/>
                  </a:cubicBezTo>
                  <a:close/>
                  <a:moveTo>
                    <a:pt x="52" y="47"/>
                  </a:moveTo>
                  <a:cubicBezTo>
                    <a:pt x="51" y="50"/>
                    <a:pt x="49" y="51"/>
                    <a:pt x="46" y="51"/>
                  </a:cubicBezTo>
                  <a:cubicBezTo>
                    <a:pt x="45" y="51"/>
                    <a:pt x="45" y="51"/>
                    <a:pt x="44" y="51"/>
                  </a:cubicBezTo>
                  <a:cubicBezTo>
                    <a:pt x="41" y="50"/>
                    <a:pt x="39" y="47"/>
                    <a:pt x="40" y="43"/>
                  </a:cubicBezTo>
                  <a:cubicBezTo>
                    <a:pt x="41" y="41"/>
                    <a:pt x="43" y="39"/>
                    <a:pt x="46" y="39"/>
                  </a:cubicBezTo>
                  <a:cubicBezTo>
                    <a:pt x="47" y="39"/>
                    <a:pt x="47" y="39"/>
                    <a:pt x="48" y="39"/>
                  </a:cubicBezTo>
                  <a:cubicBezTo>
                    <a:pt x="51" y="40"/>
                    <a:pt x="53" y="44"/>
                    <a:pt x="52" y="47"/>
                  </a:cubicBezTo>
                  <a:close/>
                  <a:moveTo>
                    <a:pt x="50" y="33"/>
                  </a:moveTo>
                  <a:cubicBezTo>
                    <a:pt x="48" y="33"/>
                    <a:pt x="47" y="32"/>
                    <a:pt x="46" y="31"/>
                  </a:cubicBezTo>
                  <a:cubicBezTo>
                    <a:pt x="44" y="29"/>
                    <a:pt x="42" y="25"/>
                    <a:pt x="43" y="22"/>
                  </a:cubicBezTo>
                  <a:cubicBezTo>
                    <a:pt x="44" y="20"/>
                    <a:pt x="45" y="19"/>
                    <a:pt x="46" y="18"/>
                  </a:cubicBezTo>
                  <a:cubicBezTo>
                    <a:pt x="48" y="16"/>
                    <a:pt x="52" y="15"/>
                    <a:pt x="55" y="16"/>
                  </a:cubicBezTo>
                  <a:cubicBezTo>
                    <a:pt x="60" y="17"/>
                    <a:pt x="62" y="22"/>
                    <a:pt x="61" y="27"/>
                  </a:cubicBezTo>
                  <a:cubicBezTo>
                    <a:pt x="59" y="32"/>
                    <a:pt x="54" y="35"/>
                    <a:pt x="50" y="33"/>
                  </a:cubicBezTo>
                  <a:close/>
                  <a:moveTo>
                    <a:pt x="67" y="61"/>
                  </a:moveTo>
                  <a:cubicBezTo>
                    <a:pt x="66" y="61"/>
                    <a:pt x="65" y="60"/>
                    <a:pt x="64" y="60"/>
                  </a:cubicBezTo>
                  <a:cubicBezTo>
                    <a:pt x="59" y="59"/>
                    <a:pt x="57" y="54"/>
                    <a:pt x="58" y="49"/>
                  </a:cubicBezTo>
                  <a:cubicBezTo>
                    <a:pt x="59" y="45"/>
                    <a:pt x="63" y="42"/>
                    <a:pt x="67" y="42"/>
                  </a:cubicBezTo>
                  <a:cubicBezTo>
                    <a:pt x="68" y="42"/>
                    <a:pt x="69" y="42"/>
                    <a:pt x="69" y="43"/>
                  </a:cubicBezTo>
                  <a:cubicBezTo>
                    <a:pt x="74" y="44"/>
                    <a:pt x="77" y="49"/>
                    <a:pt x="76" y="54"/>
                  </a:cubicBezTo>
                  <a:cubicBezTo>
                    <a:pt x="74" y="58"/>
                    <a:pt x="71" y="61"/>
                    <a:pt x="67" y="61"/>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7" name="Google Shape;517;p45"/>
            <p:cNvSpPr/>
            <p:nvPr/>
          </p:nvSpPr>
          <p:spPr>
            <a:xfrm>
              <a:off x="4764088" y="2682875"/>
              <a:ext cx="347663" cy="350838"/>
            </a:xfrm>
            <a:custGeom>
              <a:avLst/>
              <a:gdLst/>
              <a:ahLst/>
              <a:cxnLst/>
              <a:rect l="l" t="t" r="r" b="b"/>
              <a:pathLst>
                <a:path w="92" h="93" extrusionOk="0">
                  <a:moveTo>
                    <a:pt x="83" y="40"/>
                  </a:moveTo>
                  <a:cubicBezTo>
                    <a:pt x="83" y="38"/>
                    <a:pt x="82" y="36"/>
                    <a:pt x="81" y="34"/>
                  </a:cubicBezTo>
                  <a:cubicBezTo>
                    <a:pt x="89" y="30"/>
                    <a:pt x="89" y="30"/>
                    <a:pt x="89" y="30"/>
                  </a:cubicBezTo>
                  <a:cubicBezTo>
                    <a:pt x="88" y="28"/>
                    <a:pt x="87" y="26"/>
                    <a:pt x="86" y="24"/>
                  </a:cubicBezTo>
                  <a:cubicBezTo>
                    <a:pt x="85" y="22"/>
                    <a:pt x="84" y="20"/>
                    <a:pt x="82" y="18"/>
                  </a:cubicBezTo>
                  <a:cubicBezTo>
                    <a:pt x="75" y="22"/>
                    <a:pt x="75" y="22"/>
                    <a:pt x="75" y="22"/>
                  </a:cubicBezTo>
                  <a:cubicBezTo>
                    <a:pt x="73" y="21"/>
                    <a:pt x="72" y="19"/>
                    <a:pt x="70" y="18"/>
                  </a:cubicBezTo>
                  <a:cubicBezTo>
                    <a:pt x="75" y="10"/>
                    <a:pt x="75" y="10"/>
                    <a:pt x="75" y="10"/>
                  </a:cubicBezTo>
                  <a:cubicBezTo>
                    <a:pt x="73" y="9"/>
                    <a:pt x="71" y="8"/>
                    <a:pt x="69" y="7"/>
                  </a:cubicBezTo>
                  <a:cubicBezTo>
                    <a:pt x="69" y="6"/>
                    <a:pt x="69" y="6"/>
                    <a:pt x="68" y="6"/>
                  </a:cubicBezTo>
                  <a:cubicBezTo>
                    <a:pt x="67" y="5"/>
                    <a:pt x="65" y="4"/>
                    <a:pt x="63" y="4"/>
                  </a:cubicBezTo>
                  <a:cubicBezTo>
                    <a:pt x="59" y="11"/>
                    <a:pt x="59" y="11"/>
                    <a:pt x="59" y="11"/>
                  </a:cubicBezTo>
                  <a:cubicBezTo>
                    <a:pt x="57" y="11"/>
                    <a:pt x="55" y="10"/>
                    <a:pt x="53" y="10"/>
                  </a:cubicBezTo>
                  <a:cubicBezTo>
                    <a:pt x="53" y="1"/>
                    <a:pt x="53" y="1"/>
                    <a:pt x="53" y="1"/>
                  </a:cubicBezTo>
                  <a:cubicBezTo>
                    <a:pt x="51" y="0"/>
                    <a:pt x="48" y="0"/>
                    <a:pt x="46" y="0"/>
                  </a:cubicBezTo>
                  <a:cubicBezTo>
                    <a:pt x="44" y="0"/>
                    <a:pt x="41" y="0"/>
                    <a:pt x="39" y="1"/>
                  </a:cubicBezTo>
                  <a:cubicBezTo>
                    <a:pt x="39" y="10"/>
                    <a:pt x="39" y="10"/>
                    <a:pt x="39" y="10"/>
                  </a:cubicBezTo>
                  <a:cubicBezTo>
                    <a:pt x="37" y="10"/>
                    <a:pt x="35" y="11"/>
                    <a:pt x="34" y="11"/>
                  </a:cubicBezTo>
                  <a:cubicBezTo>
                    <a:pt x="29" y="4"/>
                    <a:pt x="29" y="4"/>
                    <a:pt x="29" y="4"/>
                  </a:cubicBezTo>
                  <a:cubicBezTo>
                    <a:pt x="27" y="4"/>
                    <a:pt x="26" y="5"/>
                    <a:pt x="24" y="6"/>
                  </a:cubicBezTo>
                  <a:cubicBezTo>
                    <a:pt x="24" y="6"/>
                    <a:pt x="23" y="6"/>
                    <a:pt x="23" y="7"/>
                  </a:cubicBezTo>
                  <a:cubicBezTo>
                    <a:pt x="21" y="8"/>
                    <a:pt x="19" y="9"/>
                    <a:pt x="17" y="10"/>
                  </a:cubicBezTo>
                  <a:cubicBezTo>
                    <a:pt x="22" y="18"/>
                    <a:pt x="22" y="18"/>
                    <a:pt x="22" y="18"/>
                  </a:cubicBezTo>
                  <a:cubicBezTo>
                    <a:pt x="20" y="19"/>
                    <a:pt x="19" y="21"/>
                    <a:pt x="18" y="22"/>
                  </a:cubicBezTo>
                  <a:cubicBezTo>
                    <a:pt x="10" y="18"/>
                    <a:pt x="10" y="18"/>
                    <a:pt x="10" y="18"/>
                  </a:cubicBezTo>
                  <a:cubicBezTo>
                    <a:pt x="8" y="20"/>
                    <a:pt x="7" y="22"/>
                    <a:pt x="6" y="24"/>
                  </a:cubicBezTo>
                  <a:cubicBezTo>
                    <a:pt x="5" y="26"/>
                    <a:pt x="4" y="28"/>
                    <a:pt x="3" y="30"/>
                  </a:cubicBezTo>
                  <a:cubicBezTo>
                    <a:pt x="11" y="34"/>
                    <a:pt x="11" y="34"/>
                    <a:pt x="11" y="34"/>
                  </a:cubicBezTo>
                  <a:cubicBezTo>
                    <a:pt x="10" y="36"/>
                    <a:pt x="10" y="38"/>
                    <a:pt x="9" y="40"/>
                  </a:cubicBezTo>
                  <a:cubicBezTo>
                    <a:pt x="0" y="40"/>
                    <a:pt x="0" y="40"/>
                    <a:pt x="0" y="40"/>
                  </a:cubicBezTo>
                  <a:cubicBezTo>
                    <a:pt x="0" y="42"/>
                    <a:pt x="0" y="44"/>
                    <a:pt x="0" y="47"/>
                  </a:cubicBezTo>
                  <a:cubicBezTo>
                    <a:pt x="0" y="49"/>
                    <a:pt x="0" y="51"/>
                    <a:pt x="0" y="54"/>
                  </a:cubicBezTo>
                  <a:cubicBezTo>
                    <a:pt x="9" y="54"/>
                    <a:pt x="9" y="54"/>
                    <a:pt x="9" y="54"/>
                  </a:cubicBezTo>
                  <a:cubicBezTo>
                    <a:pt x="10" y="56"/>
                    <a:pt x="10" y="57"/>
                    <a:pt x="11" y="59"/>
                  </a:cubicBezTo>
                  <a:cubicBezTo>
                    <a:pt x="3" y="64"/>
                    <a:pt x="3" y="64"/>
                    <a:pt x="3" y="64"/>
                  </a:cubicBezTo>
                  <a:cubicBezTo>
                    <a:pt x="4" y="66"/>
                    <a:pt x="5" y="68"/>
                    <a:pt x="6" y="70"/>
                  </a:cubicBezTo>
                  <a:cubicBezTo>
                    <a:pt x="7" y="72"/>
                    <a:pt x="8" y="74"/>
                    <a:pt x="10" y="76"/>
                  </a:cubicBezTo>
                  <a:cubicBezTo>
                    <a:pt x="18" y="71"/>
                    <a:pt x="18" y="71"/>
                    <a:pt x="18" y="71"/>
                  </a:cubicBezTo>
                  <a:cubicBezTo>
                    <a:pt x="19" y="73"/>
                    <a:pt x="20" y="74"/>
                    <a:pt x="22" y="75"/>
                  </a:cubicBezTo>
                  <a:cubicBezTo>
                    <a:pt x="17" y="83"/>
                    <a:pt x="17" y="83"/>
                    <a:pt x="17" y="83"/>
                  </a:cubicBezTo>
                  <a:cubicBezTo>
                    <a:pt x="19" y="84"/>
                    <a:pt x="21" y="86"/>
                    <a:pt x="23" y="87"/>
                  </a:cubicBezTo>
                  <a:cubicBezTo>
                    <a:pt x="23" y="87"/>
                    <a:pt x="24" y="87"/>
                    <a:pt x="24" y="88"/>
                  </a:cubicBezTo>
                  <a:cubicBezTo>
                    <a:pt x="26" y="88"/>
                    <a:pt x="27" y="89"/>
                    <a:pt x="29" y="90"/>
                  </a:cubicBezTo>
                  <a:cubicBezTo>
                    <a:pt x="34" y="82"/>
                    <a:pt x="34" y="82"/>
                    <a:pt x="34" y="82"/>
                  </a:cubicBezTo>
                  <a:cubicBezTo>
                    <a:pt x="35" y="83"/>
                    <a:pt x="37" y="83"/>
                    <a:pt x="39" y="84"/>
                  </a:cubicBezTo>
                  <a:cubicBezTo>
                    <a:pt x="39" y="93"/>
                    <a:pt x="39" y="93"/>
                    <a:pt x="39" y="93"/>
                  </a:cubicBezTo>
                  <a:cubicBezTo>
                    <a:pt x="41" y="93"/>
                    <a:pt x="44" y="93"/>
                    <a:pt x="46" y="93"/>
                  </a:cubicBezTo>
                  <a:cubicBezTo>
                    <a:pt x="48" y="93"/>
                    <a:pt x="51" y="93"/>
                    <a:pt x="53" y="93"/>
                  </a:cubicBezTo>
                  <a:cubicBezTo>
                    <a:pt x="53" y="84"/>
                    <a:pt x="53" y="84"/>
                    <a:pt x="53" y="84"/>
                  </a:cubicBezTo>
                  <a:cubicBezTo>
                    <a:pt x="55" y="83"/>
                    <a:pt x="57" y="83"/>
                    <a:pt x="59" y="82"/>
                  </a:cubicBezTo>
                  <a:cubicBezTo>
                    <a:pt x="63" y="90"/>
                    <a:pt x="63" y="90"/>
                    <a:pt x="63" y="90"/>
                  </a:cubicBezTo>
                  <a:cubicBezTo>
                    <a:pt x="65" y="89"/>
                    <a:pt x="67" y="88"/>
                    <a:pt x="68" y="88"/>
                  </a:cubicBezTo>
                  <a:cubicBezTo>
                    <a:pt x="69" y="87"/>
                    <a:pt x="69" y="87"/>
                    <a:pt x="69" y="87"/>
                  </a:cubicBezTo>
                  <a:cubicBezTo>
                    <a:pt x="71" y="86"/>
                    <a:pt x="73" y="84"/>
                    <a:pt x="75" y="83"/>
                  </a:cubicBezTo>
                  <a:cubicBezTo>
                    <a:pt x="70" y="75"/>
                    <a:pt x="70" y="75"/>
                    <a:pt x="70" y="75"/>
                  </a:cubicBezTo>
                  <a:cubicBezTo>
                    <a:pt x="72" y="74"/>
                    <a:pt x="73" y="73"/>
                    <a:pt x="75" y="71"/>
                  </a:cubicBezTo>
                  <a:cubicBezTo>
                    <a:pt x="82" y="76"/>
                    <a:pt x="82" y="76"/>
                    <a:pt x="82" y="76"/>
                  </a:cubicBezTo>
                  <a:cubicBezTo>
                    <a:pt x="84" y="74"/>
                    <a:pt x="85" y="72"/>
                    <a:pt x="86" y="70"/>
                  </a:cubicBezTo>
                  <a:cubicBezTo>
                    <a:pt x="87" y="68"/>
                    <a:pt x="88" y="66"/>
                    <a:pt x="89" y="64"/>
                  </a:cubicBezTo>
                  <a:cubicBezTo>
                    <a:pt x="81" y="59"/>
                    <a:pt x="81" y="59"/>
                    <a:pt x="81" y="59"/>
                  </a:cubicBezTo>
                  <a:cubicBezTo>
                    <a:pt x="82" y="57"/>
                    <a:pt x="83" y="56"/>
                    <a:pt x="83" y="54"/>
                  </a:cubicBezTo>
                  <a:cubicBezTo>
                    <a:pt x="92" y="54"/>
                    <a:pt x="92" y="54"/>
                    <a:pt x="92" y="54"/>
                  </a:cubicBezTo>
                  <a:cubicBezTo>
                    <a:pt x="92" y="51"/>
                    <a:pt x="92" y="49"/>
                    <a:pt x="92" y="47"/>
                  </a:cubicBezTo>
                  <a:cubicBezTo>
                    <a:pt x="92" y="44"/>
                    <a:pt x="92" y="42"/>
                    <a:pt x="92" y="40"/>
                  </a:cubicBezTo>
                  <a:lnTo>
                    <a:pt x="83" y="40"/>
                  </a:lnTo>
                  <a:close/>
                  <a:moveTo>
                    <a:pt x="24" y="56"/>
                  </a:moveTo>
                  <a:cubicBezTo>
                    <a:pt x="19" y="56"/>
                    <a:pt x="15" y="52"/>
                    <a:pt x="15" y="47"/>
                  </a:cubicBezTo>
                  <a:cubicBezTo>
                    <a:pt x="15" y="42"/>
                    <a:pt x="19" y="37"/>
                    <a:pt x="24" y="37"/>
                  </a:cubicBezTo>
                  <a:cubicBezTo>
                    <a:pt x="29" y="37"/>
                    <a:pt x="33" y="42"/>
                    <a:pt x="33" y="47"/>
                  </a:cubicBezTo>
                  <a:cubicBezTo>
                    <a:pt x="33" y="52"/>
                    <a:pt x="29" y="56"/>
                    <a:pt x="24" y="56"/>
                  </a:cubicBezTo>
                  <a:close/>
                  <a:moveTo>
                    <a:pt x="46" y="78"/>
                  </a:moveTo>
                  <a:cubicBezTo>
                    <a:pt x="41" y="78"/>
                    <a:pt x="37" y="74"/>
                    <a:pt x="37" y="69"/>
                  </a:cubicBezTo>
                  <a:cubicBezTo>
                    <a:pt x="37" y="64"/>
                    <a:pt x="41" y="60"/>
                    <a:pt x="46" y="60"/>
                  </a:cubicBezTo>
                  <a:cubicBezTo>
                    <a:pt x="51" y="60"/>
                    <a:pt x="55" y="64"/>
                    <a:pt x="55" y="69"/>
                  </a:cubicBezTo>
                  <a:cubicBezTo>
                    <a:pt x="55" y="74"/>
                    <a:pt x="51" y="78"/>
                    <a:pt x="46" y="78"/>
                  </a:cubicBezTo>
                  <a:close/>
                  <a:moveTo>
                    <a:pt x="40" y="47"/>
                  </a:moveTo>
                  <a:cubicBezTo>
                    <a:pt x="40" y="43"/>
                    <a:pt x="43" y="41"/>
                    <a:pt x="46" y="41"/>
                  </a:cubicBezTo>
                  <a:cubicBezTo>
                    <a:pt x="49" y="41"/>
                    <a:pt x="52" y="43"/>
                    <a:pt x="52" y="47"/>
                  </a:cubicBezTo>
                  <a:cubicBezTo>
                    <a:pt x="52" y="50"/>
                    <a:pt x="49" y="53"/>
                    <a:pt x="46" y="53"/>
                  </a:cubicBezTo>
                  <a:cubicBezTo>
                    <a:pt x="43" y="53"/>
                    <a:pt x="40" y="50"/>
                    <a:pt x="40" y="47"/>
                  </a:cubicBezTo>
                  <a:close/>
                  <a:moveTo>
                    <a:pt x="46" y="34"/>
                  </a:moveTo>
                  <a:cubicBezTo>
                    <a:pt x="41" y="34"/>
                    <a:pt x="37" y="30"/>
                    <a:pt x="37" y="25"/>
                  </a:cubicBezTo>
                  <a:cubicBezTo>
                    <a:pt x="37" y="19"/>
                    <a:pt x="41" y="15"/>
                    <a:pt x="46" y="15"/>
                  </a:cubicBezTo>
                  <a:cubicBezTo>
                    <a:pt x="51" y="15"/>
                    <a:pt x="55" y="19"/>
                    <a:pt x="55" y="25"/>
                  </a:cubicBezTo>
                  <a:cubicBezTo>
                    <a:pt x="55" y="30"/>
                    <a:pt x="51" y="34"/>
                    <a:pt x="46" y="34"/>
                  </a:cubicBezTo>
                  <a:close/>
                  <a:moveTo>
                    <a:pt x="68" y="56"/>
                  </a:moveTo>
                  <a:cubicBezTo>
                    <a:pt x="63" y="56"/>
                    <a:pt x="59" y="52"/>
                    <a:pt x="59" y="47"/>
                  </a:cubicBezTo>
                  <a:cubicBezTo>
                    <a:pt x="59" y="42"/>
                    <a:pt x="63" y="37"/>
                    <a:pt x="68" y="37"/>
                  </a:cubicBezTo>
                  <a:cubicBezTo>
                    <a:pt x="73" y="37"/>
                    <a:pt x="77" y="42"/>
                    <a:pt x="77" y="47"/>
                  </a:cubicBezTo>
                  <a:cubicBezTo>
                    <a:pt x="77" y="52"/>
                    <a:pt x="73" y="56"/>
                    <a:pt x="68" y="56"/>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8" name="Google Shape;518;p45"/>
            <p:cNvSpPr/>
            <p:nvPr/>
          </p:nvSpPr>
          <p:spPr>
            <a:xfrm>
              <a:off x="5106988" y="1576388"/>
              <a:ext cx="227013" cy="236538"/>
            </a:xfrm>
            <a:custGeom>
              <a:avLst/>
              <a:gdLst/>
              <a:ahLst/>
              <a:cxnLst/>
              <a:rect l="l" t="t" r="r" b="b"/>
              <a:pathLst>
                <a:path w="60" h="63" extrusionOk="0">
                  <a:moveTo>
                    <a:pt x="3" y="47"/>
                  </a:moveTo>
                  <a:cubicBezTo>
                    <a:pt x="4" y="49"/>
                    <a:pt x="5" y="51"/>
                    <a:pt x="7" y="52"/>
                  </a:cubicBezTo>
                  <a:cubicBezTo>
                    <a:pt x="13" y="49"/>
                    <a:pt x="13" y="49"/>
                    <a:pt x="13" y="49"/>
                  </a:cubicBezTo>
                  <a:cubicBezTo>
                    <a:pt x="14" y="49"/>
                    <a:pt x="14" y="49"/>
                    <a:pt x="14" y="50"/>
                  </a:cubicBezTo>
                  <a:cubicBezTo>
                    <a:pt x="15" y="50"/>
                    <a:pt x="16" y="51"/>
                    <a:pt x="16" y="51"/>
                  </a:cubicBezTo>
                  <a:cubicBezTo>
                    <a:pt x="18" y="52"/>
                    <a:pt x="20" y="53"/>
                    <a:pt x="23" y="54"/>
                  </a:cubicBezTo>
                  <a:cubicBezTo>
                    <a:pt x="23" y="54"/>
                    <a:pt x="23" y="54"/>
                    <a:pt x="24" y="54"/>
                  </a:cubicBezTo>
                  <a:cubicBezTo>
                    <a:pt x="24" y="62"/>
                    <a:pt x="24" y="62"/>
                    <a:pt x="24" y="62"/>
                  </a:cubicBezTo>
                  <a:cubicBezTo>
                    <a:pt x="26" y="62"/>
                    <a:pt x="28" y="63"/>
                    <a:pt x="30" y="63"/>
                  </a:cubicBezTo>
                  <a:cubicBezTo>
                    <a:pt x="32" y="63"/>
                    <a:pt x="35" y="62"/>
                    <a:pt x="37" y="62"/>
                  </a:cubicBezTo>
                  <a:cubicBezTo>
                    <a:pt x="37" y="54"/>
                    <a:pt x="37" y="54"/>
                    <a:pt x="37" y="54"/>
                  </a:cubicBezTo>
                  <a:cubicBezTo>
                    <a:pt x="37" y="54"/>
                    <a:pt x="37" y="54"/>
                    <a:pt x="38" y="54"/>
                  </a:cubicBezTo>
                  <a:cubicBezTo>
                    <a:pt x="40" y="53"/>
                    <a:pt x="42" y="52"/>
                    <a:pt x="44" y="51"/>
                  </a:cubicBezTo>
                  <a:cubicBezTo>
                    <a:pt x="45" y="51"/>
                    <a:pt x="45" y="50"/>
                    <a:pt x="46" y="50"/>
                  </a:cubicBezTo>
                  <a:cubicBezTo>
                    <a:pt x="46" y="49"/>
                    <a:pt x="47" y="49"/>
                    <a:pt x="47" y="49"/>
                  </a:cubicBezTo>
                  <a:cubicBezTo>
                    <a:pt x="53" y="52"/>
                    <a:pt x="53" y="52"/>
                    <a:pt x="53" y="52"/>
                  </a:cubicBezTo>
                  <a:cubicBezTo>
                    <a:pt x="55" y="51"/>
                    <a:pt x="56" y="49"/>
                    <a:pt x="57" y="47"/>
                  </a:cubicBezTo>
                  <a:cubicBezTo>
                    <a:pt x="59" y="45"/>
                    <a:pt x="59" y="43"/>
                    <a:pt x="60" y="41"/>
                  </a:cubicBezTo>
                  <a:cubicBezTo>
                    <a:pt x="54" y="37"/>
                    <a:pt x="54" y="37"/>
                    <a:pt x="54" y="37"/>
                  </a:cubicBezTo>
                  <a:cubicBezTo>
                    <a:pt x="54" y="35"/>
                    <a:pt x="54" y="33"/>
                    <a:pt x="54" y="31"/>
                  </a:cubicBezTo>
                  <a:cubicBezTo>
                    <a:pt x="54" y="29"/>
                    <a:pt x="54" y="27"/>
                    <a:pt x="54" y="25"/>
                  </a:cubicBezTo>
                  <a:cubicBezTo>
                    <a:pt x="60" y="22"/>
                    <a:pt x="60" y="22"/>
                    <a:pt x="60" y="22"/>
                  </a:cubicBezTo>
                  <a:cubicBezTo>
                    <a:pt x="59" y="19"/>
                    <a:pt x="59" y="17"/>
                    <a:pt x="57" y="15"/>
                  </a:cubicBezTo>
                  <a:cubicBezTo>
                    <a:pt x="56" y="13"/>
                    <a:pt x="55" y="12"/>
                    <a:pt x="53" y="10"/>
                  </a:cubicBezTo>
                  <a:cubicBezTo>
                    <a:pt x="47" y="14"/>
                    <a:pt x="47" y="14"/>
                    <a:pt x="47" y="14"/>
                  </a:cubicBezTo>
                  <a:cubicBezTo>
                    <a:pt x="47" y="13"/>
                    <a:pt x="46" y="13"/>
                    <a:pt x="46" y="13"/>
                  </a:cubicBezTo>
                  <a:cubicBezTo>
                    <a:pt x="45" y="12"/>
                    <a:pt x="45" y="12"/>
                    <a:pt x="44" y="11"/>
                  </a:cubicBezTo>
                  <a:cubicBezTo>
                    <a:pt x="42" y="10"/>
                    <a:pt x="40" y="9"/>
                    <a:pt x="38" y="8"/>
                  </a:cubicBezTo>
                  <a:cubicBezTo>
                    <a:pt x="37" y="8"/>
                    <a:pt x="37" y="8"/>
                    <a:pt x="37" y="8"/>
                  </a:cubicBezTo>
                  <a:cubicBezTo>
                    <a:pt x="37" y="0"/>
                    <a:pt x="37" y="0"/>
                    <a:pt x="37" y="0"/>
                  </a:cubicBezTo>
                  <a:cubicBezTo>
                    <a:pt x="35" y="0"/>
                    <a:pt x="32" y="0"/>
                    <a:pt x="30" y="0"/>
                  </a:cubicBezTo>
                  <a:cubicBezTo>
                    <a:pt x="28" y="0"/>
                    <a:pt x="26" y="0"/>
                    <a:pt x="24" y="0"/>
                  </a:cubicBezTo>
                  <a:cubicBezTo>
                    <a:pt x="24" y="8"/>
                    <a:pt x="24" y="8"/>
                    <a:pt x="24" y="8"/>
                  </a:cubicBezTo>
                  <a:cubicBezTo>
                    <a:pt x="23" y="8"/>
                    <a:pt x="23" y="8"/>
                    <a:pt x="23" y="8"/>
                  </a:cubicBezTo>
                  <a:cubicBezTo>
                    <a:pt x="20" y="9"/>
                    <a:pt x="18" y="10"/>
                    <a:pt x="16" y="11"/>
                  </a:cubicBezTo>
                  <a:cubicBezTo>
                    <a:pt x="16" y="12"/>
                    <a:pt x="15" y="12"/>
                    <a:pt x="14" y="13"/>
                  </a:cubicBezTo>
                  <a:cubicBezTo>
                    <a:pt x="14" y="13"/>
                    <a:pt x="14" y="13"/>
                    <a:pt x="13" y="14"/>
                  </a:cubicBezTo>
                  <a:cubicBezTo>
                    <a:pt x="7" y="10"/>
                    <a:pt x="7" y="10"/>
                    <a:pt x="7" y="10"/>
                  </a:cubicBezTo>
                  <a:cubicBezTo>
                    <a:pt x="5" y="12"/>
                    <a:pt x="4" y="13"/>
                    <a:pt x="3" y="15"/>
                  </a:cubicBezTo>
                  <a:cubicBezTo>
                    <a:pt x="2" y="17"/>
                    <a:pt x="1" y="19"/>
                    <a:pt x="0" y="22"/>
                  </a:cubicBezTo>
                  <a:cubicBezTo>
                    <a:pt x="7" y="25"/>
                    <a:pt x="7" y="25"/>
                    <a:pt x="7" y="25"/>
                  </a:cubicBezTo>
                  <a:cubicBezTo>
                    <a:pt x="6" y="27"/>
                    <a:pt x="6" y="29"/>
                    <a:pt x="6" y="31"/>
                  </a:cubicBezTo>
                  <a:cubicBezTo>
                    <a:pt x="6" y="33"/>
                    <a:pt x="6" y="35"/>
                    <a:pt x="7" y="37"/>
                  </a:cubicBezTo>
                  <a:cubicBezTo>
                    <a:pt x="0" y="41"/>
                    <a:pt x="0" y="41"/>
                    <a:pt x="0" y="41"/>
                  </a:cubicBezTo>
                  <a:cubicBezTo>
                    <a:pt x="1" y="43"/>
                    <a:pt x="2" y="45"/>
                    <a:pt x="3" y="47"/>
                  </a:cubicBezTo>
                  <a:close/>
                  <a:moveTo>
                    <a:pt x="18" y="41"/>
                  </a:moveTo>
                  <a:cubicBezTo>
                    <a:pt x="17" y="41"/>
                    <a:pt x="17" y="41"/>
                    <a:pt x="16" y="41"/>
                  </a:cubicBezTo>
                  <a:cubicBezTo>
                    <a:pt x="16" y="41"/>
                    <a:pt x="15" y="41"/>
                    <a:pt x="15" y="40"/>
                  </a:cubicBezTo>
                  <a:cubicBezTo>
                    <a:pt x="14" y="40"/>
                    <a:pt x="14" y="40"/>
                    <a:pt x="14" y="39"/>
                  </a:cubicBezTo>
                  <a:cubicBezTo>
                    <a:pt x="14" y="39"/>
                    <a:pt x="14" y="39"/>
                    <a:pt x="14" y="39"/>
                  </a:cubicBezTo>
                  <a:cubicBezTo>
                    <a:pt x="14" y="38"/>
                    <a:pt x="15" y="38"/>
                    <a:pt x="15" y="37"/>
                  </a:cubicBezTo>
                  <a:cubicBezTo>
                    <a:pt x="16" y="37"/>
                    <a:pt x="16" y="37"/>
                    <a:pt x="16" y="37"/>
                  </a:cubicBezTo>
                  <a:cubicBezTo>
                    <a:pt x="17" y="37"/>
                    <a:pt x="18" y="37"/>
                    <a:pt x="18" y="38"/>
                  </a:cubicBezTo>
                  <a:cubicBezTo>
                    <a:pt x="19" y="39"/>
                    <a:pt x="19" y="40"/>
                    <a:pt x="18" y="41"/>
                  </a:cubicBezTo>
                  <a:close/>
                  <a:moveTo>
                    <a:pt x="24" y="46"/>
                  </a:moveTo>
                  <a:cubicBezTo>
                    <a:pt x="23" y="46"/>
                    <a:pt x="23" y="46"/>
                    <a:pt x="23" y="46"/>
                  </a:cubicBezTo>
                  <a:cubicBezTo>
                    <a:pt x="22" y="46"/>
                    <a:pt x="22" y="46"/>
                    <a:pt x="22" y="46"/>
                  </a:cubicBezTo>
                  <a:cubicBezTo>
                    <a:pt x="21" y="46"/>
                    <a:pt x="21" y="45"/>
                    <a:pt x="21" y="44"/>
                  </a:cubicBezTo>
                  <a:cubicBezTo>
                    <a:pt x="22" y="44"/>
                    <a:pt x="22" y="44"/>
                    <a:pt x="23" y="44"/>
                  </a:cubicBezTo>
                  <a:cubicBezTo>
                    <a:pt x="23" y="44"/>
                    <a:pt x="23" y="44"/>
                    <a:pt x="23" y="44"/>
                  </a:cubicBezTo>
                  <a:cubicBezTo>
                    <a:pt x="24" y="44"/>
                    <a:pt x="24" y="45"/>
                    <a:pt x="24" y="46"/>
                  </a:cubicBezTo>
                  <a:close/>
                  <a:moveTo>
                    <a:pt x="30" y="49"/>
                  </a:moveTo>
                  <a:cubicBezTo>
                    <a:pt x="29" y="49"/>
                    <a:pt x="28" y="48"/>
                    <a:pt x="28" y="47"/>
                  </a:cubicBezTo>
                  <a:cubicBezTo>
                    <a:pt x="28" y="46"/>
                    <a:pt x="29" y="45"/>
                    <a:pt x="30" y="45"/>
                  </a:cubicBezTo>
                  <a:cubicBezTo>
                    <a:pt x="31" y="45"/>
                    <a:pt x="32" y="46"/>
                    <a:pt x="32" y="47"/>
                  </a:cubicBezTo>
                  <a:cubicBezTo>
                    <a:pt x="32" y="48"/>
                    <a:pt x="31" y="49"/>
                    <a:pt x="30" y="49"/>
                  </a:cubicBezTo>
                  <a:close/>
                  <a:moveTo>
                    <a:pt x="47" y="30"/>
                  </a:moveTo>
                  <a:cubicBezTo>
                    <a:pt x="47" y="30"/>
                    <a:pt x="47" y="31"/>
                    <a:pt x="47" y="31"/>
                  </a:cubicBezTo>
                  <a:cubicBezTo>
                    <a:pt x="47" y="32"/>
                    <a:pt x="46" y="32"/>
                    <a:pt x="46" y="32"/>
                  </a:cubicBezTo>
                  <a:cubicBezTo>
                    <a:pt x="46" y="32"/>
                    <a:pt x="46" y="32"/>
                    <a:pt x="45" y="32"/>
                  </a:cubicBezTo>
                  <a:cubicBezTo>
                    <a:pt x="45" y="32"/>
                    <a:pt x="45" y="31"/>
                    <a:pt x="45" y="30"/>
                  </a:cubicBezTo>
                  <a:cubicBezTo>
                    <a:pt x="45" y="30"/>
                    <a:pt x="46" y="30"/>
                    <a:pt x="46" y="30"/>
                  </a:cubicBezTo>
                  <a:cubicBezTo>
                    <a:pt x="46" y="30"/>
                    <a:pt x="46" y="30"/>
                    <a:pt x="47" y="30"/>
                  </a:cubicBezTo>
                  <a:close/>
                  <a:moveTo>
                    <a:pt x="43" y="21"/>
                  </a:moveTo>
                  <a:cubicBezTo>
                    <a:pt x="43" y="21"/>
                    <a:pt x="44" y="21"/>
                    <a:pt x="44" y="21"/>
                  </a:cubicBezTo>
                  <a:cubicBezTo>
                    <a:pt x="45" y="21"/>
                    <a:pt x="45" y="22"/>
                    <a:pt x="46" y="22"/>
                  </a:cubicBezTo>
                  <a:cubicBezTo>
                    <a:pt x="46" y="22"/>
                    <a:pt x="46" y="23"/>
                    <a:pt x="46" y="23"/>
                  </a:cubicBezTo>
                  <a:cubicBezTo>
                    <a:pt x="46" y="23"/>
                    <a:pt x="46" y="23"/>
                    <a:pt x="46" y="24"/>
                  </a:cubicBezTo>
                  <a:cubicBezTo>
                    <a:pt x="46" y="24"/>
                    <a:pt x="46" y="25"/>
                    <a:pt x="45" y="25"/>
                  </a:cubicBezTo>
                  <a:cubicBezTo>
                    <a:pt x="45" y="25"/>
                    <a:pt x="44" y="25"/>
                    <a:pt x="44" y="25"/>
                  </a:cubicBezTo>
                  <a:cubicBezTo>
                    <a:pt x="43" y="25"/>
                    <a:pt x="42" y="25"/>
                    <a:pt x="42" y="24"/>
                  </a:cubicBezTo>
                  <a:cubicBezTo>
                    <a:pt x="41" y="23"/>
                    <a:pt x="42" y="22"/>
                    <a:pt x="43" y="21"/>
                  </a:cubicBezTo>
                  <a:close/>
                  <a:moveTo>
                    <a:pt x="42" y="38"/>
                  </a:moveTo>
                  <a:cubicBezTo>
                    <a:pt x="42" y="37"/>
                    <a:pt x="43" y="37"/>
                    <a:pt x="44" y="37"/>
                  </a:cubicBezTo>
                  <a:cubicBezTo>
                    <a:pt x="44" y="37"/>
                    <a:pt x="45" y="37"/>
                    <a:pt x="45" y="37"/>
                  </a:cubicBezTo>
                  <a:cubicBezTo>
                    <a:pt x="46" y="38"/>
                    <a:pt x="46" y="38"/>
                    <a:pt x="46" y="39"/>
                  </a:cubicBezTo>
                  <a:cubicBezTo>
                    <a:pt x="46" y="39"/>
                    <a:pt x="46" y="39"/>
                    <a:pt x="46" y="39"/>
                  </a:cubicBezTo>
                  <a:cubicBezTo>
                    <a:pt x="46" y="40"/>
                    <a:pt x="46" y="40"/>
                    <a:pt x="46" y="40"/>
                  </a:cubicBezTo>
                  <a:cubicBezTo>
                    <a:pt x="45" y="41"/>
                    <a:pt x="45" y="41"/>
                    <a:pt x="44" y="41"/>
                  </a:cubicBezTo>
                  <a:cubicBezTo>
                    <a:pt x="44" y="41"/>
                    <a:pt x="43" y="41"/>
                    <a:pt x="43" y="41"/>
                  </a:cubicBezTo>
                  <a:cubicBezTo>
                    <a:pt x="42" y="40"/>
                    <a:pt x="41" y="39"/>
                    <a:pt x="42" y="38"/>
                  </a:cubicBezTo>
                  <a:close/>
                  <a:moveTo>
                    <a:pt x="39" y="45"/>
                  </a:moveTo>
                  <a:cubicBezTo>
                    <a:pt x="39" y="46"/>
                    <a:pt x="38" y="46"/>
                    <a:pt x="38" y="46"/>
                  </a:cubicBezTo>
                  <a:cubicBezTo>
                    <a:pt x="38" y="46"/>
                    <a:pt x="38" y="46"/>
                    <a:pt x="38" y="46"/>
                  </a:cubicBezTo>
                  <a:cubicBezTo>
                    <a:pt x="37" y="46"/>
                    <a:pt x="37" y="45"/>
                    <a:pt x="37" y="44"/>
                  </a:cubicBezTo>
                  <a:cubicBezTo>
                    <a:pt x="37" y="44"/>
                    <a:pt x="38" y="44"/>
                    <a:pt x="38" y="44"/>
                  </a:cubicBezTo>
                  <a:cubicBezTo>
                    <a:pt x="38" y="43"/>
                    <a:pt x="39" y="43"/>
                    <a:pt x="39" y="44"/>
                  </a:cubicBezTo>
                  <a:cubicBezTo>
                    <a:pt x="40" y="44"/>
                    <a:pt x="40" y="45"/>
                    <a:pt x="39" y="45"/>
                  </a:cubicBezTo>
                  <a:close/>
                  <a:moveTo>
                    <a:pt x="37" y="17"/>
                  </a:moveTo>
                  <a:cubicBezTo>
                    <a:pt x="37" y="16"/>
                    <a:pt x="37" y="16"/>
                    <a:pt x="38" y="16"/>
                  </a:cubicBezTo>
                  <a:cubicBezTo>
                    <a:pt x="38" y="16"/>
                    <a:pt x="38" y="16"/>
                    <a:pt x="38" y="16"/>
                  </a:cubicBezTo>
                  <a:cubicBezTo>
                    <a:pt x="39" y="17"/>
                    <a:pt x="39" y="17"/>
                    <a:pt x="39" y="18"/>
                  </a:cubicBezTo>
                  <a:cubicBezTo>
                    <a:pt x="39" y="18"/>
                    <a:pt x="38" y="19"/>
                    <a:pt x="38" y="19"/>
                  </a:cubicBezTo>
                  <a:cubicBezTo>
                    <a:pt x="38" y="19"/>
                    <a:pt x="37" y="19"/>
                    <a:pt x="37" y="18"/>
                  </a:cubicBezTo>
                  <a:cubicBezTo>
                    <a:pt x="37" y="18"/>
                    <a:pt x="36" y="17"/>
                    <a:pt x="37" y="17"/>
                  </a:cubicBezTo>
                  <a:close/>
                  <a:moveTo>
                    <a:pt x="30" y="13"/>
                  </a:moveTo>
                  <a:cubicBezTo>
                    <a:pt x="31" y="13"/>
                    <a:pt x="32" y="14"/>
                    <a:pt x="32" y="15"/>
                  </a:cubicBezTo>
                  <a:cubicBezTo>
                    <a:pt x="32" y="17"/>
                    <a:pt x="31" y="17"/>
                    <a:pt x="30" y="17"/>
                  </a:cubicBezTo>
                  <a:cubicBezTo>
                    <a:pt x="29" y="17"/>
                    <a:pt x="28" y="17"/>
                    <a:pt x="28" y="15"/>
                  </a:cubicBezTo>
                  <a:cubicBezTo>
                    <a:pt x="28" y="14"/>
                    <a:pt x="29" y="13"/>
                    <a:pt x="30" y="13"/>
                  </a:cubicBezTo>
                  <a:close/>
                  <a:moveTo>
                    <a:pt x="30" y="24"/>
                  </a:moveTo>
                  <a:cubicBezTo>
                    <a:pt x="34" y="24"/>
                    <a:pt x="37" y="27"/>
                    <a:pt x="37" y="31"/>
                  </a:cubicBezTo>
                  <a:cubicBezTo>
                    <a:pt x="37" y="35"/>
                    <a:pt x="34" y="38"/>
                    <a:pt x="30" y="38"/>
                  </a:cubicBezTo>
                  <a:cubicBezTo>
                    <a:pt x="26" y="38"/>
                    <a:pt x="23" y="35"/>
                    <a:pt x="23" y="31"/>
                  </a:cubicBezTo>
                  <a:cubicBezTo>
                    <a:pt x="23" y="27"/>
                    <a:pt x="26" y="24"/>
                    <a:pt x="30" y="24"/>
                  </a:cubicBezTo>
                  <a:close/>
                  <a:moveTo>
                    <a:pt x="21" y="17"/>
                  </a:moveTo>
                  <a:cubicBezTo>
                    <a:pt x="21" y="16"/>
                    <a:pt x="22" y="16"/>
                    <a:pt x="23" y="16"/>
                  </a:cubicBezTo>
                  <a:cubicBezTo>
                    <a:pt x="23" y="16"/>
                    <a:pt x="23" y="16"/>
                    <a:pt x="23" y="16"/>
                  </a:cubicBezTo>
                  <a:cubicBezTo>
                    <a:pt x="23" y="17"/>
                    <a:pt x="23" y="18"/>
                    <a:pt x="23" y="18"/>
                  </a:cubicBezTo>
                  <a:cubicBezTo>
                    <a:pt x="23" y="18"/>
                    <a:pt x="23" y="19"/>
                    <a:pt x="23" y="19"/>
                  </a:cubicBezTo>
                  <a:cubicBezTo>
                    <a:pt x="22" y="19"/>
                    <a:pt x="22" y="19"/>
                    <a:pt x="21" y="19"/>
                  </a:cubicBezTo>
                  <a:cubicBezTo>
                    <a:pt x="21" y="18"/>
                    <a:pt x="20" y="18"/>
                    <a:pt x="21" y="17"/>
                  </a:cubicBezTo>
                  <a:close/>
                  <a:moveTo>
                    <a:pt x="14" y="23"/>
                  </a:moveTo>
                  <a:cubicBezTo>
                    <a:pt x="14" y="23"/>
                    <a:pt x="14" y="22"/>
                    <a:pt x="15" y="22"/>
                  </a:cubicBezTo>
                  <a:cubicBezTo>
                    <a:pt x="15" y="22"/>
                    <a:pt x="16" y="21"/>
                    <a:pt x="16" y="21"/>
                  </a:cubicBezTo>
                  <a:cubicBezTo>
                    <a:pt x="17" y="21"/>
                    <a:pt x="17" y="21"/>
                    <a:pt x="18" y="21"/>
                  </a:cubicBezTo>
                  <a:cubicBezTo>
                    <a:pt x="19" y="22"/>
                    <a:pt x="19" y="23"/>
                    <a:pt x="18" y="24"/>
                  </a:cubicBezTo>
                  <a:cubicBezTo>
                    <a:pt x="18" y="25"/>
                    <a:pt x="17" y="25"/>
                    <a:pt x="16" y="25"/>
                  </a:cubicBezTo>
                  <a:cubicBezTo>
                    <a:pt x="16" y="25"/>
                    <a:pt x="16" y="25"/>
                    <a:pt x="15" y="25"/>
                  </a:cubicBezTo>
                  <a:cubicBezTo>
                    <a:pt x="15" y="25"/>
                    <a:pt x="14" y="24"/>
                    <a:pt x="14" y="24"/>
                  </a:cubicBezTo>
                  <a:cubicBezTo>
                    <a:pt x="14" y="23"/>
                    <a:pt x="14" y="23"/>
                    <a:pt x="14" y="23"/>
                  </a:cubicBezTo>
                  <a:close/>
                  <a:moveTo>
                    <a:pt x="13" y="31"/>
                  </a:moveTo>
                  <a:cubicBezTo>
                    <a:pt x="13" y="30"/>
                    <a:pt x="14" y="30"/>
                    <a:pt x="14" y="30"/>
                  </a:cubicBezTo>
                  <a:cubicBezTo>
                    <a:pt x="15" y="30"/>
                    <a:pt x="15" y="30"/>
                    <a:pt x="15" y="30"/>
                  </a:cubicBezTo>
                  <a:cubicBezTo>
                    <a:pt x="16" y="31"/>
                    <a:pt x="16" y="32"/>
                    <a:pt x="15" y="32"/>
                  </a:cubicBezTo>
                  <a:cubicBezTo>
                    <a:pt x="15" y="33"/>
                    <a:pt x="15" y="33"/>
                    <a:pt x="14" y="33"/>
                  </a:cubicBezTo>
                  <a:cubicBezTo>
                    <a:pt x="14" y="33"/>
                    <a:pt x="14" y="33"/>
                    <a:pt x="14" y="33"/>
                  </a:cubicBezTo>
                  <a:cubicBezTo>
                    <a:pt x="13" y="32"/>
                    <a:pt x="13" y="32"/>
                    <a:pt x="13" y="31"/>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19" name="Google Shape;519;p45"/>
            <p:cNvSpPr/>
            <p:nvPr/>
          </p:nvSpPr>
          <p:spPr>
            <a:xfrm>
              <a:off x="5243513" y="2178050"/>
              <a:ext cx="230188" cy="230188"/>
            </a:xfrm>
            <a:custGeom>
              <a:avLst/>
              <a:gdLst/>
              <a:ahLst/>
              <a:cxnLst/>
              <a:rect l="l" t="t" r="r" b="b"/>
              <a:pathLst>
                <a:path w="61" h="61" extrusionOk="0">
                  <a:moveTo>
                    <a:pt x="60" y="22"/>
                  </a:moveTo>
                  <a:cubicBezTo>
                    <a:pt x="57" y="22"/>
                    <a:pt x="57" y="22"/>
                    <a:pt x="57" y="22"/>
                  </a:cubicBezTo>
                  <a:cubicBezTo>
                    <a:pt x="56" y="21"/>
                    <a:pt x="56" y="20"/>
                    <a:pt x="56" y="20"/>
                  </a:cubicBezTo>
                  <a:cubicBezTo>
                    <a:pt x="59" y="18"/>
                    <a:pt x="59" y="18"/>
                    <a:pt x="59" y="18"/>
                  </a:cubicBezTo>
                  <a:cubicBezTo>
                    <a:pt x="58" y="16"/>
                    <a:pt x="57" y="14"/>
                    <a:pt x="55" y="12"/>
                  </a:cubicBezTo>
                  <a:cubicBezTo>
                    <a:pt x="52" y="14"/>
                    <a:pt x="52" y="14"/>
                    <a:pt x="52" y="14"/>
                  </a:cubicBezTo>
                  <a:cubicBezTo>
                    <a:pt x="52" y="13"/>
                    <a:pt x="51" y="12"/>
                    <a:pt x="51" y="12"/>
                  </a:cubicBezTo>
                  <a:cubicBezTo>
                    <a:pt x="53" y="9"/>
                    <a:pt x="53" y="9"/>
                    <a:pt x="53" y="9"/>
                  </a:cubicBezTo>
                  <a:cubicBezTo>
                    <a:pt x="51" y="7"/>
                    <a:pt x="50" y="6"/>
                    <a:pt x="48" y="5"/>
                  </a:cubicBezTo>
                  <a:cubicBezTo>
                    <a:pt x="46" y="7"/>
                    <a:pt x="46" y="7"/>
                    <a:pt x="46" y="7"/>
                  </a:cubicBezTo>
                  <a:cubicBezTo>
                    <a:pt x="45" y="7"/>
                    <a:pt x="45" y="7"/>
                    <a:pt x="45" y="7"/>
                  </a:cubicBezTo>
                  <a:cubicBezTo>
                    <a:pt x="45" y="7"/>
                    <a:pt x="44" y="7"/>
                    <a:pt x="43" y="6"/>
                  </a:cubicBezTo>
                  <a:cubicBezTo>
                    <a:pt x="44" y="3"/>
                    <a:pt x="44" y="3"/>
                    <a:pt x="44" y="3"/>
                  </a:cubicBezTo>
                  <a:cubicBezTo>
                    <a:pt x="43" y="2"/>
                    <a:pt x="41" y="1"/>
                    <a:pt x="40" y="1"/>
                  </a:cubicBezTo>
                  <a:cubicBezTo>
                    <a:pt x="39" y="1"/>
                    <a:pt x="39" y="1"/>
                    <a:pt x="38" y="0"/>
                  </a:cubicBezTo>
                  <a:cubicBezTo>
                    <a:pt x="37" y="4"/>
                    <a:pt x="37" y="4"/>
                    <a:pt x="37" y="4"/>
                  </a:cubicBezTo>
                  <a:cubicBezTo>
                    <a:pt x="37" y="4"/>
                    <a:pt x="37" y="4"/>
                    <a:pt x="37" y="4"/>
                  </a:cubicBezTo>
                  <a:cubicBezTo>
                    <a:pt x="36" y="4"/>
                    <a:pt x="35" y="3"/>
                    <a:pt x="34" y="3"/>
                  </a:cubicBezTo>
                  <a:cubicBezTo>
                    <a:pt x="34" y="0"/>
                    <a:pt x="34" y="0"/>
                    <a:pt x="34" y="0"/>
                  </a:cubicBezTo>
                  <a:cubicBezTo>
                    <a:pt x="33" y="0"/>
                    <a:pt x="32" y="0"/>
                    <a:pt x="31" y="0"/>
                  </a:cubicBezTo>
                  <a:cubicBezTo>
                    <a:pt x="30" y="0"/>
                    <a:pt x="29" y="0"/>
                    <a:pt x="27" y="0"/>
                  </a:cubicBezTo>
                  <a:cubicBezTo>
                    <a:pt x="27" y="3"/>
                    <a:pt x="27" y="3"/>
                    <a:pt x="27" y="3"/>
                  </a:cubicBezTo>
                  <a:cubicBezTo>
                    <a:pt x="27" y="3"/>
                    <a:pt x="26" y="4"/>
                    <a:pt x="25" y="4"/>
                  </a:cubicBezTo>
                  <a:cubicBezTo>
                    <a:pt x="25" y="4"/>
                    <a:pt x="25" y="4"/>
                    <a:pt x="25" y="4"/>
                  </a:cubicBezTo>
                  <a:cubicBezTo>
                    <a:pt x="24" y="0"/>
                    <a:pt x="24" y="0"/>
                    <a:pt x="24" y="0"/>
                  </a:cubicBezTo>
                  <a:cubicBezTo>
                    <a:pt x="23" y="1"/>
                    <a:pt x="22" y="1"/>
                    <a:pt x="22" y="1"/>
                  </a:cubicBezTo>
                  <a:cubicBezTo>
                    <a:pt x="20" y="1"/>
                    <a:pt x="19" y="2"/>
                    <a:pt x="17" y="3"/>
                  </a:cubicBezTo>
                  <a:cubicBezTo>
                    <a:pt x="18" y="6"/>
                    <a:pt x="18" y="6"/>
                    <a:pt x="18" y="6"/>
                  </a:cubicBezTo>
                  <a:cubicBezTo>
                    <a:pt x="18" y="7"/>
                    <a:pt x="17" y="7"/>
                    <a:pt x="16" y="7"/>
                  </a:cubicBezTo>
                  <a:cubicBezTo>
                    <a:pt x="15" y="7"/>
                    <a:pt x="15" y="7"/>
                    <a:pt x="15" y="7"/>
                  </a:cubicBezTo>
                  <a:cubicBezTo>
                    <a:pt x="14" y="5"/>
                    <a:pt x="14" y="5"/>
                    <a:pt x="14" y="5"/>
                  </a:cubicBezTo>
                  <a:cubicBezTo>
                    <a:pt x="12" y="6"/>
                    <a:pt x="10" y="7"/>
                    <a:pt x="9" y="9"/>
                  </a:cubicBezTo>
                  <a:cubicBezTo>
                    <a:pt x="11" y="12"/>
                    <a:pt x="11" y="12"/>
                    <a:pt x="11" y="12"/>
                  </a:cubicBezTo>
                  <a:cubicBezTo>
                    <a:pt x="10" y="12"/>
                    <a:pt x="10" y="13"/>
                    <a:pt x="9" y="14"/>
                  </a:cubicBezTo>
                  <a:cubicBezTo>
                    <a:pt x="6" y="12"/>
                    <a:pt x="6" y="12"/>
                    <a:pt x="6" y="12"/>
                  </a:cubicBezTo>
                  <a:cubicBezTo>
                    <a:pt x="5" y="14"/>
                    <a:pt x="4" y="16"/>
                    <a:pt x="3" y="18"/>
                  </a:cubicBezTo>
                  <a:cubicBezTo>
                    <a:pt x="6" y="20"/>
                    <a:pt x="6" y="20"/>
                    <a:pt x="6" y="20"/>
                  </a:cubicBezTo>
                  <a:cubicBezTo>
                    <a:pt x="6" y="20"/>
                    <a:pt x="5" y="21"/>
                    <a:pt x="5" y="22"/>
                  </a:cubicBezTo>
                  <a:cubicBezTo>
                    <a:pt x="1" y="22"/>
                    <a:pt x="1" y="22"/>
                    <a:pt x="1" y="22"/>
                  </a:cubicBezTo>
                  <a:cubicBezTo>
                    <a:pt x="1" y="24"/>
                    <a:pt x="0" y="26"/>
                    <a:pt x="0" y="28"/>
                  </a:cubicBezTo>
                  <a:cubicBezTo>
                    <a:pt x="4" y="29"/>
                    <a:pt x="4" y="29"/>
                    <a:pt x="4" y="29"/>
                  </a:cubicBezTo>
                  <a:cubicBezTo>
                    <a:pt x="4" y="29"/>
                    <a:pt x="4" y="30"/>
                    <a:pt x="4" y="30"/>
                  </a:cubicBezTo>
                  <a:cubicBezTo>
                    <a:pt x="4" y="31"/>
                    <a:pt x="4" y="31"/>
                    <a:pt x="4" y="31"/>
                  </a:cubicBezTo>
                  <a:cubicBezTo>
                    <a:pt x="0" y="32"/>
                    <a:pt x="0" y="32"/>
                    <a:pt x="0" y="32"/>
                  </a:cubicBezTo>
                  <a:cubicBezTo>
                    <a:pt x="0" y="34"/>
                    <a:pt x="1" y="37"/>
                    <a:pt x="1" y="39"/>
                  </a:cubicBezTo>
                  <a:cubicBezTo>
                    <a:pt x="5" y="38"/>
                    <a:pt x="5" y="38"/>
                    <a:pt x="5" y="38"/>
                  </a:cubicBezTo>
                  <a:cubicBezTo>
                    <a:pt x="5" y="39"/>
                    <a:pt x="6" y="40"/>
                    <a:pt x="6" y="41"/>
                  </a:cubicBezTo>
                  <a:cubicBezTo>
                    <a:pt x="3" y="42"/>
                    <a:pt x="3" y="42"/>
                    <a:pt x="3" y="42"/>
                  </a:cubicBezTo>
                  <a:cubicBezTo>
                    <a:pt x="4" y="44"/>
                    <a:pt x="5" y="46"/>
                    <a:pt x="6" y="48"/>
                  </a:cubicBezTo>
                  <a:cubicBezTo>
                    <a:pt x="9" y="46"/>
                    <a:pt x="9" y="46"/>
                    <a:pt x="9" y="46"/>
                  </a:cubicBezTo>
                  <a:cubicBezTo>
                    <a:pt x="10" y="47"/>
                    <a:pt x="10" y="48"/>
                    <a:pt x="11" y="48"/>
                  </a:cubicBezTo>
                  <a:cubicBezTo>
                    <a:pt x="9" y="51"/>
                    <a:pt x="9" y="51"/>
                    <a:pt x="9" y="51"/>
                  </a:cubicBezTo>
                  <a:cubicBezTo>
                    <a:pt x="10" y="53"/>
                    <a:pt x="12" y="54"/>
                    <a:pt x="14" y="56"/>
                  </a:cubicBezTo>
                  <a:cubicBezTo>
                    <a:pt x="15" y="54"/>
                    <a:pt x="15" y="54"/>
                    <a:pt x="15" y="54"/>
                  </a:cubicBezTo>
                  <a:cubicBezTo>
                    <a:pt x="16" y="53"/>
                    <a:pt x="16" y="53"/>
                    <a:pt x="16" y="53"/>
                  </a:cubicBezTo>
                  <a:cubicBezTo>
                    <a:pt x="17" y="53"/>
                    <a:pt x="18" y="54"/>
                    <a:pt x="18" y="54"/>
                  </a:cubicBezTo>
                  <a:cubicBezTo>
                    <a:pt x="17" y="58"/>
                    <a:pt x="17" y="58"/>
                    <a:pt x="17" y="58"/>
                  </a:cubicBezTo>
                  <a:cubicBezTo>
                    <a:pt x="19" y="58"/>
                    <a:pt x="20" y="59"/>
                    <a:pt x="22" y="59"/>
                  </a:cubicBezTo>
                  <a:cubicBezTo>
                    <a:pt x="22" y="60"/>
                    <a:pt x="23" y="60"/>
                    <a:pt x="24" y="60"/>
                  </a:cubicBezTo>
                  <a:cubicBezTo>
                    <a:pt x="25" y="57"/>
                    <a:pt x="25" y="57"/>
                    <a:pt x="25" y="57"/>
                  </a:cubicBezTo>
                  <a:cubicBezTo>
                    <a:pt x="25" y="56"/>
                    <a:pt x="25" y="56"/>
                    <a:pt x="25" y="56"/>
                  </a:cubicBezTo>
                  <a:cubicBezTo>
                    <a:pt x="26" y="57"/>
                    <a:pt x="27" y="57"/>
                    <a:pt x="27" y="57"/>
                  </a:cubicBezTo>
                  <a:cubicBezTo>
                    <a:pt x="27" y="60"/>
                    <a:pt x="27" y="60"/>
                    <a:pt x="27" y="60"/>
                  </a:cubicBezTo>
                  <a:cubicBezTo>
                    <a:pt x="29" y="61"/>
                    <a:pt x="30" y="61"/>
                    <a:pt x="31" y="61"/>
                  </a:cubicBezTo>
                  <a:cubicBezTo>
                    <a:pt x="32" y="61"/>
                    <a:pt x="33" y="61"/>
                    <a:pt x="34" y="60"/>
                  </a:cubicBezTo>
                  <a:cubicBezTo>
                    <a:pt x="34" y="57"/>
                    <a:pt x="34" y="57"/>
                    <a:pt x="34" y="57"/>
                  </a:cubicBezTo>
                  <a:cubicBezTo>
                    <a:pt x="35" y="57"/>
                    <a:pt x="36" y="57"/>
                    <a:pt x="37" y="56"/>
                  </a:cubicBezTo>
                  <a:cubicBezTo>
                    <a:pt x="37" y="57"/>
                    <a:pt x="37" y="57"/>
                    <a:pt x="37" y="57"/>
                  </a:cubicBezTo>
                  <a:cubicBezTo>
                    <a:pt x="38" y="60"/>
                    <a:pt x="38" y="60"/>
                    <a:pt x="38" y="60"/>
                  </a:cubicBezTo>
                  <a:cubicBezTo>
                    <a:pt x="39" y="60"/>
                    <a:pt x="39" y="60"/>
                    <a:pt x="40" y="59"/>
                  </a:cubicBezTo>
                  <a:cubicBezTo>
                    <a:pt x="41" y="59"/>
                    <a:pt x="43" y="58"/>
                    <a:pt x="44" y="58"/>
                  </a:cubicBezTo>
                  <a:cubicBezTo>
                    <a:pt x="43" y="54"/>
                    <a:pt x="43" y="54"/>
                    <a:pt x="43" y="54"/>
                  </a:cubicBezTo>
                  <a:cubicBezTo>
                    <a:pt x="44" y="54"/>
                    <a:pt x="45" y="53"/>
                    <a:pt x="45" y="53"/>
                  </a:cubicBezTo>
                  <a:cubicBezTo>
                    <a:pt x="46" y="54"/>
                    <a:pt x="46" y="54"/>
                    <a:pt x="46" y="54"/>
                  </a:cubicBezTo>
                  <a:cubicBezTo>
                    <a:pt x="48" y="56"/>
                    <a:pt x="48" y="56"/>
                    <a:pt x="48" y="56"/>
                  </a:cubicBezTo>
                  <a:cubicBezTo>
                    <a:pt x="50" y="54"/>
                    <a:pt x="51" y="53"/>
                    <a:pt x="53" y="51"/>
                  </a:cubicBezTo>
                  <a:cubicBezTo>
                    <a:pt x="51" y="48"/>
                    <a:pt x="51" y="48"/>
                    <a:pt x="51" y="48"/>
                  </a:cubicBezTo>
                  <a:cubicBezTo>
                    <a:pt x="51" y="48"/>
                    <a:pt x="52" y="47"/>
                    <a:pt x="52" y="46"/>
                  </a:cubicBezTo>
                  <a:cubicBezTo>
                    <a:pt x="55" y="48"/>
                    <a:pt x="55" y="48"/>
                    <a:pt x="55" y="48"/>
                  </a:cubicBezTo>
                  <a:cubicBezTo>
                    <a:pt x="57" y="46"/>
                    <a:pt x="58" y="44"/>
                    <a:pt x="59" y="42"/>
                  </a:cubicBezTo>
                  <a:cubicBezTo>
                    <a:pt x="56" y="41"/>
                    <a:pt x="56" y="41"/>
                    <a:pt x="56" y="41"/>
                  </a:cubicBezTo>
                  <a:cubicBezTo>
                    <a:pt x="56" y="40"/>
                    <a:pt x="56" y="39"/>
                    <a:pt x="57" y="38"/>
                  </a:cubicBezTo>
                  <a:cubicBezTo>
                    <a:pt x="60" y="39"/>
                    <a:pt x="60" y="39"/>
                    <a:pt x="60" y="39"/>
                  </a:cubicBezTo>
                  <a:cubicBezTo>
                    <a:pt x="61" y="37"/>
                    <a:pt x="61" y="34"/>
                    <a:pt x="61" y="32"/>
                  </a:cubicBezTo>
                  <a:cubicBezTo>
                    <a:pt x="58" y="31"/>
                    <a:pt x="58" y="31"/>
                    <a:pt x="58" y="31"/>
                  </a:cubicBezTo>
                  <a:cubicBezTo>
                    <a:pt x="58" y="31"/>
                    <a:pt x="58" y="31"/>
                    <a:pt x="58" y="30"/>
                  </a:cubicBezTo>
                  <a:cubicBezTo>
                    <a:pt x="58" y="30"/>
                    <a:pt x="58" y="29"/>
                    <a:pt x="58" y="29"/>
                  </a:cubicBezTo>
                  <a:cubicBezTo>
                    <a:pt x="61" y="28"/>
                    <a:pt x="61" y="28"/>
                    <a:pt x="61" y="28"/>
                  </a:cubicBezTo>
                  <a:cubicBezTo>
                    <a:pt x="61" y="26"/>
                    <a:pt x="61" y="24"/>
                    <a:pt x="60" y="22"/>
                  </a:cubicBezTo>
                  <a:close/>
                  <a:moveTo>
                    <a:pt x="44" y="10"/>
                  </a:moveTo>
                  <a:cubicBezTo>
                    <a:pt x="45" y="11"/>
                    <a:pt x="45" y="11"/>
                    <a:pt x="46" y="12"/>
                  </a:cubicBezTo>
                  <a:cubicBezTo>
                    <a:pt x="48" y="13"/>
                    <a:pt x="49" y="15"/>
                    <a:pt x="51" y="17"/>
                  </a:cubicBezTo>
                  <a:cubicBezTo>
                    <a:pt x="46" y="20"/>
                    <a:pt x="46" y="20"/>
                    <a:pt x="46" y="20"/>
                  </a:cubicBezTo>
                  <a:cubicBezTo>
                    <a:pt x="40" y="23"/>
                    <a:pt x="40" y="23"/>
                    <a:pt x="40" y="23"/>
                  </a:cubicBezTo>
                  <a:cubicBezTo>
                    <a:pt x="37" y="25"/>
                    <a:pt x="37" y="25"/>
                    <a:pt x="37" y="25"/>
                  </a:cubicBezTo>
                  <a:cubicBezTo>
                    <a:pt x="36" y="25"/>
                    <a:pt x="36" y="25"/>
                    <a:pt x="36" y="25"/>
                  </a:cubicBezTo>
                  <a:cubicBezTo>
                    <a:pt x="36" y="25"/>
                    <a:pt x="36" y="25"/>
                    <a:pt x="36" y="25"/>
                  </a:cubicBezTo>
                  <a:cubicBezTo>
                    <a:pt x="37" y="23"/>
                    <a:pt x="37" y="23"/>
                    <a:pt x="37" y="23"/>
                  </a:cubicBezTo>
                  <a:cubicBezTo>
                    <a:pt x="40" y="18"/>
                    <a:pt x="40" y="18"/>
                    <a:pt x="40" y="18"/>
                  </a:cubicBezTo>
                  <a:lnTo>
                    <a:pt x="44" y="10"/>
                  </a:lnTo>
                  <a:close/>
                  <a:moveTo>
                    <a:pt x="32" y="6"/>
                  </a:moveTo>
                  <a:cubicBezTo>
                    <a:pt x="34" y="6"/>
                    <a:pt x="35" y="7"/>
                    <a:pt x="37" y="7"/>
                  </a:cubicBezTo>
                  <a:cubicBezTo>
                    <a:pt x="38" y="7"/>
                    <a:pt x="39" y="8"/>
                    <a:pt x="40" y="8"/>
                  </a:cubicBezTo>
                  <a:cubicBezTo>
                    <a:pt x="40" y="8"/>
                    <a:pt x="41" y="8"/>
                    <a:pt x="41" y="9"/>
                  </a:cubicBezTo>
                  <a:cubicBezTo>
                    <a:pt x="40" y="12"/>
                    <a:pt x="40" y="12"/>
                    <a:pt x="40" y="12"/>
                  </a:cubicBezTo>
                  <a:cubicBezTo>
                    <a:pt x="37" y="17"/>
                    <a:pt x="37" y="17"/>
                    <a:pt x="37" y="17"/>
                  </a:cubicBezTo>
                  <a:cubicBezTo>
                    <a:pt x="33" y="23"/>
                    <a:pt x="33" y="23"/>
                    <a:pt x="33" y="23"/>
                  </a:cubicBezTo>
                  <a:cubicBezTo>
                    <a:pt x="33" y="23"/>
                    <a:pt x="33" y="23"/>
                    <a:pt x="32" y="23"/>
                  </a:cubicBezTo>
                  <a:lnTo>
                    <a:pt x="32" y="6"/>
                  </a:lnTo>
                  <a:close/>
                  <a:moveTo>
                    <a:pt x="22" y="8"/>
                  </a:moveTo>
                  <a:cubicBezTo>
                    <a:pt x="23" y="8"/>
                    <a:pt x="24" y="7"/>
                    <a:pt x="25" y="7"/>
                  </a:cubicBezTo>
                  <a:cubicBezTo>
                    <a:pt x="26" y="7"/>
                    <a:pt x="28" y="6"/>
                    <a:pt x="29" y="6"/>
                  </a:cubicBezTo>
                  <a:cubicBezTo>
                    <a:pt x="29" y="23"/>
                    <a:pt x="29" y="23"/>
                    <a:pt x="29" y="23"/>
                  </a:cubicBezTo>
                  <a:cubicBezTo>
                    <a:pt x="29" y="23"/>
                    <a:pt x="29" y="23"/>
                    <a:pt x="28" y="23"/>
                  </a:cubicBezTo>
                  <a:cubicBezTo>
                    <a:pt x="25" y="17"/>
                    <a:pt x="25" y="17"/>
                    <a:pt x="25" y="17"/>
                  </a:cubicBezTo>
                  <a:cubicBezTo>
                    <a:pt x="22" y="12"/>
                    <a:pt x="22" y="12"/>
                    <a:pt x="22" y="12"/>
                  </a:cubicBezTo>
                  <a:cubicBezTo>
                    <a:pt x="20" y="9"/>
                    <a:pt x="20" y="9"/>
                    <a:pt x="20" y="9"/>
                  </a:cubicBezTo>
                  <a:cubicBezTo>
                    <a:pt x="21" y="8"/>
                    <a:pt x="21" y="8"/>
                    <a:pt x="22" y="8"/>
                  </a:cubicBezTo>
                  <a:close/>
                  <a:moveTo>
                    <a:pt x="15" y="12"/>
                  </a:moveTo>
                  <a:cubicBezTo>
                    <a:pt x="16" y="11"/>
                    <a:pt x="17" y="11"/>
                    <a:pt x="18" y="10"/>
                  </a:cubicBezTo>
                  <a:cubicBezTo>
                    <a:pt x="22" y="18"/>
                    <a:pt x="22" y="18"/>
                    <a:pt x="22" y="18"/>
                  </a:cubicBezTo>
                  <a:cubicBezTo>
                    <a:pt x="25" y="23"/>
                    <a:pt x="25" y="23"/>
                    <a:pt x="25" y="23"/>
                  </a:cubicBezTo>
                  <a:cubicBezTo>
                    <a:pt x="26" y="25"/>
                    <a:pt x="26" y="25"/>
                    <a:pt x="26" y="25"/>
                  </a:cubicBezTo>
                  <a:cubicBezTo>
                    <a:pt x="26" y="25"/>
                    <a:pt x="25" y="25"/>
                    <a:pt x="25" y="25"/>
                  </a:cubicBezTo>
                  <a:cubicBezTo>
                    <a:pt x="25" y="25"/>
                    <a:pt x="25" y="25"/>
                    <a:pt x="25" y="25"/>
                  </a:cubicBezTo>
                  <a:cubicBezTo>
                    <a:pt x="22" y="23"/>
                    <a:pt x="22" y="23"/>
                    <a:pt x="22" y="23"/>
                  </a:cubicBezTo>
                  <a:cubicBezTo>
                    <a:pt x="15" y="20"/>
                    <a:pt x="15" y="20"/>
                    <a:pt x="15" y="20"/>
                  </a:cubicBezTo>
                  <a:cubicBezTo>
                    <a:pt x="11" y="17"/>
                    <a:pt x="11" y="17"/>
                    <a:pt x="11" y="17"/>
                  </a:cubicBezTo>
                  <a:cubicBezTo>
                    <a:pt x="12" y="15"/>
                    <a:pt x="14" y="13"/>
                    <a:pt x="15" y="12"/>
                  </a:cubicBezTo>
                  <a:close/>
                  <a:moveTo>
                    <a:pt x="9" y="20"/>
                  </a:moveTo>
                  <a:cubicBezTo>
                    <a:pt x="15" y="23"/>
                    <a:pt x="15" y="23"/>
                    <a:pt x="15" y="23"/>
                  </a:cubicBezTo>
                  <a:cubicBezTo>
                    <a:pt x="22" y="27"/>
                    <a:pt x="22" y="27"/>
                    <a:pt x="22" y="27"/>
                  </a:cubicBezTo>
                  <a:cubicBezTo>
                    <a:pt x="24" y="28"/>
                    <a:pt x="24" y="28"/>
                    <a:pt x="24" y="28"/>
                  </a:cubicBezTo>
                  <a:cubicBezTo>
                    <a:pt x="24" y="28"/>
                    <a:pt x="24" y="28"/>
                    <a:pt x="24" y="29"/>
                  </a:cubicBezTo>
                  <a:cubicBezTo>
                    <a:pt x="22" y="29"/>
                    <a:pt x="22" y="29"/>
                    <a:pt x="22" y="29"/>
                  </a:cubicBezTo>
                  <a:cubicBezTo>
                    <a:pt x="15" y="29"/>
                    <a:pt x="15" y="29"/>
                    <a:pt x="15" y="29"/>
                  </a:cubicBezTo>
                  <a:cubicBezTo>
                    <a:pt x="7" y="29"/>
                    <a:pt x="7" y="29"/>
                    <a:pt x="7" y="29"/>
                  </a:cubicBezTo>
                  <a:cubicBezTo>
                    <a:pt x="7" y="25"/>
                    <a:pt x="8" y="22"/>
                    <a:pt x="9" y="20"/>
                  </a:cubicBezTo>
                  <a:close/>
                  <a:moveTo>
                    <a:pt x="7" y="32"/>
                  </a:moveTo>
                  <a:cubicBezTo>
                    <a:pt x="15" y="32"/>
                    <a:pt x="15" y="32"/>
                    <a:pt x="15" y="32"/>
                  </a:cubicBezTo>
                  <a:cubicBezTo>
                    <a:pt x="22" y="32"/>
                    <a:pt x="22" y="32"/>
                    <a:pt x="22" y="32"/>
                  </a:cubicBezTo>
                  <a:cubicBezTo>
                    <a:pt x="24" y="32"/>
                    <a:pt x="24" y="32"/>
                    <a:pt x="24" y="32"/>
                  </a:cubicBezTo>
                  <a:cubicBezTo>
                    <a:pt x="24" y="32"/>
                    <a:pt x="24" y="32"/>
                    <a:pt x="24" y="32"/>
                  </a:cubicBezTo>
                  <a:cubicBezTo>
                    <a:pt x="22" y="34"/>
                    <a:pt x="22" y="34"/>
                    <a:pt x="22" y="34"/>
                  </a:cubicBezTo>
                  <a:cubicBezTo>
                    <a:pt x="15" y="37"/>
                    <a:pt x="15" y="37"/>
                    <a:pt x="15" y="37"/>
                  </a:cubicBezTo>
                  <a:cubicBezTo>
                    <a:pt x="9" y="41"/>
                    <a:pt x="9" y="41"/>
                    <a:pt x="9" y="41"/>
                  </a:cubicBezTo>
                  <a:cubicBezTo>
                    <a:pt x="8" y="38"/>
                    <a:pt x="7" y="35"/>
                    <a:pt x="7" y="32"/>
                  </a:cubicBezTo>
                  <a:close/>
                  <a:moveTo>
                    <a:pt x="18" y="50"/>
                  </a:moveTo>
                  <a:cubicBezTo>
                    <a:pt x="17" y="50"/>
                    <a:pt x="16" y="49"/>
                    <a:pt x="15" y="48"/>
                  </a:cubicBezTo>
                  <a:cubicBezTo>
                    <a:pt x="14" y="47"/>
                    <a:pt x="12" y="45"/>
                    <a:pt x="11" y="43"/>
                  </a:cubicBezTo>
                  <a:cubicBezTo>
                    <a:pt x="15" y="41"/>
                    <a:pt x="15" y="41"/>
                    <a:pt x="15" y="41"/>
                  </a:cubicBezTo>
                  <a:cubicBezTo>
                    <a:pt x="22" y="37"/>
                    <a:pt x="22" y="37"/>
                    <a:pt x="22" y="37"/>
                  </a:cubicBezTo>
                  <a:cubicBezTo>
                    <a:pt x="25" y="35"/>
                    <a:pt x="25" y="35"/>
                    <a:pt x="25" y="35"/>
                  </a:cubicBezTo>
                  <a:cubicBezTo>
                    <a:pt x="25" y="35"/>
                    <a:pt x="25" y="35"/>
                    <a:pt x="25" y="35"/>
                  </a:cubicBezTo>
                  <a:cubicBezTo>
                    <a:pt x="25" y="35"/>
                    <a:pt x="26" y="35"/>
                    <a:pt x="26" y="36"/>
                  </a:cubicBezTo>
                  <a:cubicBezTo>
                    <a:pt x="25" y="38"/>
                    <a:pt x="25" y="38"/>
                    <a:pt x="25" y="38"/>
                  </a:cubicBezTo>
                  <a:cubicBezTo>
                    <a:pt x="22" y="43"/>
                    <a:pt x="22" y="43"/>
                    <a:pt x="22" y="43"/>
                  </a:cubicBezTo>
                  <a:lnTo>
                    <a:pt x="18" y="50"/>
                  </a:lnTo>
                  <a:close/>
                  <a:moveTo>
                    <a:pt x="29" y="54"/>
                  </a:moveTo>
                  <a:cubicBezTo>
                    <a:pt x="28" y="54"/>
                    <a:pt x="26" y="54"/>
                    <a:pt x="25" y="53"/>
                  </a:cubicBezTo>
                  <a:cubicBezTo>
                    <a:pt x="24" y="53"/>
                    <a:pt x="23" y="53"/>
                    <a:pt x="22" y="52"/>
                  </a:cubicBezTo>
                  <a:cubicBezTo>
                    <a:pt x="21" y="52"/>
                    <a:pt x="21" y="52"/>
                    <a:pt x="20" y="52"/>
                  </a:cubicBezTo>
                  <a:cubicBezTo>
                    <a:pt x="22" y="48"/>
                    <a:pt x="22" y="48"/>
                    <a:pt x="22" y="48"/>
                  </a:cubicBezTo>
                  <a:cubicBezTo>
                    <a:pt x="25" y="44"/>
                    <a:pt x="25" y="44"/>
                    <a:pt x="25" y="44"/>
                  </a:cubicBezTo>
                  <a:cubicBezTo>
                    <a:pt x="28" y="37"/>
                    <a:pt x="28" y="37"/>
                    <a:pt x="28" y="37"/>
                  </a:cubicBezTo>
                  <a:cubicBezTo>
                    <a:pt x="29" y="37"/>
                    <a:pt x="29" y="37"/>
                    <a:pt x="29" y="37"/>
                  </a:cubicBezTo>
                  <a:lnTo>
                    <a:pt x="29" y="54"/>
                  </a:lnTo>
                  <a:close/>
                  <a:moveTo>
                    <a:pt x="26" y="30"/>
                  </a:moveTo>
                  <a:cubicBezTo>
                    <a:pt x="26" y="27"/>
                    <a:pt x="28" y="25"/>
                    <a:pt x="31" y="25"/>
                  </a:cubicBezTo>
                  <a:cubicBezTo>
                    <a:pt x="33" y="25"/>
                    <a:pt x="36" y="27"/>
                    <a:pt x="36" y="30"/>
                  </a:cubicBezTo>
                  <a:cubicBezTo>
                    <a:pt x="36" y="33"/>
                    <a:pt x="33" y="35"/>
                    <a:pt x="31" y="35"/>
                  </a:cubicBezTo>
                  <a:cubicBezTo>
                    <a:pt x="28" y="35"/>
                    <a:pt x="26" y="33"/>
                    <a:pt x="26" y="30"/>
                  </a:cubicBezTo>
                  <a:close/>
                  <a:moveTo>
                    <a:pt x="40" y="52"/>
                  </a:moveTo>
                  <a:cubicBezTo>
                    <a:pt x="39" y="53"/>
                    <a:pt x="38" y="53"/>
                    <a:pt x="37" y="53"/>
                  </a:cubicBezTo>
                  <a:cubicBezTo>
                    <a:pt x="35" y="54"/>
                    <a:pt x="34" y="54"/>
                    <a:pt x="32" y="54"/>
                  </a:cubicBezTo>
                  <a:cubicBezTo>
                    <a:pt x="32" y="37"/>
                    <a:pt x="32" y="37"/>
                    <a:pt x="32" y="37"/>
                  </a:cubicBezTo>
                  <a:cubicBezTo>
                    <a:pt x="33" y="37"/>
                    <a:pt x="33" y="37"/>
                    <a:pt x="33" y="37"/>
                  </a:cubicBezTo>
                  <a:cubicBezTo>
                    <a:pt x="37" y="44"/>
                    <a:pt x="37" y="44"/>
                    <a:pt x="37" y="44"/>
                  </a:cubicBezTo>
                  <a:cubicBezTo>
                    <a:pt x="40" y="48"/>
                    <a:pt x="40" y="48"/>
                    <a:pt x="40" y="48"/>
                  </a:cubicBezTo>
                  <a:cubicBezTo>
                    <a:pt x="41" y="52"/>
                    <a:pt x="41" y="52"/>
                    <a:pt x="41" y="52"/>
                  </a:cubicBezTo>
                  <a:cubicBezTo>
                    <a:pt x="41" y="52"/>
                    <a:pt x="40" y="52"/>
                    <a:pt x="40" y="52"/>
                  </a:cubicBezTo>
                  <a:close/>
                  <a:moveTo>
                    <a:pt x="46" y="48"/>
                  </a:moveTo>
                  <a:cubicBezTo>
                    <a:pt x="45" y="49"/>
                    <a:pt x="45" y="50"/>
                    <a:pt x="44" y="50"/>
                  </a:cubicBezTo>
                  <a:cubicBezTo>
                    <a:pt x="40" y="43"/>
                    <a:pt x="40" y="43"/>
                    <a:pt x="40" y="43"/>
                  </a:cubicBezTo>
                  <a:cubicBezTo>
                    <a:pt x="37" y="38"/>
                    <a:pt x="37" y="38"/>
                    <a:pt x="37" y="38"/>
                  </a:cubicBezTo>
                  <a:cubicBezTo>
                    <a:pt x="36" y="36"/>
                    <a:pt x="36" y="36"/>
                    <a:pt x="36" y="36"/>
                  </a:cubicBezTo>
                  <a:cubicBezTo>
                    <a:pt x="36" y="35"/>
                    <a:pt x="36" y="35"/>
                    <a:pt x="36" y="35"/>
                  </a:cubicBezTo>
                  <a:cubicBezTo>
                    <a:pt x="37" y="35"/>
                    <a:pt x="37" y="35"/>
                    <a:pt x="37" y="35"/>
                  </a:cubicBezTo>
                  <a:cubicBezTo>
                    <a:pt x="40" y="37"/>
                    <a:pt x="40" y="37"/>
                    <a:pt x="40" y="37"/>
                  </a:cubicBezTo>
                  <a:cubicBezTo>
                    <a:pt x="46" y="41"/>
                    <a:pt x="46" y="41"/>
                    <a:pt x="46" y="41"/>
                  </a:cubicBezTo>
                  <a:cubicBezTo>
                    <a:pt x="51" y="43"/>
                    <a:pt x="51" y="43"/>
                    <a:pt x="51" y="43"/>
                  </a:cubicBezTo>
                  <a:cubicBezTo>
                    <a:pt x="49" y="45"/>
                    <a:pt x="48" y="47"/>
                    <a:pt x="46" y="48"/>
                  </a:cubicBezTo>
                  <a:close/>
                  <a:moveTo>
                    <a:pt x="52" y="41"/>
                  </a:moveTo>
                  <a:cubicBezTo>
                    <a:pt x="46" y="37"/>
                    <a:pt x="46" y="37"/>
                    <a:pt x="46" y="37"/>
                  </a:cubicBezTo>
                  <a:cubicBezTo>
                    <a:pt x="40" y="34"/>
                    <a:pt x="40" y="34"/>
                    <a:pt x="40" y="34"/>
                  </a:cubicBezTo>
                  <a:cubicBezTo>
                    <a:pt x="38" y="32"/>
                    <a:pt x="38" y="32"/>
                    <a:pt x="38" y="32"/>
                  </a:cubicBezTo>
                  <a:cubicBezTo>
                    <a:pt x="38" y="32"/>
                    <a:pt x="38" y="32"/>
                    <a:pt x="38" y="32"/>
                  </a:cubicBezTo>
                  <a:cubicBezTo>
                    <a:pt x="40" y="32"/>
                    <a:pt x="40" y="32"/>
                    <a:pt x="40" y="32"/>
                  </a:cubicBezTo>
                  <a:cubicBezTo>
                    <a:pt x="46" y="32"/>
                    <a:pt x="46" y="32"/>
                    <a:pt x="46" y="32"/>
                  </a:cubicBezTo>
                  <a:cubicBezTo>
                    <a:pt x="55" y="32"/>
                    <a:pt x="55" y="32"/>
                    <a:pt x="55" y="32"/>
                  </a:cubicBezTo>
                  <a:cubicBezTo>
                    <a:pt x="54" y="35"/>
                    <a:pt x="54" y="38"/>
                    <a:pt x="52" y="41"/>
                  </a:cubicBezTo>
                  <a:close/>
                  <a:moveTo>
                    <a:pt x="46" y="29"/>
                  </a:moveTo>
                  <a:cubicBezTo>
                    <a:pt x="40" y="29"/>
                    <a:pt x="40" y="29"/>
                    <a:pt x="40" y="29"/>
                  </a:cubicBezTo>
                  <a:cubicBezTo>
                    <a:pt x="38" y="29"/>
                    <a:pt x="38" y="29"/>
                    <a:pt x="38" y="29"/>
                  </a:cubicBezTo>
                  <a:cubicBezTo>
                    <a:pt x="38" y="28"/>
                    <a:pt x="38" y="28"/>
                    <a:pt x="38" y="28"/>
                  </a:cubicBezTo>
                  <a:cubicBezTo>
                    <a:pt x="40" y="27"/>
                    <a:pt x="40" y="27"/>
                    <a:pt x="40" y="27"/>
                  </a:cubicBezTo>
                  <a:cubicBezTo>
                    <a:pt x="46" y="23"/>
                    <a:pt x="46" y="23"/>
                    <a:pt x="46" y="23"/>
                  </a:cubicBezTo>
                  <a:cubicBezTo>
                    <a:pt x="52" y="20"/>
                    <a:pt x="52" y="20"/>
                    <a:pt x="52" y="20"/>
                  </a:cubicBezTo>
                  <a:cubicBezTo>
                    <a:pt x="54" y="22"/>
                    <a:pt x="54" y="25"/>
                    <a:pt x="55" y="29"/>
                  </a:cubicBezTo>
                  <a:lnTo>
                    <a:pt x="46" y="29"/>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0" name="Google Shape;520;p45"/>
            <p:cNvSpPr/>
            <p:nvPr/>
          </p:nvSpPr>
          <p:spPr>
            <a:xfrm>
              <a:off x="4349750" y="1376363"/>
              <a:ext cx="268288" cy="271463"/>
            </a:xfrm>
            <a:custGeom>
              <a:avLst/>
              <a:gdLst/>
              <a:ahLst/>
              <a:cxnLst/>
              <a:rect l="l" t="t" r="r" b="b"/>
              <a:pathLst>
                <a:path w="71" h="72" extrusionOk="0">
                  <a:moveTo>
                    <a:pt x="8" y="36"/>
                  </a:moveTo>
                  <a:cubicBezTo>
                    <a:pt x="0" y="38"/>
                    <a:pt x="0" y="38"/>
                    <a:pt x="0" y="38"/>
                  </a:cubicBezTo>
                  <a:cubicBezTo>
                    <a:pt x="0" y="41"/>
                    <a:pt x="1" y="43"/>
                    <a:pt x="1" y="46"/>
                  </a:cubicBezTo>
                  <a:cubicBezTo>
                    <a:pt x="2" y="48"/>
                    <a:pt x="3" y="51"/>
                    <a:pt x="4" y="53"/>
                  </a:cubicBezTo>
                  <a:cubicBezTo>
                    <a:pt x="12" y="51"/>
                    <a:pt x="12" y="51"/>
                    <a:pt x="12" y="51"/>
                  </a:cubicBezTo>
                  <a:cubicBezTo>
                    <a:pt x="14" y="53"/>
                    <a:pt x="16" y="55"/>
                    <a:pt x="18" y="57"/>
                  </a:cubicBezTo>
                  <a:cubicBezTo>
                    <a:pt x="20" y="58"/>
                    <a:pt x="21" y="59"/>
                    <a:pt x="22" y="60"/>
                  </a:cubicBezTo>
                  <a:cubicBezTo>
                    <a:pt x="20" y="68"/>
                    <a:pt x="20" y="68"/>
                    <a:pt x="20" y="68"/>
                  </a:cubicBezTo>
                  <a:cubicBezTo>
                    <a:pt x="21" y="68"/>
                    <a:pt x="22" y="69"/>
                    <a:pt x="23" y="69"/>
                  </a:cubicBezTo>
                  <a:cubicBezTo>
                    <a:pt x="24" y="70"/>
                    <a:pt x="26" y="70"/>
                    <a:pt x="27" y="71"/>
                  </a:cubicBezTo>
                  <a:cubicBezTo>
                    <a:pt x="29" y="71"/>
                    <a:pt x="30" y="71"/>
                    <a:pt x="31" y="71"/>
                  </a:cubicBezTo>
                  <a:cubicBezTo>
                    <a:pt x="32" y="72"/>
                    <a:pt x="34" y="72"/>
                    <a:pt x="35" y="72"/>
                  </a:cubicBezTo>
                  <a:cubicBezTo>
                    <a:pt x="36" y="67"/>
                    <a:pt x="36" y="67"/>
                    <a:pt x="36" y="67"/>
                  </a:cubicBezTo>
                  <a:cubicBezTo>
                    <a:pt x="37" y="63"/>
                    <a:pt x="37" y="63"/>
                    <a:pt x="37" y="63"/>
                  </a:cubicBezTo>
                  <a:cubicBezTo>
                    <a:pt x="38" y="63"/>
                    <a:pt x="39" y="63"/>
                    <a:pt x="40" y="63"/>
                  </a:cubicBezTo>
                  <a:cubicBezTo>
                    <a:pt x="43" y="63"/>
                    <a:pt x="46" y="62"/>
                    <a:pt x="49" y="60"/>
                  </a:cubicBezTo>
                  <a:cubicBezTo>
                    <a:pt x="49" y="60"/>
                    <a:pt x="49" y="60"/>
                    <a:pt x="50" y="60"/>
                  </a:cubicBezTo>
                  <a:cubicBezTo>
                    <a:pt x="53" y="63"/>
                    <a:pt x="53" y="63"/>
                    <a:pt x="53" y="63"/>
                  </a:cubicBezTo>
                  <a:cubicBezTo>
                    <a:pt x="56" y="66"/>
                    <a:pt x="56" y="66"/>
                    <a:pt x="56" y="66"/>
                  </a:cubicBezTo>
                  <a:cubicBezTo>
                    <a:pt x="58" y="64"/>
                    <a:pt x="60" y="63"/>
                    <a:pt x="61" y="61"/>
                  </a:cubicBezTo>
                  <a:cubicBezTo>
                    <a:pt x="63" y="59"/>
                    <a:pt x="65" y="57"/>
                    <a:pt x="66" y="55"/>
                  </a:cubicBezTo>
                  <a:cubicBezTo>
                    <a:pt x="60" y="49"/>
                    <a:pt x="60" y="49"/>
                    <a:pt x="60" y="49"/>
                  </a:cubicBezTo>
                  <a:cubicBezTo>
                    <a:pt x="61" y="47"/>
                    <a:pt x="62" y="45"/>
                    <a:pt x="62" y="43"/>
                  </a:cubicBezTo>
                  <a:cubicBezTo>
                    <a:pt x="63" y="40"/>
                    <a:pt x="63" y="38"/>
                    <a:pt x="63" y="36"/>
                  </a:cubicBezTo>
                  <a:cubicBezTo>
                    <a:pt x="71" y="33"/>
                    <a:pt x="71" y="33"/>
                    <a:pt x="71" y="33"/>
                  </a:cubicBezTo>
                  <a:cubicBezTo>
                    <a:pt x="71" y="31"/>
                    <a:pt x="71" y="28"/>
                    <a:pt x="70" y="26"/>
                  </a:cubicBezTo>
                  <a:cubicBezTo>
                    <a:pt x="69" y="24"/>
                    <a:pt x="68" y="21"/>
                    <a:pt x="67" y="19"/>
                  </a:cubicBezTo>
                  <a:cubicBezTo>
                    <a:pt x="59" y="21"/>
                    <a:pt x="59" y="21"/>
                    <a:pt x="59" y="21"/>
                  </a:cubicBezTo>
                  <a:cubicBezTo>
                    <a:pt x="57" y="19"/>
                    <a:pt x="55" y="16"/>
                    <a:pt x="53" y="15"/>
                  </a:cubicBezTo>
                  <a:cubicBezTo>
                    <a:pt x="52" y="14"/>
                    <a:pt x="51" y="13"/>
                    <a:pt x="49" y="12"/>
                  </a:cubicBezTo>
                  <a:cubicBezTo>
                    <a:pt x="51" y="4"/>
                    <a:pt x="51" y="4"/>
                    <a:pt x="51" y="4"/>
                  </a:cubicBezTo>
                  <a:cubicBezTo>
                    <a:pt x="50" y="3"/>
                    <a:pt x="50" y="3"/>
                    <a:pt x="49" y="3"/>
                  </a:cubicBezTo>
                  <a:cubicBezTo>
                    <a:pt x="47" y="2"/>
                    <a:pt x="46" y="2"/>
                    <a:pt x="44" y="1"/>
                  </a:cubicBezTo>
                  <a:cubicBezTo>
                    <a:pt x="43" y="1"/>
                    <a:pt x="41" y="1"/>
                    <a:pt x="40" y="1"/>
                  </a:cubicBezTo>
                  <a:cubicBezTo>
                    <a:pt x="39" y="0"/>
                    <a:pt x="38" y="0"/>
                    <a:pt x="37" y="0"/>
                  </a:cubicBezTo>
                  <a:cubicBezTo>
                    <a:pt x="36" y="5"/>
                    <a:pt x="36" y="5"/>
                    <a:pt x="36" y="5"/>
                  </a:cubicBezTo>
                  <a:cubicBezTo>
                    <a:pt x="35" y="8"/>
                    <a:pt x="35" y="8"/>
                    <a:pt x="35" y="8"/>
                  </a:cubicBezTo>
                  <a:cubicBezTo>
                    <a:pt x="34" y="8"/>
                    <a:pt x="32" y="9"/>
                    <a:pt x="31" y="9"/>
                  </a:cubicBezTo>
                  <a:cubicBezTo>
                    <a:pt x="28" y="9"/>
                    <a:pt x="25" y="10"/>
                    <a:pt x="23" y="12"/>
                  </a:cubicBezTo>
                  <a:cubicBezTo>
                    <a:pt x="22" y="12"/>
                    <a:pt x="22" y="12"/>
                    <a:pt x="22" y="12"/>
                  </a:cubicBezTo>
                  <a:cubicBezTo>
                    <a:pt x="18" y="9"/>
                    <a:pt x="18" y="9"/>
                    <a:pt x="18" y="9"/>
                  </a:cubicBezTo>
                  <a:cubicBezTo>
                    <a:pt x="16" y="6"/>
                    <a:pt x="16" y="6"/>
                    <a:pt x="16" y="6"/>
                  </a:cubicBezTo>
                  <a:cubicBezTo>
                    <a:pt x="14" y="8"/>
                    <a:pt x="12" y="9"/>
                    <a:pt x="10" y="11"/>
                  </a:cubicBezTo>
                  <a:cubicBezTo>
                    <a:pt x="8" y="13"/>
                    <a:pt x="7" y="15"/>
                    <a:pt x="5" y="17"/>
                  </a:cubicBezTo>
                  <a:cubicBezTo>
                    <a:pt x="11" y="23"/>
                    <a:pt x="11" y="23"/>
                    <a:pt x="11" y="23"/>
                  </a:cubicBezTo>
                  <a:cubicBezTo>
                    <a:pt x="10" y="25"/>
                    <a:pt x="10" y="27"/>
                    <a:pt x="9" y="29"/>
                  </a:cubicBezTo>
                  <a:cubicBezTo>
                    <a:pt x="8" y="32"/>
                    <a:pt x="8" y="34"/>
                    <a:pt x="8" y="36"/>
                  </a:cubicBezTo>
                  <a:close/>
                  <a:moveTo>
                    <a:pt x="54" y="41"/>
                  </a:moveTo>
                  <a:cubicBezTo>
                    <a:pt x="54" y="41"/>
                    <a:pt x="53" y="41"/>
                    <a:pt x="53" y="41"/>
                  </a:cubicBezTo>
                  <a:cubicBezTo>
                    <a:pt x="53" y="41"/>
                    <a:pt x="52" y="41"/>
                    <a:pt x="52" y="41"/>
                  </a:cubicBezTo>
                  <a:cubicBezTo>
                    <a:pt x="52" y="40"/>
                    <a:pt x="52" y="40"/>
                    <a:pt x="52" y="39"/>
                  </a:cubicBezTo>
                  <a:cubicBezTo>
                    <a:pt x="52" y="39"/>
                    <a:pt x="53" y="39"/>
                    <a:pt x="53" y="38"/>
                  </a:cubicBezTo>
                  <a:cubicBezTo>
                    <a:pt x="53" y="38"/>
                    <a:pt x="54" y="38"/>
                    <a:pt x="54" y="39"/>
                  </a:cubicBezTo>
                  <a:cubicBezTo>
                    <a:pt x="55" y="39"/>
                    <a:pt x="55" y="40"/>
                    <a:pt x="54" y="41"/>
                  </a:cubicBezTo>
                  <a:close/>
                  <a:moveTo>
                    <a:pt x="52" y="29"/>
                  </a:moveTo>
                  <a:cubicBezTo>
                    <a:pt x="53" y="29"/>
                    <a:pt x="53" y="29"/>
                    <a:pt x="53" y="29"/>
                  </a:cubicBezTo>
                  <a:cubicBezTo>
                    <a:pt x="54" y="29"/>
                    <a:pt x="55" y="29"/>
                    <a:pt x="55" y="30"/>
                  </a:cubicBezTo>
                  <a:cubicBezTo>
                    <a:pt x="56" y="32"/>
                    <a:pt x="55" y="33"/>
                    <a:pt x="54" y="33"/>
                  </a:cubicBezTo>
                  <a:cubicBezTo>
                    <a:pt x="53" y="33"/>
                    <a:pt x="53" y="33"/>
                    <a:pt x="53" y="33"/>
                  </a:cubicBezTo>
                  <a:cubicBezTo>
                    <a:pt x="52" y="33"/>
                    <a:pt x="51" y="33"/>
                    <a:pt x="51" y="32"/>
                  </a:cubicBezTo>
                  <a:cubicBezTo>
                    <a:pt x="50" y="30"/>
                    <a:pt x="51" y="29"/>
                    <a:pt x="52" y="29"/>
                  </a:cubicBezTo>
                  <a:close/>
                  <a:moveTo>
                    <a:pt x="47" y="22"/>
                  </a:moveTo>
                  <a:cubicBezTo>
                    <a:pt x="47" y="21"/>
                    <a:pt x="48" y="21"/>
                    <a:pt x="49" y="21"/>
                  </a:cubicBezTo>
                  <a:cubicBezTo>
                    <a:pt x="49" y="22"/>
                    <a:pt x="49" y="22"/>
                    <a:pt x="49" y="22"/>
                  </a:cubicBezTo>
                  <a:cubicBezTo>
                    <a:pt x="49" y="22"/>
                    <a:pt x="50" y="23"/>
                    <a:pt x="49" y="24"/>
                  </a:cubicBezTo>
                  <a:cubicBezTo>
                    <a:pt x="49" y="24"/>
                    <a:pt x="49" y="24"/>
                    <a:pt x="49" y="24"/>
                  </a:cubicBezTo>
                  <a:cubicBezTo>
                    <a:pt x="48" y="24"/>
                    <a:pt x="47" y="24"/>
                    <a:pt x="47" y="24"/>
                  </a:cubicBezTo>
                  <a:cubicBezTo>
                    <a:pt x="46" y="23"/>
                    <a:pt x="46" y="22"/>
                    <a:pt x="47" y="22"/>
                  </a:cubicBezTo>
                  <a:close/>
                  <a:moveTo>
                    <a:pt x="47" y="47"/>
                  </a:moveTo>
                  <a:cubicBezTo>
                    <a:pt x="47" y="46"/>
                    <a:pt x="48" y="46"/>
                    <a:pt x="49" y="46"/>
                  </a:cubicBezTo>
                  <a:cubicBezTo>
                    <a:pt x="49" y="46"/>
                    <a:pt x="50" y="46"/>
                    <a:pt x="50" y="47"/>
                  </a:cubicBezTo>
                  <a:cubicBezTo>
                    <a:pt x="51" y="48"/>
                    <a:pt x="51" y="49"/>
                    <a:pt x="50" y="50"/>
                  </a:cubicBezTo>
                  <a:cubicBezTo>
                    <a:pt x="50" y="51"/>
                    <a:pt x="49" y="51"/>
                    <a:pt x="49" y="51"/>
                  </a:cubicBezTo>
                  <a:cubicBezTo>
                    <a:pt x="48" y="51"/>
                    <a:pt x="47" y="51"/>
                    <a:pt x="47" y="50"/>
                  </a:cubicBezTo>
                  <a:cubicBezTo>
                    <a:pt x="46" y="49"/>
                    <a:pt x="46" y="48"/>
                    <a:pt x="47" y="47"/>
                  </a:cubicBezTo>
                  <a:close/>
                  <a:moveTo>
                    <a:pt x="34" y="54"/>
                  </a:moveTo>
                  <a:cubicBezTo>
                    <a:pt x="33" y="55"/>
                    <a:pt x="32" y="56"/>
                    <a:pt x="31" y="56"/>
                  </a:cubicBezTo>
                  <a:cubicBezTo>
                    <a:pt x="31" y="56"/>
                    <a:pt x="31" y="56"/>
                    <a:pt x="31" y="56"/>
                  </a:cubicBezTo>
                  <a:cubicBezTo>
                    <a:pt x="30" y="55"/>
                    <a:pt x="29" y="54"/>
                    <a:pt x="29" y="53"/>
                  </a:cubicBezTo>
                  <a:cubicBezTo>
                    <a:pt x="29" y="52"/>
                    <a:pt x="30" y="51"/>
                    <a:pt x="31" y="51"/>
                  </a:cubicBezTo>
                  <a:cubicBezTo>
                    <a:pt x="32" y="51"/>
                    <a:pt x="32" y="51"/>
                    <a:pt x="32" y="51"/>
                  </a:cubicBezTo>
                  <a:cubicBezTo>
                    <a:pt x="33" y="51"/>
                    <a:pt x="34" y="53"/>
                    <a:pt x="34" y="54"/>
                  </a:cubicBezTo>
                  <a:close/>
                  <a:moveTo>
                    <a:pt x="42" y="54"/>
                  </a:moveTo>
                  <a:cubicBezTo>
                    <a:pt x="42" y="55"/>
                    <a:pt x="41" y="55"/>
                    <a:pt x="40" y="54"/>
                  </a:cubicBezTo>
                  <a:cubicBezTo>
                    <a:pt x="40" y="54"/>
                    <a:pt x="40" y="54"/>
                    <a:pt x="40" y="54"/>
                  </a:cubicBezTo>
                  <a:cubicBezTo>
                    <a:pt x="39" y="54"/>
                    <a:pt x="39" y="53"/>
                    <a:pt x="40" y="52"/>
                  </a:cubicBezTo>
                  <a:cubicBezTo>
                    <a:pt x="40" y="52"/>
                    <a:pt x="40" y="52"/>
                    <a:pt x="40" y="52"/>
                  </a:cubicBezTo>
                  <a:cubicBezTo>
                    <a:pt x="41" y="52"/>
                    <a:pt x="41" y="52"/>
                    <a:pt x="42" y="52"/>
                  </a:cubicBezTo>
                  <a:cubicBezTo>
                    <a:pt x="43" y="53"/>
                    <a:pt x="43" y="54"/>
                    <a:pt x="42" y="54"/>
                  </a:cubicBezTo>
                  <a:close/>
                  <a:moveTo>
                    <a:pt x="38" y="18"/>
                  </a:moveTo>
                  <a:cubicBezTo>
                    <a:pt x="38" y="17"/>
                    <a:pt x="39" y="16"/>
                    <a:pt x="40" y="16"/>
                  </a:cubicBezTo>
                  <a:cubicBezTo>
                    <a:pt x="40" y="16"/>
                    <a:pt x="40" y="16"/>
                    <a:pt x="41" y="16"/>
                  </a:cubicBezTo>
                  <a:cubicBezTo>
                    <a:pt x="42" y="16"/>
                    <a:pt x="43" y="18"/>
                    <a:pt x="42" y="19"/>
                  </a:cubicBezTo>
                  <a:cubicBezTo>
                    <a:pt x="42" y="20"/>
                    <a:pt x="41" y="21"/>
                    <a:pt x="40" y="21"/>
                  </a:cubicBezTo>
                  <a:cubicBezTo>
                    <a:pt x="40" y="21"/>
                    <a:pt x="40" y="21"/>
                    <a:pt x="39" y="21"/>
                  </a:cubicBezTo>
                  <a:cubicBezTo>
                    <a:pt x="38" y="21"/>
                    <a:pt x="37" y="19"/>
                    <a:pt x="38" y="18"/>
                  </a:cubicBezTo>
                  <a:close/>
                  <a:moveTo>
                    <a:pt x="29" y="18"/>
                  </a:moveTo>
                  <a:cubicBezTo>
                    <a:pt x="30" y="17"/>
                    <a:pt x="31" y="17"/>
                    <a:pt x="31" y="18"/>
                  </a:cubicBezTo>
                  <a:cubicBezTo>
                    <a:pt x="31" y="18"/>
                    <a:pt x="31" y="18"/>
                    <a:pt x="31" y="18"/>
                  </a:cubicBezTo>
                  <a:cubicBezTo>
                    <a:pt x="32" y="18"/>
                    <a:pt x="32" y="19"/>
                    <a:pt x="31" y="20"/>
                  </a:cubicBezTo>
                  <a:cubicBezTo>
                    <a:pt x="31" y="20"/>
                    <a:pt x="31" y="20"/>
                    <a:pt x="31" y="20"/>
                  </a:cubicBezTo>
                  <a:cubicBezTo>
                    <a:pt x="31" y="20"/>
                    <a:pt x="30" y="20"/>
                    <a:pt x="29" y="20"/>
                  </a:cubicBezTo>
                  <a:cubicBezTo>
                    <a:pt x="29" y="19"/>
                    <a:pt x="29" y="18"/>
                    <a:pt x="29" y="18"/>
                  </a:cubicBezTo>
                  <a:close/>
                  <a:moveTo>
                    <a:pt x="28" y="34"/>
                  </a:moveTo>
                  <a:cubicBezTo>
                    <a:pt x="28" y="32"/>
                    <a:pt x="30" y="30"/>
                    <a:pt x="31" y="29"/>
                  </a:cubicBezTo>
                  <a:cubicBezTo>
                    <a:pt x="33" y="28"/>
                    <a:pt x="34" y="28"/>
                    <a:pt x="36" y="28"/>
                  </a:cubicBezTo>
                  <a:cubicBezTo>
                    <a:pt x="36" y="28"/>
                    <a:pt x="37" y="28"/>
                    <a:pt x="38" y="28"/>
                  </a:cubicBezTo>
                  <a:cubicBezTo>
                    <a:pt x="39" y="28"/>
                    <a:pt x="39" y="28"/>
                    <a:pt x="40" y="29"/>
                  </a:cubicBezTo>
                  <a:cubicBezTo>
                    <a:pt x="43" y="31"/>
                    <a:pt x="45" y="34"/>
                    <a:pt x="44" y="38"/>
                  </a:cubicBezTo>
                  <a:cubicBezTo>
                    <a:pt x="43" y="40"/>
                    <a:pt x="42" y="42"/>
                    <a:pt x="40" y="43"/>
                  </a:cubicBezTo>
                  <a:cubicBezTo>
                    <a:pt x="39" y="44"/>
                    <a:pt x="37" y="44"/>
                    <a:pt x="36" y="44"/>
                  </a:cubicBezTo>
                  <a:cubicBezTo>
                    <a:pt x="35" y="44"/>
                    <a:pt x="34" y="44"/>
                    <a:pt x="34" y="44"/>
                  </a:cubicBezTo>
                  <a:cubicBezTo>
                    <a:pt x="33" y="44"/>
                    <a:pt x="32" y="43"/>
                    <a:pt x="31" y="43"/>
                  </a:cubicBezTo>
                  <a:cubicBezTo>
                    <a:pt x="28" y="41"/>
                    <a:pt x="27" y="38"/>
                    <a:pt x="28" y="34"/>
                  </a:cubicBezTo>
                  <a:close/>
                  <a:moveTo>
                    <a:pt x="25" y="50"/>
                  </a:moveTo>
                  <a:cubicBezTo>
                    <a:pt x="24" y="51"/>
                    <a:pt x="23" y="51"/>
                    <a:pt x="23" y="50"/>
                  </a:cubicBezTo>
                  <a:cubicBezTo>
                    <a:pt x="23" y="50"/>
                    <a:pt x="23" y="50"/>
                    <a:pt x="23" y="50"/>
                  </a:cubicBezTo>
                  <a:cubicBezTo>
                    <a:pt x="22" y="50"/>
                    <a:pt x="22" y="49"/>
                    <a:pt x="22" y="48"/>
                  </a:cubicBezTo>
                  <a:cubicBezTo>
                    <a:pt x="23" y="48"/>
                    <a:pt x="23" y="48"/>
                    <a:pt x="23" y="48"/>
                  </a:cubicBezTo>
                  <a:cubicBezTo>
                    <a:pt x="23" y="48"/>
                    <a:pt x="24" y="48"/>
                    <a:pt x="25" y="48"/>
                  </a:cubicBezTo>
                  <a:cubicBezTo>
                    <a:pt x="25" y="49"/>
                    <a:pt x="25" y="50"/>
                    <a:pt x="25" y="50"/>
                  </a:cubicBezTo>
                  <a:close/>
                  <a:moveTo>
                    <a:pt x="21" y="22"/>
                  </a:moveTo>
                  <a:cubicBezTo>
                    <a:pt x="21" y="21"/>
                    <a:pt x="22" y="21"/>
                    <a:pt x="23" y="21"/>
                  </a:cubicBezTo>
                  <a:cubicBezTo>
                    <a:pt x="23" y="21"/>
                    <a:pt x="24" y="21"/>
                    <a:pt x="24" y="22"/>
                  </a:cubicBezTo>
                  <a:cubicBezTo>
                    <a:pt x="25" y="23"/>
                    <a:pt x="25" y="24"/>
                    <a:pt x="24" y="25"/>
                  </a:cubicBezTo>
                  <a:cubicBezTo>
                    <a:pt x="24" y="26"/>
                    <a:pt x="23" y="26"/>
                    <a:pt x="23" y="26"/>
                  </a:cubicBezTo>
                  <a:cubicBezTo>
                    <a:pt x="22" y="26"/>
                    <a:pt x="22" y="26"/>
                    <a:pt x="21" y="25"/>
                  </a:cubicBezTo>
                  <a:cubicBezTo>
                    <a:pt x="20" y="24"/>
                    <a:pt x="20" y="23"/>
                    <a:pt x="21" y="22"/>
                  </a:cubicBezTo>
                  <a:close/>
                  <a:moveTo>
                    <a:pt x="17" y="31"/>
                  </a:moveTo>
                  <a:cubicBezTo>
                    <a:pt x="17" y="31"/>
                    <a:pt x="18" y="30"/>
                    <a:pt x="18" y="31"/>
                  </a:cubicBezTo>
                  <a:cubicBezTo>
                    <a:pt x="19" y="31"/>
                    <a:pt x="19" y="31"/>
                    <a:pt x="19" y="31"/>
                  </a:cubicBezTo>
                  <a:cubicBezTo>
                    <a:pt x="20" y="31"/>
                    <a:pt x="20" y="32"/>
                    <a:pt x="19" y="33"/>
                  </a:cubicBezTo>
                  <a:cubicBezTo>
                    <a:pt x="19" y="33"/>
                    <a:pt x="19" y="33"/>
                    <a:pt x="18" y="33"/>
                  </a:cubicBezTo>
                  <a:cubicBezTo>
                    <a:pt x="18" y="34"/>
                    <a:pt x="17" y="33"/>
                    <a:pt x="17" y="33"/>
                  </a:cubicBezTo>
                  <a:cubicBezTo>
                    <a:pt x="17" y="33"/>
                    <a:pt x="16" y="32"/>
                    <a:pt x="17" y="31"/>
                  </a:cubicBezTo>
                  <a:close/>
                  <a:moveTo>
                    <a:pt x="18" y="39"/>
                  </a:moveTo>
                  <a:cubicBezTo>
                    <a:pt x="18" y="39"/>
                    <a:pt x="18" y="39"/>
                    <a:pt x="18" y="39"/>
                  </a:cubicBezTo>
                  <a:cubicBezTo>
                    <a:pt x="19" y="39"/>
                    <a:pt x="20" y="39"/>
                    <a:pt x="21" y="40"/>
                  </a:cubicBezTo>
                  <a:cubicBezTo>
                    <a:pt x="21" y="42"/>
                    <a:pt x="20" y="43"/>
                    <a:pt x="19" y="43"/>
                  </a:cubicBezTo>
                  <a:cubicBezTo>
                    <a:pt x="19" y="43"/>
                    <a:pt x="19" y="43"/>
                    <a:pt x="18" y="43"/>
                  </a:cubicBezTo>
                  <a:cubicBezTo>
                    <a:pt x="17" y="43"/>
                    <a:pt x="16" y="43"/>
                    <a:pt x="16" y="42"/>
                  </a:cubicBezTo>
                  <a:cubicBezTo>
                    <a:pt x="16" y="40"/>
                    <a:pt x="16" y="39"/>
                    <a:pt x="18" y="39"/>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1" name="Google Shape;521;p45"/>
            <p:cNvSpPr/>
            <p:nvPr/>
          </p:nvSpPr>
          <p:spPr>
            <a:xfrm>
              <a:off x="4497388" y="2536825"/>
              <a:ext cx="255588" cy="269875"/>
            </a:xfrm>
            <a:custGeom>
              <a:avLst/>
              <a:gdLst/>
              <a:ahLst/>
              <a:cxnLst/>
              <a:rect l="l" t="t" r="r" b="b"/>
              <a:pathLst>
                <a:path w="68" h="72" extrusionOk="0">
                  <a:moveTo>
                    <a:pt x="65" y="18"/>
                  </a:moveTo>
                  <a:cubicBezTo>
                    <a:pt x="64" y="16"/>
                    <a:pt x="62" y="14"/>
                    <a:pt x="61" y="12"/>
                  </a:cubicBezTo>
                  <a:cubicBezTo>
                    <a:pt x="53" y="16"/>
                    <a:pt x="53" y="16"/>
                    <a:pt x="53" y="16"/>
                  </a:cubicBezTo>
                  <a:cubicBezTo>
                    <a:pt x="53" y="16"/>
                    <a:pt x="53" y="15"/>
                    <a:pt x="52" y="15"/>
                  </a:cubicBezTo>
                  <a:cubicBezTo>
                    <a:pt x="51" y="14"/>
                    <a:pt x="51" y="13"/>
                    <a:pt x="50" y="13"/>
                  </a:cubicBezTo>
                  <a:cubicBezTo>
                    <a:pt x="48" y="11"/>
                    <a:pt x="45" y="10"/>
                    <a:pt x="43" y="9"/>
                  </a:cubicBezTo>
                  <a:cubicBezTo>
                    <a:pt x="42" y="9"/>
                    <a:pt x="42" y="9"/>
                    <a:pt x="42" y="9"/>
                  </a:cubicBezTo>
                  <a:cubicBezTo>
                    <a:pt x="42" y="1"/>
                    <a:pt x="42" y="1"/>
                    <a:pt x="42" y="1"/>
                  </a:cubicBezTo>
                  <a:cubicBezTo>
                    <a:pt x="39" y="0"/>
                    <a:pt x="37" y="0"/>
                    <a:pt x="34" y="0"/>
                  </a:cubicBezTo>
                  <a:cubicBezTo>
                    <a:pt x="31" y="0"/>
                    <a:pt x="29" y="0"/>
                    <a:pt x="26" y="1"/>
                  </a:cubicBezTo>
                  <a:cubicBezTo>
                    <a:pt x="26" y="9"/>
                    <a:pt x="26" y="9"/>
                    <a:pt x="26" y="9"/>
                  </a:cubicBezTo>
                  <a:cubicBezTo>
                    <a:pt x="26" y="9"/>
                    <a:pt x="26" y="9"/>
                    <a:pt x="25" y="9"/>
                  </a:cubicBezTo>
                  <a:cubicBezTo>
                    <a:pt x="23" y="10"/>
                    <a:pt x="20" y="11"/>
                    <a:pt x="18" y="13"/>
                  </a:cubicBezTo>
                  <a:cubicBezTo>
                    <a:pt x="17" y="13"/>
                    <a:pt x="17" y="14"/>
                    <a:pt x="16" y="15"/>
                  </a:cubicBezTo>
                  <a:cubicBezTo>
                    <a:pt x="15" y="15"/>
                    <a:pt x="15" y="16"/>
                    <a:pt x="15" y="16"/>
                  </a:cubicBezTo>
                  <a:cubicBezTo>
                    <a:pt x="7" y="12"/>
                    <a:pt x="7" y="12"/>
                    <a:pt x="7" y="12"/>
                  </a:cubicBezTo>
                  <a:cubicBezTo>
                    <a:pt x="6" y="14"/>
                    <a:pt x="4" y="16"/>
                    <a:pt x="3" y="18"/>
                  </a:cubicBezTo>
                  <a:cubicBezTo>
                    <a:pt x="1" y="20"/>
                    <a:pt x="0" y="22"/>
                    <a:pt x="0" y="25"/>
                  </a:cubicBezTo>
                  <a:cubicBezTo>
                    <a:pt x="7" y="29"/>
                    <a:pt x="7" y="29"/>
                    <a:pt x="7" y="29"/>
                  </a:cubicBezTo>
                  <a:cubicBezTo>
                    <a:pt x="6" y="31"/>
                    <a:pt x="6" y="34"/>
                    <a:pt x="6" y="36"/>
                  </a:cubicBezTo>
                  <a:cubicBezTo>
                    <a:pt x="6" y="38"/>
                    <a:pt x="6" y="41"/>
                    <a:pt x="7" y="43"/>
                  </a:cubicBezTo>
                  <a:cubicBezTo>
                    <a:pt x="0" y="47"/>
                    <a:pt x="0" y="47"/>
                    <a:pt x="0" y="47"/>
                  </a:cubicBezTo>
                  <a:cubicBezTo>
                    <a:pt x="0" y="49"/>
                    <a:pt x="1" y="52"/>
                    <a:pt x="3" y="54"/>
                  </a:cubicBezTo>
                  <a:cubicBezTo>
                    <a:pt x="4" y="56"/>
                    <a:pt x="6" y="58"/>
                    <a:pt x="7" y="60"/>
                  </a:cubicBezTo>
                  <a:cubicBezTo>
                    <a:pt x="15" y="56"/>
                    <a:pt x="15" y="56"/>
                    <a:pt x="15" y="56"/>
                  </a:cubicBezTo>
                  <a:cubicBezTo>
                    <a:pt x="15" y="56"/>
                    <a:pt x="15" y="57"/>
                    <a:pt x="16" y="57"/>
                  </a:cubicBezTo>
                  <a:cubicBezTo>
                    <a:pt x="17" y="58"/>
                    <a:pt x="17" y="58"/>
                    <a:pt x="18" y="59"/>
                  </a:cubicBezTo>
                  <a:cubicBezTo>
                    <a:pt x="20" y="60"/>
                    <a:pt x="23" y="62"/>
                    <a:pt x="25" y="62"/>
                  </a:cubicBezTo>
                  <a:cubicBezTo>
                    <a:pt x="26" y="62"/>
                    <a:pt x="26" y="63"/>
                    <a:pt x="26" y="63"/>
                  </a:cubicBezTo>
                  <a:cubicBezTo>
                    <a:pt x="26" y="71"/>
                    <a:pt x="26" y="71"/>
                    <a:pt x="26" y="71"/>
                  </a:cubicBezTo>
                  <a:cubicBezTo>
                    <a:pt x="29" y="72"/>
                    <a:pt x="31" y="72"/>
                    <a:pt x="34" y="72"/>
                  </a:cubicBezTo>
                  <a:cubicBezTo>
                    <a:pt x="37" y="72"/>
                    <a:pt x="39" y="72"/>
                    <a:pt x="42" y="71"/>
                  </a:cubicBezTo>
                  <a:cubicBezTo>
                    <a:pt x="42" y="63"/>
                    <a:pt x="42" y="63"/>
                    <a:pt x="42" y="63"/>
                  </a:cubicBezTo>
                  <a:cubicBezTo>
                    <a:pt x="42" y="63"/>
                    <a:pt x="42" y="62"/>
                    <a:pt x="43" y="62"/>
                  </a:cubicBezTo>
                  <a:cubicBezTo>
                    <a:pt x="45" y="62"/>
                    <a:pt x="48" y="60"/>
                    <a:pt x="50" y="59"/>
                  </a:cubicBezTo>
                  <a:cubicBezTo>
                    <a:pt x="51" y="58"/>
                    <a:pt x="51" y="58"/>
                    <a:pt x="52" y="57"/>
                  </a:cubicBezTo>
                  <a:cubicBezTo>
                    <a:pt x="53" y="57"/>
                    <a:pt x="53" y="56"/>
                    <a:pt x="53" y="56"/>
                  </a:cubicBezTo>
                  <a:cubicBezTo>
                    <a:pt x="61" y="60"/>
                    <a:pt x="61" y="60"/>
                    <a:pt x="61" y="60"/>
                  </a:cubicBezTo>
                  <a:cubicBezTo>
                    <a:pt x="62" y="58"/>
                    <a:pt x="64" y="56"/>
                    <a:pt x="65" y="54"/>
                  </a:cubicBezTo>
                  <a:cubicBezTo>
                    <a:pt x="67" y="52"/>
                    <a:pt x="68" y="49"/>
                    <a:pt x="68" y="47"/>
                  </a:cubicBezTo>
                  <a:cubicBezTo>
                    <a:pt x="61" y="43"/>
                    <a:pt x="61" y="43"/>
                    <a:pt x="61" y="43"/>
                  </a:cubicBezTo>
                  <a:cubicBezTo>
                    <a:pt x="62" y="41"/>
                    <a:pt x="62" y="38"/>
                    <a:pt x="62" y="36"/>
                  </a:cubicBezTo>
                  <a:cubicBezTo>
                    <a:pt x="62" y="34"/>
                    <a:pt x="62" y="31"/>
                    <a:pt x="61" y="29"/>
                  </a:cubicBezTo>
                  <a:cubicBezTo>
                    <a:pt x="68" y="25"/>
                    <a:pt x="68" y="25"/>
                    <a:pt x="68" y="25"/>
                  </a:cubicBezTo>
                  <a:cubicBezTo>
                    <a:pt x="68" y="22"/>
                    <a:pt x="67" y="20"/>
                    <a:pt x="65" y="18"/>
                  </a:cubicBezTo>
                  <a:close/>
                  <a:moveTo>
                    <a:pt x="41" y="19"/>
                  </a:moveTo>
                  <a:cubicBezTo>
                    <a:pt x="42" y="19"/>
                    <a:pt x="42" y="18"/>
                    <a:pt x="43" y="18"/>
                  </a:cubicBezTo>
                  <a:cubicBezTo>
                    <a:pt x="43" y="18"/>
                    <a:pt x="43" y="18"/>
                    <a:pt x="43" y="19"/>
                  </a:cubicBezTo>
                  <a:cubicBezTo>
                    <a:pt x="44" y="19"/>
                    <a:pt x="44" y="20"/>
                    <a:pt x="44" y="21"/>
                  </a:cubicBezTo>
                  <a:cubicBezTo>
                    <a:pt x="44" y="21"/>
                    <a:pt x="43" y="21"/>
                    <a:pt x="43" y="21"/>
                  </a:cubicBezTo>
                  <a:cubicBezTo>
                    <a:pt x="43" y="21"/>
                    <a:pt x="42" y="21"/>
                    <a:pt x="42" y="21"/>
                  </a:cubicBezTo>
                  <a:cubicBezTo>
                    <a:pt x="41" y="21"/>
                    <a:pt x="41" y="20"/>
                    <a:pt x="41" y="19"/>
                  </a:cubicBezTo>
                  <a:close/>
                  <a:moveTo>
                    <a:pt x="34" y="15"/>
                  </a:moveTo>
                  <a:cubicBezTo>
                    <a:pt x="35" y="15"/>
                    <a:pt x="36" y="16"/>
                    <a:pt x="36" y="18"/>
                  </a:cubicBezTo>
                  <a:cubicBezTo>
                    <a:pt x="36" y="19"/>
                    <a:pt x="35" y="20"/>
                    <a:pt x="34" y="20"/>
                  </a:cubicBezTo>
                  <a:cubicBezTo>
                    <a:pt x="33" y="20"/>
                    <a:pt x="32" y="19"/>
                    <a:pt x="32" y="18"/>
                  </a:cubicBezTo>
                  <a:cubicBezTo>
                    <a:pt x="32" y="16"/>
                    <a:pt x="33" y="15"/>
                    <a:pt x="34" y="15"/>
                  </a:cubicBezTo>
                  <a:close/>
                  <a:moveTo>
                    <a:pt x="15" y="38"/>
                  </a:moveTo>
                  <a:cubicBezTo>
                    <a:pt x="14" y="37"/>
                    <a:pt x="14" y="36"/>
                    <a:pt x="14" y="36"/>
                  </a:cubicBezTo>
                  <a:cubicBezTo>
                    <a:pt x="15" y="35"/>
                    <a:pt x="15" y="35"/>
                    <a:pt x="16" y="35"/>
                  </a:cubicBezTo>
                  <a:cubicBezTo>
                    <a:pt x="16" y="35"/>
                    <a:pt x="16" y="35"/>
                    <a:pt x="16" y="35"/>
                  </a:cubicBezTo>
                  <a:cubicBezTo>
                    <a:pt x="17" y="35"/>
                    <a:pt x="17" y="36"/>
                    <a:pt x="17" y="37"/>
                  </a:cubicBezTo>
                  <a:cubicBezTo>
                    <a:pt x="17" y="37"/>
                    <a:pt x="16" y="38"/>
                    <a:pt x="16" y="38"/>
                  </a:cubicBezTo>
                  <a:cubicBezTo>
                    <a:pt x="16" y="38"/>
                    <a:pt x="15" y="38"/>
                    <a:pt x="15" y="38"/>
                  </a:cubicBezTo>
                  <a:close/>
                  <a:moveTo>
                    <a:pt x="19" y="47"/>
                  </a:moveTo>
                  <a:cubicBezTo>
                    <a:pt x="19" y="47"/>
                    <a:pt x="19" y="47"/>
                    <a:pt x="18" y="47"/>
                  </a:cubicBezTo>
                  <a:cubicBezTo>
                    <a:pt x="17" y="47"/>
                    <a:pt x="17" y="47"/>
                    <a:pt x="16" y="46"/>
                  </a:cubicBezTo>
                  <a:cubicBezTo>
                    <a:pt x="16" y="46"/>
                    <a:pt x="16" y="46"/>
                    <a:pt x="16" y="45"/>
                  </a:cubicBezTo>
                  <a:cubicBezTo>
                    <a:pt x="16" y="45"/>
                    <a:pt x="16" y="45"/>
                    <a:pt x="16" y="45"/>
                  </a:cubicBezTo>
                  <a:cubicBezTo>
                    <a:pt x="16" y="44"/>
                    <a:pt x="16" y="43"/>
                    <a:pt x="17" y="43"/>
                  </a:cubicBezTo>
                  <a:cubicBezTo>
                    <a:pt x="17" y="43"/>
                    <a:pt x="18" y="43"/>
                    <a:pt x="18" y="43"/>
                  </a:cubicBezTo>
                  <a:cubicBezTo>
                    <a:pt x="19" y="43"/>
                    <a:pt x="20" y="43"/>
                    <a:pt x="20" y="44"/>
                  </a:cubicBezTo>
                  <a:cubicBezTo>
                    <a:pt x="21" y="45"/>
                    <a:pt x="21" y="46"/>
                    <a:pt x="19" y="47"/>
                  </a:cubicBezTo>
                  <a:close/>
                  <a:moveTo>
                    <a:pt x="20" y="28"/>
                  </a:moveTo>
                  <a:cubicBezTo>
                    <a:pt x="20" y="29"/>
                    <a:pt x="19" y="29"/>
                    <a:pt x="18" y="29"/>
                  </a:cubicBezTo>
                  <a:cubicBezTo>
                    <a:pt x="18" y="29"/>
                    <a:pt x="17" y="29"/>
                    <a:pt x="17" y="29"/>
                  </a:cubicBezTo>
                  <a:cubicBezTo>
                    <a:pt x="16" y="29"/>
                    <a:pt x="16" y="28"/>
                    <a:pt x="16" y="27"/>
                  </a:cubicBezTo>
                  <a:cubicBezTo>
                    <a:pt x="16" y="27"/>
                    <a:pt x="16" y="27"/>
                    <a:pt x="16" y="26"/>
                  </a:cubicBezTo>
                  <a:cubicBezTo>
                    <a:pt x="16" y="26"/>
                    <a:pt x="16" y="26"/>
                    <a:pt x="16" y="26"/>
                  </a:cubicBezTo>
                  <a:cubicBezTo>
                    <a:pt x="17" y="25"/>
                    <a:pt x="17" y="24"/>
                    <a:pt x="18" y="24"/>
                  </a:cubicBezTo>
                  <a:cubicBezTo>
                    <a:pt x="19" y="24"/>
                    <a:pt x="19" y="24"/>
                    <a:pt x="19" y="25"/>
                  </a:cubicBezTo>
                  <a:cubicBezTo>
                    <a:pt x="21" y="25"/>
                    <a:pt x="21" y="27"/>
                    <a:pt x="20" y="28"/>
                  </a:cubicBezTo>
                  <a:close/>
                  <a:moveTo>
                    <a:pt x="23" y="20"/>
                  </a:moveTo>
                  <a:cubicBezTo>
                    <a:pt x="24" y="19"/>
                    <a:pt x="25" y="19"/>
                    <a:pt x="25" y="19"/>
                  </a:cubicBezTo>
                  <a:cubicBezTo>
                    <a:pt x="25" y="19"/>
                    <a:pt x="25" y="19"/>
                    <a:pt x="25" y="19"/>
                  </a:cubicBezTo>
                  <a:cubicBezTo>
                    <a:pt x="26" y="19"/>
                    <a:pt x="26" y="20"/>
                    <a:pt x="26" y="21"/>
                  </a:cubicBezTo>
                  <a:cubicBezTo>
                    <a:pt x="26" y="21"/>
                    <a:pt x="25" y="22"/>
                    <a:pt x="25" y="22"/>
                  </a:cubicBezTo>
                  <a:cubicBezTo>
                    <a:pt x="25" y="22"/>
                    <a:pt x="24" y="22"/>
                    <a:pt x="24" y="22"/>
                  </a:cubicBezTo>
                  <a:cubicBezTo>
                    <a:pt x="23" y="21"/>
                    <a:pt x="23" y="20"/>
                    <a:pt x="23" y="20"/>
                  </a:cubicBezTo>
                  <a:close/>
                  <a:moveTo>
                    <a:pt x="27" y="53"/>
                  </a:moveTo>
                  <a:cubicBezTo>
                    <a:pt x="26" y="53"/>
                    <a:pt x="26" y="53"/>
                    <a:pt x="25" y="53"/>
                  </a:cubicBezTo>
                  <a:cubicBezTo>
                    <a:pt x="25" y="53"/>
                    <a:pt x="25" y="53"/>
                    <a:pt x="24" y="53"/>
                  </a:cubicBezTo>
                  <a:cubicBezTo>
                    <a:pt x="24" y="53"/>
                    <a:pt x="24" y="52"/>
                    <a:pt x="24" y="51"/>
                  </a:cubicBezTo>
                  <a:cubicBezTo>
                    <a:pt x="24" y="51"/>
                    <a:pt x="25" y="50"/>
                    <a:pt x="25" y="50"/>
                  </a:cubicBezTo>
                  <a:cubicBezTo>
                    <a:pt x="25" y="50"/>
                    <a:pt x="26" y="50"/>
                    <a:pt x="26" y="51"/>
                  </a:cubicBezTo>
                  <a:cubicBezTo>
                    <a:pt x="27" y="51"/>
                    <a:pt x="27" y="52"/>
                    <a:pt x="27" y="53"/>
                  </a:cubicBezTo>
                  <a:close/>
                  <a:moveTo>
                    <a:pt x="34" y="57"/>
                  </a:moveTo>
                  <a:cubicBezTo>
                    <a:pt x="33" y="57"/>
                    <a:pt x="32" y="55"/>
                    <a:pt x="32" y="54"/>
                  </a:cubicBezTo>
                  <a:cubicBezTo>
                    <a:pt x="32" y="53"/>
                    <a:pt x="33" y="52"/>
                    <a:pt x="34" y="52"/>
                  </a:cubicBezTo>
                  <a:cubicBezTo>
                    <a:pt x="35" y="52"/>
                    <a:pt x="36" y="53"/>
                    <a:pt x="36" y="54"/>
                  </a:cubicBezTo>
                  <a:cubicBezTo>
                    <a:pt x="36" y="55"/>
                    <a:pt x="35" y="57"/>
                    <a:pt x="34" y="57"/>
                  </a:cubicBezTo>
                  <a:close/>
                  <a:moveTo>
                    <a:pt x="34" y="44"/>
                  </a:moveTo>
                  <a:cubicBezTo>
                    <a:pt x="29" y="44"/>
                    <a:pt x="26" y="41"/>
                    <a:pt x="26" y="36"/>
                  </a:cubicBezTo>
                  <a:cubicBezTo>
                    <a:pt x="26" y="31"/>
                    <a:pt x="29" y="27"/>
                    <a:pt x="34" y="27"/>
                  </a:cubicBezTo>
                  <a:cubicBezTo>
                    <a:pt x="39" y="27"/>
                    <a:pt x="42" y="31"/>
                    <a:pt x="42" y="36"/>
                  </a:cubicBezTo>
                  <a:cubicBezTo>
                    <a:pt x="42" y="41"/>
                    <a:pt x="39" y="44"/>
                    <a:pt x="34" y="44"/>
                  </a:cubicBezTo>
                  <a:close/>
                  <a:moveTo>
                    <a:pt x="45" y="52"/>
                  </a:moveTo>
                  <a:cubicBezTo>
                    <a:pt x="44" y="53"/>
                    <a:pt x="43" y="53"/>
                    <a:pt x="43" y="53"/>
                  </a:cubicBezTo>
                  <a:cubicBezTo>
                    <a:pt x="43" y="53"/>
                    <a:pt x="43" y="53"/>
                    <a:pt x="43" y="53"/>
                  </a:cubicBezTo>
                  <a:cubicBezTo>
                    <a:pt x="42" y="52"/>
                    <a:pt x="42" y="51"/>
                    <a:pt x="42" y="51"/>
                  </a:cubicBezTo>
                  <a:cubicBezTo>
                    <a:pt x="42" y="50"/>
                    <a:pt x="43" y="50"/>
                    <a:pt x="43" y="50"/>
                  </a:cubicBezTo>
                  <a:cubicBezTo>
                    <a:pt x="43" y="50"/>
                    <a:pt x="44" y="50"/>
                    <a:pt x="44" y="50"/>
                  </a:cubicBezTo>
                  <a:cubicBezTo>
                    <a:pt x="45" y="51"/>
                    <a:pt x="45" y="51"/>
                    <a:pt x="45" y="52"/>
                  </a:cubicBezTo>
                  <a:close/>
                  <a:moveTo>
                    <a:pt x="49" y="25"/>
                  </a:moveTo>
                  <a:cubicBezTo>
                    <a:pt x="49" y="24"/>
                    <a:pt x="49" y="24"/>
                    <a:pt x="50" y="24"/>
                  </a:cubicBezTo>
                  <a:cubicBezTo>
                    <a:pt x="51" y="24"/>
                    <a:pt x="51" y="25"/>
                    <a:pt x="52" y="26"/>
                  </a:cubicBezTo>
                  <a:cubicBezTo>
                    <a:pt x="52" y="26"/>
                    <a:pt x="52" y="26"/>
                    <a:pt x="52" y="26"/>
                  </a:cubicBezTo>
                  <a:cubicBezTo>
                    <a:pt x="52" y="27"/>
                    <a:pt x="52" y="27"/>
                    <a:pt x="52" y="27"/>
                  </a:cubicBezTo>
                  <a:cubicBezTo>
                    <a:pt x="52" y="28"/>
                    <a:pt x="52" y="29"/>
                    <a:pt x="51" y="29"/>
                  </a:cubicBezTo>
                  <a:cubicBezTo>
                    <a:pt x="51" y="29"/>
                    <a:pt x="50" y="29"/>
                    <a:pt x="50" y="29"/>
                  </a:cubicBezTo>
                  <a:cubicBezTo>
                    <a:pt x="49" y="29"/>
                    <a:pt x="48" y="29"/>
                    <a:pt x="48" y="28"/>
                  </a:cubicBezTo>
                  <a:cubicBezTo>
                    <a:pt x="47" y="27"/>
                    <a:pt x="47" y="25"/>
                    <a:pt x="49" y="25"/>
                  </a:cubicBezTo>
                  <a:close/>
                  <a:moveTo>
                    <a:pt x="52" y="45"/>
                  </a:moveTo>
                  <a:cubicBezTo>
                    <a:pt x="52" y="46"/>
                    <a:pt x="52" y="46"/>
                    <a:pt x="52" y="46"/>
                  </a:cubicBezTo>
                  <a:cubicBezTo>
                    <a:pt x="51" y="47"/>
                    <a:pt x="51" y="47"/>
                    <a:pt x="50" y="47"/>
                  </a:cubicBezTo>
                  <a:cubicBezTo>
                    <a:pt x="49" y="47"/>
                    <a:pt x="49" y="47"/>
                    <a:pt x="49" y="47"/>
                  </a:cubicBezTo>
                  <a:cubicBezTo>
                    <a:pt x="47" y="46"/>
                    <a:pt x="47" y="45"/>
                    <a:pt x="48" y="44"/>
                  </a:cubicBezTo>
                  <a:cubicBezTo>
                    <a:pt x="48" y="43"/>
                    <a:pt x="49" y="43"/>
                    <a:pt x="50" y="43"/>
                  </a:cubicBezTo>
                  <a:cubicBezTo>
                    <a:pt x="50" y="43"/>
                    <a:pt x="51" y="43"/>
                    <a:pt x="51" y="43"/>
                  </a:cubicBezTo>
                  <a:cubicBezTo>
                    <a:pt x="52" y="43"/>
                    <a:pt x="52" y="44"/>
                    <a:pt x="52" y="45"/>
                  </a:cubicBezTo>
                  <a:cubicBezTo>
                    <a:pt x="52" y="45"/>
                    <a:pt x="52" y="45"/>
                    <a:pt x="52" y="45"/>
                  </a:cubicBezTo>
                  <a:close/>
                  <a:moveTo>
                    <a:pt x="54" y="36"/>
                  </a:moveTo>
                  <a:cubicBezTo>
                    <a:pt x="53" y="37"/>
                    <a:pt x="53" y="37"/>
                    <a:pt x="52" y="37"/>
                  </a:cubicBezTo>
                  <a:cubicBezTo>
                    <a:pt x="52" y="37"/>
                    <a:pt x="52" y="37"/>
                    <a:pt x="51" y="37"/>
                  </a:cubicBezTo>
                  <a:cubicBezTo>
                    <a:pt x="51" y="36"/>
                    <a:pt x="51" y="36"/>
                    <a:pt x="51" y="35"/>
                  </a:cubicBezTo>
                  <a:cubicBezTo>
                    <a:pt x="51" y="34"/>
                    <a:pt x="52" y="34"/>
                    <a:pt x="52" y="34"/>
                  </a:cubicBezTo>
                  <a:cubicBezTo>
                    <a:pt x="52" y="34"/>
                    <a:pt x="53" y="34"/>
                    <a:pt x="53" y="34"/>
                  </a:cubicBezTo>
                  <a:cubicBezTo>
                    <a:pt x="54" y="35"/>
                    <a:pt x="54" y="36"/>
                    <a:pt x="54" y="36"/>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2" name="Google Shape;522;p45"/>
            <p:cNvSpPr/>
            <p:nvPr/>
          </p:nvSpPr>
          <p:spPr>
            <a:xfrm>
              <a:off x="3683000" y="1865313"/>
              <a:ext cx="236538" cy="241300"/>
            </a:xfrm>
            <a:custGeom>
              <a:avLst/>
              <a:gdLst/>
              <a:ahLst/>
              <a:cxnLst/>
              <a:rect l="l" t="t" r="r" b="b"/>
              <a:pathLst>
                <a:path w="63" h="64" extrusionOk="0">
                  <a:moveTo>
                    <a:pt x="0" y="37"/>
                  </a:moveTo>
                  <a:cubicBezTo>
                    <a:pt x="0" y="38"/>
                    <a:pt x="1" y="39"/>
                    <a:pt x="1" y="40"/>
                  </a:cubicBezTo>
                  <a:cubicBezTo>
                    <a:pt x="9" y="39"/>
                    <a:pt x="9" y="39"/>
                    <a:pt x="9" y="39"/>
                  </a:cubicBezTo>
                  <a:cubicBezTo>
                    <a:pt x="9" y="40"/>
                    <a:pt x="9" y="41"/>
                    <a:pt x="9" y="41"/>
                  </a:cubicBezTo>
                  <a:cubicBezTo>
                    <a:pt x="3" y="45"/>
                    <a:pt x="3" y="45"/>
                    <a:pt x="3" y="45"/>
                  </a:cubicBezTo>
                  <a:cubicBezTo>
                    <a:pt x="3" y="46"/>
                    <a:pt x="4" y="47"/>
                    <a:pt x="4" y="48"/>
                  </a:cubicBezTo>
                  <a:cubicBezTo>
                    <a:pt x="5" y="49"/>
                    <a:pt x="5" y="50"/>
                    <a:pt x="6" y="50"/>
                  </a:cubicBezTo>
                  <a:cubicBezTo>
                    <a:pt x="12" y="46"/>
                    <a:pt x="12" y="46"/>
                    <a:pt x="12" y="46"/>
                  </a:cubicBezTo>
                  <a:cubicBezTo>
                    <a:pt x="13" y="47"/>
                    <a:pt x="13" y="48"/>
                    <a:pt x="14" y="48"/>
                  </a:cubicBezTo>
                  <a:cubicBezTo>
                    <a:pt x="9" y="54"/>
                    <a:pt x="9" y="54"/>
                    <a:pt x="9" y="54"/>
                  </a:cubicBezTo>
                  <a:cubicBezTo>
                    <a:pt x="10" y="55"/>
                    <a:pt x="10" y="56"/>
                    <a:pt x="11" y="56"/>
                  </a:cubicBezTo>
                  <a:cubicBezTo>
                    <a:pt x="12" y="57"/>
                    <a:pt x="13" y="58"/>
                    <a:pt x="14" y="58"/>
                  </a:cubicBezTo>
                  <a:cubicBezTo>
                    <a:pt x="19" y="52"/>
                    <a:pt x="19" y="52"/>
                    <a:pt x="19" y="52"/>
                  </a:cubicBezTo>
                  <a:cubicBezTo>
                    <a:pt x="19" y="53"/>
                    <a:pt x="20" y="53"/>
                    <a:pt x="21" y="53"/>
                  </a:cubicBezTo>
                  <a:cubicBezTo>
                    <a:pt x="18" y="61"/>
                    <a:pt x="18" y="61"/>
                    <a:pt x="18" y="61"/>
                  </a:cubicBezTo>
                  <a:cubicBezTo>
                    <a:pt x="19" y="61"/>
                    <a:pt x="20" y="62"/>
                    <a:pt x="21" y="62"/>
                  </a:cubicBezTo>
                  <a:cubicBezTo>
                    <a:pt x="22" y="62"/>
                    <a:pt x="23" y="63"/>
                    <a:pt x="24" y="63"/>
                  </a:cubicBezTo>
                  <a:cubicBezTo>
                    <a:pt x="26" y="55"/>
                    <a:pt x="26" y="55"/>
                    <a:pt x="26" y="55"/>
                  </a:cubicBezTo>
                  <a:cubicBezTo>
                    <a:pt x="27" y="56"/>
                    <a:pt x="28" y="56"/>
                    <a:pt x="29" y="56"/>
                  </a:cubicBezTo>
                  <a:cubicBezTo>
                    <a:pt x="29" y="64"/>
                    <a:pt x="29" y="64"/>
                    <a:pt x="29" y="64"/>
                  </a:cubicBezTo>
                  <a:cubicBezTo>
                    <a:pt x="30" y="64"/>
                    <a:pt x="31" y="64"/>
                    <a:pt x="32" y="64"/>
                  </a:cubicBezTo>
                  <a:cubicBezTo>
                    <a:pt x="33" y="64"/>
                    <a:pt x="34" y="64"/>
                    <a:pt x="35" y="64"/>
                  </a:cubicBezTo>
                  <a:cubicBezTo>
                    <a:pt x="35" y="56"/>
                    <a:pt x="35" y="56"/>
                    <a:pt x="35" y="56"/>
                  </a:cubicBezTo>
                  <a:cubicBezTo>
                    <a:pt x="35" y="56"/>
                    <a:pt x="36" y="56"/>
                    <a:pt x="37" y="55"/>
                  </a:cubicBezTo>
                  <a:cubicBezTo>
                    <a:pt x="40" y="63"/>
                    <a:pt x="40" y="63"/>
                    <a:pt x="40" y="63"/>
                  </a:cubicBezTo>
                  <a:cubicBezTo>
                    <a:pt x="41" y="63"/>
                    <a:pt x="42" y="62"/>
                    <a:pt x="43" y="62"/>
                  </a:cubicBezTo>
                  <a:cubicBezTo>
                    <a:pt x="43" y="62"/>
                    <a:pt x="44" y="61"/>
                    <a:pt x="45" y="61"/>
                  </a:cubicBezTo>
                  <a:cubicBezTo>
                    <a:pt x="43" y="53"/>
                    <a:pt x="43" y="53"/>
                    <a:pt x="43" y="53"/>
                  </a:cubicBezTo>
                  <a:cubicBezTo>
                    <a:pt x="43" y="53"/>
                    <a:pt x="44" y="53"/>
                    <a:pt x="45" y="52"/>
                  </a:cubicBezTo>
                  <a:cubicBezTo>
                    <a:pt x="50" y="58"/>
                    <a:pt x="50" y="58"/>
                    <a:pt x="50" y="58"/>
                  </a:cubicBezTo>
                  <a:cubicBezTo>
                    <a:pt x="51" y="58"/>
                    <a:pt x="51" y="57"/>
                    <a:pt x="52" y="56"/>
                  </a:cubicBezTo>
                  <a:cubicBezTo>
                    <a:pt x="53" y="56"/>
                    <a:pt x="54" y="55"/>
                    <a:pt x="54" y="54"/>
                  </a:cubicBezTo>
                  <a:cubicBezTo>
                    <a:pt x="49" y="48"/>
                    <a:pt x="49" y="48"/>
                    <a:pt x="49" y="48"/>
                  </a:cubicBezTo>
                  <a:cubicBezTo>
                    <a:pt x="50" y="48"/>
                    <a:pt x="50" y="47"/>
                    <a:pt x="51" y="46"/>
                  </a:cubicBezTo>
                  <a:cubicBezTo>
                    <a:pt x="58" y="50"/>
                    <a:pt x="58" y="50"/>
                    <a:pt x="58" y="50"/>
                  </a:cubicBezTo>
                  <a:cubicBezTo>
                    <a:pt x="58" y="50"/>
                    <a:pt x="59" y="49"/>
                    <a:pt x="59" y="48"/>
                  </a:cubicBezTo>
                  <a:cubicBezTo>
                    <a:pt x="60" y="47"/>
                    <a:pt x="60" y="46"/>
                    <a:pt x="61" y="45"/>
                  </a:cubicBezTo>
                  <a:cubicBezTo>
                    <a:pt x="54" y="41"/>
                    <a:pt x="54" y="41"/>
                    <a:pt x="54" y="41"/>
                  </a:cubicBezTo>
                  <a:cubicBezTo>
                    <a:pt x="54" y="41"/>
                    <a:pt x="54" y="40"/>
                    <a:pt x="55" y="39"/>
                  </a:cubicBezTo>
                  <a:cubicBezTo>
                    <a:pt x="62" y="40"/>
                    <a:pt x="62" y="40"/>
                    <a:pt x="62" y="40"/>
                  </a:cubicBezTo>
                  <a:cubicBezTo>
                    <a:pt x="63" y="39"/>
                    <a:pt x="63" y="38"/>
                    <a:pt x="63" y="37"/>
                  </a:cubicBezTo>
                  <a:cubicBezTo>
                    <a:pt x="63" y="36"/>
                    <a:pt x="63" y="35"/>
                    <a:pt x="63" y="34"/>
                  </a:cubicBezTo>
                  <a:cubicBezTo>
                    <a:pt x="56" y="33"/>
                    <a:pt x="56" y="33"/>
                    <a:pt x="56" y="33"/>
                  </a:cubicBezTo>
                  <a:cubicBezTo>
                    <a:pt x="56" y="33"/>
                    <a:pt x="56" y="32"/>
                    <a:pt x="56" y="32"/>
                  </a:cubicBezTo>
                  <a:cubicBezTo>
                    <a:pt x="56" y="32"/>
                    <a:pt x="56" y="31"/>
                    <a:pt x="56" y="31"/>
                  </a:cubicBezTo>
                  <a:cubicBezTo>
                    <a:pt x="63" y="29"/>
                    <a:pt x="63" y="29"/>
                    <a:pt x="63" y="29"/>
                  </a:cubicBezTo>
                  <a:cubicBezTo>
                    <a:pt x="63" y="28"/>
                    <a:pt x="63" y="27"/>
                    <a:pt x="63" y="26"/>
                  </a:cubicBezTo>
                  <a:cubicBezTo>
                    <a:pt x="63" y="25"/>
                    <a:pt x="63" y="24"/>
                    <a:pt x="62" y="23"/>
                  </a:cubicBezTo>
                  <a:cubicBezTo>
                    <a:pt x="55" y="25"/>
                    <a:pt x="55" y="25"/>
                    <a:pt x="55" y="25"/>
                  </a:cubicBezTo>
                  <a:cubicBezTo>
                    <a:pt x="54" y="24"/>
                    <a:pt x="54" y="23"/>
                    <a:pt x="54" y="23"/>
                  </a:cubicBezTo>
                  <a:cubicBezTo>
                    <a:pt x="61" y="19"/>
                    <a:pt x="61" y="19"/>
                    <a:pt x="61" y="19"/>
                  </a:cubicBezTo>
                  <a:cubicBezTo>
                    <a:pt x="60" y="18"/>
                    <a:pt x="60" y="17"/>
                    <a:pt x="59" y="16"/>
                  </a:cubicBezTo>
                  <a:cubicBezTo>
                    <a:pt x="59" y="15"/>
                    <a:pt x="58" y="14"/>
                    <a:pt x="58" y="14"/>
                  </a:cubicBezTo>
                  <a:cubicBezTo>
                    <a:pt x="51" y="17"/>
                    <a:pt x="51" y="17"/>
                    <a:pt x="51" y="17"/>
                  </a:cubicBezTo>
                  <a:cubicBezTo>
                    <a:pt x="50" y="17"/>
                    <a:pt x="50" y="16"/>
                    <a:pt x="49" y="16"/>
                  </a:cubicBezTo>
                  <a:cubicBezTo>
                    <a:pt x="54" y="10"/>
                    <a:pt x="54" y="10"/>
                    <a:pt x="54" y="10"/>
                  </a:cubicBezTo>
                  <a:cubicBezTo>
                    <a:pt x="54" y="9"/>
                    <a:pt x="53" y="8"/>
                    <a:pt x="52" y="8"/>
                  </a:cubicBezTo>
                  <a:cubicBezTo>
                    <a:pt x="51" y="7"/>
                    <a:pt x="51" y="6"/>
                    <a:pt x="50" y="6"/>
                  </a:cubicBezTo>
                  <a:cubicBezTo>
                    <a:pt x="45" y="12"/>
                    <a:pt x="45" y="12"/>
                    <a:pt x="45" y="12"/>
                  </a:cubicBezTo>
                  <a:cubicBezTo>
                    <a:pt x="44" y="11"/>
                    <a:pt x="43" y="11"/>
                    <a:pt x="43" y="11"/>
                  </a:cubicBezTo>
                  <a:cubicBezTo>
                    <a:pt x="45" y="3"/>
                    <a:pt x="45" y="3"/>
                    <a:pt x="45" y="3"/>
                  </a:cubicBezTo>
                  <a:cubicBezTo>
                    <a:pt x="44" y="3"/>
                    <a:pt x="43" y="2"/>
                    <a:pt x="43" y="2"/>
                  </a:cubicBezTo>
                  <a:cubicBezTo>
                    <a:pt x="42" y="2"/>
                    <a:pt x="41" y="1"/>
                    <a:pt x="40" y="1"/>
                  </a:cubicBezTo>
                  <a:cubicBezTo>
                    <a:pt x="37" y="8"/>
                    <a:pt x="37" y="8"/>
                    <a:pt x="37" y="8"/>
                  </a:cubicBezTo>
                  <a:cubicBezTo>
                    <a:pt x="36" y="8"/>
                    <a:pt x="35" y="8"/>
                    <a:pt x="35" y="8"/>
                  </a:cubicBezTo>
                  <a:cubicBezTo>
                    <a:pt x="35" y="0"/>
                    <a:pt x="35" y="0"/>
                    <a:pt x="35" y="0"/>
                  </a:cubicBezTo>
                  <a:cubicBezTo>
                    <a:pt x="34" y="0"/>
                    <a:pt x="33" y="0"/>
                    <a:pt x="32" y="0"/>
                  </a:cubicBezTo>
                  <a:cubicBezTo>
                    <a:pt x="31" y="0"/>
                    <a:pt x="30" y="0"/>
                    <a:pt x="29" y="0"/>
                  </a:cubicBezTo>
                  <a:cubicBezTo>
                    <a:pt x="29" y="8"/>
                    <a:pt x="29" y="8"/>
                    <a:pt x="29" y="8"/>
                  </a:cubicBezTo>
                  <a:cubicBezTo>
                    <a:pt x="28" y="8"/>
                    <a:pt x="27" y="8"/>
                    <a:pt x="26" y="8"/>
                  </a:cubicBezTo>
                  <a:cubicBezTo>
                    <a:pt x="24" y="1"/>
                    <a:pt x="24" y="1"/>
                    <a:pt x="24" y="1"/>
                  </a:cubicBezTo>
                  <a:cubicBezTo>
                    <a:pt x="23" y="1"/>
                    <a:pt x="22" y="2"/>
                    <a:pt x="21" y="2"/>
                  </a:cubicBezTo>
                  <a:cubicBezTo>
                    <a:pt x="20" y="2"/>
                    <a:pt x="19" y="3"/>
                    <a:pt x="18" y="3"/>
                  </a:cubicBezTo>
                  <a:cubicBezTo>
                    <a:pt x="21" y="11"/>
                    <a:pt x="21" y="11"/>
                    <a:pt x="21" y="11"/>
                  </a:cubicBezTo>
                  <a:cubicBezTo>
                    <a:pt x="20" y="11"/>
                    <a:pt x="19" y="11"/>
                    <a:pt x="19" y="12"/>
                  </a:cubicBezTo>
                  <a:cubicBezTo>
                    <a:pt x="14" y="6"/>
                    <a:pt x="14" y="6"/>
                    <a:pt x="14" y="6"/>
                  </a:cubicBezTo>
                  <a:cubicBezTo>
                    <a:pt x="13" y="6"/>
                    <a:pt x="12" y="7"/>
                    <a:pt x="11" y="8"/>
                  </a:cubicBezTo>
                  <a:cubicBezTo>
                    <a:pt x="10" y="8"/>
                    <a:pt x="10" y="9"/>
                    <a:pt x="9" y="10"/>
                  </a:cubicBezTo>
                  <a:cubicBezTo>
                    <a:pt x="14" y="16"/>
                    <a:pt x="14" y="16"/>
                    <a:pt x="14" y="16"/>
                  </a:cubicBezTo>
                  <a:cubicBezTo>
                    <a:pt x="13" y="16"/>
                    <a:pt x="13" y="17"/>
                    <a:pt x="12" y="17"/>
                  </a:cubicBezTo>
                  <a:cubicBezTo>
                    <a:pt x="6" y="14"/>
                    <a:pt x="6" y="14"/>
                    <a:pt x="6" y="14"/>
                  </a:cubicBezTo>
                  <a:cubicBezTo>
                    <a:pt x="5" y="14"/>
                    <a:pt x="5" y="15"/>
                    <a:pt x="4" y="16"/>
                  </a:cubicBezTo>
                  <a:cubicBezTo>
                    <a:pt x="4" y="17"/>
                    <a:pt x="3" y="18"/>
                    <a:pt x="3" y="19"/>
                  </a:cubicBezTo>
                  <a:cubicBezTo>
                    <a:pt x="9" y="23"/>
                    <a:pt x="9" y="23"/>
                    <a:pt x="9" y="23"/>
                  </a:cubicBezTo>
                  <a:cubicBezTo>
                    <a:pt x="9" y="23"/>
                    <a:pt x="9" y="24"/>
                    <a:pt x="9" y="25"/>
                  </a:cubicBezTo>
                  <a:cubicBezTo>
                    <a:pt x="1" y="23"/>
                    <a:pt x="1" y="23"/>
                    <a:pt x="1" y="23"/>
                  </a:cubicBezTo>
                  <a:cubicBezTo>
                    <a:pt x="1" y="24"/>
                    <a:pt x="0" y="25"/>
                    <a:pt x="0" y="26"/>
                  </a:cubicBezTo>
                  <a:cubicBezTo>
                    <a:pt x="0" y="27"/>
                    <a:pt x="0" y="28"/>
                    <a:pt x="0" y="29"/>
                  </a:cubicBezTo>
                  <a:cubicBezTo>
                    <a:pt x="8" y="31"/>
                    <a:pt x="8" y="31"/>
                    <a:pt x="8" y="31"/>
                  </a:cubicBezTo>
                  <a:cubicBezTo>
                    <a:pt x="8" y="31"/>
                    <a:pt x="8" y="32"/>
                    <a:pt x="8" y="32"/>
                  </a:cubicBezTo>
                  <a:cubicBezTo>
                    <a:pt x="8" y="32"/>
                    <a:pt x="8" y="33"/>
                    <a:pt x="8" y="33"/>
                  </a:cubicBezTo>
                  <a:cubicBezTo>
                    <a:pt x="0" y="34"/>
                    <a:pt x="0" y="34"/>
                    <a:pt x="0" y="34"/>
                  </a:cubicBezTo>
                  <a:cubicBezTo>
                    <a:pt x="0" y="35"/>
                    <a:pt x="0" y="36"/>
                    <a:pt x="0" y="37"/>
                  </a:cubicBezTo>
                  <a:close/>
                  <a:moveTo>
                    <a:pt x="32" y="17"/>
                  </a:moveTo>
                  <a:cubicBezTo>
                    <a:pt x="40" y="17"/>
                    <a:pt x="46" y="24"/>
                    <a:pt x="46" y="32"/>
                  </a:cubicBezTo>
                  <a:cubicBezTo>
                    <a:pt x="46" y="40"/>
                    <a:pt x="40" y="46"/>
                    <a:pt x="32" y="46"/>
                  </a:cubicBezTo>
                  <a:cubicBezTo>
                    <a:pt x="24" y="46"/>
                    <a:pt x="17" y="40"/>
                    <a:pt x="17" y="32"/>
                  </a:cubicBezTo>
                  <a:cubicBezTo>
                    <a:pt x="17" y="24"/>
                    <a:pt x="24" y="17"/>
                    <a:pt x="32" y="1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3" name="Google Shape;523;p45"/>
            <p:cNvSpPr/>
            <p:nvPr/>
          </p:nvSpPr>
          <p:spPr>
            <a:xfrm>
              <a:off x="4232275" y="2408238"/>
              <a:ext cx="252413" cy="252413"/>
            </a:xfrm>
            <a:custGeom>
              <a:avLst/>
              <a:gdLst/>
              <a:ahLst/>
              <a:cxnLst/>
              <a:rect l="l" t="t" r="r" b="b"/>
              <a:pathLst>
                <a:path w="67" h="67" extrusionOk="0">
                  <a:moveTo>
                    <a:pt x="65" y="24"/>
                  </a:moveTo>
                  <a:cubicBezTo>
                    <a:pt x="62" y="25"/>
                    <a:pt x="62" y="25"/>
                    <a:pt x="62" y="25"/>
                  </a:cubicBezTo>
                  <a:cubicBezTo>
                    <a:pt x="61" y="24"/>
                    <a:pt x="61" y="23"/>
                    <a:pt x="61" y="22"/>
                  </a:cubicBezTo>
                  <a:cubicBezTo>
                    <a:pt x="64" y="20"/>
                    <a:pt x="64" y="20"/>
                    <a:pt x="64" y="20"/>
                  </a:cubicBezTo>
                  <a:cubicBezTo>
                    <a:pt x="63" y="18"/>
                    <a:pt x="62" y="16"/>
                    <a:pt x="60" y="14"/>
                  </a:cubicBezTo>
                  <a:cubicBezTo>
                    <a:pt x="57" y="16"/>
                    <a:pt x="57" y="16"/>
                    <a:pt x="57" y="16"/>
                  </a:cubicBezTo>
                  <a:cubicBezTo>
                    <a:pt x="56" y="15"/>
                    <a:pt x="56" y="14"/>
                    <a:pt x="55" y="14"/>
                  </a:cubicBezTo>
                  <a:cubicBezTo>
                    <a:pt x="58" y="11"/>
                    <a:pt x="58" y="11"/>
                    <a:pt x="58" y="11"/>
                  </a:cubicBezTo>
                  <a:cubicBezTo>
                    <a:pt x="56" y="9"/>
                    <a:pt x="54" y="7"/>
                    <a:pt x="52" y="6"/>
                  </a:cubicBezTo>
                  <a:cubicBezTo>
                    <a:pt x="50" y="8"/>
                    <a:pt x="50" y="8"/>
                    <a:pt x="50" y="8"/>
                  </a:cubicBezTo>
                  <a:cubicBezTo>
                    <a:pt x="49" y="9"/>
                    <a:pt x="49" y="9"/>
                    <a:pt x="49" y="9"/>
                  </a:cubicBezTo>
                  <a:cubicBezTo>
                    <a:pt x="49" y="8"/>
                    <a:pt x="48" y="8"/>
                    <a:pt x="47" y="7"/>
                  </a:cubicBezTo>
                  <a:cubicBezTo>
                    <a:pt x="48" y="4"/>
                    <a:pt x="48" y="4"/>
                    <a:pt x="48" y="4"/>
                  </a:cubicBezTo>
                  <a:cubicBezTo>
                    <a:pt x="47" y="3"/>
                    <a:pt x="45" y="2"/>
                    <a:pt x="43" y="2"/>
                  </a:cubicBezTo>
                  <a:cubicBezTo>
                    <a:pt x="43" y="2"/>
                    <a:pt x="42" y="1"/>
                    <a:pt x="41" y="1"/>
                  </a:cubicBezTo>
                  <a:cubicBezTo>
                    <a:pt x="40" y="5"/>
                    <a:pt x="40" y="5"/>
                    <a:pt x="40" y="5"/>
                  </a:cubicBezTo>
                  <a:cubicBezTo>
                    <a:pt x="40" y="5"/>
                    <a:pt x="40" y="5"/>
                    <a:pt x="40" y="5"/>
                  </a:cubicBezTo>
                  <a:cubicBezTo>
                    <a:pt x="39" y="5"/>
                    <a:pt x="38" y="4"/>
                    <a:pt x="37" y="4"/>
                  </a:cubicBezTo>
                  <a:cubicBezTo>
                    <a:pt x="37" y="1"/>
                    <a:pt x="37" y="1"/>
                    <a:pt x="37" y="1"/>
                  </a:cubicBezTo>
                  <a:cubicBezTo>
                    <a:pt x="36" y="0"/>
                    <a:pt x="35" y="0"/>
                    <a:pt x="33" y="0"/>
                  </a:cubicBezTo>
                  <a:cubicBezTo>
                    <a:pt x="32" y="0"/>
                    <a:pt x="31" y="0"/>
                    <a:pt x="30" y="1"/>
                  </a:cubicBezTo>
                  <a:cubicBezTo>
                    <a:pt x="30" y="4"/>
                    <a:pt x="30" y="4"/>
                    <a:pt x="30" y="4"/>
                  </a:cubicBezTo>
                  <a:cubicBezTo>
                    <a:pt x="29" y="4"/>
                    <a:pt x="28" y="5"/>
                    <a:pt x="27" y="5"/>
                  </a:cubicBezTo>
                  <a:cubicBezTo>
                    <a:pt x="27" y="5"/>
                    <a:pt x="27" y="5"/>
                    <a:pt x="27" y="5"/>
                  </a:cubicBezTo>
                  <a:cubicBezTo>
                    <a:pt x="26" y="1"/>
                    <a:pt x="26" y="1"/>
                    <a:pt x="26" y="1"/>
                  </a:cubicBezTo>
                  <a:cubicBezTo>
                    <a:pt x="25" y="1"/>
                    <a:pt x="24" y="2"/>
                    <a:pt x="24" y="2"/>
                  </a:cubicBezTo>
                  <a:cubicBezTo>
                    <a:pt x="22" y="2"/>
                    <a:pt x="20" y="3"/>
                    <a:pt x="19" y="4"/>
                  </a:cubicBezTo>
                  <a:cubicBezTo>
                    <a:pt x="20" y="7"/>
                    <a:pt x="20" y="7"/>
                    <a:pt x="20" y="7"/>
                  </a:cubicBezTo>
                  <a:cubicBezTo>
                    <a:pt x="19" y="8"/>
                    <a:pt x="18" y="8"/>
                    <a:pt x="18" y="9"/>
                  </a:cubicBezTo>
                  <a:cubicBezTo>
                    <a:pt x="17" y="8"/>
                    <a:pt x="17" y="8"/>
                    <a:pt x="17" y="8"/>
                  </a:cubicBezTo>
                  <a:cubicBezTo>
                    <a:pt x="15" y="6"/>
                    <a:pt x="15" y="6"/>
                    <a:pt x="15" y="6"/>
                  </a:cubicBezTo>
                  <a:cubicBezTo>
                    <a:pt x="13" y="7"/>
                    <a:pt x="11" y="9"/>
                    <a:pt x="9" y="11"/>
                  </a:cubicBezTo>
                  <a:cubicBezTo>
                    <a:pt x="12" y="14"/>
                    <a:pt x="12" y="14"/>
                    <a:pt x="12" y="14"/>
                  </a:cubicBezTo>
                  <a:cubicBezTo>
                    <a:pt x="11" y="14"/>
                    <a:pt x="11" y="15"/>
                    <a:pt x="10" y="16"/>
                  </a:cubicBezTo>
                  <a:cubicBezTo>
                    <a:pt x="7" y="14"/>
                    <a:pt x="7" y="14"/>
                    <a:pt x="7" y="14"/>
                  </a:cubicBezTo>
                  <a:cubicBezTo>
                    <a:pt x="5" y="16"/>
                    <a:pt x="4" y="18"/>
                    <a:pt x="3" y="20"/>
                  </a:cubicBezTo>
                  <a:cubicBezTo>
                    <a:pt x="6" y="22"/>
                    <a:pt x="6" y="22"/>
                    <a:pt x="6" y="22"/>
                  </a:cubicBezTo>
                  <a:cubicBezTo>
                    <a:pt x="6" y="23"/>
                    <a:pt x="6" y="24"/>
                    <a:pt x="5" y="25"/>
                  </a:cubicBezTo>
                  <a:cubicBezTo>
                    <a:pt x="2" y="24"/>
                    <a:pt x="2" y="24"/>
                    <a:pt x="2" y="24"/>
                  </a:cubicBezTo>
                  <a:cubicBezTo>
                    <a:pt x="1" y="26"/>
                    <a:pt x="1" y="29"/>
                    <a:pt x="0" y="31"/>
                  </a:cubicBezTo>
                  <a:cubicBezTo>
                    <a:pt x="4" y="32"/>
                    <a:pt x="4" y="32"/>
                    <a:pt x="4" y="32"/>
                  </a:cubicBezTo>
                  <a:cubicBezTo>
                    <a:pt x="4" y="33"/>
                    <a:pt x="4" y="33"/>
                    <a:pt x="4" y="34"/>
                  </a:cubicBezTo>
                  <a:cubicBezTo>
                    <a:pt x="4" y="34"/>
                    <a:pt x="4" y="34"/>
                    <a:pt x="4" y="35"/>
                  </a:cubicBezTo>
                  <a:cubicBezTo>
                    <a:pt x="0" y="36"/>
                    <a:pt x="0" y="36"/>
                    <a:pt x="0" y="36"/>
                  </a:cubicBezTo>
                  <a:cubicBezTo>
                    <a:pt x="1" y="38"/>
                    <a:pt x="1" y="41"/>
                    <a:pt x="2" y="43"/>
                  </a:cubicBezTo>
                  <a:cubicBezTo>
                    <a:pt x="5" y="42"/>
                    <a:pt x="5" y="42"/>
                    <a:pt x="5" y="42"/>
                  </a:cubicBezTo>
                  <a:cubicBezTo>
                    <a:pt x="6" y="43"/>
                    <a:pt x="6" y="44"/>
                    <a:pt x="6" y="45"/>
                  </a:cubicBezTo>
                  <a:cubicBezTo>
                    <a:pt x="3" y="47"/>
                    <a:pt x="3" y="47"/>
                    <a:pt x="3" y="47"/>
                  </a:cubicBezTo>
                  <a:cubicBezTo>
                    <a:pt x="4" y="49"/>
                    <a:pt x="5" y="51"/>
                    <a:pt x="7" y="53"/>
                  </a:cubicBezTo>
                  <a:cubicBezTo>
                    <a:pt x="10" y="51"/>
                    <a:pt x="10" y="51"/>
                    <a:pt x="10" y="51"/>
                  </a:cubicBezTo>
                  <a:cubicBezTo>
                    <a:pt x="11" y="52"/>
                    <a:pt x="11" y="53"/>
                    <a:pt x="12" y="53"/>
                  </a:cubicBezTo>
                  <a:cubicBezTo>
                    <a:pt x="9" y="56"/>
                    <a:pt x="9" y="56"/>
                    <a:pt x="9" y="56"/>
                  </a:cubicBezTo>
                  <a:cubicBezTo>
                    <a:pt x="11" y="58"/>
                    <a:pt x="13" y="60"/>
                    <a:pt x="15" y="61"/>
                  </a:cubicBezTo>
                  <a:cubicBezTo>
                    <a:pt x="17" y="59"/>
                    <a:pt x="17" y="59"/>
                    <a:pt x="17" y="59"/>
                  </a:cubicBezTo>
                  <a:cubicBezTo>
                    <a:pt x="18" y="58"/>
                    <a:pt x="18" y="58"/>
                    <a:pt x="18" y="58"/>
                  </a:cubicBezTo>
                  <a:cubicBezTo>
                    <a:pt x="18" y="59"/>
                    <a:pt x="19" y="59"/>
                    <a:pt x="20" y="60"/>
                  </a:cubicBezTo>
                  <a:cubicBezTo>
                    <a:pt x="19" y="63"/>
                    <a:pt x="19" y="63"/>
                    <a:pt x="19" y="63"/>
                  </a:cubicBezTo>
                  <a:cubicBezTo>
                    <a:pt x="20" y="64"/>
                    <a:pt x="22" y="65"/>
                    <a:pt x="24" y="65"/>
                  </a:cubicBezTo>
                  <a:cubicBezTo>
                    <a:pt x="24" y="65"/>
                    <a:pt x="25" y="66"/>
                    <a:pt x="26" y="66"/>
                  </a:cubicBezTo>
                  <a:cubicBezTo>
                    <a:pt x="27" y="62"/>
                    <a:pt x="27" y="62"/>
                    <a:pt x="27" y="62"/>
                  </a:cubicBezTo>
                  <a:cubicBezTo>
                    <a:pt x="27" y="62"/>
                    <a:pt x="27" y="62"/>
                    <a:pt x="27" y="62"/>
                  </a:cubicBezTo>
                  <a:cubicBezTo>
                    <a:pt x="28" y="62"/>
                    <a:pt x="29" y="63"/>
                    <a:pt x="30" y="63"/>
                  </a:cubicBezTo>
                  <a:cubicBezTo>
                    <a:pt x="30" y="67"/>
                    <a:pt x="30" y="67"/>
                    <a:pt x="30" y="67"/>
                  </a:cubicBezTo>
                  <a:cubicBezTo>
                    <a:pt x="31" y="67"/>
                    <a:pt x="32" y="67"/>
                    <a:pt x="33" y="67"/>
                  </a:cubicBezTo>
                  <a:cubicBezTo>
                    <a:pt x="35" y="67"/>
                    <a:pt x="36" y="67"/>
                    <a:pt x="37" y="67"/>
                  </a:cubicBezTo>
                  <a:cubicBezTo>
                    <a:pt x="37" y="63"/>
                    <a:pt x="37" y="63"/>
                    <a:pt x="37" y="63"/>
                  </a:cubicBezTo>
                  <a:cubicBezTo>
                    <a:pt x="38" y="63"/>
                    <a:pt x="39" y="62"/>
                    <a:pt x="40" y="62"/>
                  </a:cubicBezTo>
                  <a:cubicBezTo>
                    <a:pt x="40" y="62"/>
                    <a:pt x="40" y="62"/>
                    <a:pt x="40" y="62"/>
                  </a:cubicBezTo>
                  <a:cubicBezTo>
                    <a:pt x="41" y="66"/>
                    <a:pt x="41" y="66"/>
                    <a:pt x="41" y="66"/>
                  </a:cubicBezTo>
                  <a:cubicBezTo>
                    <a:pt x="42" y="66"/>
                    <a:pt x="43" y="65"/>
                    <a:pt x="43" y="65"/>
                  </a:cubicBezTo>
                  <a:cubicBezTo>
                    <a:pt x="45" y="65"/>
                    <a:pt x="47" y="64"/>
                    <a:pt x="48" y="63"/>
                  </a:cubicBezTo>
                  <a:cubicBezTo>
                    <a:pt x="47" y="60"/>
                    <a:pt x="47" y="60"/>
                    <a:pt x="47" y="60"/>
                  </a:cubicBezTo>
                  <a:cubicBezTo>
                    <a:pt x="48" y="59"/>
                    <a:pt x="49" y="59"/>
                    <a:pt x="49" y="58"/>
                  </a:cubicBezTo>
                  <a:cubicBezTo>
                    <a:pt x="50" y="59"/>
                    <a:pt x="50" y="59"/>
                    <a:pt x="50" y="59"/>
                  </a:cubicBezTo>
                  <a:cubicBezTo>
                    <a:pt x="52" y="61"/>
                    <a:pt x="52" y="61"/>
                    <a:pt x="52" y="61"/>
                  </a:cubicBezTo>
                  <a:cubicBezTo>
                    <a:pt x="54" y="60"/>
                    <a:pt x="56" y="58"/>
                    <a:pt x="58" y="56"/>
                  </a:cubicBezTo>
                  <a:cubicBezTo>
                    <a:pt x="55" y="53"/>
                    <a:pt x="55" y="53"/>
                    <a:pt x="55" y="53"/>
                  </a:cubicBezTo>
                  <a:cubicBezTo>
                    <a:pt x="56" y="53"/>
                    <a:pt x="56" y="52"/>
                    <a:pt x="57" y="51"/>
                  </a:cubicBezTo>
                  <a:cubicBezTo>
                    <a:pt x="60" y="53"/>
                    <a:pt x="60" y="53"/>
                    <a:pt x="60" y="53"/>
                  </a:cubicBezTo>
                  <a:cubicBezTo>
                    <a:pt x="62" y="51"/>
                    <a:pt x="63" y="49"/>
                    <a:pt x="64" y="47"/>
                  </a:cubicBezTo>
                  <a:cubicBezTo>
                    <a:pt x="61" y="45"/>
                    <a:pt x="61" y="45"/>
                    <a:pt x="61" y="45"/>
                  </a:cubicBezTo>
                  <a:cubicBezTo>
                    <a:pt x="61" y="44"/>
                    <a:pt x="61" y="43"/>
                    <a:pt x="62" y="42"/>
                  </a:cubicBezTo>
                  <a:cubicBezTo>
                    <a:pt x="65" y="43"/>
                    <a:pt x="65" y="43"/>
                    <a:pt x="65" y="43"/>
                  </a:cubicBezTo>
                  <a:cubicBezTo>
                    <a:pt x="66" y="41"/>
                    <a:pt x="66" y="38"/>
                    <a:pt x="67" y="36"/>
                  </a:cubicBezTo>
                  <a:cubicBezTo>
                    <a:pt x="63" y="35"/>
                    <a:pt x="63" y="35"/>
                    <a:pt x="63" y="35"/>
                  </a:cubicBezTo>
                  <a:cubicBezTo>
                    <a:pt x="63" y="34"/>
                    <a:pt x="63" y="34"/>
                    <a:pt x="63" y="34"/>
                  </a:cubicBezTo>
                  <a:cubicBezTo>
                    <a:pt x="63" y="33"/>
                    <a:pt x="63" y="33"/>
                    <a:pt x="63" y="32"/>
                  </a:cubicBezTo>
                  <a:cubicBezTo>
                    <a:pt x="67" y="31"/>
                    <a:pt x="67" y="31"/>
                    <a:pt x="67" y="31"/>
                  </a:cubicBezTo>
                  <a:cubicBezTo>
                    <a:pt x="66" y="29"/>
                    <a:pt x="66" y="26"/>
                    <a:pt x="65" y="24"/>
                  </a:cubicBezTo>
                  <a:close/>
                  <a:moveTo>
                    <a:pt x="48" y="12"/>
                  </a:moveTo>
                  <a:cubicBezTo>
                    <a:pt x="49" y="12"/>
                    <a:pt x="49" y="13"/>
                    <a:pt x="50" y="14"/>
                  </a:cubicBezTo>
                  <a:cubicBezTo>
                    <a:pt x="52" y="15"/>
                    <a:pt x="54" y="17"/>
                    <a:pt x="55" y="19"/>
                  </a:cubicBezTo>
                  <a:cubicBezTo>
                    <a:pt x="50" y="22"/>
                    <a:pt x="50" y="22"/>
                    <a:pt x="50" y="22"/>
                  </a:cubicBezTo>
                  <a:cubicBezTo>
                    <a:pt x="43" y="26"/>
                    <a:pt x="43" y="26"/>
                    <a:pt x="43" y="26"/>
                  </a:cubicBezTo>
                  <a:cubicBezTo>
                    <a:pt x="40" y="28"/>
                    <a:pt x="40" y="28"/>
                    <a:pt x="40" y="28"/>
                  </a:cubicBezTo>
                  <a:cubicBezTo>
                    <a:pt x="39" y="28"/>
                    <a:pt x="39" y="28"/>
                    <a:pt x="39" y="28"/>
                  </a:cubicBezTo>
                  <a:cubicBezTo>
                    <a:pt x="39" y="28"/>
                    <a:pt x="39" y="28"/>
                    <a:pt x="39" y="28"/>
                  </a:cubicBezTo>
                  <a:cubicBezTo>
                    <a:pt x="40" y="25"/>
                    <a:pt x="40" y="25"/>
                    <a:pt x="40" y="25"/>
                  </a:cubicBezTo>
                  <a:cubicBezTo>
                    <a:pt x="43" y="20"/>
                    <a:pt x="43" y="20"/>
                    <a:pt x="43" y="20"/>
                  </a:cubicBezTo>
                  <a:lnTo>
                    <a:pt x="48" y="12"/>
                  </a:lnTo>
                  <a:close/>
                  <a:moveTo>
                    <a:pt x="35" y="8"/>
                  </a:moveTo>
                  <a:cubicBezTo>
                    <a:pt x="37" y="8"/>
                    <a:pt x="38" y="8"/>
                    <a:pt x="40" y="8"/>
                  </a:cubicBezTo>
                  <a:cubicBezTo>
                    <a:pt x="41" y="9"/>
                    <a:pt x="42" y="9"/>
                    <a:pt x="43" y="9"/>
                  </a:cubicBezTo>
                  <a:cubicBezTo>
                    <a:pt x="44" y="10"/>
                    <a:pt x="44" y="10"/>
                    <a:pt x="45" y="10"/>
                  </a:cubicBezTo>
                  <a:cubicBezTo>
                    <a:pt x="43" y="14"/>
                    <a:pt x="43" y="14"/>
                    <a:pt x="43" y="14"/>
                  </a:cubicBezTo>
                  <a:cubicBezTo>
                    <a:pt x="40" y="19"/>
                    <a:pt x="40" y="19"/>
                    <a:pt x="40" y="19"/>
                  </a:cubicBezTo>
                  <a:cubicBezTo>
                    <a:pt x="36" y="26"/>
                    <a:pt x="36" y="26"/>
                    <a:pt x="36" y="26"/>
                  </a:cubicBezTo>
                  <a:cubicBezTo>
                    <a:pt x="36" y="26"/>
                    <a:pt x="35" y="26"/>
                    <a:pt x="35" y="26"/>
                  </a:cubicBezTo>
                  <a:lnTo>
                    <a:pt x="35" y="8"/>
                  </a:lnTo>
                  <a:close/>
                  <a:moveTo>
                    <a:pt x="24" y="9"/>
                  </a:moveTo>
                  <a:cubicBezTo>
                    <a:pt x="25" y="9"/>
                    <a:pt x="26" y="9"/>
                    <a:pt x="27" y="8"/>
                  </a:cubicBezTo>
                  <a:cubicBezTo>
                    <a:pt x="29" y="8"/>
                    <a:pt x="30" y="8"/>
                    <a:pt x="32" y="8"/>
                  </a:cubicBezTo>
                  <a:cubicBezTo>
                    <a:pt x="32" y="26"/>
                    <a:pt x="32" y="26"/>
                    <a:pt x="32" y="26"/>
                  </a:cubicBezTo>
                  <a:cubicBezTo>
                    <a:pt x="32" y="26"/>
                    <a:pt x="31" y="26"/>
                    <a:pt x="31" y="26"/>
                  </a:cubicBezTo>
                  <a:cubicBezTo>
                    <a:pt x="27" y="19"/>
                    <a:pt x="27" y="19"/>
                    <a:pt x="27" y="19"/>
                  </a:cubicBezTo>
                  <a:cubicBezTo>
                    <a:pt x="24" y="14"/>
                    <a:pt x="24" y="14"/>
                    <a:pt x="24" y="14"/>
                  </a:cubicBezTo>
                  <a:cubicBezTo>
                    <a:pt x="22" y="10"/>
                    <a:pt x="22" y="10"/>
                    <a:pt x="22" y="10"/>
                  </a:cubicBezTo>
                  <a:cubicBezTo>
                    <a:pt x="23" y="10"/>
                    <a:pt x="23" y="10"/>
                    <a:pt x="24" y="9"/>
                  </a:cubicBezTo>
                  <a:close/>
                  <a:moveTo>
                    <a:pt x="17" y="14"/>
                  </a:moveTo>
                  <a:cubicBezTo>
                    <a:pt x="18" y="13"/>
                    <a:pt x="18" y="12"/>
                    <a:pt x="19" y="12"/>
                  </a:cubicBezTo>
                  <a:cubicBezTo>
                    <a:pt x="24" y="20"/>
                    <a:pt x="24" y="20"/>
                    <a:pt x="24" y="20"/>
                  </a:cubicBezTo>
                  <a:cubicBezTo>
                    <a:pt x="27" y="25"/>
                    <a:pt x="27" y="25"/>
                    <a:pt x="27" y="25"/>
                  </a:cubicBezTo>
                  <a:cubicBezTo>
                    <a:pt x="28" y="28"/>
                    <a:pt x="28" y="28"/>
                    <a:pt x="28" y="28"/>
                  </a:cubicBezTo>
                  <a:cubicBezTo>
                    <a:pt x="28" y="28"/>
                    <a:pt x="28" y="28"/>
                    <a:pt x="27" y="28"/>
                  </a:cubicBezTo>
                  <a:cubicBezTo>
                    <a:pt x="27" y="28"/>
                    <a:pt x="27" y="28"/>
                    <a:pt x="27" y="28"/>
                  </a:cubicBezTo>
                  <a:cubicBezTo>
                    <a:pt x="24" y="26"/>
                    <a:pt x="24" y="26"/>
                    <a:pt x="24" y="26"/>
                  </a:cubicBezTo>
                  <a:cubicBezTo>
                    <a:pt x="17" y="22"/>
                    <a:pt x="17" y="22"/>
                    <a:pt x="17" y="22"/>
                  </a:cubicBezTo>
                  <a:cubicBezTo>
                    <a:pt x="12" y="19"/>
                    <a:pt x="12" y="19"/>
                    <a:pt x="12" y="19"/>
                  </a:cubicBezTo>
                  <a:cubicBezTo>
                    <a:pt x="13" y="17"/>
                    <a:pt x="15" y="15"/>
                    <a:pt x="17" y="14"/>
                  </a:cubicBezTo>
                  <a:close/>
                  <a:moveTo>
                    <a:pt x="10" y="22"/>
                  </a:moveTo>
                  <a:cubicBezTo>
                    <a:pt x="17" y="26"/>
                    <a:pt x="17" y="26"/>
                    <a:pt x="17" y="26"/>
                  </a:cubicBezTo>
                  <a:cubicBezTo>
                    <a:pt x="24" y="30"/>
                    <a:pt x="24" y="30"/>
                    <a:pt x="24" y="30"/>
                  </a:cubicBezTo>
                  <a:cubicBezTo>
                    <a:pt x="26" y="31"/>
                    <a:pt x="26" y="31"/>
                    <a:pt x="26" y="31"/>
                  </a:cubicBezTo>
                  <a:cubicBezTo>
                    <a:pt x="26" y="31"/>
                    <a:pt x="26" y="32"/>
                    <a:pt x="26" y="32"/>
                  </a:cubicBezTo>
                  <a:cubicBezTo>
                    <a:pt x="24" y="32"/>
                    <a:pt x="24" y="32"/>
                    <a:pt x="24" y="32"/>
                  </a:cubicBezTo>
                  <a:cubicBezTo>
                    <a:pt x="17" y="32"/>
                    <a:pt x="17" y="32"/>
                    <a:pt x="17" y="32"/>
                  </a:cubicBezTo>
                  <a:cubicBezTo>
                    <a:pt x="8" y="32"/>
                    <a:pt x="8" y="32"/>
                    <a:pt x="8" y="32"/>
                  </a:cubicBezTo>
                  <a:cubicBezTo>
                    <a:pt x="8" y="28"/>
                    <a:pt x="9" y="25"/>
                    <a:pt x="10" y="22"/>
                  </a:cubicBezTo>
                  <a:close/>
                  <a:moveTo>
                    <a:pt x="8" y="35"/>
                  </a:moveTo>
                  <a:cubicBezTo>
                    <a:pt x="17" y="35"/>
                    <a:pt x="17" y="35"/>
                    <a:pt x="17" y="35"/>
                  </a:cubicBezTo>
                  <a:cubicBezTo>
                    <a:pt x="24" y="35"/>
                    <a:pt x="24" y="35"/>
                    <a:pt x="24" y="35"/>
                  </a:cubicBezTo>
                  <a:cubicBezTo>
                    <a:pt x="26" y="35"/>
                    <a:pt x="26" y="35"/>
                    <a:pt x="26" y="35"/>
                  </a:cubicBezTo>
                  <a:cubicBezTo>
                    <a:pt x="26" y="35"/>
                    <a:pt x="26" y="36"/>
                    <a:pt x="26" y="36"/>
                  </a:cubicBezTo>
                  <a:cubicBezTo>
                    <a:pt x="24" y="37"/>
                    <a:pt x="24" y="37"/>
                    <a:pt x="24" y="37"/>
                  </a:cubicBezTo>
                  <a:cubicBezTo>
                    <a:pt x="17" y="41"/>
                    <a:pt x="17" y="41"/>
                    <a:pt x="17" y="41"/>
                  </a:cubicBezTo>
                  <a:cubicBezTo>
                    <a:pt x="10" y="45"/>
                    <a:pt x="10" y="45"/>
                    <a:pt x="10" y="45"/>
                  </a:cubicBezTo>
                  <a:cubicBezTo>
                    <a:pt x="9" y="42"/>
                    <a:pt x="8" y="39"/>
                    <a:pt x="8" y="35"/>
                  </a:cubicBezTo>
                  <a:close/>
                  <a:moveTo>
                    <a:pt x="19" y="55"/>
                  </a:moveTo>
                  <a:cubicBezTo>
                    <a:pt x="18" y="55"/>
                    <a:pt x="18" y="54"/>
                    <a:pt x="17" y="53"/>
                  </a:cubicBezTo>
                  <a:cubicBezTo>
                    <a:pt x="15" y="52"/>
                    <a:pt x="13" y="50"/>
                    <a:pt x="12" y="48"/>
                  </a:cubicBezTo>
                  <a:cubicBezTo>
                    <a:pt x="17" y="45"/>
                    <a:pt x="17" y="45"/>
                    <a:pt x="17" y="45"/>
                  </a:cubicBezTo>
                  <a:cubicBezTo>
                    <a:pt x="24" y="41"/>
                    <a:pt x="24" y="41"/>
                    <a:pt x="24" y="41"/>
                  </a:cubicBezTo>
                  <a:cubicBezTo>
                    <a:pt x="27" y="39"/>
                    <a:pt x="27" y="39"/>
                    <a:pt x="27" y="39"/>
                  </a:cubicBezTo>
                  <a:cubicBezTo>
                    <a:pt x="27" y="39"/>
                    <a:pt x="27" y="39"/>
                    <a:pt x="27" y="39"/>
                  </a:cubicBezTo>
                  <a:cubicBezTo>
                    <a:pt x="28" y="39"/>
                    <a:pt x="28" y="39"/>
                    <a:pt x="28" y="40"/>
                  </a:cubicBezTo>
                  <a:cubicBezTo>
                    <a:pt x="27" y="42"/>
                    <a:pt x="27" y="42"/>
                    <a:pt x="27" y="42"/>
                  </a:cubicBezTo>
                  <a:cubicBezTo>
                    <a:pt x="24" y="47"/>
                    <a:pt x="24" y="47"/>
                    <a:pt x="24" y="47"/>
                  </a:cubicBezTo>
                  <a:lnTo>
                    <a:pt x="19" y="55"/>
                  </a:lnTo>
                  <a:close/>
                  <a:moveTo>
                    <a:pt x="32" y="59"/>
                  </a:moveTo>
                  <a:cubicBezTo>
                    <a:pt x="30" y="59"/>
                    <a:pt x="29" y="59"/>
                    <a:pt x="27" y="59"/>
                  </a:cubicBezTo>
                  <a:cubicBezTo>
                    <a:pt x="26" y="58"/>
                    <a:pt x="25" y="58"/>
                    <a:pt x="24" y="58"/>
                  </a:cubicBezTo>
                  <a:cubicBezTo>
                    <a:pt x="23" y="57"/>
                    <a:pt x="23" y="57"/>
                    <a:pt x="22" y="57"/>
                  </a:cubicBezTo>
                  <a:cubicBezTo>
                    <a:pt x="24" y="53"/>
                    <a:pt x="24" y="53"/>
                    <a:pt x="24" y="53"/>
                  </a:cubicBezTo>
                  <a:cubicBezTo>
                    <a:pt x="27" y="48"/>
                    <a:pt x="27" y="48"/>
                    <a:pt x="27" y="48"/>
                  </a:cubicBezTo>
                  <a:cubicBezTo>
                    <a:pt x="31" y="41"/>
                    <a:pt x="31" y="41"/>
                    <a:pt x="31" y="41"/>
                  </a:cubicBezTo>
                  <a:cubicBezTo>
                    <a:pt x="31" y="41"/>
                    <a:pt x="32" y="41"/>
                    <a:pt x="32" y="41"/>
                  </a:cubicBezTo>
                  <a:lnTo>
                    <a:pt x="32" y="59"/>
                  </a:lnTo>
                  <a:close/>
                  <a:moveTo>
                    <a:pt x="28" y="34"/>
                  </a:moveTo>
                  <a:cubicBezTo>
                    <a:pt x="28" y="31"/>
                    <a:pt x="31" y="28"/>
                    <a:pt x="33" y="28"/>
                  </a:cubicBezTo>
                  <a:cubicBezTo>
                    <a:pt x="36" y="28"/>
                    <a:pt x="39" y="31"/>
                    <a:pt x="39" y="34"/>
                  </a:cubicBezTo>
                  <a:cubicBezTo>
                    <a:pt x="39" y="36"/>
                    <a:pt x="36" y="39"/>
                    <a:pt x="33" y="39"/>
                  </a:cubicBezTo>
                  <a:cubicBezTo>
                    <a:pt x="31" y="39"/>
                    <a:pt x="28" y="36"/>
                    <a:pt x="28" y="34"/>
                  </a:cubicBezTo>
                  <a:close/>
                  <a:moveTo>
                    <a:pt x="43" y="58"/>
                  </a:moveTo>
                  <a:cubicBezTo>
                    <a:pt x="42" y="58"/>
                    <a:pt x="41" y="58"/>
                    <a:pt x="40" y="59"/>
                  </a:cubicBezTo>
                  <a:cubicBezTo>
                    <a:pt x="38" y="59"/>
                    <a:pt x="37" y="59"/>
                    <a:pt x="35" y="59"/>
                  </a:cubicBezTo>
                  <a:cubicBezTo>
                    <a:pt x="35" y="41"/>
                    <a:pt x="35" y="41"/>
                    <a:pt x="35" y="41"/>
                  </a:cubicBezTo>
                  <a:cubicBezTo>
                    <a:pt x="35" y="41"/>
                    <a:pt x="36" y="41"/>
                    <a:pt x="36" y="41"/>
                  </a:cubicBezTo>
                  <a:cubicBezTo>
                    <a:pt x="40" y="48"/>
                    <a:pt x="40" y="48"/>
                    <a:pt x="40" y="48"/>
                  </a:cubicBezTo>
                  <a:cubicBezTo>
                    <a:pt x="43" y="53"/>
                    <a:pt x="43" y="53"/>
                    <a:pt x="43" y="53"/>
                  </a:cubicBezTo>
                  <a:cubicBezTo>
                    <a:pt x="45" y="57"/>
                    <a:pt x="45" y="57"/>
                    <a:pt x="45" y="57"/>
                  </a:cubicBezTo>
                  <a:cubicBezTo>
                    <a:pt x="44" y="57"/>
                    <a:pt x="44" y="57"/>
                    <a:pt x="43" y="58"/>
                  </a:cubicBezTo>
                  <a:close/>
                  <a:moveTo>
                    <a:pt x="50" y="53"/>
                  </a:moveTo>
                  <a:cubicBezTo>
                    <a:pt x="49" y="54"/>
                    <a:pt x="49" y="55"/>
                    <a:pt x="48" y="55"/>
                  </a:cubicBezTo>
                  <a:cubicBezTo>
                    <a:pt x="43" y="47"/>
                    <a:pt x="43" y="47"/>
                    <a:pt x="43" y="47"/>
                  </a:cubicBezTo>
                  <a:cubicBezTo>
                    <a:pt x="40" y="42"/>
                    <a:pt x="40" y="42"/>
                    <a:pt x="40" y="42"/>
                  </a:cubicBezTo>
                  <a:cubicBezTo>
                    <a:pt x="39" y="40"/>
                    <a:pt x="39" y="40"/>
                    <a:pt x="39" y="40"/>
                  </a:cubicBezTo>
                  <a:cubicBezTo>
                    <a:pt x="39" y="39"/>
                    <a:pt x="39" y="39"/>
                    <a:pt x="39" y="39"/>
                  </a:cubicBezTo>
                  <a:cubicBezTo>
                    <a:pt x="40" y="39"/>
                    <a:pt x="40" y="39"/>
                    <a:pt x="40" y="39"/>
                  </a:cubicBezTo>
                  <a:cubicBezTo>
                    <a:pt x="43" y="41"/>
                    <a:pt x="43" y="41"/>
                    <a:pt x="43" y="41"/>
                  </a:cubicBezTo>
                  <a:cubicBezTo>
                    <a:pt x="50" y="45"/>
                    <a:pt x="50" y="45"/>
                    <a:pt x="50" y="45"/>
                  </a:cubicBezTo>
                  <a:cubicBezTo>
                    <a:pt x="55" y="48"/>
                    <a:pt x="55" y="48"/>
                    <a:pt x="55" y="48"/>
                  </a:cubicBezTo>
                  <a:cubicBezTo>
                    <a:pt x="54" y="50"/>
                    <a:pt x="52" y="52"/>
                    <a:pt x="50" y="53"/>
                  </a:cubicBezTo>
                  <a:close/>
                  <a:moveTo>
                    <a:pt x="57" y="45"/>
                  </a:moveTo>
                  <a:cubicBezTo>
                    <a:pt x="50" y="41"/>
                    <a:pt x="50" y="41"/>
                    <a:pt x="50" y="41"/>
                  </a:cubicBezTo>
                  <a:cubicBezTo>
                    <a:pt x="43" y="37"/>
                    <a:pt x="43" y="37"/>
                    <a:pt x="43" y="37"/>
                  </a:cubicBezTo>
                  <a:cubicBezTo>
                    <a:pt x="41" y="36"/>
                    <a:pt x="41" y="36"/>
                    <a:pt x="41" y="36"/>
                  </a:cubicBezTo>
                  <a:cubicBezTo>
                    <a:pt x="41" y="36"/>
                    <a:pt x="41" y="35"/>
                    <a:pt x="41" y="35"/>
                  </a:cubicBezTo>
                  <a:cubicBezTo>
                    <a:pt x="43" y="35"/>
                    <a:pt x="43" y="35"/>
                    <a:pt x="43" y="35"/>
                  </a:cubicBezTo>
                  <a:cubicBezTo>
                    <a:pt x="50" y="35"/>
                    <a:pt x="50" y="35"/>
                    <a:pt x="50" y="35"/>
                  </a:cubicBezTo>
                  <a:cubicBezTo>
                    <a:pt x="59" y="35"/>
                    <a:pt x="59" y="35"/>
                    <a:pt x="59" y="35"/>
                  </a:cubicBezTo>
                  <a:cubicBezTo>
                    <a:pt x="59" y="39"/>
                    <a:pt x="58" y="42"/>
                    <a:pt x="57" y="45"/>
                  </a:cubicBezTo>
                  <a:close/>
                  <a:moveTo>
                    <a:pt x="50" y="32"/>
                  </a:moveTo>
                  <a:cubicBezTo>
                    <a:pt x="43" y="32"/>
                    <a:pt x="43" y="32"/>
                    <a:pt x="43" y="32"/>
                  </a:cubicBezTo>
                  <a:cubicBezTo>
                    <a:pt x="41" y="32"/>
                    <a:pt x="41" y="32"/>
                    <a:pt x="41" y="32"/>
                  </a:cubicBezTo>
                  <a:cubicBezTo>
                    <a:pt x="41" y="32"/>
                    <a:pt x="41" y="31"/>
                    <a:pt x="41" y="31"/>
                  </a:cubicBezTo>
                  <a:cubicBezTo>
                    <a:pt x="43" y="30"/>
                    <a:pt x="43" y="30"/>
                    <a:pt x="43" y="30"/>
                  </a:cubicBezTo>
                  <a:cubicBezTo>
                    <a:pt x="50" y="26"/>
                    <a:pt x="50" y="26"/>
                    <a:pt x="50" y="26"/>
                  </a:cubicBezTo>
                  <a:cubicBezTo>
                    <a:pt x="57" y="22"/>
                    <a:pt x="57" y="22"/>
                    <a:pt x="57" y="22"/>
                  </a:cubicBezTo>
                  <a:cubicBezTo>
                    <a:pt x="58" y="25"/>
                    <a:pt x="59" y="28"/>
                    <a:pt x="59" y="32"/>
                  </a:cubicBezTo>
                  <a:lnTo>
                    <a:pt x="50" y="32"/>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4" name="Google Shape;524;p45"/>
            <p:cNvSpPr/>
            <p:nvPr/>
          </p:nvSpPr>
          <p:spPr>
            <a:xfrm>
              <a:off x="3754438" y="2366963"/>
              <a:ext cx="296863" cy="296863"/>
            </a:xfrm>
            <a:custGeom>
              <a:avLst/>
              <a:gdLst/>
              <a:ahLst/>
              <a:cxnLst/>
              <a:rect l="l" t="t" r="r" b="b"/>
              <a:pathLst>
                <a:path w="79" h="79" extrusionOk="0">
                  <a:moveTo>
                    <a:pt x="59" y="74"/>
                  </a:moveTo>
                  <a:cubicBezTo>
                    <a:pt x="61" y="73"/>
                    <a:pt x="62" y="71"/>
                    <a:pt x="64" y="70"/>
                  </a:cubicBezTo>
                  <a:cubicBezTo>
                    <a:pt x="60" y="64"/>
                    <a:pt x="60" y="64"/>
                    <a:pt x="60" y="64"/>
                  </a:cubicBezTo>
                  <a:cubicBezTo>
                    <a:pt x="61" y="63"/>
                    <a:pt x="62" y="61"/>
                    <a:pt x="63" y="60"/>
                  </a:cubicBezTo>
                  <a:cubicBezTo>
                    <a:pt x="70" y="64"/>
                    <a:pt x="70" y="64"/>
                    <a:pt x="70" y="64"/>
                  </a:cubicBezTo>
                  <a:cubicBezTo>
                    <a:pt x="71" y="62"/>
                    <a:pt x="72" y="61"/>
                    <a:pt x="73" y="59"/>
                  </a:cubicBezTo>
                  <a:cubicBezTo>
                    <a:pt x="74" y="57"/>
                    <a:pt x="75" y="56"/>
                    <a:pt x="76" y="54"/>
                  </a:cubicBezTo>
                  <a:cubicBezTo>
                    <a:pt x="69" y="50"/>
                    <a:pt x="69" y="50"/>
                    <a:pt x="69" y="50"/>
                  </a:cubicBezTo>
                  <a:cubicBezTo>
                    <a:pt x="70" y="48"/>
                    <a:pt x="70" y="47"/>
                    <a:pt x="71" y="45"/>
                  </a:cubicBezTo>
                  <a:cubicBezTo>
                    <a:pt x="78" y="45"/>
                    <a:pt x="78" y="45"/>
                    <a:pt x="78" y="45"/>
                  </a:cubicBezTo>
                  <a:cubicBezTo>
                    <a:pt x="79" y="43"/>
                    <a:pt x="79" y="41"/>
                    <a:pt x="79" y="39"/>
                  </a:cubicBezTo>
                  <a:cubicBezTo>
                    <a:pt x="79" y="37"/>
                    <a:pt x="79" y="35"/>
                    <a:pt x="78" y="33"/>
                  </a:cubicBezTo>
                  <a:cubicBezTo>
                    <a:pt x="71" y="33"/>
                    <a:pt x="71" y="33"/>
                    <a:pt x="71" y="33"/>
                  </a:cubicBezTo>
                  <a:cubicBezTo>
                    <a:pt x="70" y="32"/>
                    <a:pt x="70" y="30"/>
                    <a:pt x="69" y="29"/>
                  </a:cubicBezTo>
                  <a:cubicBezTo>
                    <a:pt x="76" y="25"/>
                    <a:pt x="76" y="25"/>
                    <a:pt x="76" y="25"/>
                  </a:cubicBezTo>
                  <a:cubicBezTo>
                    <a:pt x="75" y="23"/>
                    <a:pt x="74" y="21"/>
                    <a:pt x="73" y="19"/>
                  </a:cubicBezTo>
                  <a:cubicBezTo>
                    <a:pt x="72" y="18"/>
                    <a:pt x="71" y="16"/>
                    <a:pt x="70" y="15"/>
                  </a:cubicBezTo>
                  <a:cubicBezTo>
                    <a:pt x="63" y="18"/>
                    <a:pt x="63" y="18"/>
                    <a:pt x="63" y="18"/>
                  </a:cubicBezTo>
                  <a:cubicBezTo>
                    <a:pt x="62" y="17"/>
                    <a:pt x="61" y="16"/>
                    <a:pt x="60" y="15"/>
                  </a:cubicBezTo>
                  <a:cubicBezTo>
                    <a:pt x="64" y="8"/>
                    <a:pt x="64" y="8"/>
                    <a:pt x="64" y="8"/>
                  </a:cubicBezTo>
                  <a:cubicBezTo>
                    <a:pt x="62" y="7"/>
                    <a:pt x="61" y="6"/>
                    <a:pt x="59" y="5"/>
                  </a:cubicBezTo>
                  <a:cubicBezTo>
                    <a:pt x="57" y="4"/>
                    <a:pt x="55" y="3"/>
                    <a:pt x="54" y="2"/>
                  </a:cubicBezTo>
                  <a:cubicBezTo>
                    <a:pt x="50" y="9"/>
                    <a:pt x="50" y="9"/>
                    <a:pt x="50" y="9"/>
                  </a:cubicBezTo>
                  <a:cubicBezTo>
                    <a:pt x="48" y="8"/>
                    <a:pt x="47" y="8"/>
                    <a:pt x="45" y="8"/>
                  </a:cubicBezTo>
                  <a:cubicBezTo>
                    <a:pt x="45" y="0"/>
                    <a:pt x="45" y="0"/>
                    <a:pt x="45" y="0"/>
                  </a:cubicBezTo>
                  <a:cubicBezTo>
                    <a:pt x="43" y="0"/>
                    <a:pt x="41" y="0"/>
                    <a:pt x="39" y="0"/>
                  </a:cubicBezTo>
                  <a:cubicBezTo>
                    <a:pt x="37" y="0"/>
                    <a:pt x="35" y="0"/>
                    <a:pt x="33" y="0"/>
                  </a:cubicBezTo>
                  <a:cubicBezTo>
                    <a:pt x="33" y="8"/>
                    <a:pt x="33" y="8"/>
                    <a:pt x="33" y="8"/>
                  </a:cubicBezTo>
                  <a:cubicBezTo>
                    <a:pt x="32" y="8"/>
                    <a:pt x="30" y="8"/>
                    <a:pt x="28" y="9"/>
                  </a:cubicBezTo>
                  <a:cubicBezTo>
                    <a:pt x="25" y="2"/>
                    <a:pt x="25" y="2"/>
                    <a:pt x="25" y="2"/>
                  </a:cubicBezTo>
                  <a:cubicBezTo>
                    <a:pt x="23" y="3"/>
                    <a:pt x="21" y="4"/>
                    <a:pt x="19" y="5"/>
                  </a:cubicBezTo>
                  <a:cubicBezTo>
                    <a:pt x="18" y="6"/>
                    <a:pt x="16" y="7"/>
                    <a:pt x="14" y="8"/>
                  </a:cubicBezTo>
                  <a:cubicBezTo>
                    <a:pt x="18" y="15"/>
                    <a:pt x="18" y="15"/>
                    <a:pt x="18" y="15"/>
                  </a:cubicBezTo>
                  <a:cubicBezTo>
                    <a:pt x="17" y="16"/>
                    <a:pt x="16" y="17"/>
                    <a:pt x="15" y="18"/>
                  </a:cubicBezTo>
                  <a:cubicBezTo>
                    <a:pt x="8" y="15"/>
                    <a:pt x="8" y="15"/>
                    <a:pt x="8" y="15"/>
                  </a:cubicBezTo>
                  <a:cubicBezTo>
                    <a:pt x="7" y="16"/>
                    <a:pt x="6" y="18"/>
                    <a:pt x="5" y="19"/>
                  </a:cubicBezTo>
                  <a:cubicBezTo>
                    <a:pt x="4" y="21"/>
                    <a:pt x="3" y="23"/>
                    <a:pt x="2" y="25"/>
                  </a:cubicBezTo>
                  <a:cubicBezTo>
                    <a:pt x="9" y="29"/>
                    <a:pt x="9" y="29"/>
                    <a:pt x="9" y="29"/>
                  </a:cubicBezTo>
                  <a:cubicBezTo>
                    <a:pt x="8" y="30"/>
                    <a:pt x="8" y="32"/>
                    <a:pt x="8" y="33"/>
                  </a:cubicBezTo>
                  <a:cubicBezTo>
                    <a:pt x="0" y="33"/>
                    <a:pt x="0" y="33"/>
                    <a:pt x="0" y="33"/>
                  </a:cubicBezTo>
                  <a:cubicBezTo>
                    <a:pt x="0" y="35"/>
                    <a:pt x="0" y="37"/>
                    <a:pt x="0" y="39"/>
                  </a:cubicBezTo>
                  <a:cubicBezTo>
                    <a:pt x="0" y="41"/>
                    <a:pt x="0" y="43"/>
                    <a:pt x="0" y="45"/>
                  </a:cubicBezTo>
                  <a:cubicBezTo>
                    <a:pt x="8" y="45"/>
                    <a:pt x="8" y="45"/>
                    <a:pt x="8" y="45"/>
                  </a:cubicBezTo>
                  <a:cubicBezTo>
                    <a:pt x="8" y="47"/>
                    <a:pt x="8" y="48"/>
                    <a:pt x="9" y="50"/>
                  </a:cubicBezTo>
                  <a:cubicBezTo>
                    <a:pt x="2" y="54"/>
                    <a:pt x="2" y="54"/>
                    <a:pt x="2" y="54"/>
                  </a:cubicBezTo>
                  <a:cubicBezTo>
                    <a:pt x="3" y="56"/>
                    <a:pt x="4" y="57"/>
                    <a:pt x="5" y="59"/>
                  </a:cubicBezTo>
                  <a:cubicBezTo>
                    <a:pt x="6" y="61"/>
                    <a:pt x="7" y="62"/>
                    <a:pt x="8" y="64"/>
                  </a:cubicBezTo>
                  <a:cubicBezTo>
                    <a:pt x="15" y="60"/>
                    <a:pt x="15" y="60"/>
                    <a:pt x="15" y="60"/>
                  </a:cubicBezTo>
                  <a:cubicBezTo>
                    <a:pt x="16" y="61"/>
                    <a:pt x="17" y="63"/>
                    <a:pt x="18" y="64"/>
                  </a:cubicBezTo>
                  <a:cubicBezTo>
                    <a:pt x="14" y="70"/>
                    <a:pt x="14" y="70"/>
                    <a:pt x="14" y="70"/>
                  </a:cubicBezTo>
                  <a:cubicBezTo>
                    <a:pt x="16" y="71"/>
                    <a:pt x="18" y="73"/>
                    <a:pt x="19" y="74"/>
                  </a:cubicBezTo>
                  <a:cubicBezTo>
                    <a:pt x="21" y="75"/>
                    <a:pt x="23" y="75"/>
                    <a:pt x="25" y="76"/>
                  </a:cubicBezTo>
                  <a:cubicBezTo>
                    <a:pt x="28" y="69"/>
                    <a:pt x="28" y="69"/>
                    <a:pt x="28" y="69"/>
                  </a:cubicBezTo>
                  <a:cubicBezTo>
                    <a:pt x="30" y="70"/>
                    <a:pt x="32" y="70"/>
                    <a:pt x="33" y="71"/>
                  </a:cubicBezTo>
                  <a:cubicBezTo>
                    <a:pt x="33" y="78"/>
                    <a:pt x="33" y="78"/>
                    <a:pt x="33" y="78"/>
                  </a:cubicBezTo>
                  <a:cubicBezTo>
                    <a:pt x="35" y="79"/>
                    <a:pt x="37" y="79"/>
                    <a:pt x="39" y="79"/>
                  </a:cubicBezTo>
                  <a:cubicBezTo>
                    <a:pt x="41" y="79"/>
                    <a:pt x="43" y="79"/>
                    <a:pt x="45" y="78"/>
                  </a:cubicBezTo>
                  <a:cubicBezTo>
                    <a:pt x="45" y="71"/>
                    <a:pt x="45" y="71"/>
                    <a:pt x="45" y="71"/>
                  </a:cubicBezTo>
                  <a:cubicBezTo>
                    <a:pt x="47" y="70"/>
                    <a:pt x="48" y="70"/>
                    <a:pt x="50" y="69"/>
                  </a:cubicBezTo>
                  <a:cubicBezTo>
                    <a:pt x="54" y="76"/>
                    <a:pt x="54" y="76"/>
                    <a:pt x="54" y="76"/>
                  </a:cubicBezTo>
                  <a:cubicBezTo>
                    <a:pt x="55" y="75"/>
                    <a:pt x="57" y="75"/>
                    <a:pt x="59" y="74"/>
                  </a:cubicBezTo>
                  <a:close/>
                  <a:moveTo>
                    <a:pt x="52" y="58"/>
                  </a:moveTo>
                  <a:cubicBezTo>
                    <a:pt x="52" y="58"/>
                    <a:pt x="52" y="58"/>
                    <a:pt x="52" y="58"/>
                  </a:cubicBezTo>
                  <a:cubicBezTo>
                    <a:pt x="52" y="58"/>
                    <a:pt x="52" y="58"/>
                    <a:pt x="52" y="58"/>
                  </a:cubicBezTo>
                  <a:cubicBezTo>
                    <a:pt x="52" y="58"/>
                    <a:pt x="52" y="58"/>
                    <a:pt x="52" y="58"/>
                  </a:cubicBezTo>
                  <a:cubicBezTo>
                    <a:pt x="52" y="58"/>
                    <a:pt x="52" y="58"/>
                    <a:pt x="52" y="58"/>
                  </a:cubicBezTo>
                  <a:cubicBezTo>
                    <a:pt x="52" y="58"/>
                    <a:pt x="52" y="58"/>
                    <a:pt x="52" y="58"/>
                  </a:cubicBezTo>
                  <a:cubicBezTo>
                    <a:pt x="52" y="58"/>
                    <a:pt x="51" y="59"/>
                    <a:pt x="50" y="59"/>
                  </a:cubicBezTo>
                  <a:cubicBezTo>
                    <a:pt x="49" y="60"/>
                    <a:pt x="47" y="61"/>
                    <a:pt x="45" y="61"/>
                  </a:cubicBezTo>
                  <a:cubicBezTo>
                    <a:pt x="45" y="61"/>
                    <a:pt x="45" y="61"/>
                    <a:pt x="45" y="61"/>
                  </a:cubicBezTo>
                  <a:cubicBezTo>
                    <a:pt x="45" y="61"/>
                    <a:pt x="45" y="61"/>
                    <a:pt x="45" y="61"/>
                  </a:cubicBezTo>
                  <a:cubicBezTo>
                    <a:pt x="45" y="61"/>
                    <a:pt x="45" y="61"/>
                    <a:pt x="45" y="61"/>
                  </a:cubicBezTo>
                  <a:cubicBezTo>
                    <a:pt x="44" y="61"/>
                    <a:pt x="44" y="62"/>
                    <a:pt x="43" y="62"/>
                  </a:cubicBezTo>
                  <a:cubicBezTo>
                    <a:pt x="43" y="62"/>
                    <a:pt x="43" y="62"/>
                    <a:pt x="43"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39" y="62"/>
                    <a:pt x="39" y="62"/>
                    <a:pt x="39" y="62"/>
                  </a:cubicBezTo>
                  <a:cubicBezTo>
                    <a:pt x="39" y="62"/>
                    <a:pt x="39" y="62"/>
                    <a:pt x="39" y="62"/>
                  </a:cubicBezTo>
                  <a:cubicBezTo>
                    <a:pt x="39" y="62"/>
                    <a:pt x="39" y="62"/>
                    <a:pt x="39" y="62"/>
                  </a:cubicBezTo>
                  <a:cubicBezTo>
                    <a:pt x="39" y="62"/>
                    <a:pt x="39" y="62"/>
                    <a:pt x="39" y="62"/>
                  </a:cubicBezTo>
                  <a:cubicBezTo>
                    <a:pt x="39" y="62"/>
                    <a:pt x="39" y="62"/>
                    <a:pt x="39" y="62"/>
                  </a:cubicBezTo>
                  <a:cubicBezTo>
                    <a:pt x="39" y="62"/>
                    <a:pt x="39" y="62"/>
                    <a:pt x="39" y="62"/>
                  </a:cubicBezTo>
                  <a:cubicBezTo>
                    <a:pt x="38" y="62"/>
                    <a:pt x="38" y="62"/>
                    <a:pt x="38" y="62"/>
                  </a:cubicBezTo>
                  <a:cubicBezTo>
                    <a:pt x="38" y="62"/>
                    <a:pt x="38" y="62"/>
                    <a:pt x="38" y="62"/>
                  </a:cubicBezTo>
                  <a:cubicBezTo>
                    <a:pt x="38" y="62"/>
                    <a:pt x="38" y="62"/>
                    <a:pt x="37" y="62"/>
                  </a:cubicBezTo>
                  <a:cubicBezTo>
                    <a:pt x="37" y="62"/>
                    <a:pt x="37" y="62"/>
                    <a:pt x="37" y="62"/>
                  </a:cubicBezTo>
                  <a:cubicBezTo>
                    <a:pt x="37" y="62"/>
                    <a:pt x="37" y="62"/>
                    <a:pt x="37" y="62"/>
                  </a:cubicBezTo>
                  <a:cubicBezTo>
                    <a:pt x="37" y="62"/>
                    <a:pt x="37" y="62"/>
                    <a:pt x="37" y="62"/>
                  </a:cubicBezTo>
                  <a:cubicBezTo>
                    <a:pt x="37" y="62"/>
                    <a:pt x="37" y="62"/>
                    <a:pt x="37" y="62"/>
                  </a:cubicBezTo>
                  <a:cubicBezTo>
                    <a:pt x="37" y="62"/>
                    <a:pt x="36" y="62"/>
                    <a:pt x="36" y="62"/>
                  </a:cubicBezTo>
                  <a:cubicBezTo>
                    <a:pt x="36" y="62"/>
                    <a:pt x="36" y="62"/>
                    <a:pt x="36" y="62"/>
                  </a:cubicBezTo>
                  <a:cubicBezTo>
                    <a:pt x="36" y="62"/>
                    <a:pt x="36" y="62"/>
                    <a:pt x="36" y="62"/>
                  </a:cubicBezTo>
                  <a:cubicBezTo>
                    <a:pt x="36" y="62"/>
                    <a:pt x="36" y="62"/>
                    <a:pt x="36" y="62"/>
                  </a:cubicBezTo>
                  <a:cubicBezTo>
                    <a:pt x="35" y="62"/>
                    <a:pt x="35" y="62"/>
                    <a:pt x="35" y="62"/>
                  </a:cubicBezTo>
                  <a:cubicBezTo>
                    <a:pt x="35" y="62"/>
                    <a:pt x="35" y="62"/>
                    <a:pt x="35" y="62"/>
                  </a:cubicBezTo>
                  <a:cubicBezTo>
                    <a:pt x="35" y="62"/>
                    <a:pt x="35" y="62"/>
                    <a:pt x="35" y="62"/>
                  </a:cubicBezTo>
                  <a:cubicBezTo>
                    <a:pt x="35" y="61"/>
                    <a:pt x="35" y="61"/>
                    <a:pt x="35"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3" y="61"/>
                    <a:pt x="33" y="61"/>
                    <a:pt x="33" y="61"/>
                  </a:cubicBezTo>
                  <a:cubicBezTo>
                    <a:pt x="33" y="61"/>
                    <a:pt x="33" y="61"/>
                    <a:pt x="33" y="61"/>
                  </a:cubicBezTo>
                  <a:cubicBezTo>
                    <a:pt x="33" y="61"/>
                    <a:pt x="33" y="61"/>
                    <a:pt x="33" y="61"/>
                  </a:cubicBezTo>
                  <a:cubicBezTo>
                    <a:pt x="33" y="61"/>
                    <a:pt x="33" y="61"/>
                    <a:pt x="33" y="61"/>
                  </a:cubicBezTo>
                  <a:cubicBezTo>
                    <a:pt x="33" y="61"/>
                    <a:pt x="33" y="61"/>
                    <a:pt x="33" y="61"/>
                  </a:cubicBezTo>
                  <a:cubicBezTo>
                    <a:pt x="33" y="61"/>
                    <a:pt x="33" y="61"/>
                    <a:pt x="33" y="61"/>
                  </a:cubicBezTo>
                  <a:cubicBezTo>
                    <a:pt x="32" y="61"/>
                    <a:pt x="32" y="61"/>
                    <a:pt x="32" y="61"/>
                  </a:cubicBezTo>
                  <a:cubicBezTo>
                    <a:pt x="32" y="61"/>
                    <a:pt x="32" y="61"/>
                    <a:pt x="32" y="61"/>
                  </a:cubicBezTo>
                  <a:cubicBezTo>
                    <a:pt x="32" y="61"/>
                    <a:pt x="32" y="61"/>
                    <a:pt x="32" y="61"/>
                  </a:cubicBezTo>
                  <a:cubicBezTo>
                    <a:pt x="32" y="61"/>
                    <a:pt x="32" y="61"/>
                    <a:pt x="32" y="61"/>
                  </a:cubicBezTo>
                  <a:cubicBezTo>
                    <a:pt x="32" y="61"/>
                    <a:pt x="32" y="61"/>
                    <a:pt x="32" y="61"/>
                  </a:cubicBezTo>
                  <a:cubicBezTo>
                    <a:pt x="31" y="60"/>
                    <a:pt x="29" y="60"/>
                    <a:pt x="28" y="59"/>
                  </a:cubicBezTo>
                  <a:cubicBezTo>
                    <a:pt x="27" y="59"/>
                    <a:pt x="27" y="59"/>
                    <a:pt x="27" y="58"/>
                  </a:cubicBezTo>
                  <a:cubicBezTo>
                    <a:pt x="27" y="58"/>
                    <a:pt x="27" y="58"/>
                    <a:pt x="27" y="58"/>
                  </a:cubicBezTo>
                  <a:cubicBezTo>
                    <a:pt x="27" y="58"/>
                    <a:pt x="27" y="58"/>
                    <a:pt x="27" y="58"/>
                  </a:cubicBezTo>
                  <a:cubicBezTo>
                    <a:pt x="26" y="58"/>
                    <a:pt x="26" y="58"/>
                    <a:pt x="26" y="58"/>
                  </a:cubicBezTo>
                  <a:cubicBezTo>
                    <a:pt x="26" y="58"/>
                    <a:pt x="26" y="58"/>
                    <a:pt x="26" y="58"/>
                  </a:cubicBezTo>
                  <a:cubicBezTo>
                    <a:pt x="26" y="58"/>
                    <a:pt x="26" y="58"/>
                    <a:pt x="26" y="58"/>
                  </a:cubicBezTo>
                  <a:cubicBezTo>
                    <a:pt x="24" y="56"/>
                    <a:pt x="22" y="55"/>
                    <a:pt x="21" y="52"/>
                  </a:cubicBezTo>
                  <a:cubicBezTo>
                    <a:pt x="21" y="52"/>
                    <a:pt x="21" y="52"/>
                    <a:pt x="21" y="52"/>
                  </a:cubicBezTo>
                  <a:cubicBezTo>
                    <a:pt x="21" y="52"/>
                    <a:pt x="21" y="52"/>
                    <a:pt x="21" y="52"/>
                  </a:cubicBezTo>
                  <a:cubicBezTo>
                    <a:pt x="21" y="52"/>
                    <a:pt x="21" y="52"/>
                    <a:pt x="21" y="52"/>
                  </a:cubicBezTo>
                  <a:cubicBezTo>
                    <a:pt x="20" y="52"/>
                    <a:pt x="20" y="51"/>
                    <a:pt x="20" y="51"/>
                  </a:cubicBezTo>
                  <a:cubicBezTo>
                    <a:pt x="18" y="49"/>
                    <a:pt x="18" y="47"/>
                    <a:pt x="17" y="45"/>
                  </a:cubicBezTo>
                  <a:cubicBezTo>
                    <a:pt x="17" y="45"/>
                    <a:pt x="17" y="45"/>
                    <a:pt x="17" y="45"/>
                  </a:cubicBezTo>
                  <a:cubicBezTo>
                    <a:pt x="17" y="45"/>
                    <a:pt x="17" y="45"/>
                    <a:pt x="17" y="45"/>
                  </a:cubicBezTo>
                  <a:cubicBezTo>
                    <a:pt x="17" y="44"/>
                    <a:pt x="17" y="43"/>
                    <a:pt x="17" y="42"/>
                  </a:cubicBezTo>
                  <a:cubicBezTo>
                    <a:pt x="17" y="42"/>
                    <a:pt x="17" y="42"/>
                    <a:pt x="17" y="42"/>
                  </a:cubicBezTo>
                  <a:cubicBezTo>
                    <a:pt x="17" y="41"/>
                    <a:pt x="17" y="41"/>
                    <a:pt x="17" y="41"/>
                  </a:cubicBezTo>
                  <a:cubicBezTo>
                    <a:pt x="17" y="41"/>
                    <a:pt x="17" y="41"/>
                    <a:pt x="17" y="41"/>
                  </a:cubicBezTo>
                  <a:cubicBezTo>
                    <a:pt x="17" y="41"/>
                    <a:pt x="17" y="41"/>
                    <a:pt x="17" y="41"/>
                  </a:cubicBezTo>
                  <a:cubicBezTo>
                    <a:pt x="17" y="41"/>
                    <a:pt x="17" y="41"/>
                    <a:pt x="17" y="41"/>
                  </a:cubicBezTo>
                  <a:cubicBezTo>
                    <a:pt x="17" y="41"/>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6" y="38"/>
                    <a:pt x="16" y="38"/>
                  </a:cubicBezTo>
                  <a:cubicBezTo>
                    <a:pt x="16" y="38"/>
                    <a:pt x="16" y="38"/>
                    <a:pt x="16" y="38"/>
                  </a:cubicBezTo>
                  <a:cubicBezTo>
                    <a:pt x="16" y="38"/>
                    <a:pt x="16" y="38"/>
                    <a:pt x="16" y="38"/>
                  </a:cubicBezTo>
                  <a:cubicBezTo>
                    <a:pt x="16" y="38"/>
                    <a:pt x="16" y="38"/>
                    <a:pt x="16"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3"/>
                    <a:pt x="17" y="33"/>
                    <a:pt x="17" y="33"/>
                  </a:cubicBezTo>
                  <a:cubicBezTo>
                    <a:pt x="17" y="33"/>
                    <a:pt x="17" y="33"/>
                    <a:pt x="17" y="33"/>
                  </a:cubicBezTo>
                  <a:cubicBezTo>
                    <a:pt x="17" y="33"/>
                    <a:pt x="17" y="33"/>
                    <a:pt x="17" y="33"/>
                  </a:cubicBezTo>
                  <a:cubicBezTo>
                    <a:pt x="17" y="33"/>
                    <a:pt x="17" y="33"/>
                    <a:pt x="17" y="33"/>
                  </a:cubicBezTo>
                  <a:cubicBezTo>
                    <a:pt x="18" y="31"/>
                    <a:pt x="19" y="30"/>
                    <a:pt x="20" y="28"/>
                  </a:cubicBezTo>
                  <a:cubicBezTo>
                    <a:pt x="20" y="27"/>
                    <a:pt x="20" y="27"/>
                    <a:pt x="20" y="26"/>
                  </a:cubicBezTo>
                  <a:cubicBezTo>
                    <a:pt x="20" y="26"/>
                    <a:pt x="20" y="26"/>
                    <a:pt x="20" y="26"/>
                  </a:cubicBezTo>
                  <a:cubicBezTo>
                    <a:pt x="21" y="26"/>
                    <a:pt x="21" y="26"/>
                    <a:pt x="21" y="26"/>
                  </a:cubicBezTo>
                  <a:cubicBezTo>
                    <a:pt x="21" y="26"/>
                    <a:pt x="21" y="26"/>
                    <a:pt x="21" y="26"/>
                  </a:cubicBezTo>
                  <a:cubicBezTo>
                    <a:pt x="21" y="26"/>
                    <a:pt x="21" y="26"/>
                    <a:pt x="21" y="26"/>
                  </a:cubicBezTo>
                  <a:cubicBezTo>
                    <a:pt x="21" y="26"/>
                    <a:pt x="21" y="26"/>
                    <a:pt x="21" y="26"/>
                  </a:cubicBezTo>
                  <a:cubicBezTo>
                    <a:pt x="22" y="24"/>
                    <a:pt x="24" y="22"/>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0"/>
                    <a:pt x="26" y="20"/>
                    <a:pt x="26" y="20"/>
                  </a:cubicBezTo>
                  <a:cubicBezTo>
                    <a:pt x="27" y="20"/>
                    <a:pt x="27" y="20"/>
                    <a:pt x="27" y="20"/>
                  </a:cubicBezTo>
                  <a:cubicBezTo>
                    <a:pt x="27" y="20"/>
                    <a:pt x="27" y="20"/>
                    <a:pt x="28" y="20"/>
                  </a:cubicBezTo>
                  <a:cubicBezTo>
                    <a:pt x="30" y="19"/>
                    <a:pt x="31" y="18"/>
                    <a:pt x="33" y="17"/>
                  </a:cubicBezTo>
                  <a:cubicBezTo>
                    <a:pt x="34" y="17"/>
                    <a:pt x="35" y="17"/>
                    <a:pt x="35"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9" y="17"/>
                    <a:pt x="39" y="17"/>
                    <a:pt x="39" y="17"/>
                  </a:cubicBezTo>
                  <a:cubicBezTo>
                    <a:pt x="39" y="17"/>
                    <a:pt x="39" y="17"/>
                    <a:pt x="39" y="17"/>
                  </a:cubicBezTo>
                  <a:cubicBezTo>
                    <a:pt x="39" y="17"/>
                    <a:pt x="39" y="17"/>
                    <a:pt x="39" y="17"/>
                  </a:cubicBezTo>
                  <a:cubicBezTo>
                    <a:pt x="39" y="17"/>
                    <a:pt x="39" y="17"/>
                    <a:pt x="39" y="17"/>
                  </a:cubicBezTo>
                  <a:cubicBezTo>
                    <a:pt x="39" y="17"/>
                    <a:pt x="40" y="17"/>
                    <a:pt x="40" y="17"/>
                  </a:cubicBezTo>
                  <a:cubicBezTo>
                    <a:pt x="40" y="17"/>
                    <a:pt x="40" y="17"/>
                    <a:pt x="40" y="17"/>
                  </a:cubicBezTo>
                  <a:cubicBezTo>
                    <a:pt x="40" y="17"/>
                    <a:pt x="40" y="17"/>
                    <a:pt x="40" y="17"/>
                  </a:cubicBezTo>
                  <a:cubicBezTo>
                    <a:pt x="40" y="17"/>
                    <a:pt x="40" y="17"/>
                    <a:pt x="40" y="17"/>
                  </a:cubicBezTo>
                  <a:cubicBezTo>
                    <a:pt x="40" y="17"/>
                    <a:pt x="40" y="17"/>
                    <a:pt x="40" y="17"/>
                  </a:cubicBezTo>
                  <a:cubicBezTo>
                    <a:pt x="41" y="17"/>
                    <a:pt x="41" y="17"/>
                    <a:pt x="41" y="17"/>
                  </a:cubicBezTo>
                  <a:cubicBezTo>
                    <a:pt x="41" y="17"/>
                    <a:pt x="41" y="17"/>
                    <a:pt x="41" y="17"/>
                  </a:cubicBezTo>
                  <a:cubicBezTo>
                    <a:pt x="41" y="17"/>
                    <a:pt x="41" y="17"/>
                    <a:pt x="41" y="17"/>
                  </a:cubicBezTo>
                  <a:cubicBezTo>
                    <a:pt x="41" y="17"/>
                    <a:pt x="41" y="17"/>
                    <a:pt x="41" y="17"/>
                  </a:cubicBezTo>
                  <a:cubicBezTo>
                    <a:pt x="42" y="17"/>
                    <a:pt x="42" y="17"/>
                    <a:pt x="42" y="17"/>
                  </a:cubicBezTo>
                  <a:cubicBezTo>
                    <a:pt x="42" y="17"/>
                    <a:pt x="42" y="17"/>
                    <a:pt x="42" y="17"/>
                  </a:cubicBezTo>
                  <a:cubicBezTo>
                    <a:pt x="42" y="17"/>
                    <a:pt x="42" y="17"/>
                    <a:pt x="42" y="17"/>
                  </a:cubicBezTo>
                  <a:cubicBezTo>
                    <a:pt x="42" y="17"/>
                    <a:pt x="42" y="17"/>
                    <a:pt x="42" y="17"/>
                  </a:cubicBezTo>
                  <a:cubicBezTo>
                    <a:pt x="43" y="17"/>
                    <a:pt x="43" y="17"/>
                    <a:pt x="43" y="17"/>
                  </a:cubicBezTo>
                  <a:cubicBezTo>
                    <a:pt x="43" y="17"/>
                    <a:pt x="43" y="17"/>
                    <a:pt x="43" y="17"/>
                  </a:cubicBezTo>
                  <a:cubicBezTo>
                    <a:pt x="43" y="17"/>
                    <a:pt x="43" y="17"/>
                    <a:pt x="43" y="17"/>
                  </a:cubicBezTo>
                  <a:cubicBezTo>
                    <a:pt x="43" y="17"/>
                    <a:pt x="43" y="17"/>
                    <a:pt x="43" y="17"/>
                  </a:cubicBezTo>
                  <a:cubicBezTo>
                    <a:pt x="44" y="17"/>
                    <a:pt x="44" y="17"/>
                    <a:pt x="44" y="17"/>
                  </a:cubicBezTo>
                  <a:cubicBezTo>
                    <a:pt x="44" y="17"/>
                    <a:pt x="44" y="17"/>
                    <a:pt x="44" y="17"/>
                  </a:cubicBezTo>
                  <a:cubicBezTo>
                    <a:pt x="44" y="17"/>
                    <a:pt x="44" y="17"/>
                    <a:pt x="44" y="17"/>
                  </a:cubicBezTo>
                  <a:cubicBezTo>
                    <a:pt x="44" y="17"/>
                    <a:pt x="44" y="17"/>
                    <a:pt x="44" y="17"/>
                  </a:cubicBezTo>
                  <a:cubicBezTo>
                    <a:pt x="44" y="17"/>
                    <a:pt x="44" y="17"/>
                    <a:pt x="44" y="17"/>
                  </a:cubicBezTo>
                  <a:cubicBezTo>
                    <a:pt x="44" y="17"/>
                    <a:pt x="44" y="17"/>
                    <a:pt x="44"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6" y="17"/>
                    <a:pt x="46" y="17"/>
                    <a:pt x="46" y="17"/>
                  </a:cubicBezTo>
                  <a:cubicBezTo>
                    <a:pt x="46" y="18"/>
                    <a:pt x="46" y="18"/>
                    <a:pt x="46" y="18"/>
                  </a:cubicBezTo>
                  <a:cubicBezTo>
                    <a:pt x="46" y="18"/>
                    <a:pt x="46" y="18"/>
                    <a:pt x="46" y="18"/>
                  </a:cubicBezTo>
                  <a:cubicBezTo>
                    <a:pt x="46" y="18"/>
                    <a:pt x="46" y="18"/>
                    <a:pt x="46" y="18"/>
                  </a:cubicBezTo>
                  <a:cubicBezTo>
                    <a:pt x="46" y="18"/>
                    <a:pt x="46" y="18"/>
                    <a:pt x="46" y="18"/>
                  </a:cubicBezTo>
                  <a:cubicBezTo>
                    <a:pt x="46" y="18"/>
                    <a:pt x="46" y="18"/>
                    <a:pt x="46" y="18"/>
                  </a:cubicBezTo>
                  <a:cubicBezTo>
                    <a:pt x="48" y="18"/>
                    <a:pt x="49" y="19"/>
                    <a:pt x="50" y="20"/>
                  </a:cubicBezTo>
                  <a:cubicBezTo>
                    <a:pt x="51" y="20"/>
                    <a:pt x="51" y="20"/>
                    <a:pt x="51" y="20"/>
                  </a:cubicBezTo>
                  <a:cubicBezTo>
                    <a:pt x="52" y="20"/>
                    <a:pt x="52" y="20"/>
                    <a:pt x="52" y="20"/>
                  </a:cubicBezTo>
                  <a:cubicBezTo>
                    <a:pt x="52" y="20"/>
                    <a:pt x="52" y="20"/>
                    <a:pt x="52" y="20"/>
                  </a:cubicBezTo>
                  <a:cubicBezTo>
                    <a:pt x="52" y="20"/>
                    <a:pt x="52" y="20"/>
                    <a:pt x="52" y="20"/>
                  </a:cubicBezTo>
                  <a:cubicBezTo>
                    <a:pt x="52" y="21"/>
                    <a:pt x="52" y="21"/>
                    <a:pt x="52" y="21"/>
                  </a:cubicBezTo>
                  <a:cubicBezTo>
                    <a:pt x="52" y="21"/>
                    <a:pt x="52" y="21"/>
                    <a:pt x="52" y="21"/>
                  </a:cubicBezTo>
                  <a:cubicBezTo>
                    <a:pt x="54" y="22"/>
                    <a:pt x="56" y="24"/>
                    <a:pt x="58" y="26"/>
                  </a:cubicBezTo>
                  <a:cubicBezTo>
                    <a:pt x="58" y="26"/>
                    <a:pt x="58" y="26"/>
                    <a:pt x="58" y="26"/>
                  </a:cubicBezTo>
                  <a:cubicBezTo>
                    <a:pt x="58" y="26"/>
                    <a:pt x="58" y="26"/>
                    <a:pt x="58" y="26"/>
                  </a:cubicBezTo>
                  <a:cubicBezTo>
                    <a:pt x="58" y="26"/>
                    <a:pt x="58" y="26"/>
                    <a:pt x="58" y="26"/>
                  </a:cubicBezTo>
                  <a:cubicBezTo>
                    <a:pt x="58" y="26"/>
                    <a:pt x="58" y="26"/>
                    <a:pt x="58" y="26"/>
                  </a:cubicBezTo>
                  <a:cubicBezTo>
                    <a:pt x="58" y="27"/>
                    <a:pt x="58" y="27"/>
                    <a:pt x="59" y="28"/>
                  </a:cubicBezTo>
                  <a:cubicBezTo>
                    <a:pt x="60" y="30"/>
                    <a:pt x="61" y="32"/>
                    <a:pt x="61" y="33"/>
                  </a:cubicBezTo>
                  <a:cubicBezTo>
                    <a:pt x="61" y="33"/>
                    <a:pt x="61" y="33"/>
                    <a:pt x="61" y="33"/>
                  </a:cubicBezTo>
                  <a:cubicBezTo>
                    <a:pt x="61" y="33"/>
                    <a:pt x="61" y="33"/>
                    <a:pt x="61" y="33"/>
                  </a:cubicBezTo>
                  <a:cubicBezTo>
                    <a:pt x="61" y="35"/>
                    <a:pt x="62" y="36"/>
                    <a:pt x="62" y="37"/>
                  </a:cubicBezTo>
                  <a:cubicBezTo>
                    <a:pt x="62" y="37"/>
                    <a:pt x="62" y="37"/>
                    <a:pt x="62" y="37"/>
                  </a:cubicBezTo>
                  <a:cubicBezTo>
                    <a:pt x="62" y="37"/>
                    <a:pt x="62" y="37"/>
                    <a:pt x="62" y="37"/>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7"/>
                    <a:pt x="60" y="49"/>
                    <a:pt x="59" y="51"/>
                  </a:cubicBezTo>
                  <a:cubicBezTo>
                    <a:pt x="58" y="51"/>
                    <a:pt x="58" y="52"/>
                    <a:pt x="58" y="52"/>
                  </a:cubicBezTo>
                  <a:cubicBezTo>
                    <a:pt x="58" y="52"/>
                    <a:pt x="58" y="52"/>
                    <a:pt x="58" y="52"/>
                  </a:cubicBezTo>
                  <a:cubicBezTo>
                    <a:pt x="58" y="52"/>
                    <a:pt x="58" y="52"/>
                    <a:pt x="58" y="52"/>
                  </a:cubicBezTo>
                  <a:cubicBezTo>
                    <a:pt x="58" y="52"/>
                    <a:pt x="58" y="52"/>
                    <a:pt x="58" y="52"/>
                  </a:cubicBezTo>
                  <a:cubicBezTo>
                    <a:pt x="58" y="52"/>
                    <a:pt x="58" y="52"/>
                    <a:pt x="58" y="52"/>
                  </a:cubicBezTo>
                  <a:cubicBezTo>
                    <a:pt x="58" y="52"/>
                    <a:pt x="58" y="52"/>
                    <a:pt x="58" y="52"/>
                  </a:cubicBezTo>
                  <a:cubicBezTo>
                    <a:pt x="56" y="54"/>
                    <a:pt x="54" y="56"/>
                    <a:pt x="52" y="58"/>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5" name="Google Shape;525;p45"/>
            <p:cNvSpPr/>
            <p:nvPr/>
          </p:nvSpPr>
          <p:spPr>
            <a:xfrm>
              <a:off x="3667125" y="2152650"/>
              <a:ext cx="180975" cy="179388"/>
            </a:xfrm>
            <a:custGeom>
              <a:avLst/>
              <a:gdLst/>
              <a:ahLst/>
              <a:cxnLst/>
              <a:rect l="l" t="t" r="r" b="b"/>
              <a:pathLst>
                <a:path w="48" h="48" extrusionOk="0">
                  <a:moveTo>
                    <a:pt x="24" y="48"/>
                  </a:moveTo>
                  <a:cubicBezTo>
                    <a:pt x="25" y="48"/>
                    <a:pt x="26" y="48"/>
                    <a:pt x="27" y="48"/>
                  </a:cubicBezTo>
                  <a:cubicBezTo>
                    <a:pt x="27" y="45"/>
                    <a:pt x="27" y="45"/>
                    <a:pt x="27" y="45"/>
                  </a:cubicBezTo>
                  <a:cubicBezTo>
                    <a:pt x="27" y="45"/>
                    <a:pt x="28" y="45"/>
                    <a:pt x="29" y="45"/>
                  </a:cubicBezTo>
                  <a:cubicBezTo>
                    <a:pt x="29" y="45"/>
                    <a:pt x="29" y="45"/>
                    <a:pt x="29" y="45"/>
                  </a:cubicBezTo>
                  <a:cubicBezTo>
                    <a:pt x="30" y="47"/>
                    <a:pt x="30" y="47"/>
                    <a:pt x="30" y="47"/>
                  </a:cubicBezTo>
                  <a:cubicBezTo>
                    <a:pt x="30" y="47"/>
                    <a:pt x="31" y="47"/>
                    <a:pt x="31" y="47"/>
                  </a:cubicBezTo>
                  <a:cubicBezTo>
                    <a:pt x="32" y="46"/>
                    <a:pt x="33" y="46"/>
                    <a:pt x="35" y="45"/>
                  </a:cubicBezTo>
                  <a:cubicBezTo>
                    <a:pt x="34" y="43"/>
                    <a:pt x="34" y="43"/>
                    <a:pt x="34" y="43"/>
                  </a:cubicBezTo>
                  <a:cubicBezTo>
                    <a:pt x="34" y="42"/>
                    <a:pt x="35" y="42"/>
                    <a:pt x="35" y="42"/>
                  </a:cubicBezTo>
                  <a:cubicBezTo>
                    <a:pt x="36" y="42"/>
                    <a:pt x="36" y="42"/>
                    <a:pt x="36" y="42"/>
                  </a:cubicBezTo>
                  <a:cubicBezTo>
                    <a:pt x="37" y="44"/>
                    <a:pt x="37" y="44"/>
                    <a:pt x="37" y="44"/>
                  </a:cubicBezTo>
                  <a:cubicBezTo>
                    <a:pt x="39" y="43"/>
                    <a:pt x="40" y="42"/>
                    <a:pt x="41" y="41"/>
                  </a:cubicBezTo>
                  <a:cubicBezTo>
                    <a:pt x="39" y="38"/>
                    <a:pt x="39" y="38"/>
                    <a:pt x="39" y="38"/>
                  </a:cubicBezTo>
                  <a:cubicBezTo>
                    <a:pt x="40" y="38"/>
                    <a:pt x="40" y="37"/>
                    <a:pt x="41" y="37"/>
                  </a:cubicBezTo>
                  <a:cubicBezTo>
                    <a:pt x="43" y="38"/>
                    <a:pt x="43" y="38"/>
                    <a:pt x="43" y="38"/>
                  </a:cubicBezTo>
                  <a:cubicBezTo>
                    <a:pt x="44" y="37"/>
                    <a:pt x="45" y="35"/>
                    <a:pt x="46" y="34"/>
                  </a:cubicBezTo>
                  <a:cubicBezTo>
                    <a:pt x="43" y="32"/>
                    <a:pt x="43" y="32"/>
                    <a:pt x="43" y="32"/>
                  </a:cubicBezTo>
                  <a:cubicBezTo>
                    <a:pt x="44" y="32"/>
                    <a:pt x="44" y="31"/>
                    <a:pt x="44" y="30"/>
                  </a:cubicBezTo>
                  <a:cubicBezTo>
                    <a:pt x="47" y="31"/>
                    <a:pt x="47" y="31"/>
                    <a:pt x="47" y="31"/>
                  </a:cubicBezTo>
                  <a:cubicBezTo>
                    <a:pt x="47" y="29"/>
                    <a:pt x="48" y="27"/>
                    <a:pt x="48" y="26"/>
                  </a:cubicBezTo>
                  <a:cubicBezTo>
                    <a:pt x="45" y="25"/>
                    <a:pt x="45" y="25"/>
                    <a:pt x="45" y="25"/>
                  </a:cubicBezTo>
                  <a:cubicBezTo>
                    <a:pt x="45" y="25"/>
                    <a:pt x="45" y="25"/>
                    <a:pt x="45" y="24"/>
                  </a:cubicBezTo>
                  <a:cubicBezTo>
                    <a:pt x="45" y="24"/>
                    <a:pt x="45" y="23"/>
                    <a:pt x="45" y="23"/>
                  </a:cubicBezTo>
                  <a:cubicBezTo>
                    <a:pt x="48" y="23"/>
                    <a:pt x="48" y="23"/>
                    <a:pt x="48" y="23"/>
                  </a:cubicBezTo>
                  <a:cubicBezTo>
                    <a:pt x="48" y="21"/>
                    <a:pt x="47" y="19"/>
                    <a:pt x="47" y="18"/>
                  </a:cubicBezTo>
                  <a:cubicBezTo>
                    <a:pt x="44" y="18"/>
                    <a:pt x="44" y="18"/>
                    <a:pt x="44" y="18"/>
                  </a:cubicBezTo>
                  <a:cubicBezTo>
                    <a:pt x="44" y="17"/>
                    <a:pt x="44" y="17"/>
                    <a:pt x="43" y="16"/>
                  </a:cubicBezTo>
                  <a:cubicBezTo>
                    <a:pt x="46" y="15"/>
                    <a:pt x="46" y="15"/>
                    <a:pt x="46" y="15"/>
                  </a:cubicBezTo>
                  <a:cubicBezTo>
                    <a:pt x="45" y="13"/>
                    <a:pt x="44" y="12"/>
                    <a:pt x="43" y="10"/>
                  </a:cubicBezTo>
                  <a:cubicBezTo>
                    <a:pt x="41" y="12"/>
                    <a:pt x="41" y="12"/>
                    <a:pt x="41" y="12"/>
                  </a:cubicBezTo>
                  <a:cubicBezTo>
                    <a:pt x="40" y="11"/>
                    <a:pt x="40" y="10"/>
                    <a:pt x="39" y="10"/>
                  </a:cubicBezTo>
                  <a:cubicBezTo>
                    <a:pt x="41" y="8"/>
                    <a:pt x="41" y="8"/>
                    <a:pt x="41" y="8"/>
                  </a:cubicBezTo>
                  <a:cubicBezTo>
                    <a:pt x="40" y="7"/>
                    <a:pt x="39" y="5"/>
                    <a:pt x="37" y="4"/>
                  </a:cubicBezTo>
                  <a:cubicBezTo>
                    <a:pt x="36" y="6"/>
                    <a:pt x="36" y="6"/>
                    <a:pt x="36" y="6"/>
                  </a:cubicBezTo>
                  <a:cubicBezTo>
                    <a:pt x="35" y="7"/>
                    <a:pt x="35" y="7"/>
                    <a:pt x="35" y="7"/>
                  </a:cubicBezTo>
                  <a:cubicBezTo>
                    <a:pt x="35" y="6"/>
                    <a:pt x="34" y="6"/>
                    <a:pt x="34" y="6"/>
                  </a:cubicBezTo>
                  <a:cubicBezTo>
                    <a:pt x="35" y="3"/>
                    <a:pt x="35" y="3"/>
                    <a:pt x="35" y="3"/>
                  </a:cubicBezTo>
                  <a:cubicBezTo>
                    <a:pt x="33" y="2"/>
                    <a:pt x="32" y="2"/>
                    <a:pt x="31" y="2"/>
                  </a:cubicBezTo>
                  <a:cubicBezTo>
                    <a:pt x="31" y="1"/>
                    <a:pt x="30" y="1"/>
                    <a:pt x="30" y="1"/>
                  </a:cubicBezTo>
                  <a:cubicBezTo>
                    <a:pt x="29" y="4"/>
                    <a:pt x="29" y="4"/>
                    <a:pt x="29" y="4"/>
                  </a:cubicBezTo>
                  <a:cubicBezTo>
                    <a:pt x="29" y="4"/>
                    <a:pt x="29" y="4"/>
                    <a:pt x="29" y="4"/>
                  </a:cubicBezTo>
                  <a:cubicBezTo>
                    <a:pt x="28" y="4"/>
                    <a:pt x="27" y="3"/>
                    <a:pt x="27" y="3"/>
                  </a:cubicBezTo>
                  <a:cubicBezTo>
                    <a:pt x="27" y="1"/>
                    <a:pt x="27" y="1"/>
                    <a:pt x="27" y="1"/>
                  </a:cubicBezTo>
                  <a:cubicBezTo>
                    <a:pt x="26" y="1"/>
                    <a:pt x="25" y="0"/>
                    <a:pt x="24" y="0"/>
                  </a:cubicBezTo>
                  <a:cubicBezTo>
                    <a:pt x="23" y="0"/>
                    <a:pt x="22" y="1"/>
                    <a:pt x="22" y="1"/>
                  </a:cubicBezTo>
                  <a:cubicBezTo>
                    <a:pt x="22" y="3"/>
                    <a:pt x="22" y="3"/>
                    <a:pt x="22" y="3"/>
                  </a:cubicBezTo>
                  <a:cubicBezTo>
                    <a:pt x="21" y="3"/>
                    <a:pt x="20" y="4"/>
                    <a:pt x="19" y="4"/>
                  </a:cubicBezTo>
                  <a:cubicBezTo>
                    <a:pt x="19" y="4"/>
                    <a:pt x="19" y="4"/>
                    <a:pt x="19" y="4"/>
                  </a:cubicBezTo>
                  <a:cubicBezTo>
                    <a:pt x="19" y="1"/>
                    <a:pt x="19" y="1"/>
                    <a:pt x="19" y="1"/>
                  </a:cubicBezTo>
                  <a:cubicBezTo>
                    <a:pt x="18" y="1"/>
                    <a:pt x="18" y="1"/>
                    <a:pt x="17" y="2"/>
                  </a:cubicBezTo>
                  <a:cubicBezTo>
                    <a:pt x="16" y="2"/>
                    <a:pt x="15" y="2"/>
                    <a:pt x="14" y="3"/>
                  </a:cubicBezTo>
                  <a:cubicBezTo>
                    <a:pt x="15" y="6"/>
                    <a:pt x="15" y="6"/>
                    <a:pt x="15" y="6"/>
                  </a:cubicBezTo>
                  <a:cubicBezTo>
                    <a:pt x="14" y="6"/>
                    <a:pt x="13" y="6"/>
                    <a:pt x="13" y="7"/>
                  </a:cubicBezTo>
                  <a:cubicBezTo>
                    <a:pt x="12" y="6"/>
                    <a:pt x="12" y="6"/>
                    <a:pt x="12" y="6"/>
                  </a:cubicBezTo>
                  <a:cubicBezTo>
                    <a:pt x="11" y="4"/>
                    <a:pt x="11" y="4"/>
                    <a:pt x="11" y="4"/>
                  </a:cubicBezTo>
                  <a:cubicBezTo>
                    <a:pt x="10" y="5"/>
                    <a:pt x="8" y="7"/>
                    <a:pt x="7" y="8"/>
                  </a:cubicBezTo>
                  <a:cubicBezTo>
                    <a:pt x="9" y="10"/>
                    <a:pt x="9" y="10"/>
                    <a:pt x="9" y="10"/>
                  </a:cubicBezTo>
                  <a:cubicBezTo>
                    <a:pt x="8" y="10"/>
                    <a:pt x="8" y="11"/>
                    <a:pt x="7" y="12"/>
                  </a:cubicBezTo>
                  <a:cubicBezTo>
                    <a:pt x="5" y="10"/>
                    <a:pt x="5" y="10"/>
                    <a:pt x="5" y="10"/>
                  </a:cubicBezTo>
                  <a:cubicBezTo>
                    <a:pt x="4" y="12"/>
                    <a:pt x="3" y="13"/>
                    <a:pt x="2" y="15"/>
                  </a:cubicBezTo>
                  <a:cubicBezTo>
                    <a:pt x="5" y="16"/>
                    <a:pt x="5" y="16"/>
                    <a:pt x="5" y="16"/>
                  </a:cubicBezTo>
                  <a:cubicBezTo>
                    <a:pt x="5" y="17"/>
                    <a:pt x="4" y="17"/>
                    <a:pt x="4" y="18"/>
                  </a:cubicBezTo>
                  <a:cubicBezTo>
                    <a:pt x="1" y="18"/>
                    <a:pt x="1" y="18"/>
                    <a:pt x="1" y="18"/>
                  </a:cubicBezTo>
                  <a:cubicBezTo>
                    <a:pt x="1" y="19"/>
                    <a:pt x="1" y="21"/>
                    <a:pt x="0" y="23"/>
                  </a:cubicBezTo>
                  <a:cubicBezTo>
                    <a:pt x="3" y="23"/>
                    <a:pt x="3" y="23"/>
                    <a:pt x="3" y="23"/>
                  </a:cubicBezTo>
                  <a:cubicBezTo>
                    <a:pt x="3" y="23"/>
                    <a:pt x="3" y="24"/>
                    <a:pt x="3" y="24"/>
                  </a:cubicBezTo>
                  <a:cubicBezTo>
                    <a:pt x="3" y="25"/>
                    <a:pt x="3" y="25"/>
                    <a:pt x="3" y="25"/>
                  </a:cubicBezTo>
                  <a:cubicBezTo>
                    <a:pt x="0" y="26"/>
                    <a:pt x="0" y="26"/>
                    <a:pt x="0" y="26"/>
                  </a:cubicBezTo>
                  <a:cubicBezTo>
                    <a:pt x="1" y="27"/>
                    <a:pt x="1" y="29"/>
                    <a:pt x="1" y="31"/>
                  </a:cubicBezTo>
                  <a:cubicBezTo>
                    <a:pt x="4" y="30"/>
                    <a:pt x="4" y="30"/>
                    <a:pt x="4" y="30"/>
                  </a:cubicBezTo>
                  <a:cubicBezTo>
                    <a:pt x="4" y="31"/>
                    <a:pt x="5" y="32"/>
                    <a:pt x="5" y="32"/>
                  </a:cubicBezTo>
                  <a:cubicBezTo>
                    <a:pt x="2" y="34"/>
                    <a:pt x="2" y="34"/>
                    <a:pt x="2" y="34"/>
                  </a:cubicBezTo>
                  <a:cubicBezTo>
                    <a:pt x="3" y="35"/>
                    <a:pt x="4" y="37"/>
                    <a:pt x="5" y="38"/>
                  </a:cubicBezTo>
                  <a:cubicBezTo>
                    <a:pt x="7" y="37"/>
                    <a:pt x="7" y="37"/>
                    <a:pt x="7" y="37"/>
                  </a:cubicBezTo>
                  <a:cubicBezTo>
                    <a:pt x="8" y="37"/>
                    <a:pt x="8" y="38"/>
                    <a:pt x="9" y="38"/>
                  </a:cubicBezTo>
                  <a:cubicBezTo>
                    <a:pt x="7" y="41"/>
                    <a:pt x="7" y="41"/>
                    <a:pt x="7" y="41"/>
                  </a:cubicBezTo>
                  <a:cubicBezTo>
                    <a:pt x="8" y="42"/>
                    <a:pt x="10" y="43"/>
                    <a:pt x="11" y="44"/>
                  </a:cubicBezTo>
                  <a:cubicBezTo>
                    <a:pt x="12" y="42"/>
                    <a:pt x="12" y="42"/>
                    <a:pt x="12" y="42"/>
                  </a:cubicBezTo>
                  <a:cubicBezTo>
                    <a:pt x="13" y="42"/>
                    <a:pt x="13" y="42"/>
                    <a:pt x="13" y="42"/>
                  </a:cubicBezTo>
                  <a:cubicBezTo>
                    <a:pt x="13" y="42"/>
                    <a:pt x="14" y="42"/>
                    <a:pt x="15" y="43"/>
                  </a:cubicBezTo>
                  <a:cubicBezTo>
                    <a:pt x="14" y="45"/>
                    <a:pt x="14" y="45"/>
                    <a:pt x="14" y="45"/>
                  </a:cubicBezTo>
                  <a:cubicBezTo>
                    <a:pt x="15" y="46"/>
                    <a:pt x="16" y="46"/>
                    <a:pt x="17" y="47"/>
                  </a:cubicBezTo>
                  <a:cubicBezTo>
                    <a:pt x="18" y="47"/>
                    <a:pt x="18" y="47"/>
                    <a:pt x="19" y="47"/>
                  </a:cubicBezTo>
                  <a:cubicBezTo>
                    <a:pt x="19" y="45"/>
                    <a:pt x="19" y="45"/>
                    <a:pt x="19" y="45"/>
                  </a:cubicBezTo>
                  <a:cubicBezTo>
                    <a:pt x="19" y="45"/>
                    <a:pt x="19" y="45"/>
                    <a:pt x="19" y="45"/>
                  </a:cubicBezTo>
                  <a:cubicBezTo>
                    <a:pt x="20" y="45"/>
                    <a:pt x="21" y="45"/>
                    <a:pt x="22" y="45"/>
                  </a:cubicBezTo>
                  <a:cubicBezTo>
                    <a:pt x="22" y="48"/>
                    <a:pt x="22" y="48"/>
                    <a:pt x="22" y="48"/>
                  </a:cubicBezTo>
                  <a:cubicBezTo>
                    <a:pt x="22" y="48"/>
                    <a:pt x="23" y="48"/>
                    <a:pt x="24" y="48"/>
                  </a:cubicBezTo>
                  <a:close/>
                  <a:moveTo>
                    <a:pt x="31" y="41"/>
                  </a:moveTo>
                  <a:cubicBezTo>
                    <a:pt x="30" y="42"/>
                    <a:pt x="30" y="42"/>
                    <a:pt x="29" y="42"/>
                  </a:cubicBezTo>
                  <a:cubicBezTo>
                    <a:pt x="28" y="42"/>
                    <a:pt x="26" y="43"/>
                    <a:pt x="25" y="43"/>
                  </a:cubicBezTo>
                  <a:cubicBezTo>
                    <a:pt x="25" y="30"/>
                    <a:pt x="25" y="30"/>
                    <a:pt x="25" y="30"/>
                  </a:cubicBezTo>
                  <a:cubicBezTo>
                    <a:pt x="25" y="30"/>
                    <a:pt x="26" y="30"/>
                    <a:pt x="26" y="30"/>
                  </a:cubicBezTo>
                  <a:cubicBezTo>
                    <a:pt x="29" y="35"/>
                    <a:pt x="29" y="35"/>
                    <a:pt x="29" y="35"/>
                  </a:cubicBezTo>
                  <a:cubicBezTo>
                    <a:pt x="31" y="38"/>
                    <a:pt x="31" y="38"/>
                    <a:pt x="31" y="38"/>
                  </a:cubicBezTo>
                  <a:cubicBezTo>
                    <a:pt x="32" y="41"/>
                    <a:pt x="32" y="41"/>
                    <a:pt x="32" y="41"/>
                  </a:cubicBezTo>
                  <a:cubicBezTo>
                    <a:pt x="32" y="41"/>
                    <a:pt x="31" y="41"/>
                    <a:pt x="31" y="41"/>
                  </a:cubicBezTo>
                  <a:close/>
                  <a:moveTo>
                    <a:pt x="36" y="38"/>
                  </a:moveTo>
                  <a:cubicBezTo>
                    <a:pt x="36" y="39"/>
                    <a:pt x="35" y="39"/>
                    <a:pt x="34" y="40"/>
                  </a:cubicBezTo>
                  <a:cubicBezTo>
                    <a:pt x="31" y="34"/>
                    <a:pt x="31" y="34"/>
                    <a:pt x="31" y="34"/>
                  </a:cubicBezTo>
                  <a:cubicBezTo>
                    <a:pt x="29" y="30"/>
                    <a:pt x="29" y="30"/>
                    <a:pt x="29" y="30"/>
                  </a:cubicBezTo>
                  <a:cubicBezTo>
                    <a:pt x="28" y="28"/>
                    <a:pt x="28" y="28"/>
                    <a:pt x="28" y="28"/>
                  </a:cubicBezTo>
                  <a:cubicBezTo>
                    <a:pt x="28" y="28"/>
                    <a:pt x="28" y="28"/>
                    <a:pt x="28" y="28"/>
                  </a:cubicBezTo>
                  <a:cubicBezTo>
                    <a:pt x="29" y="28"/>
                    <a:pt x="29" y="28"/>
                    <a:pt x="29" y="28"/>
                  </a:cubicBezTo>
                  <a:cubicBezTo>
                    <a:pt x="31" y="29"/>
                    <a:pt x="31" y="29"/>
                    <a:pt x="31" y="29"/>
                  </a:cubicBezTo>
                  <a:cubicBezTo>
                    <a:pt x="36" y="32"/>
                    <a:pt x="36" y="32"/>
                    <a:pt x="36" y="32"/>
                  </a:cubicBezTo>
                  <a:cubicBezTo>
                    <a:pt x="40" y="34"/>
                    <a:pt x="40" y="34"/>
                    <a:pt x="40" y="34"/>
                  </a:cubicBezTo>
                  <a:cubicBezTo>
                    <a:pt x="39" y="36"/>
                    <a:pt x="37" y="37"/>
                    <a:pt x="36" y="38"/>
                  </a:cubicBezTo>
                  <a:close/>
                  <a:moveTo>
                    <a:pt x="41" y="32"/>
                  </a:moveTo>
                  <a:cubicBezTo>
                    <a:pt x="36" y="30"/>
                    <a:pt x="36" y="30"/>
                    <a:pt x="36" y="30"/>
                  </a:cubicBezTo>
                  <a:cubicBezTo>
                    <a:pt x="31" y="27"/>
                    <a:pt x="31" y="27"/>
                    <a:pt x="31" y="27"/>
                  </a:cubicBezTo>
                  <a:cubicBezTo>
                    <a:pt x="30" y="26"/>
                    <a:pt x="30" y="26"/>
                    <a:pt x="30" y="26"/>
                  </a:cubicBezTo>
                  <a:cubicBezTo>
                    <a:pt x="30" y="26"/>
                    <a:pt x="30" y="26"/>
                    <a:pt x="30" y="25"/>
                  </a:cubicBezTo>
                  <a:cubicBezTo>
                    <a:pt x="31" y="25"/>
                    <a:pt x="31" y="25"/>
                    <a:pt x="31" y="25"/>
                  </a:cubicBezTo>
                  <a:cubicBezTo>
                    <a:pt x="36" y="25"/>
                    <a:pt x="36" y="25"/>
                    <a:pt x="36" y="25"/>
                  </a:cubicBezTo>
                  <a:cubicBezTo>
                    <a:pt x="43" y="25"/>
                    <a:pt x="43" y="25"/>
                    <a:pt x="43" y="25"/>
                  </a:cubicBezTo>
                  <a:cubicBezTo>
                    <a:pt x="42" y="28"/>
                    <a:pt x="42" y="30"/>
                    <a:pt x="41" y="32"/>
                  </a:cubicBezTo>
                  <a:close/>
                  <a:moveTo>
                    <a:pt x="43" y="23"/>
                  </a:moveTo>
                  <a:cubicBezTo>
                    <a:pt x="36" y="23"/>
                    <a:pt x="36" y="23"/>
                    <a:pt x="36" y="23"/>
                  </a:cubicBezTo>
                  <a:cubicBezTo>
                    <a:pt x="31" y="23"/>
                    <a:pt x="31" y="23"/>
                    <a:pt x="31" y="23"/>
                  </a:cubicBezTo>
                  <a:cubicBezTo>
                    <a:pt x="30" y="23"/>
                    <a:pt x="30" y="23"/>
                    <a:pt x="30" y="23"/>
                  </a:cubicBezTo>
                  <a:cubicBezTo>
                    <a:pt x="30" y="23"/>
                    <a:pt x="30" y="23"/>
                    <a:pt x="30" y="22"/>
                  </a:cubicBezTo>
                  <a:cubicBezTo>
                    <a:pt x="31" y="22"/>
                    <a:pt x="31" y="22"/>
                    <a:pt x="31" y="22"/>
                  </a:cubicBezTo>
                  <a:cubicBezTo>
                    <a:pt x="36" y="19"/>
                    <a:pt x="36" y="19"/>
                    <a:pt x="36" y="19"/>
                  </a:cubicBezTo>
                  <a:cubicBezTo>
                    <a:pt x="41" y="16"/>
                    <a:pt x="41" y="16"/>
                    <a:pt x="41" y="16"/>
                  </a:cubicBezTo>
                  <a:cubicBezTo>
                    <a:pt x="42" y="18"/>
                    <a:pt x="42" y="20"/>
                    <a:pt x="43" y="23"/>
                  </a:cubicBezTo>
                  <a:close/>
                  <a:moveTo>
                    <a:pt x="34" y="9"/>
                  </a:moveTo>
                  <a:cubicBezTo>
                    <a:pt x="35" y="9"/>
                    <a:pt x="36" y="10"/>
                    <a:pt x="36" y="10"/>
                  </a:cubicBezTo>
                  <a:cubicBezTo>
                    <a:pt x="37" y="11"/>
                    <a:pt x="39" y="12"/>
                    <a:pt x="40" y="14"/>
                  </a:cubicBezTo>
                  <a:cubicBezTo>
                    <a:pt x="36" y="16"/>
                    <a:pt x="36" y="16"/>
                    <a:pt x="36" y="16"/>
                  </a:cubicBezTo>
                  <a:cubicBezTo>
                    <a:pt x="31" y="19"/>
                    <a:pt x="31" y="19"/>
                    <a:pt x="31" y="19"/>
                  </a:cubicBezTo>
                  <a:cubicBezTo>
                    <a:pt x="29" y="20"/>
                    <a:pt x="29" y="20"/>
                    <a:pt x="29" y="20"/>
                  </a:cubicBezTo>
                  <a:cubicBezTo>
                    <a:pt x="28" y="20"/>
                    <a:pt x="28" y="20"/>
                    <a:pt x="28" y="20"/>
                  </a:cubicBezTo>
                  <a:cubicBezTo>
                    <a:pt x="28" y="20"/>
                    <a:pt x="28" y="20"/>
                    <a:pt x="28" y="20"/>
                  </a:cubicBezTo>
                  <a:cubicBezTo>
                    <a:pt x="29" y="18"/>
                    <a:pt x="29" y="18"/>
                    <a:pt x="29" y="18"/>
                  </a:cubicBezTo>
                  <a:cubicBezTo>
                    <a:pt x="31" y="15"/>
                    <a:pt x="31" y="15"/>
                    <a:pt x="31" y="15"/>
                  </a:cubicBezTo>
                  <a:lnTo>
                    <a:pt x="34" y="9"/>
                  </a:lnTo>
                  <a:close/>
                  <a:moveTo>
                    <a:pt x="25" y="6"/>
                  </a:moveTo>
                  <a:cubicBezTo>
                    <a:pt x="26" y="6"/>
                    <a:pt x="28" y="6"/>
                    <a:pt x="29" y="6"/>
                  </a:cubicBezTo>
                  <a:cubicBezTo>
                    <a:pt x="30" y="6"/>
                    <a:pt x="30" y="7"/>
                    <a:pt x="31" y="7"/>
                  </a:cubicBezTo>
                  <a:cubicBezTo>
                    <a:pt x="31" y="7"/>
                    <a:pt x="32" y="7"/>
                    <a:pt x="32" y="8"/>
                  </a:cubicBezTo>
                  <a:cubicBezTo>
                    <a:pt x="31" y="10"/>
                    <a:pt x="31" y="10"/>
                    <a:pt x="31" y="10"/>
                  </a:cubicBezTo>
                  <a:cubicBezTo>
                    <a:pt x="29" y="14"/>
                    <a:pt x="29" y="14"/>
                    <a:pt x="29" y="14"/>
                  </a:cubicBezTo>
                  <a:cubicBezTo>
                    <a:pt x="26" y="19"/>
                    <a:pt x="26" y="19"/>
                    <a:pt x="26" y="19"/>
                  </a:cubicBezTo>
                  <a:cubicBezTo>
                    <a:pt x="26" y="19"/>
                    <a:pt x="25" y="19"/>
                    <a:pt x="25" y="19"/>
                  </a:cubicBezTo>
                  <a:lnTo>
                    <a:pt x="25" y="6"/>
                  </a:lnTo>
                  <a:close/>
                  <a:moveTo>
                    <a:pt x="28" y="24"/>
                  </a:moveTo>
                  <a:cubicBezTo>
                    <a:pt x="28" y="26"/>
                    <a:pt x="26" y="28"/>
                    <a:pt x="24" y="28"/>
                  </a:cubicBezTo>
                  <a:cubicBezTo>
                    <a:pt x="22" y="28"/>
                    <a:pt x="20" y="26"/>
                    <a:pt x="20" y="24"/>
                  </a:cubicBezTo>
                  <a:cubicBezTo>
                    <a:pt x="20" y="22"/>
                    <a:pt x="22" y="20"/>
                    <a:pt x="24" y="20"/>
                  </a:cubicBezTo>
                  <a:cubicBezTo>
                    <a:pt x="26" y="20"/>
                    <a:pt x="28" y="22"/>
                    <a:pt x="28" y="24"/>
                  </a:cubicBezTo>
                  <a:close/>
                  <a:moveTo>
                    <a:pt x="17" y="7"/>
                  </a:moveTo>
                  <a:cubicBezTo>
                    <a:pt x="18" y="7"/>
                    <a:pt x="19" y="6"/>
                    <a:pt x="19" y="6"/>
                  </a:cubicBezTo>
                  <a:cubicBezTo>
                    <a:pt x="21" y="6"/>
                    <a:pt x="22" y="6"/>
                    <a:pt x="23" y="6"/>
                  </a:cubicBezTo>
                  <a:cubicBezTo>
                    <a:pt x="23" y="19"/>
                    <a:pt x="23" y="19"/>
                    <a:pt x="23" y="19"/>
                  </a:cubicBezTo>
                  <a:cubicBezTo>
                    <a:pt x="23" y="19"/>
                    <a:pt x="23" y="19"/>
                    <a:pt x="22" y="19"/>
                  </a:cubicBezTo>
                  <a:cubicBezTo>
                    <a:pt x="19" y="14"/>
                    <a:pt x="19" y="14"/>
                    <a:pt x="19" y="14"/>
                  </a:cubicBezTo>
                  <a:cubicBezTo>
                    <a:pt x="17" y="10"/>
                    <a:pt x="17" y="10"/>
                    <a:pt x="17" y="10"/>
                  </a:cubicBezTo>
                  <a:cubicBezTo>
                    <a:pt x="16" y="8"/>
                    <a:pt x="16" y="8"/>
                    <a:pt x="16" y="8"/>
                  </a:cubicBezTo>
                  <a:cubicBezTo>
                    <a:pt x="16" y="7"/>
                    <a:pt x="17" y="7"/>
                    <a:pt x="17" y="7"/>
                  </a:cubicBezTo>
                  <a:close/>
                  <a:moveTo>
                    <a:pt x="12" y="10"/>
                  </a:moveTo>
                  <a:cubicBezTo>
                    <a:pt x="13" y="10"/>
                    <a:pt x="13" y="9"/>
                    <a:pt x="14" y="9"/>
                  </a:cubicBezTo>
                  <a:cubicBezTo>
                    <a:pt x="17" y="15"/>
                    <a:pt x="17" y="15"/>
                    <a:pt x="17" y="15"/>
                  </a:cubicBezTo>
                  <a:cubicBezTo>
                    <a:pt x="19" y="18"/>
                    <a:pt x="19" y="18"/>
                    <a:pt x="19" y="18"/>
                  </a:cubicBezTo>
                  <a:cubicBezTo>
                    <a:pt x="20" y="20"/>
                    <a:pt x="20" y="20"/>
                    <a:pt x="20" y="20"/>
                  </a:cubicBezTo>
                  <a:cubicBezTo>
                    <a:pt x="20" y="20"/>
                    <a:pt x="20" y="20"/>
                    <a:pt x="20" y="20"/>
                  </a:cubicBezTo>
                  <a:cubicBezTo>
                    <a:pt x="19" y="20"/>
                    <a:pt x="19" y="20"/>
                    <a:pt x="19" y="20"/>
                  </a:cubicBezTo>
                  <a:cubicBezTo>
                    <a:pt x="17" y="19"/>
                    <a:pt x="17" y="19"/>
                    <a:pt x="17" y="19"/>
                  </a:cubicBezTo>
                  <a:cubicBezTo>
                    <a:pt x="12" y="16"/>
                    <a:pt x="12" y="16"/>
                    <a:pt x="12" y="16"/>
                  </a:cubicBezTo>
                  <a:cubicBezTo>
                    <a:pt x="9" y="14"/>
                    <a:pt x="9" y="14"/>
                    <a:pt x="9" y="14"/>
                  </a:cubicBezTo>
                  <a:cubicBezTo>
                    <a:pt x="10" y="12"/>
                    <a:pt x="11" y="11"/>
                    <a:pt x="12" y="10"/>
                  </a:cubicBezTo>
                  <a:close/>
                  <a:moveTo>
                    <a:pt x="8" y="16"/>
                  </a:moveTo>
                  <a:cubicBezTo>
                    <a:pt x="12" y="19"/>
                    <a:pt x="12" y="19"/>
                    <a:pt x="12" y="19"/>
                  </a:cubicBezTo>
                  <a:cubicBezTo>
                    <a:pt x="17" y="22"/>
                    <a:pt x="17" y="22"/>
                    <a:pt x="17" y="22"/>
                  </a:cubicBezTo>
                  <a:cubicBezTo>
                    <a:pt x="19" y="22"/>
                    <a:pt x="19" y="22"/>
                    <a:pt x="19" y="22"/>
                  </a:cubicBezTo>
                  <a:cubicBezTo>
                    <a:pt x="19" y="23"/>
                    <a:pt x="19" y="23"/>
                    <a:pt x="19" y="23"/>
                  </a:cubicBezTo>
                  <a:cubicBezTo>
                    <a:pt x="17" y="23"/>
                    <a:pt x="17" y="23"/>
                    <a:pt x="17" y="23"/>
                  </a:cubicBezTo>
                  <a:cubicBezTo>
                    <a:pt x="12" y="23"/>
                    <a:pt x="12" y="23"/>
                    <a:pt x="12" y="23"/>
                  </a:cubicBezTo>
                  <a:cubicBezTo>
                    <a:pt x="6" y="23"/>
                    <a:pt x="6" y="23"/>
                    <a:pt x="6" y="23"/>
                  </a:cubicBezTo>
                  <a:cubicBezTo>
                    <a:pt x="6" y="20"/>
                    <a:pt x="6" y="18"/>
                    <a:pt x="8" y="16"/>
                  </a:cubicBezTo>
                  <a:close/>
                  <a:moveTo>
                    <a:pt x="6" y="25"/>
                  </a:moveTo>
                  <a:cubicBezTo>
                    <a:pt x="12" y="25"/>
                    <a:pt x="12" y="25"/>
                    <a:pt x="12" y="25"/>
                  </a:cubicBezTo>
                  <a:cubicBezTo>
                    <a:pt x="17" y="25"/>
                    <a:pt x="17" y="25"/>
                    <a:pt x="17" y="25"/>
                  </a:cubicBezTo>
                  <a:cubicBezTo>
                    <a:pt x="19" y="25"/>
                    <a:pt x="19" y="25"/>
                    <a:pt x="19" y="25"/>
                  </a:cubicBezTo>
                  <a:cubicBezTo>
                    <a:pt x="19" y="26"/>
                    <a:pt x="19" y="26"/>
                    <a:pt x="19" y="26"/>
                  </a:cubicBezTo>
                  <a:cubicBezTo>
                    <a:pt x="17" y="27"/>
                    <a:pt x="17" y="27"/>
                    <a:pt x="17" y="27"/>
                  </a:cubicBezTo>
                  <a:cubicBezTo>
                    <a:pt x="12" y="30"/>
                    <a:pt x="12" y="30"/>
                    <a:pt x="12" y="30"/>
                  </a:cubicBezTo>
                  <a:cubicBezTo>
                    <a:pt x="8" y="32"/>
                    <a:pt x="8" y="32"/>
                    <a:pt x="8" y="32"/>
                  </a:cubicBezTo>
                  <a:cubicBezTo>
                    <a:pt x="6" y="30"/>
                    <a:pt x="6" y="28"/>
                    <a:pt x="6" y="25"/>
                  </a:cubicBezTo>
                  <a:close/>
                  <a:moveTo>
                    <a:pt x="14" y="40"/>
                  </a:moveTo>
                  <a:cubicBezTo>
                    <a:pt x="13" y="39"/>
                    <a:pt x="13" y="39"/>
                    <a:pt x="12" y="38"/>
                  </a:cubicBezTo>
                  <a:cubicBezTo>
                    <a:pt x="11" y="37"/>
                    <a:pt x="10" y="36"/>
                    <a:pt x="9" y="34"/>
                  </a:cubicBezTo>
                  <a:cubicBezTo>
                    <a:pt x="12" y="32"/>
                    <a:pt x="12" y="32"/>
                    <a:pt x="12" y="32"/>
                  </a:cubicBezTo>
                  <a:cubicBezTo>
                    <a:pt x="17" y="29"/>
                    <a:pt x="17" y="29"/>
                    <a:pt x="17" y="29"/>
                  </a:cubicBezTo>
                  <a:cubicBezTo>
                    <a:pt x="19" y="28"/>
                    <a:pt x="19" y="28"/>
                    <a:pt x="19" y="28"/>
                  </a:cubicBezTo>
                  <a:cubicBezTo>
                    <a:pt x="20" y="28"/>
                    <a:pt x="20" y="28"/>
                    <a:pt x="20" y="28"/>
                  </a:cubicBezTo>
                  <a:cubicBezTo>
                    <a:pt x="20" y="28"/>
                    <a:pt x="20" y="28"/>
                    <a:pt x="20" y="28"/>
                  </a:cubicBezTo>
                  <a:cubicBezTo>
                    <a:pt x="19" y="30"/>
                    <a:pt x="19" y="30"/>
                    <a:pt x="19" y="30"/>
                  </a:cubicBezTo>
                  <a:cubicBezTo>
                    <a:pt x="17" y="34"/>
                    <a:pt x="17" y="34"/>
                    <a:pt x="17" y="34"/>
                  </a:cubicBezTo>
                  <a:lnTo>
                    <a:pt x="14" y="40"/>
                  </a:lnTo>
                  <a:close/>
                  <a:moveTo>
                    <a:pt x="19" y="42"/>
                  </a:moveTo>
                  <a:cubicBezTo>
                    <a:pt x="19" y="42"/>
                    <a:pt x="18" y="42"/>
                    <a:pt x="17" y="41"/>
                  </a:cubicBezTo>
                  <a:cubicBezTo>
                    <a:pt x="17" y="41"/>
                    <a:pt x="16" y="41"/>
                    <a:pt x="16" y="41"/>
                  </a:cubicBezTo>
                  <a:cubicBezTo>
                    <a:pt x="17" y="38"/>
                    <a:pt x="17" y="38"/>
                    <a:pt x="17" y="38"/>
                  </a:cubicBezTo>
                  <a:cubicBezTo>
                    <a:pt x="19" y="35"/>
                    <a:pt x="19" y="35"/>
                    <a:pt x="19" y="35"/>
                  </a:cubicBezTo>
                  <a:cubicBezTo>
                    <a:pt x="22" y="30"/>
                    <a:pt x="22" y="30"/>
                    <a:pt x="22" y="30"/>
                  </a:cubicBezTo>
                  <a:cubicBezTo>
                    <a:pt x="23" y="30"/>
                    <a:pt x="23" y="30"/>
                    <a:pt x="23" y="30"/>
                  </a:cubicBezTo>
                  <a:cubicBezTo>
                    <a:pt x="23" y="43"/>
                    <a:pt x="23" y="43"/>
                    <a:pt x="23" y="43"/>
                  </a:cubicBezTo>
                  <a:cubicBezTo>
                    <a:pt x="22" y="43"/>
                    <a:pt x="21" y="42"/>
                    <a:pt x="19" y="4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6" name="Google Shape;526;p45"/>
            <p:cNvSpPr/>
            <p:nvPr/>
          </p:nvSpPr>
          <p:spPr>
            <a:xfrm>
              <a:off x="4171950" y="1308100"/>
              <a:ext cx="158750" cy="158750"/>
            </a:xfrm>
            <a:custGeom>
              <a:avLst/>
              <a:gdLst/>
              <a:ahLst/>
              <a:cxnLst/>
              <a:rect l="l" t="t" r="r" b="b"/>
              <a:pathLst>
                <a:path w="42" h="42" extrusionOk="0">
                  <a:moveTo>
                    <a:pt x="4" y="25"/>
                  </a:moveTo>
                  <a:cubicBezTo>
                    <a:pt x="4" y="25"/>
                    <a:pt x="4" y="26"/>
                    <a:pt x="5" y="27"/>
                  </a:cubicBezTo>
                  <a:cubicBezTo>
                    <a:pt x="1" y="29"/>
                    <a:pt x="1" y="29"/>
                    <a:pt x="1" y="29"/>
                  </a:cubicBezTo>
                  <a:cubicBezTo>
                    <a:pt x="1" y="30"/>
                    <a:pt x="2" y="31"/>
                    <a:pt x="2" y="32"/>
                  </a:cubicBezTo>
                  <a:cubicBezTo>
                    <a:pt x="3" y="33"/>
                    <a:pt x="4" y="34"/>
                    <a:pt x="4" y="35"/>
                  </a:cubicBezTo>
                  <a:cubicBezTo>
                    <a:pt x="8" y="32"/>
                    <a:pt x="8" y="32"/>
                    <a:pt x="8" y="32"/>
                  </a:cubicBezTo>
                  <a:cubicBezTo>
                    <a:pt x="8" y="33"/>
                    <a:pt x="9" y="34"/>
                    <a:pt x="10" y="34"/>
                  </a:cubicBezTo>
                  <a:cubicBezTo>
                    <a:pt x="8" y="38"/>
                    <a:pt x="8" y="38"/>
                    <a:pt x="8" y="38"/>
                  </a:cubicBezTo>
                  <a:cubicBezTo>
                    <a:pt x="8" y="39"/>
                    <a:pt x="9" y="39"/>
                    <a:pt x="10" y="40"/>
                  </a:cubicBezTo>
                  <a:cubicBezTo>
                    <a:pt x="11" y="40"/>
                    <a:pt x="11" y="40"/>
                    <a:pt x="11" y="40"/>
                  </a:cubicBezTo>
                  <a:cubicBezTo>
                    <a:pt x="11" y="40"/>
                    <a:pt x="12" y="41"/>
                    <a:pt x="13" y="41"/>
                  </a:cubicBezTo>
                  <a:cubicBezTo>
                    <a:pt x="15" y="37"/>
                    <a:pt x="15" y="37"/>
                    <a:pt x="15" y="37"/>
                  </a:cubicBezTo>
                  <a:cubicBezTo>
                    <a:pt x="16" y="38"/>
                    <a:pt x="17" y="38"/>
                    <a:pt x="18" y="38"/>
                  </a:cubicBezTo>
                  <a:cubicBezTo>
                    <a:pt x="18" y="42"/>
                    <a:pt x="18" y="42"/>
                    <a:pt x="18" y="42"/>
                  </a:cubicBezTo>
                  <a:cubicBezTo>
                    <a:pt x="19" y="42"/>
                    <a:pt x="20" y="42"/>
                    <a:pt x="21" y="42"/>
                  </a:cubicBezTo>
                  <a:cubicBezTo>
                    <a:pt x="22" y="42"/>
                    <a:pt x="23" y="42"/>
                    <a:pt x="24" y="42"/>
                  </a:cubicBezTo>
                  <a:cubicBezTo>
                    <a:pt x="24" y="38"/>
                    <a:pt x="24" y="38"/>
                    <a:pt x="24" y="38"/>
                  </a:cubicBezTo>
                  <a:cubicBezTo>
                    <a:pt x="25" y="38"/>
                    <a:pt x="26" y="38"/>
                    <a:pt x="26" y="37"/>
                  </a:cubicBezTo>
                  <a:cubicBezTo>
                    <a:pt x="28" y="41"/>
                    <a:pt x="28" y="41"/>
                    <a:pt x="28" y="41"/>
                  </a:cubicBezTo>
                  <a:cubicBezTo>
                    <a:pt x="29" y="41"/>
                    <a:pt x="30" y="40"/>
                    <a:pt x="31" y="40"/>
                  </a:cubicBezTo>
                  <a:cubicBezTo>
                    <a:pt x="31" y="40"/>
                    <a:pt x="31" y="40"/>
                    <a:pt x="31" y="40"/>
                  </a:cubicBezTo>
                  <a:cubicBezTo>
                    <a:pt x="32" y="39"/>
                    <a:pt x="33" y="39"/>
                    <a:pt x="34" y="38"/>
                  </a:cubicBezTo>
                  <a:cubicBezTo>
                    <a:pt x="32" y="34"/>
                    <a:pt x="32" y="34"/>
                    <a:pt x="32" y="34"/>
                  </a:cubicBezTo>
                  <a:cubicBezTo>
                    <a:pt x="32" y="34"/>
                    <a:pt x="33" y="33"/>
                    <a:pt x="34" y="32"/>
                  </a:cubicBezTo>
                  <a:cubicBezTo>
                    <a:pt x="37" y="35"/>
                    <a:pt x="37" y="35"/>
                    <a:pt x="37" y="35"/>
                  </a:cubicBezTo>
                  <a:cubicBezTo>
                    <a:pt x="38" y="34"/>
                    <a:pt x="38" y="33"/>
                    <a:pt x="39" y="32"/>
                  </a:cubicBezTo>
                  <a:cubicBezTo>
                    <a:pt x="40" y="31"/>
                    <a:pt x="40" y="30"/>
                    <a:pt x="40" y="29"/>
                  </a:cubicBezTo>
                  <a:cubicBezTo>
                    <a:pt x="37" y="27"/>
                    <a:pt x="37" y="27"/>
                    <a:pt x="37" y="27"/>
                  </a:cubicBezTo>
                  <a:cubicBezTo>
                    <a:pt x="37" y="26"/>
                    <a:pt x="37" y="25"/>
                    <a:pt x="37" y="25"/>
                  </a:cubicBezTo>
                  <a:cubicBezTo>
                    <a:pt x="42" y="25"/>
                    <a:pt x="42" y="25"/>
                    <a:pt x="42" y="25"/>
                  </a:cubicBezTo>
                  <a:cubicBezTo>
                    <a:pt x="42" y="23"/>
                    <a:pt x="42" y="22"/>
                    <a:pt x="42" y="21"/>
                  </a:cubicBezTo>
                  <a:cubicBezTo>
                    <a:pt x="42" y="20"/>
                    <a:pt x="42" y="19"/>
                    <a:pt x="42" y="18"/>
                  </a:cubicBezTo>
                  <a:cubicBezTo>
                    <a:pt x="37" y="18"/>
                    <a:pt x="37" y="18"/>
                    <a:pt x="37" y="18"/>
                  </a:cubicBezTo>
                  <a:cubicBezTo>
                    <a:pt x="37" y="17"/>
                    <a:pt x="37" y="17"/>
                    <a:pt x="37" y="16"/>
                  </a:cubicBezTo>
                  <a:cubicBezTo>
                    <a:pt x="40" y="14"/>
                    <a:pt x="40" y="14"/>
                    <a:pt x="40" y="14"/>
                  </a:cubicBezTo>
                  <a:cubicBezTo>
                    <a:pt x="40" y="13"/>
                    <a:pt x="40" y="12"/>
                    <a:pt x="39" y="11"/>
                  </a:cubicBezTo>
                  <a:cubicBezTo>
                    <a:pt x="38" y="10"/>
                    <a:pt x="38" y="9"/>
                    <a:pt x="37" y="8"/>
                  </a:cubicBezTo>
                  <a:cubicBezTo>
                    <a:pt x="34" y="10"/>
                    <a:pt x="34" y="10"/>
                    <a:pt x="34" y="10"/>
                  </a:cubicBezTo>
                  <a:cubicBezTo>
                    <a:pt x="33" y="10"/>
                    <a:pt x="32" y="9"/>
                    <a:pt x="32" y="8"/>
                  </a:cubicBezTo>
                  <a:cubicBezTo>
                    <a:pt x="34" y="5"/>
                    <a:pt x="34" y="5"/>
                    <a:pt x="34" y="5"/>
                  </a:cubicBezTo>
                  <a:cubicBezTo>
                    <a:pt x="33" y="4"/>
                    <a:pt x="32" y="4"/>
                    <a:pt x="31" y="3"/>
                  </a:cubicBezTo>
                  <a:cubicBezTo>
                    <a:pt x="31" y="3"/>
                    <a:pt x="31" y="3"/>
                    <a:pt x="31" y="3"/>
                  </a:cubicBezTo>
                  <a:cubicBezTo>
                    <a:pt x="30" y="2"/>
                    <a:pt x="29" y="2"/>
                    <a:pt x="28" y="2"/>
                  </a:cubicBezTo>
                  <a:cubicBezTo>
                    <a:pt x="26" y="5"/>
                    <a:pt x="26" y="5"/>
                    <a:pt x="26" y="5"/>
                  </a:cubicBezTo>
                  <a:cubicBezTo>
                    <a:pt x="26" y="5"/>
                    <a:pt x="25" y="5"/>
                    <a:pt x="24" y="5"/>
                  </a:cubicBezTo>
                  <a:cubicBezTo>
                    <a:pt x="24" y="1"/>
                    <a:pt x="24" y="1"/>
                    <a:pt x="24" y="1"/>
                  </a:cubicBezTo>
                  <a:cubicBezTo>
                    <a:pt x="23" y="0"/>
                    <a:pt x="22" y="0"/>
                    <a:pt x="21" y="0"/>
                  </a:cubicBezTo>
                  <a:cubicBezTo>
                    <a:pt x="20" y="0"/>
                    <a:pt x="19" y="0"/>
                    <a:pt x="18" y="1"/>
                  </a:cubicBezTo>
                  <a:cubicBezTo>
                    <a:pt x="18" y="5"/>
                    <a:pt x="18" y="5"/>
                    <a:pt x="18" y="5"/>
                  </a:cubicBezTo>
                  <a:cubicBezTo>
                    <a:pt x="17" y="5"/>
                    <a:pt x="16" y="5"/>
                    <a:pt x="15" y="5"/>
                  </a:cubicBezTo>
                  <a:cubicBezTo>
                    <a:pt x="13" y="2"/>
                    <a:pt x="13" y="2"/>
                    <a:pt x="13" y="2"/>
                  </a:cubicBezTo>
                  <a:cubicBezTo>
                    <a:pt x="12" y="2"/>
                    <a:pt x="11" y="2"/>
                    <a:pt x="11" y="3"/>
                  </a:cubicBezTo>
                  <a:cubicBezTo>
                    <a:pt x="10" y="3"/>
                    <a:pt x="10" y="3"/>
                    <a:pt x="10" y="3"/>
                  </a:cubicBezTo>
                  <a:cubicBezTo>
                    <a:pt x="9" y="4"/>
                    <a:pt x="8" y="4"/>
                    <a:pt x="8" y="5"/>
                  </a:cubicBezTo>
                  <a:cubicBezTo>
                    <a:pt x="10" y="8"/>
                    <a:pt x="10" y="8"/>
                    <a:pt x="10" y="8"/>
                  </a:cubicBezTo>
                  <a:cubicBezTo>
                    <a:pt x="9" y="9"/>
                    <a:pt x="8" y="10"/>
                    <a:pt x="8" y="10"/>
                  </a:cubicBezTo>
                  <a:cubicBezTo>
                    <a:pt x="4" y="8"/>
                    <a:pt x="4" y="8"/>
                    <a:pt x="4" y="8"/>
                  </a:cubicBezTo>
                  <a:cubicBezTo>
                    <a:pt x="4" y="9"/>
                    <a:pt x="3" y="10"/>
                    <a:pt x="2" y="11"/>
                  </a:cubicBezTo>
                  <a:cubicBezTo>
                    <a:pt x="2" y="12"/>
                    <a:pt x="1" y="13"/>
                    <a:pt x="1" y="14"/>
                  </a:cubicBezTo>
                  <a:cubicBezTo>
                    <a:pt x="5" y="16"/>
                    <a:pt x="5" y="16"/>
                    <a:pt x="5" y="16"/>
                  </a:cubicBezTo>
                  <a:cubicBezTo>
                    <a:pt x="4" y="17"/>
                    <a:pt x="4" y="17"/>
                    <a:pt x="4" y="18"/>
                  </a:cubicBezTo>
                  <a:cubicBezTo>
                    <a:pt x="0" y="18"/>
                    <a:pt x="0" y="18"/>
                    <a:pt x="0" y="18"/>
                  </a:cubicBezTo>
                  <a:cubicBezTo>
                    <a:pt x="0" y="19"/>
                    <a:pt x="0" y="20"/>
                    <a:pt x="0" y="21"/>
                  </a:cubicBezTo>
                  <a:cubicBezTo>
                    <a:pt x="0" y="22"/>
                    <a:pt x="0" y="23"/>
                    <a:pt x="0" y="25"/>
                  </a:cubicBezTo>
                  <a:lnTo>
                    <a:pt x="4" y="25"/>
                  </a:lnTo>
                  <a:close/>
                  <a:moveTo>
                    <a:pt x="31" y="17"/>
                  </a:moveTo>
                  <a:cubicBezTo>
                    <a:pt x="33" y="17"/>
                    <a:pt x="35" y="19"/>
                    <a:pt x="35" y="21"/>
                  </a:cubicBezTo>
                  <a:cubicBezTo>
                    <a:pt x="35" y="24"/>
                    <a:pt x="33" y="26"/>
                    <a:pt x="31" y="26"/>
                  </a:cubicBezTo>
                  <a:cubicBezTo>
                    <a:pt x="28" y="26"/>
                    <a:pt x="27" y="24"/>
                    <a:pt x="27" y="21"/>
                  </a:cubicBezTo>
                  <a:cubicBezTo>
                    <a:pt x="27" y="19"/>
                    <a:pt x="28" y="17"/>
                    <a:pt x="31" y="17"/>
                  </a:cubicBezTo>
                  <a:close/>
                  <a:moveTo>
                    <a:pt x="21" y="7"/>
                  </a:moveTo>
                  <a:cubicBezTo>
                    <a:pt x="23" y="7"/>
                    <a:pt x="25" y="9"/>
                    <a:pt x="25" y="11"/>
                  </a:cubicBezTo>
                  <a:cubicBezTo>
                    <a:pt x="25" y="14"/>
                    <a:pt x="23" y="16"/>
                    <a:pt x="21" y="16"/>
                  </a:cubicBezTo>
                  <a:cubicBezTo>
                    <a:pt x="18" y="16"/>
                    <a:pt x="17" y="14"/>
                    <a:pt x="17" y="11"/>
                  </a:cubicBezTo>
                  <a:cubicBezTo>
                    <a:pt x="17" y="9"/>
                    <a:pt x="18" y="7"/>
                    <a:pt x="21" y="7"/>
                  </a:cubicBezTo>
                  <a:close/>
                  <a:moveTo>
                    <a:pt x="24" y="21"/>
                  </a:moveTo>
                  <a:cubicBezTo>
                    <a:pt x="24" y="23"/>
                    <a:pt x="22" y="24"/>
                    <a:pt x="21" y="24"/>
                  </a:cubicBezTo>
                  <a:cubicBezTo>
                    <a:pt x="19" y="24"/>
                    <a:pt x="18" y="23"/>
                    <a:pt x="18" y="21"/>
                  </a:cubicBezTo>
                  <a:cubicBezTo>
                    <a:pt x="18" y="20"/>
                    <a:pt x="19" y="19"/>
                    <a:pt x="21" y="19"/>
                  </a:cubicBezTo>
                  <a:cubicBezTo>
                    <a:pt x="22" y="19"/>
                    <a:pt x="24" y="20"/>
                    <a:pt x="24" y="21"/>
                  </a:cubicBezTo>
                  <a:close/>
                  <a:moveTo>
                    <a:pt x="21" y="27"/>
                  </a:moveTo>
                  <a:cubicBezTo>
                    <a:pt x="23" y="27"/>
                    <a:pt x="25" y="29"/>
                    <a:pt x="25" y="31"/>
                  </a:cubicBezTo>
                  <a:cubicBezTo>
                    <a:pt x="25" y="34"/>
                    <a:pt x="23" y="36"/>
                    <a:pt x="21" y="36"/>
                  </a:cubicBezTo>
                  <a:cubicBezTo>
                    <a:pt x="18" y="36"/>
                    <a:pt x="17" y="34"/>
                    <a:pt x="17" y="31"/>
                  </a:cubicBezTo>
                  <a:cubicBezTo>
                    <a:pt x="17" y="29"/>
                    <a:pt x="18" y="27"/>
                    <a:pt x="21" y="27"/>
                  </a:cubicBezTo>
                  <a:close/>
                  <a:moveTo>
                    <a:pt x="11" y="17"/>
                  </a:moveTo>
                  <a:cubicBezTo>
                    <a:pt x="13" y="17"/>
                    <a:pt x="15" y="19"/>
                    <a:pt x="15" y="21"/>
                  </a:cubicBezTo>
                  <a:cubicBezTo>
                    <a:pt x="15" y="24"/>
                    <a:pt x="13" y="26"/>
                    <a:pt x="11" y="26"/>
                  </a:cubicBezTo>
                  <a:cubicBezTo>
                    <a:pt x="8" y="26"/>
                    <a:pt x="6" y="24"/>
                    <a:pt x="6" y="21"/>
                  </a:cubicBezTo>
                  <a:cubicBezTo>
                    <a:pt x="6" y="19"/>
                    <a:pt x="8" y="17"/>
                    <a:pt x="11" y="1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7" name="Google Shape;527;p45"/>
            <p:cNvSpPr/>
            <p:nvPr/>
          </p:nvSpPr>
          <p:spPr>
            <a:xfrm>
              <a:off x="4379913" y="1247775"/>
              <a:ext cx="128588" cy="128588"/>
            </a:xfrm>
            <a:custGeom>
              <a:avLst/>
              <a:gdLst/>
              <a:ahLst/>
              <a:cxnLst/>
              <a:rect l="l" t="t" r="r" b="b"/>
              <a:pathLst>
                <a:path w="34" h="34" extrusionOk="0">
                  <a:moveTo>
                    <a:pt x="3" y="19"/>
                  </a:moveTo>
                  <a:cubicBezTo>
                    <a:pt x="3" y="20"/>
                    <a:pt x="3" y="21"/>
                    <a:pt x="4" y="21"/>
                  </a:cubicBezTo>
                  <a:cubicBezTo>
                    <a:pt x="1" y="23"/>
                    <a:pt x="1" y="23"/>
                    <a:pt x="1" y="23"/>
                  </a:cubicBezTo>
                  <a:cubicBezTo>
                    <a:pt x="1" y="24"/>
                    <a:pt x="2" y="24"/>
                    <a:pt x="2" y="25"/>
                  </a:cubicBezTo>
                  <a:cubicBezTo>
                    <a:pt x="2" y="26"/>
                    <a:pt x="3" y="27"/>
                    <a:pt x="3" y="27"/>
                  </a:cubicBezTo>
                  <a:cubicBezTo>
                    <a:pt x="6" y="26"/>
                    <a:pt x="6" y="26"/>
                    <a:pt x="6" y="26"/>
                  </a:cubicBezTo>
                  <a:cubicBezTo>
                    <a:pt x="7" y="26"/>
                    <a:pt x="7" y="27"/>
                    <a:pt x="8" y="27"/>
                  </a:cubicBezTo>
                  <a:cubicBezTo>
                    <a:pt x="6" y="30"/>
                    <a:pt x="6" y="30"/>
                    <a:pt x="6" y="30"/>
                  </a:cubicBezTo>
                  <a:cubicBezTo>
                    <a:pt x="7" y="31"/>
                    <a:pt x="7" y="31"/>
                    <a:pt x="8" y="31"/>
                  </a:cubicBezTo>
                  <a:cubicBezTo>
                    <a:pt x="9" y="32"/>
                    <a:pt x="10" y="32"/>
                    <a:pt x="10" y="33"/>
                  </a:cubicBezTo>
                  <a:cubicBezTo>
                    <a:pt x="12" y="30"/>
                    <a:pt x="12" y="30"/>
                    <a:pt x="12" y="30"/>
                  </a:cubicBezTo>
                  <a:cubicBezTo>
                    <a:pt x="13" y="30"/>
                    <a:pt x="13" y="30"/>
                    <a:pt x="14" y="30"/>
                  </a:cubicBezTo>
                  <a:cubicBezTo>
                    <a:pt x="14" y="34"/>
                    <a:pt x="14" y="34"/>
                    <a:pt x="14" y="34"/>
                  </a:cubicBezTo>
                  <a:cubicBezTo>
                    <a:pt x="15" y="34"/>
                    <a:pt x="16" y="34"/>
                    <a:pt x="17" y="34"/>
                  </a:cubicBezTo>
                  <a:cubicBezTo>
                    <a:pt x="18" y="34"/>
                    <a:pt x="18" y="34"/>
                    <a:pt x="19" y="34"/>
                  </a:cubicBezTo>
                  <a:cubicBezTo>
                    <a:pt x="19" y="30"/>
                    <a:pt x="19" y="30"/>
                    <a:pt x="19" y="30"/>
                  </a:cubicBezTo>
                  <a:cubicBezTo>
                    <a:pt x="20" y="30"/>
                    <a:pt x="21" y="30"/>
                    <a:pt x="21" y="30"/>
                  </a:cubicBezTo>
                  <a:cubicBezTo>
                    <a:pt x="23" y="33"/>
                    <a:pt x="23" y="33"/>
                    <a:pt x="23" y="33"/>
                  </a:cubicBezTo>
                  <a:cubicBezTo>
                    <a:pt x="24" y="32"/>
                    <a:pt x="25" y="32"/>
                    <a:pt x="25" y="31"/>
                  </a:cubicBezTo>
                  <a:cubicBezTo>
                    <a:pt x="26" y="31"/>
                    <a:pt x="27" y="31"/>
                    <a:pt x="27" y="30"/>
                  </a:cubicBezTo>
                  <a:cubicBezTo>
                    <a:pt x="26" y="27"/>
                    <a:pt x="26" y="27"/>
                    <a:pt x="26" y="27"/>
                  </a:cubicBezTo>
                  <a:cubicBezTo>
                    <a:pt x="26" y="27"/>
                    <a:pt x="27" y="26"/>
                    <a:pt x="27" y="26"/>
                  </a:cubicBezTo>
                  <a:cubicBezTo>
                    <a:pt x="30" y="27"/>
                    <a:pt x="30" y="27"/>
                    <a:pt x="30" y="27"/>
                  </a:cubicBezTo>
                  <a:cubicBezTo>
                    <a:pt x="31" y="27"/>
                    <a:pt x="31" y="26"/>
                    <a:pt x="32" y="25"/>
                  </a:cubicBezTo>
                  <a:cubicBezTo>
                    <a:pt x="32" y="24"/>
                    <a:pt x="32" y="24"/>
                    <a:pt x="33" y="23"/>
                  </a:cubicBezTo>
                  <a:cubicBezTo>
                    <a:pt x="30" y="21"/>
                    <a:pt x="30" y="21"/>
                    <a:pt x="30" y="21"/>
                  </a:cubicBezTo>
                  <a:cubicBezTo>
                    <a:pt x="30" y="21"/>
                    <a:pt x="30" y="20"/>
                    <a:pt x="30" y="19"/>
                  </a:cubicBezTo>
                  <a:cubicBezTo>
                    <a:pt x="34" y="19"/>
                    <a:pt x="34" y="19"/>
                    <a:pt x="34" y="19"/>
                  </a:cubicBezTo>
                  <a:cubicBezTo>
                    <a:pt x="34" y="18"/>
                    <a:pt x="34" y="18"/>
                    <a:pt x="34" y="17"/>
                  </a:cubicBezTo>
                  <a:cubicBezTo>
                    <a:pt x="34" y="16"/>
                    <a:pt x="34" y="15"/>
                    <a:pt x="34" y="14"/>
                  </a:cubicBezTo>
                  <a:cubicBezTo>
                    <a:pt x="30" y="14"/>
                    <a:pt x="30" y="14"/>
                    <a:pt x="30" y="14"/>
                  </a:cubicBezTo>
                  <a:cubicBezTo>
                    <a:pt x="30" y="13"/>
                    <a:pt x="30" y="13"/>
                    <a:pt x="30" y="12"/>
                  </a:cubicBezTo>
                  <a:cubicBezTo>
                    <a:pt x="33" y="10"/>
                    <a:pt x="33" y="10"/>
                    <a:pt x="33" y="10"/>
                  </a:cubicBezTo>
                  <a:cubicBezTo>
                    <a:pt x="32" y="10"/>
                    <a:pt x="32" y="9"/>
                    <a:pt x="32" y="8"/>
                  </a:cubicBezTo>
                  <a:cubicBezTo>
                    <a:pt x="31" y="7"/>
                    <a:pt x="31" y="7"/>
                    <a:pt x="30" y="6"/>
                  </a:cubicBezTo>
                  <a:cubicBezTo>
                    <a:pt x="27" y="8"/>
                    <a:pt x="27" y="8"/>
                    <a:pt x="27" y="8"/>
                  </a:cubicBezTo>
                  <a:cubicBezTo>
                    <a:pt x="27" y="7"/>
                    <a:pt x="26" y="7"/>
                    <a:pt x="26" y="6"/>
                  </a:cubicBezTo>
                  <a:cubicBezTo>
                    <a:pt x="27" y="3"/>
                    <a:pt x="27" y="3"/>
                    <a:pt x="27" y="3"/>
                  </a:cubicBezTo>
                  <a:cubicBezTo>
                    <a:pt x="27" y="3"/>
                    <a:pt x="26" y="2"/>
                    <a:pt x="25" y="2"/>
                  </a:cubicBezTo>
                  <a:cubicBezTo>
                    <a:pt x="25" y="1"/>
                    <a:pt x="24" y="1"/>
                    <a:pt x="23" y="1"/>
                  </a:cubicBezTo>
                  <a:cubicBezTo>
                    <a:pt x="21" y="4"/>
                    <a:pt x="21" y="4"/>
                    <a:pt x="21" y="4"/>
                  </a:cubicBezTo>
                  <a:cubicBezTo>
                    <a:pt x="21" y="3"/>
                    <a:pt x="20" y="3"/>
                    <a:pt x="19" y="3"/>
                  </a:cubicBezTo>
                  <a:cubicBezTo>
                    <a:pt x="19" y="0"/>
                    <a:pt x="19" y="0"/>
                    <a:pt x="19" y="0"/>
                  </a:cubicBezTo>
                  <a:cubicBezTo>
                    <a:pt x="18" y="0"/>
                    <a:pt x="18" y="0"/>
                    <a:pt x="17" y="0"/>
                  </a:cubicBezTo>
                  <a:cubicBezTo>
                    <a:pt x="16" y="0"/>
                    <a:pt x="15" y="0"/>
                    <a:pt x="14" y="0"/>
                  </a:cubicBezTo>
                  <a:cubicBezTo>
                    <a:pt x="14" y="3"/>
                    <a:pt x="14" y="3"/>
                    <a:pt x="14" y="3"/>
                  </a:cubicBezTo>
                  <a:cubicBezTo>
                    <a:pt x="13" y="3"/>
                    <a:pt x="13" y="3"/>
                    <a:pt x="12" y="4"/>
                  </a:cubicBezTo>
                  <a:cubicBezTo>
                    <a:pt x="10" y="1"/>
                    <a:pt x="10" y="1"/>
                    <a:pt x="10" y="1"/>
                  </a:cubicBezTo>
                  <a:cubicBezTo>
                    <a:pt x="10" y="1"/>
                    <a:pt x="9" y="1"/>
                    <a:pt x="8" y="2"/>
                  </a:cubicBezTo>
                  <a:cubicBezTo>
                    <a:pt x="7" y="2"/>
                    <a:pt x="7" y="3"/>
                    <a:pt x="6" y="3"/>
                  </a:cubicBezTo>
                  <a:cubicBezTo>
                    <a:pt x="8" y="6"/>
                    <a:pt x="8" y="6"/>
                    <a:pt x="8" y="6"/>
                  </a:cubicBezTo>
                  <a:cubicBezTo>
                    <a:pt x="7" y="7"/>
                    <a:pt x="7" y="7"/>
                    <a:pt x="6" y="8"/>
                  </a:cubicBezTo>
                  <a:cubicBezTo>
                    <a:pt x="3" y="6"/>
                    <a:pt x="3" y="6"/>
                    <a:pt x="3" y="6"/>
                  </a:cubicBezTo>
                  <a:cubicBezTo>
                    <a:pt x="3" y="7"/>
                    <a:pt x="2" y="7"/>
                    <a:pt x="2" y="8"/>
                  </a:cubicBezTo>
                  <a:cubicBezTo>
                    <a:pt x="2" y="9"/>
                    <a:pt x="1" y="10"/>
                    <a:pt x="1" y="10"/>
                  </a:cubicBezTo>
                  <a:cubicBezTo>
                    <a:pt x="4" y="12"/>
                    <a:pt x="4" y="12"/>
                    <a:pt x="4" y="12"/>
                  </a:cubicBezTo>
                  <a:cubicBezTo>
                    <a:pt x="3" y="13"/>
                    <a:pt x="3" y="13"/>
                    <a:pt x="3" y="14"/>
                  </a:cubicBezTo>
                  <a:cubicBezTo>
                    <a:pt x="0" y="14"/>
                    <a:pt x="0" y="14"/>
                    <a:pt x="0" y="14"/>
                  </a:cubicBezTo>
                  <a:cubicBezTo>
                    <a:pt x="0" y="15"/>
                    <a:pt x="0" y="16"/>
                    <a:pt x="0" y="17"/>
                  </a:cubicBezTo>
                  <a:cubicBezTo>
                    <a:pt x="0" y="18"/>
                    <a:pt x="0" y="18"/>
                    <a:pt x="0" y="19"/>
                  </a:cubicBezTo>
                  <a:lnTo>
                    <a:pt x="3" y="19"/>
                  </a:lnTo>
                  <a:close/>
                  <a:moveTo>
                    <a:pt x="7" y="17"/>
                  </a:move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8" y="13"/>
                    <a:pt x="8" y="13"/>
                    <a:pt x="8" y="12"/>
                  </a:cubicBezTo>
                  <a:cubicBezTo>
                    <a:pt x="8" y="12"/>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0"/>
                    <a:pt x="10"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8"/>
                    <a:pt x="12" y="8"/>
                    <a:pt x="12" y="8"/>
                  </a:cubicBezTo>
                  <a:cubicBezTo>
                    <a:pt x="13" y="8"/>
                    <a:pt x="13" y="7"/>
                    <a:pt x="14" y="7"/>
                  </a:cubicBezTo>
                  <a:cubicBezTo>
                    <a:pt x="14"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8"/>
                    <a:pt x="21" y="8"/>
                    <a:pt x="22" y="8"/>
                  </a:cubicBezTo>
                  <a:cubicBezTo>
                    <a:pt x="22" y="8"/>
                    <a:pt x="22" y="8"/>
                    <a:pt x="22" y="8"/>
                  </a:cubicBezTo>
                  <a:cubicBezTo>
                    <a:pt x="22" y="9"/>
                    <a:pt x="22" y="9"/>
                    <a:pt x="22" y="9"/>
                  </a:cubicBezTo>
                  <a:cubicBezTo>
                    <a:pt x="22" y="9"/>
                    <a:pt x="22" y="9"/>
                    <a:pt x="22" y="9"/>
                  </a:cubicBezTo>
                  <a:cubicBezTo>
                    <a:pt x="22" y="9"/>
                    <a:pt x="22" y="9"/>
                    <a:pt x="22" y="9"/>
                  </a:cubicBezTo>
                  <a:cubicBezTo>
                    <a:pt x="22" y="9"/>
                    <a:pt x="22" y="9"/>
                    <a:pt x="22" y="9"/>
                  </a:cubicBezTo>
                  <a:cubicBezTo>
                    <a:pt x="22" y="9"/>
                    <a:pt x="22" y="9"/>
                    <a:pt x="22" y="9"/>
                  </a:cubicBezTo>
                  <a:cubicBezTo>
                    <a:pt x="23" y="9"/>
                    <a:pt x="24" y="10"/>
                    <a:pt x="25" y="11"/>
                  </a:cubicBezTo>
                  <a:cubicBezTo>
                    <a:pt x="25" y="11"/>
                    <a:pt x="25" y="11"/>
                    <a:pt x="25" y="11"/>
                  </a:cubicBezTo>
                  <a:cubicBezTo>
                    <a:pt x="25" y="11"/>
                    <a:pt x="25" y="11"/>
                    <a:pt x="25" y="11"/>
                  </a:cubicBezTo>
                  <a:cubicBezTo>
                    <a:pt x="25" y="11"/>
                    <a:pt x="25" y="11"/>
                    <a:pt x="25" y="11"/>
                  </a:cubicBezTo>
                  <a:cubicBezTo>
                    <a:pt x="25" y="11"/>
                    <a:pt x="25" y="11"/>
                    <a:pt x="25" y="11"/>
                  </a:cubicBezTo>
                  <a:cubicBezTo>
                    <a:pt x="25" y="11"/>
                    <a:pt x="25" y="12"/>
                    <a:pt x="25" y="12"/>
                  </a:cubicBezTo>
                  <a:cubicBezTo>
                    <a:pt x="26" y="13"/>
                    <a:pt x="26" y="13"/>
                    <a:pt x="26" y="14"/>
                  </a:cubicBezTo>
                  <a:cubicBezTo>
                    <a:pt x="26" y="14"/>
                    <a:pt x="26" y="14"/>
                    <a:pt x="26" y="14"/>
                  </a:cubicBezTo>
                  <a:cubicBezTo>
                    <a:pt x="26" y="14"/>
                    <a:pt x="26" y="14"/>
                    <a:pt x="26" y="14"/>
                  </a:cubicBezTo>
                  <a:cubicBezTo>
                    <a:pt x="26" y="15"/>
                    <a:pt x="26" y="15"/>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20"/>
                    <a:pt x="26" y="21"/>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4" y="23"/>
                    <a:pt x="23" y="24"/>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1" y="26"/>
                    <a:pt x="20" y="26"/>
                    <a:pt x="19" y="26"/>
                  </a:cubicBezTo>
                  <a:cubicBezTo>
                    <a:pt x="19" y="26"/>
                    <a:pt x="19" y="26"/>
                    <a:pt x="19" y="26"/>
                  </a:cubicBezTo>
                  <a:cubicBezTo>
                    <a:pt x="19" y="26"/>
                    <a:pt x="19"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3" y="26"/>
                    <a:pt x="12" y="25"/>
                    <a:pt x="12" y="25"/>
                  </a:cubicBezTo>
                  <a:cubicBezTo>
                    <a:pt x="12" y="25"/>
                    <a:pt x="12"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0" y="24"/>
                    <a:pt x="9" y="23"/>
                    <a:pt x="9" y="22"/>
                  </a:cubicBezTo>
                  <a:cubicBezTo>
                    <a:pt x="9" y="22"/>
                    <a:pt x="9" y="22"/>
                    <a:pt x="9" y="22"/>
                  </a:cubicBezTo>
                  <a:cubicBezTo>
                    <a:pt x="9" y="22"/>
                    <a:pt x="9" y="22"/>
                    <a:pt x="9" y="22"/>
                  </a:cubicBezTo>
                  <a:cubicBezTo>
                    <a:pt x="9" y="22"/>
                    <a:pt x="9" y="22"/>
                    <a:pt x="9" y="22"/>
                  </a:cubicBezTo>
                  <a:cubicBezTo>
                    <a:pt x="9" y="22"/>
                    <a:pt x="8" y="22"/>
                    <a:pt x="8" y="22"/>
                  </a:cubicBezTo>
                  <a:cubicBezTo>
                    <a:pt x="8" y="21"/>
                    <a:pt x="7" y="20"/>
                    <a:pt x="7" y="19"/>
                  </a:cubicBezTo>
                  <a:cubicBezTo>
                    <a:pt x="7" y="19"/>
                    <a:pt x="7" y="18"/>
                    <a:pt x="7" y="18"/>
                  </a:cubicBezTo>
                  <a:cubicBezTo>
                    <a:pt x="7" y="18"/>
                    <a:pt x="7" y="18"/>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8" name="Google Shape;528;p45"/>
            <p:cNvSpPr/>
            <p:nvPr/>
          </p:nvSpPr>
          <p:spPr>
            <a:xfrm>
              <a:off x="4640263" y="1452563"/>
              <a:ext cx="134938" cy="131763"/>
            </a:xfrm>
            <a:custGeom>
              <a:avLst/>
              <a:gdLst/>
              <a:ahLst/>
              <a:cxnLst/>
              <a:rect l="l" t="t" r="r" b="b"/>
              <a:pathLst>
                <a:path w="36" h="35" extrusionOk="0">
                  <a:moveTo>
                    <a:pt x="31" y="5"/>
                  </a:moveTo>
                  <a:cubicBezTo>
                    <a:pt x="30" y="4"/>
                    <a:pt x="30" y="4"/>
                    <a:pt x="29" y="3"/>
                  </a:cubicBezTo>
                  <a:cubicBezTo>
                    <a:pt x="26" y="6"/>
                    <a:pt x="26" y="6"/>
                    <a:pt x="26" y="6"/>
                  </a:cubicBezTo>
                  <a:cubicBezTo>
                    <a:pt x="26" y="5"/>
                    <a:pt x="26" y="5"/>
                    <a:pt x="26" y="5"/>
                  </a:cubicBezTo>
                  <a:cubicBezTo>
                    <a:pt x="26" y="5"/>
                    <a:pt x="25" y="5"/>
                    <a:pt x="25" y="4"/>
                  </a:cubicBezTo>
                  <a:cubicBezTo>
                    <a:pt x="26" y="1"/>
                    <a:pt x="26" y="1"/>
                    <a:pt x="26" y="1"/>
                  </a:cubicBezTo>
                  <a:cubicBezTo>
                    <a:pt x="25" y="1"/>
                    <a:pt x="24" y="0"/>
                    <a:pt x="23" y="0"/>
                  </a:cubicBezTo>
                  <a:cubicBezTo>
                    <a:pt x="22" y="0"/>
                    <a:pt x="21" y="0"/>
                    <a:pt x="21" y="0"/>
                  </a:cubicBezTo>
                  <a:cubicBezTo>
                    <a:pt x="20" y="3"/>
                    <a:pt x="20" y="3"/>
                    <a:pt x="20" y="3"/>
                  </a:cubicBezTo>
                  <a:cubicBezTo>
                    <a:pt x="19" y="3"/>
                    <a:pt x="19" y="3"/>
                    <a:pt x="18" y="3"/>
                  </a:cubicBezTo>
                  <a:cubicBezTo>
                    <a:pt x="18" y="3"/>
                    <a:pt x="18" y="3"/>
                    <a:pt x="17" y="3"/>
                  </a:cubicBezTo>
                  <a:cubicBezTo>
                    <a:pt x="17" y="0"/>
                    <a:pt x="17" y="0"/>
                    <a:pt x="17" y="0"/>
                  </a:cubicBezTo>
                  <a:cubicBezTo>
                    <a:pt x="16" y="0"/>
                    <a:pt x="15" y="0"/>
                    <a:pt x="14" y="0"/>
                  </a:cubicBezTo>
                  <a:cubicBezTo>
                    <a:pt x="13" y="0"/>
                    <a:pt x="12" y="0"/>
                    <a:pt x="11" y="1"/>
                  </a:cubicBezTo>
                  <a:cubicBezTo>
                    <a:pt x="12" y="4"/>
                    <a:pt x="12" y="4"/>
                    <a:pt x="12" y="4"/>
                  </a:cubicBezTo>
                  <a:cubicBezTo>
                    <a:pt x="12" y="4"/>
                    <a:pt x="11" y="5"/>
                    <a:pt x="10" y="5"/>
                  </a:cubicBezTo>
                  <a:cubicBezTo>
                    <a:pt x="10" y="5"/>
                    <a:pt x="10" y="5"/>
                    <a:pt x="10" y="5"/>
                  </a:cubicBezTo>
                  <a:cubicBezTo>
                    <a:pt x="8" y="3"/>
                    <a:pt x="8" y="3"/>
                    <a:pt x="8" y="3"/>
                  </a:cubicBezTo>
                  <a:cubicBezTo>
                    <a:pt x="7" y="3"/>
                    <a:pt x="6" y="4"/>
                    <a:pt x="6" y="4"/>
                  </a:cubicBezTo>
                  <a:cubicBezTo>
                    <a:pt x="5" y="5"/>
                    <a:pt x="5" y="6"/>
                    <a:pt x="4" y="6"/>
                  </a:cubicBezTo>
                  <a:cubicBezTo>
                    <a:pt x="6" y="9"/>
                    <a:pt x="6" y="9"/>
                    <a:pt x="6" y="9"/>
                  </a:cubicBezTo>
                  <a:cubicBezTo>
                    <a:pt x="6" y="9"/>
                    <a:pt x="6" y="10"/>
                    <a:pt x="5" y="11"/>
                  </a:cubicBezTo>
                  <a:cubicBezTo>
                    <a:pt x="2" y="10"/>
                    <a:pt x="2" y="10"/>
                    <a:pt x="2" y="10"/>
                  </a:cubicBezTo>
                  <a:cubicBezTo>
                    <a:pt x="2" y="10"/>
                    <a:pt x="1" y="11"/>
                    <a:pt x="1" y="12"/>
                  </a:cubicBezTo>
                  <a:cubicBezTo>
                    <a:pt x="1" y="13"/>
                    <a:pt x="1" y="14"/>
                    <a:pt x="0" y="15"/>
                  </a:cubicBezTo>
                  <a:cubicBezTo>
                    <a:pt x="4" y="16"/>
                    <a:pt x="4" y="16"/>
                    <a:pt x="4" y="16"/>
                  </a:cubicBezTo>
                  <a:cubicBezTo>
                    <a:pt x="4" y="16"/>
                    <a:pt x="4" y="17"/>
                    <a:pt x="4" y="18"/>
                  </a:cubicBezTo>
                  <a:cubicBezTo>
                    <a:pt x="0" y="19"/>
                    <a:pt x="0" y="19"/>
                    <a:pt x="0" y="19"/>
                  </a:cubicBezTo>
                  <a:cubicBezTo>
                    <a:pt x="0" y="20"/>
                    <a:pt x="1" y="20"/>
                    <a:pt x="1" y="21"/>
                  </a:cubicBezTo>
                  <a:cubicBezTo>
                    <a:pt x="1" y="22"/>
                    <a:pt x="1" y="23"/>
                    <a:pt x="2" y="24"/>
                  </a:cubicBezTo>
                  <a:cubicBezTo>
                    <a:pt x="5" y="23"/>
                    <a:pt x="5" y="23"/>
                    <a:pt x="5" y="23"/>
                  </a:cubicBezTo>
                  <a:cubicBezTo>
                    <a:pt x="5" y="24"/>
                    <a:pt x="6" y="24"/>
                    <a:pt x="6" y="25"/>
                  </a:cubicBezTo>
                  <a:cubicBezTo>
                    <a:pt x="3" y="27"/>
                    <a:pt x="3" y="27"/>
                    <a:pt x="3" y="27"/>
                  </a:cubicBezTo>
                  <a:cubicBezTo>
                    <a:pt x="4" y="28"/>
                    <a:pt x="5" y="29"/>
                    <a:pt x="5" y="29"/>
                  </a:cubicBezTo>
                  <a:cubicBezTo>
                    <a:pt x="6" y="30"/>
                    <a:pt x="6" y="31"/>
                    <a:pt x="7" y="31"/>
                  </a:cubicBezTo>
                  <a:cubicBezTo>
                    <a:pt x="10" y="29"/>
                    <a:pt x="10" y="29"/>
                    <a:pt x="10" y="29"/>
                  </a:cubicBezTo>
                  <a:cubicBezTo>
                    <a:pt x="10" y="29"/>
                    <a:pt x="10" y="29"/>
                    <a:pt x="10" y="29"/>
                  </a:cubicBezTo>
                  <a:cubicBezTo>
                    <a:pt x="10" y="29"/>
                    <a:pt x="11" y="30"/>
                    <a:pt x="11" y="30"/>
                  </a:cubicBezTo>
                  <a:cubicBezTo>
                    <a:pt x="10" y="33"/>
                    <a:pt x="10" y="33"/>
                    <a:pt x="10" y="33"/>
                  </a:cubicBezTo>
                  <a:cubicBezTo>
                    <a:pt x="11" y="34"/>
                    <a:pt x="12" y="34"/>
                    <a:pt x="13" y="34"/>
                  </a:cubicBezTo>
                  <a:cubicBezTo>
                    <a:pt x="14" y="34"/>
                    <a:pt x="15" y="35"/>
                    <a:pt x="16" y="35"/>
                  </a:cubicBezTo>
                  <a:cubicBezTo>
                    <a:pt x="17" y="32"/>
                    <a:pt x="17" y="32"/>
                    <a:pt x="17" y="32"/>
                  </a:cubicBezTo>
                  <a:cubicBezTo>
                    <a:pt x="17" y="32"/>
                    <a:pt x="18" y="32"/>
                    <a:pt x="18" y="32"/>
                  </a:cubicBezTo>
                  <a:cubicBezTo>
                    <a:pt x="18" y="32"/>
                    <a:pt x="19" y="32"/>
                    <a:pt x="19" y="32"/>
                  </a:cubicBezTo>
                  <a:cubicBezTo>
                    <a:pt x="20" y="35"/>
                    <a:pt x="20" y="35"/>
                    <a:pt x="20" y="35"/>
                  </a:cubicBezTo>
                  <a:cubicBezTo>
                    <a:pt x="20" y="35"/>
                    <a:pt x="21" y="35"/>
                    <a:pt x="22" y="35"/>
                  </a:cubicBezTo>
                  <a:cubicBezTo>
                    <a:pt x="23" y="34"/>
                    <a:pt x="24" y="34"/>
                    <a:pt x="25" y="34"/>
                  </a:cubicBezTo>
                  <a:cubicBezTo>
                    <a:pt x="24" y="30"/>
                    <a:pt x="24" y="30"/>
                    <a:pt x="24" y="30"/>
                  </a:cubicBezTo>
                  <a:cubicBezTo>
                    <a:pt x="25" y="30"/>
                    <a:pt x="25" y="30"/>
                    <a:pt x="26" y="29"/>
                  </a:cubicBezTo>
                  <a:cubicBezTo>
                    <a:pt x="26" y="30"/>
                    <a:pt x="26" y="30"/>
                    <a:pt x="26" y="30"/>
                  </a:cubicBezTo>
                  <a:cubicBezTo>
                    <a:pt x="28" y="32"/>
                    <a:pt x="28" y="32"/>
                    <a:pt x="28" y="32"/>
                  </a:cubicBezTo>
                  <a:cubicBezTo>
                    <a:pt x="29" y="31"/>
                    <a:pt x="30" y="31"/>
                    <a:pt x="30" y="30"/>
                  </a:cubicBezTo>
                  <a:cubicBezTo>
                    <a:pt x="31" y="30"/>
                    <a:pt x="31" y="29"/>
                    <a:pt x="32" y="28"/>
                  </a:cubicBezTo>
                  <a:cubicBezTo>
                    <a:pt x="30" y="26"/>
                    <a:pt x="30" y="26"/>
                    <a:pt x="30" y="26"/>
                  </a:cubicBezTo>
                  <a:cubicBezTo>
                    <a:pt x="30" y="25"/>
                    <a:pt x="30" y="24"/>
                    <a:pt x="31" y="24"/>
                  </a:cubicBezTo>
                  <a:cubicBezTo>
                    <a:pt x="34" y="25"/>
                    <a:pt x="34" y="25"/>
                    <a:pt x="34" y="25"/>
                  </a:cubicBezTo>
                  <a:cubicBezTo>
                    <a:pt x="34" y="24"/>
                    <a:pt x="35" y="23"/>
                    <a:pt x="35" y="22"/>
                  </a:cubicBezTo>
                  <a:cubicBezTo>
                    <a:pt x="35" y="21"/>
                    <a:pt x="35" y="21"/>
                    <a:pt x="36" y="20"/>
                  </a:cubicBezTo>
                  <a:cubicBezTo>
                    <a:pt x="32" y="19"/>
                    <a:pt x="32" y="19"/>
                    <a:pt x="32" y="19"/>
                  </a:cubicBezTo>
                  <a:cubicBezTo>
                    <a:pt x="32" y="18"/>
                    <a:pt x="32" y="17"/>
                    <a:pt x="32" y="17"/>
                  </a:cubicBezTo>
                  <a:cubicBezTo>
                    <a:pt x="36" y="16"/>
                    <a:pt x="36" y="16"/>
                    <a:pt x="36" y="16"/>
                  </a:cubicBezTo>
                  <a:cubicBezTo>
                    <a:pt x="36" y="15"/>
                    <a:pt x="36" y="14"/>
                    <a:pt x="35" y="13"/>
                  </a:cubicBezTo>
                  <a:cubicBezTo>
                    <a:pt x="35" y="12"/>
                    <a:pt x="35" y="11"/>
                    <a:pt x="35" y="11"/>
                  </a:cubicBezTo>
                  <a:cubicBezTo>
                    <a:pt x="31" y="11"/>
                    <a:pt x="31" y="11"/>
                    <a:pt x="31" y="11"/>
                  </a:cubicBezTo>
                  <a:cubicBezTo>
                    <a:pt x="31" y="11"/>
                    <a:pt x="31" y="10"/>
                    <a:pt x="30" y="9"/>
                  </a:cubicBezTo>
                  <a:cubicBezTo>
                    <a:pt x="33" y="7"/>
                    <a:pt x="33" y="7"/>
                    <a:pt x="33" y="7"/>
                  </a:cubicBezTo>
                  <a:cubicBezTo>
                    <a:pt x="32" y="6"/>
                    <a:pt x="32" y="6"/>
                    <a:pt x="31" y="5"/>
                  </a:cubicBezTo>
                  <a:close/>
                  <a:moveTo>
                    <a:pt x="10" y="18"/>
                  </a:moveTo>
                  <a:cubicBezTo>
                    <a:pt x="10" y="18"/>
                    <a:pt x="9" y="18"/>
                    <a:pt x="9" y="18"/>
                  </a:cubicBezTo>
                  <a:cubicBezTo>
                    <a:pt x="7" y="18"/>
                    <a:pt x="6" y="16"/>
                    <a:pt x="7" y="14"/>
                  </a:cubicBezTo>
                  <a:cubicBezTo>
                    <a:pt x="7" y="12"/>
                    <a:pt x="8" y="11"/>
                    <a:pt x="10" y="11"/>
                  </a:cubicBezTo>
                  <a:cubicBezTo>
                    <a:pt x="10" y="11"/>
                    <a:pt x="11" y="11"/>
                    <a:pt x="11" y="11"/>
                  </a:cubicBezTo>
                  <a:cubicBezTo>
                    <a:pt x="13" y="12"/>
                    <a:pt x="14" y="14"/>
                    <a:pt x="13" y="16"/>
                  </a:cubicBezTo>
                  <a:cubicBezTo>
                    <a:pt x="13" y="17"/>
                    <a:pt x="11" y="18"/>
                    <a:pt x="10" y="18"/>
                  </a:cubicBezTo>
                  <a:close/>
                  <a:moveTo>
                    <a:pt x="19" y="26"/>
                  </a:moveTo>
                  <a:cubicBezTo>
                    <a:pt x="19" y="27"/>
                    <a:pt x="18" y="28"/>
                    <a:pt x="18" y="28"/>
                  </a:cubicBezTo>
                  <a:cubicBezTo>
                    <a:pt x="17" y="29"/>
                    <a:pt x="16" y="29"/>
                    <a:pt x="15" y="29"/>
                  </a:cubicBezTo>
                  <a:cubicBezTo>
                    <a:pt x="13" y="28"/>
                    <a:pt x="12" y="26"/>
                    <a:pt x="12" y="24"/>
                  </a:cubicBezTo>
                  <a:cubicBezTo>
                    <a:pt x="13" y="22"/>
                    <a:pt x="15" y="21"/>
                    <a:pt x="17" y="22"/>
                  </a:cubicBezTo>
                  <a:cubicBezTo>
                    <a:pt x="17" y="22"/>
                    <a:pt x="18" y="22"/>
                    <a:pt x="18" y="23"/>
                  </a:cubicBezTo>
                  <a:cubicBezTo>
                    <a:pt x="19" y="24"/>
                    <a:pt x="19" y="25"/>
                    <a:pt x="19" y="26"/>
                  </a:cubicBezTo>
                  <a:close/>
                  <a:moveTo>
                    <a:pt x="20" y="18"/>
                  </a:moveTo>
                  <a:cubicBezTo>
                    <a:pt x="20" y="19"/>
                    <a:pt x="19" y="20"/>
                    <a:pt x="18" y="20"/>
                  </a:cubicBezTo>
                  <a:cubicBezTo>
                    <a:pt x="18" y="20"/>
                    <a:pt x="18" y="20"/>
                    <a:pt x="17" y="19"/>
                  </a:cubicBezTo>
                  <a:cubicBezTo>
                    <a:pt x="16" y="19"/>
                    <a:pt x="15" y="18"/>
                    <a:pt x="16" y="17"/>
                  </a:cubicBezTo>
                  <a:cubicBezTo>
                    <a:pt x="16" y="16"/>
                    <a:pt x="17" y="15"/>
                    <a:pt x="18" y="15"/>
                  </a:cubicBezTo>
                  <a:cubicBezTo>
                    <a:pt x="18" y="15"/>
                    <a:pt x="18" y="15"/>
                    <a:pt x="19" y="15"/>
                  </a:cubicBezTo>
                  <a:cubicBezTo>
                    <a:pt x="20" y="15"/>
                    <a:pt x="21" y="17"/>
                    <a:pt x="20" y="18"/>
                  </a:cubicBezTo>
                  <a:close/>
                  <a:moveTo>
                    <a:pt x="19" y="12"/>
                  </a:moveTo>
                  <a:cubicBezTo>
                    <a:pt x="19" y="12"/>
                    <a:pt x="18" y="12"/>
                    <a:pt x="18" y="12"/>
                  </a:cubicBezTo>
                  <a:cubicBezTo>
                    <a:pt x="17" y="11"/>
                    <a:pt x="17" y="9"/>
                    <a:pt x="17" y="8"/>
                  </a:cubicBezTo>
                  <a:cubicBezTo>
                    <a:pt x="17" y="7"/>
                    <a:pt x="18" y="7"/>
                    <a:pt x="18" y="7"/>
                  </a:cubicBezTo>
                  <a:cubicBezTo>
                    <a:pt x="19" y="6"/>
                    <a:pt x="20" y="5"/>
                    <a:pt x="21" y="6"/>
                  </a:cubicBezTo>
                  <a:cubicBezTo>
                    <a:pt x="23" y="6"/>
                    <a:pt x="24" y="8"/>
                    <a:pt x="24" y="10"/>
                  </a:cubicBezTo>
                  <a:cubicBezTo>
                    <a:pt x="23" y="12"/>
                    <a:pt x="21" y="13"/>
                    <a:pt x="19" y="12"/>
                  </a:cubicBezTo>
                  <a:close/>
                  <a:moveTo>
                    <a:pt x="30" y="21"/>
                  </a:moveTo>
                  <a:cubicBezTo>
                    <a:pt x="29" y="22"/>
                    <a:pt x="28" y="23"/>
                    <a:pt x="26" y="23"/>
                  </a:cubicBezTo>
                  <a:cubicBezTo>
                    <a:pt x="26" y="23"/>
                    <a:pt x="25" y="23"/>
                    <a:pt x="25" y="23"/>
                  </a:cubicBezTo>
                  <a:cubicBezTo>
                    <a:pt x="23" y="22"/>
                    <a:pt x="22" y="21"/>
                    <a:pt x="23" y="19"/>
                  </a:cubicBezTo>
                  <a:cubicBezTo>
                    <a:pt x="23" y="17"/>
                    <a:pt x="25" y="16"/>
                    <a:pt x="26" y="16"/>
                  </a:cubicBezTo>
                  <a:cubicBezTo>
                    <a:pt x="26" y="16"/>
                    <a:pt x="27" y="16"/>
                    <a:pt x="27" y="16"/>
                  </a:cubicBezTo>
                  <a:cubicBezTo>
                    <a:pt x="29" y="17"/>
                    <a:pt x="30" y="19"/>
                    <a:pt x="30" y="21"/>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29" name="Google Shape;529;p45"/>
            <p:cNvSpPr/>
            <p:nvPr/>
          </p:nvSpPr>
          <p:spPr>
            <a:xfrm>
              <a:off x="4816475" y="2520950"/>
              <a:ext cx="136525" cy="134938"/>
            </a:xfrm>
            <a:custGeom>
              <a:avLst/>
              <a:gdLst/>
              <a:ahLst/>
              <a:cxnLst/>
              <a:rect l="l" t="t" r="r" b="b"/>
              <a:pathLst>
                <a:path w="36" h="36" extrusionOk="0">
                  <a:moveTo>
                    <a:pt x="36" y="17"/>
                  </a:moveTo>
                  <a:cubicBezTo>
                    <a:pt x="36" y="16"/>
                    <a:pt x="36" y="15"/>
                    <a:pt x="35" y="14"/>
                  </a:cubicBezTo>
                  <a:cubicBezTo>
                    <a:pt x="35" y="13"/>
                    <a:pt x="35" y="12"/>
                    <a:pt x="35" y="11"/>
                  </a:cubicBezTo>
                  <a:cubicBezTo>
                    <a:pt x="31" y="12"/>
                    <a:pt x="31" y="12"/>
                    <a:pt x="31" y="12"/>
                  </a:cubicBezTo>
                  <a:cubicBezTo>
                    <a:pt x="31" y="12"/>
                    <a:pt x="31" y="11"/>
                    <a:pt x="30" y="10"/>
                  </a:cubicBezTo>
                  <a:cubicBezTo>
                    <a:pt x="33" y="8"/>
                    <a:pt x="33" y="8"/>
                    <a:pt x="33" y="8"/>
                  </a:cubicBezTo>
                  <a:cubicBezTo>
                    <a:pt x="32" y="7"/>
                    <a:pt x="32" y="7"/>
                    <a:pt x="31" y="6"/>
                  </a:cubicBezTo>
                  <a:cubicBezTo>
                    <a:pt x="30" y="5"/>
                    <a:pt x="30" y="5"/>
                    <a:pt x="29" y="4"/>
                  </a:cubicBezTo>
                  <a:cubicBezTo>
                    <a:pt x="27" y="6"/>
                    <a:pt x="27" y="6"/>
                    <a:pt x="27" y="6"/>
                  </a:cubicBezTo>
                  <a:cubicBezTo>
                    <a:pt x="26" y="6"/>
                    <a:pt x="26" y="6"/>
                    <a:pt x="26" y="6"/>
                  </a:cubicBezTo>
                  <a:cubicBezTo>
                    <a:pt x="26" y="6"/>
                    <a:pt x="25" y="6"/>
                    <a:pt x="25" y="5"/>
                  </a:cubicBezTo>
                  <a:cubicBezTo>
                    <a:pt x="26" y="2"/>
                    <a:pt x="26" y="2"/>
                    <a:pt x="26" y="2"/>
                  </a:cubicBezTo>
                  <a:cubicBezTo>
                    <a:pt x="25" y="2"/>
                    <a:pt x="24" y="1"/>
                    <a:pt x="23" y="1"/>
                  </a:cubicBezTo>
                  <a:cubicBezTo>
                    <a:pt x="22" y="1"/>
                    <a:pt x="22" y="1"/>
                    <a:pt x="21" y="1"/>
                  </a:cubicBezTo>
                  <a:cubicBezTo>
                    <a:pt x="20" y="4"/>
                    <a:pt x="20" y="4"/>
                    <a:pt x="20" y="4"/>
                  </a:cubicBezTo>
                  <a:cubicBezTo>
                    <a:pt x="19" y="4"/>
                    <a:pt x="19" y="4"/>
                    <a:pt x="18" y="4"/>
                  </a:cubicBezTo>
                  <a:cubicBezTo>
                    <a:pt x="18" y="4"/>
                    <a:pt x="18" y="4"/>
                    <a:pt x="17" y="4"/>
                  </a:cubicBezTo>
                  <a:cubicBezTo>
                    <a:pt x="17" y="0"/>
                    <a:pt x="17" y="0"/>
                    <a:pt x="17" y="0"/>
                  </a:cubicBezTo>
                  <a:cubicBezTo>
                    <a:pt x="16" y="0"/>
                    <a:pt x="15" y="1"/>
                    <a:pt x="14" y="1"/>
                  </a:cubicBezTo>
                  <a:cubicBezTo>
                    <a:pt x="13" y="1"/>
                    <a:pt x="12" y="1"/>
                    <a:pt x="12" y="2"/>
                  </a:cubicBezTo>
                  <a:cubicBezTo>
                    <a:pt x="12" y="5"/>
                    <a:pt x="12" y="5"/>
                    <a:pt x="12" y="5"/>
                  </a:cubicBezTo>
                  <a:cubicBezTo>
                    <a:pt x="12" y="5"/>
                    <a:pt x="11" y="6"/>
                    <a:pt x="10" y="6"/>
                  </a:cubicBezTo>
                  <a:cubicBezTo>
                    <a:pt x="10" y="6"/>
                    <a:pt x="10" y="6"/>
                    <a:pt x="10" y="6"/>
                  </a:cubicBezTo>
                  <a:cubicBezTo>
                    <a:pt x="8" y="4"/>
                    <a:pt x="8" y="4"/>
                    <a:pt x="8" y="4"/>
                  </a:cubicBezTo>
                  <a:cubicBezTo>
                    <a:pt x="7" y="4"/>
                    <a:pt x="7" y="5"/>
                    <a:pt x="6" y="5"/>
                  </a:cubicBezTo>
                  <a:cubicBezTo>
                    <a:pt x="5" y="6"/>
                    <a:pt x="5" y="6"/>
                    <a:pt x="4" y="7"/>
                  </a:cubicBezTo>
                  <a:cubicBezTo>
                    <a:pt x="7" y="10"/>
                    <a:pt x="7" y="10"/>
                    <a:pt x="7" y="10"/>
                  </a:cubicBezTo>
                  <a:cubicBezTo>
                    <a:pt x="6" y="10"/>
                    <a:pt x="6" y="11"/>
                    <a:pt x="5" y="12"/>
                  </a:cubicBezTo>
                  <a:cubicBezTo>
                    <a:pt x="2" y="11"/>
                    <a:pt x="2" y="11"/>
                    <a:pt x="2" y="11"/>
                  </a:cubicBezTo>
                  <a:cubicBezTo>
                    <a:pt x="2" y="11"/>
                    <a:pt x="1" y="12"/>
                    <a:pt x="1" y="13"/>
                  </a:cubicBezTo>
                  <a:cubicBezTo>
                    <a:pt x="1" y="14"/>
                    <a:pt x="1" y="15"/>
                    <a:pt x="1" y="16"/>
                  </a:cubicBezTo>
                  <a:cubicBezTo>
                    <a:pt x="4" y="17"/>
                    <a:pt x="4" y="17"/>
                    <a:pt x="4" y="17"/>
                  </a:cubicBezTo>
                  <a:cubicBezTo>
                    <a:pt x="4" y="17"/>
                    <a:pt x="4" y="18"/>
                    <a:pt x="4" y="19"/>
                  </a:cubicBezTo>
                  <a:cubicBezTo>
                    <a:pt x="0" y="20"/>
                    <a:pt x="0" y="20"/>
                    <a:pt x="0" y="20"/>
                  </a:cubicBezTo>
                  <a:cubicBezTo>
                    <a:pt x="1" y="20"/>
                    <a:pt x="1" y="21"/>
                    <a:pt x="1" y="22"/>
                  </a:cubicBezTo>
                  <a:cubicBezTo>
                    <a:pt x="1" y="23"/>
                    <a:pt x="1" y="24"/>
                    <a:pt x="2" y="25"/>
                  </a:cubicBezTo>
                  <a:cubicBezTo>
                    <a:pt x="5" y="24"/>
                    <a:pt x="5" y="24"/>
                    <a:pt x="5" y="24"/>
                  </a:cubicBezTo>
                  <a:cubicBezTo>
                    <a:pt x="5" y="25"/>
                    <a:pt x="6" y="25"/>
                    <a:pt x="6" y="26"/>
                  </a:cubicBezTo>
                  <a:cubicBezTo>
                    <a:pt x="4" y="28"/>
                    <a:pt x="4" y="28"/>
                    <a:pt x="4" y="28"/>
                  </a:cubicBezTo>
                  <a:cubicBezTo>
                    <a:pt x="4" y="29"/>
                    <a:pt x="5" y="30"/>
                    <a:pt x="5" y="30"/>
                  </a:cubicBezTo>
                  <a:cubicBezTo>
                    <a:pt x="6" y="31"/>
                    <a:pt x="7" y="32"/>
                    <a:pt x="7" y="32"/>
                  </a:cubicBezTo>
                  <a:cubicBezTo>
                    <a:pt x="10" y="30"/>
                    <a:pt x="10" y="30"/>
                    <a:pt x="10" y="30"/>
                  </a:cubicBezTo>
                  <a:cubicBezTo>
                    <a:pt x="10" y="30"/>
                    <a:pt x="10" y="30"/>
                    <a:pt x="10" y="30"/>
                  </a:cubicBezTo>
                  <a:cubicBezTo>
                    <a:pt x="11" y="30"/>
                    <a:pt x="11" y="31"/>
                    <a:pt x="12" y="31"/>
                  </a:cubicBezTo>
                  <a:cubicBezTo>
                    <a:pt x="11" y="34"/>
                    <a:pt x="11" y="34"/>
                    <a:pt x="11" y="34"/>
                  </a:cubicBezTo>
                  <a:cubicBezTo>
                    <a:pt x="11" y="35"/>
                    <a:pt x="12" y="35"/>
                    <a:pt x="13" y="35"/>
                  </a:cubicBezTo>
                  <a:cubicBezTo>
                    <a:pt x="14" y="35"/>
                    <a:pt x="15" y="36"/>
                    <a:pt x="16" y="36"/>
                  </a:cubicBezTo>
                  <a:cubicBezTo>
                    <a:pt x="17" y="32"/>
                    <a:pt x="17" y="32"/>
                    <a:pt x="17" y="32"/>
                  </a:cubicBezTo>
                  <a:cubicBezTo>
                    <a:pt x="17" y="32"/>
                    <a:pt x="18" y="32"/>
                    <a:pt x="18" y="32"/>
                  </a:cubicBezTo>
                  <a:cubicBezTo>
                    <a:pt x="18" y="32"/>
                    <a:pt x="19" y="32"/>
                    <a:pt x="19" y="32"/>
                  </a:cubicBezTo>
                  <a:cubicBezTo>
                    <a:pt x="20" y="36"/>
                    <a:pt x="20" y="36"/>
                    <a:pt x="20" y="36"/>
                  </a:cubicBezTo>
                  <a:cubicBezTo>
                    <a:pt x="21" y="36"/>
                    <a:pt x="21" y="36"/>
                    <a:pt x="22" y="35"/>
                  </a:cubicBezTo>
                  <a:cubicBezTo>
                    <a:pt x="23" y="35"/>
                    <a:pt x="24" y="35"/>
                    <a:pt x="25" y="35"/>
                  </a:cubicBezTo>
                  <a:cubicBezTo>
                    <a:pt x="24" y="31"/>
                    <a:pt x="24" y="31"/>
                    <a:pt x="24" y="31"/>
                  </a:cubicBezTo>
                  <a:cubicBezTo>
                    <a:pt x="25" y="31"/>
                    <a:pt x="25" y="31"/>
                    <a:pt x="26" y="30"/>
                  </a:cubicBezTo>
                  <a:cubicBezTo>
                    <a:pt x="26" y="31"/>
                    <a:pt x="26" y="31"/>
                    <a:pt x="26" y="31"/>
                  </a:cubicBezTo>
                  <a:cubicBezTo>
                    <a:pt x="28" y="33"/>
                    <a:pt x="28" y="33"/>
                    <a:pt x="28" y="33"/>
                  </a:cubicBezTo>
                  <a:cubicBezTo>
                    <a:pt x="29" y="32"/>
                    <a:pt x="30" y="32"/>
                    <a:pt x="30" y="31"/>
                  </a:cubicBezTo>
                  <a:cubicBezTo>
                    <a:pt x="31" y="30"/>
                    <a:pt x="32" y="30"/>
                    <a:pt x="32" y="29"/>
                  </a:cubicBezTo>
                  <a:cubicBezTo>
                    <a:pt x="30" y="27"/>
                    <a:pt x="30" y="27"/>
                    <a:pt x="30" y="27"/>
                  </a:cubicBezTo>
                  <a:cubicBezTo>
                    <a:pt x="30" y="26"/>
                    <a:pt x="31" y="25"/>
                    <a:pt x="31" y="25"/>
                  </a:cubicBezTo>
                  <a:cubicBezTo>
                    <a:pt x="34" y="26"/>
                    <a:pt x="34" y="26"/>
                    <a:pt x="34" y="26"/>
                  </a:cubicBezTo>
                  <a:cubicBezTo>
                    <a:pt x="35" y="25"/>
                    <a:pt x="35" y="24"/>
                    <a:pt x="35" y="23"/>
                  </a:cubicBezTo>
                  <a:cubicBezTo>
                    <a:pt x="35" y="22"/>
                    <a:pt x="36" y="21"/>
                    <a:pt x="36" y="21"/>
                  </a:cubicBezTo>
                  <a:cubicBezTo>
                    <a:pt x="32" y="20"/>
                    <a:pt x="32" y="20"/>
                    <a:pt x="32" y="20"/>
                  </a:cubicBezTo>
                  <a:cubicBezTo>
                    <a:pt x="33" y="19"/>
                    <a:pt x="33" y="18"/>
                    <a:pt x="33" y="17"/>
                  </a:cubicBezTo>
                  <a:lnTo>
                    <a:pt x="36" y="17"/>
                  </a:lnTo>
                  <a:close/>
                  <a:moveTo>
                    <a:pt x="10" y="19"/>
                  </a:moveTo>
                  <a:cubicBezTo>
                    <a:pt x="10" y="19"/>
                    <a:pt x="9" y="19"/>
                    <a:pt x="9" y="19"/>
                  </a:cubicBezTo>
                  <a:cubicBezTo>
                    <a:pt x="7" y="19"/>
                    <a:pt x="6" y="17"/>
                    <a:pt x="7" y="15"/>
                  </a:cubicBezTo>
                  <a:cubicBezTo>
                    <a:pt x="7" y="13"/>
                    <a:pt x="9" y="12"/>
                    <a:pt x="10" y="12"/>
                  </a:cubicBezTo>
                  <a:cubicBezTo>
                    <a:pt x="10" y="12"/>
                    <a:pt x="11" y="12"/>
                    <a:pt x="11" y="12"/>
                  </a:cubicBezTo>
                  <a:cubicBezTo>
                    <a:pt x="13" y="13"/>
                    <a:pt x="14" y="15"/>
                    <a:pt x="13" y="17"/>
                  </a:cubicBezTo>
                  <a:cubicBezTo>
                    <a:pt x="13" y="18"/>
                    <a:pt x="12" y="19"/>
                    <a:pt x="10" y="19"/>
                  </a:cubicBezTo>
                  <a:close/>
                  <a:moveTo>
                    <a:pt x="19" y="27"/>
                  </a:moveTo>
                  <a:cubicBezTo>
                    <a:pt x="19" y="28"/>
                    <a:pt x="19" y="28"/>
                    <a:pt x="18" y="29"/>
                  </a:cubicBezTo>
                  <a:cubicBezTo>
                    <a:pt x="17" y="30"/>
                    <a:pt x="16" y="30"/>
                    <a:pt x="15" y="30"/>
                  </a:cubicBezTo>
                  <a:cubicBezTo>
                    <a:pt x="13" y="29"/>
                    <a:pt x="12" y="27"/>
                    <a:pt x="12" y="25"/>
                  </a:cubicBezTo>
                  <a:cubicBezTo>
                    <a:pt x="13" y="23"/>
                    <a:pt x="15" y="22"/>
                    <a:pt x="17" y="23"/>
                  </a:cubicBezTo>
                  <a:cubicBezTo>
                    <a:pt x="17" y="23"/>
                    <a:pt x="18" y="23"/>
                    <a:pt x="18" y="24"/>
                  </a:cubicBezTo>
                  <a:cubicBezTo>
                    <a:pt x="19" y="25"/>
                    <a:pt x="20" y="26"/>
                    <a:pt x="19" y="27"/>
                  </a:cubicBezTo>
                  <a:close/>
                  <a:moveTo>
                    <a:pt x="20" y="19"/>
                  </a:moveTo>
                  <a:cubicBezTo>
                    <a:pt x="20" y="20"/>
                    <a:pt x="19" y="20"/>
                    <a:pt x="18" y="20"/>
                  </a:cubicBezTo>
                  <a:cubicBezTo>
                    <a:pt x="18" y="20"/>
                    <a:pt x="18" y="20"/>
                    <a:pt x="18" y="20"/>
                  </a:cubicBezTo>
                  <a:cubicBezTo>
                    <a:pt x="16" y="20"/>
                    <a:pt x="16" y="19"/>
                    <a:pt x="16" y="17"/>
                  </a:cubicBezTo>
                  <a:cubicBezTo>
                    <a:pt x="16" y="16"/>
                    <a:pt x="17" y="16"/>
                    <a:pt x="18" y="16"/>
                  </a:cubicBezTo>
                  <a:cubicBezTo>
                    <a:pt x="18" y="16"/>
                    <a:pt x="19" y="16"/>
                    <a:pt x="19" y="16"/>
                  </a:cubicBezTo>
                  <a:cubicBezTo>
                    <a:pt x="20" y="16"/>
                    <a:pt x="21" y="18"/>
                    <a:pt x="20" y="19"/>
                  </a:cubicBezTo>
                  <a:close/>
                  <a:moveTo>
                    <a:pt x="20" y="13"/>
                  </a:moveTo>
                  <a:cubicBezTo>
                    <a:pt x="19" y="13"/>
                    <a:pt x="19" y="13"/>
                    <a:pt x="18" y="13"/>
                  </a:cubicBezTo>
                  <a:cubicBezTo>
                    <a:pt x="17" y="12"/>
                    <a:pt x="17" y="10"/>
                    <a:pt x="17" y="9"/>
                  </a:cubicBezTo>
                  <a:cubicBezTo>
                    <a:pt x="17" y="8"/>
                    <a:pt x="18" y="8"/>
                    <a:pt x="18" y="7"/>
                  </a:cubicBezTo>
                  <a:cubicBezTo>
                    <a:pt x="19" y="7"/>
                    <a:pt x="20" y="6"/>
                    <a:pt x="22" y="7"/>
                  </a:cubicBezTo>
                  <a:cubicBezTo>
                    <a:pt x="23" y="7"/>
                    <a:pt x="25" y="9"/>
                    <a:pt x="24" y="11"/>
                  </a:cubicBezTo>
                  <a:cubicBezTo>
                    <a:pt x="23" y="13"/>
                    <a:pt x="21" y="14"/>
                    <a:pt x="20" y="13"/>
                  </a:cubicBezTo>
                  <a:close/>
                  <a:moveTo>
                    <a:pt x="30" y="22"/>
                  </a:moveTo>
                  <a:cubicBezTo>
                    <a:pt x="29" y="23"/>
                    <a:pt x="28" y="24"/>
                    <a:pt x="26" y="24"/>
                  </a:cubicBezTo>
                  <a:cubicBezTo>
                    <a:pt x="26" y="24"/>
                    <a:pt x="26" y="24"/>
                    <a:pt x="25" y="24"/>
                  </a:cubicBezTo>
                  <a:cubicBezTo>
                    <a:pt x="23" y="23"/>
                    <a:pt x="22" y="21"/>
                    <a:pt x="23" y="20"/>
                  </a:cubicBezTo>
                  <a:cubicBezTo>
                    <a:pt x="23" y="18"/>
                    <a:pt x="25" y="17"/>
                    <a:pt x="26" y="17"/>
                  </a:cubicBezTo>
                  <a:cubicBezTo>
                    <a:pt x="27" y="17"/>
                    <a:pt x="27" y="17"/>
                    <a:pt x="27" y="17"/>
                  </a:cubicBezTo>
                  <a:cubicBezTo>
                    <a:pt x="29" y="18"/>
                    <a:pt x="30" y="20"/>
                    <a:pt x="30" y="22"/>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30" name="Google Shape;530;p45"/>
            <p:cNvSpPr/>
            <p:nvPr/>
          </p:nvSpPr>
          <p:spPr>
            <a:xfrm>
              <a:off x="4794250" y="3086100"/>
              <a:ext cx="142875" cy="142875"/>
            </a:xfrm>
            <a:custGeom>
              <a:avLst/>
              <a:gdLst/>
              <a:ahLst/>
              <a:cxnLst/>
              <a:rect l="l" t="t" r="r" b="b"/>
              <a:pathLst>
                <a:path w="38" h="38" extrusionOk="0">
                  <a:moveTo>
                    <a:pt x="37" y="14"/>
                  </a:moveTo>
                  <a:cubicBezTo>
                    <a:pt x="35" y="14"/>
                    <a:pt x="35" y="14"/>
                    <a:pt x="35" y="14"/>
                  </a:cubicBezTo>
                  <a:cubicBezTo>
                    <a:pt x="35" y="13"/>
                    <a:pt x="35" y="13"/>
                    <a:pt x="34" y="12"/>
                  </a:cubicBezTo>
                  <a:cubicBezTo>
                    <a:pt x="36" y="11"/>
                    <a:pt x="36" y="11"/>
                    <a:pt x="36" y="11"/>
                  </a:cubicBezTo>
                  <a:cubicBezTo>
                    <a:pt x="36" y="10"/>
                    <a:pt x="35" y="9"/>
                    <a:pt x="34" y="8"/>
                  </a:cubicBezTo>
                  <a:cubicBezTo>
                    <a:pt x="32" y="9"/>
                    <a:pt x="32" y="9"/>
                    <a:pt x="32" y="9"/>
                  </a:cubicBezTo>
                  <a:cubicBezTo>
                    <a:pt x="32" y="8"/>
                    <a:pt x="32" y="8"/>
                    <a:pt x="31" y="8"/>
                  </a:cubicBezTo>
                  <a:cubicBezTo>
                    <a:pt x="33" y="6"/>
                    <a:pt x="33" y="6"/>
                    <a:pt x="33" y="6"/>
                  </a:cubicBezTo>
                  <a:cubicBezTo>
                    <a:pt x="32" y="5"/>
                    <a:pt x="31" y="4"/>
                    <a:pt x="30" y="3"/>
                  </a:cubicBezTo>
                  <a:cubicBezTo>
                    <a:pt x="29" y="4"/>
                    <a:pt x="29" y="4"/>
                    <a:pt x="29" y="4"/>
                  </a:cubicBezTo>
                  <a:cubicBezTo>
                    <a:pt x="28" y="5"/>
                    <a:pt x="28" y="5"/>
                    <a:pt x="28" y="5"/>
                  </a:cubicBezTo>
                  <a:cubicBezTo>
                    <a:pt x="28" y="5"/>
                    <a:pt x="27" y="4"/>
                    <a:pt x="27" y="4"/>
                  </a:cubicBezTo>
                  <a:cubicBezTo>
                    <a:pt x="27" y="2"/>
                    <a:pt x="27" y="2"/>
                    <a:pt x="27" y="2"/>
                  </a:cubicBezTo>
                  <a:cubicBezTo>
                    <a:pt x="27" y="2"/>
                    <a:pt x="26" y="1"/>
                    <a:pt x="25" y="1"/>
                  </a:cubicBezTo>
                  <a:cubicBezTo>
                    <a:pt x="24" y="1"/>
                    <a:pt x="24" y="1"/>
                    <a:pt x="24" y="1"/>
                  </a:cubicBezTo>
                  <a:cubicBezTo>
                    <a:pt x="23" y="3"/>
                    <a:pt x="23" y="3"/>
                    <a:pt x="23" y="3"/>
                  </a:cubicBezTo>
                  <a:cubicBezTo>
                    <a:pt x="23" y="3"/>
                    <a:pt x="23" y="3"/>
                    <a:pt x="23" y="3"/>
                  </a:cubicBezTo>
                  <a:cubicBezTo>
                    <a:pt x="22" y="3"/>
                    <a:pt x="22" y="2"/>
                    <a:pt x="21" y="2"/>
                  </a:cubicBezTo>
                  <a:cubicBezTo>
                    <a:pt x="21" y="0"/>
                    <a:pt x="21" y="0"/>
                    <a:pt x="21" y="0"/>
                  </a:cubicBezTo>
                  <a:cubicBezTo>
                    <a:pt x="20" y="0"/>
                    <a:pt x="20" y="0"/>
                    <a:pt x="19" y="0"/>
                  </a:cubicBezTo>
                  <a:cubicBezTo>
                    <a:pt x="18" y="0"/>
                    <a:pt x="18" y="0"/>
                    <a:pt x="17" y="0"/>
                  </a:cubicBezTo>
                  <a:cubicBezTo>
                    <a:pt x="17" y="2"/>
                    <a:pt x="17" y="2"/>
                    <a:pt x="17" y="2"/>
                  </a:cubicBezTo>
                  <a:cubicBezTo>
                    <a:pt x="16" y="2"/>
                    <a:pt x="16" y="3"/>
                    <a:pt x="15" y="3"/>
                  </a:cubicBezTo>
                  <a:cubicBezTo>
                    <a:pt x="15" y="3"/>
                    <a:pt x="15" y="3"/>
                    <a:pt x="15" y="3"/>
                  </a:cubicBezTo>
                  <a:cubicBezTo>
                    <a:pt x="15" y="1"/>
                    <a:pt x="15" y="1"/>
                    <a:pt x="15" y="1"/>
                  </a:cubicBezTo>
                  <a:cubicBezTo>
                    <a:pt x="14" y="1"/>
                    <a:pt x="14" y="1"/>
                    <a:pt x="14" y="1"/>
                  </a:cubicBezTo>
                  <a:cubicBezTo>
                    <a:pt x="13" y="1"/>
                    <a:pt x="12" y="2"/>
                    <a:pt x="11" y="2"/>
                  </a:cubicBezTo>
                  <a:cubicBezTo>
                    <a:pt x="12" y="4"/>
                    <a:pt x="12" y="4"/>
                    <a:pt x="12" y="4"/>
                  </a:cubicBezTo>
                  <a:cubicBezTo>
                    <a:pt x="11" y="4"/>
                    <a:pt x="11" y="5"/>
                    <a:pt x="10" y="5"/>
                  </a:cubicBezTo>
                  <a:cubicBezTo>
                    <a:pt x="10" y="4"/>
                    <a:pt x="10" y="4"/>
                    <a:pt x="10" y="4"/>
                  </a:cubicBezTo>
                  <a:cubicBezTo>
                    <a:pt x="9" y="3"/>
                    <a:pt x="9" y="3"/>
                    <a:pt x="9" y="3"/>
                  </a:cubicBezTo>
                  <a:cubicBezTo>
                    <a:pt x="8" y="4"/>
                    <a:pt x="6" y="5"/>
                    <a:pt x="5" y="6"/>
                  </a:cubicBezTo>
                  <a:cubicBezTo>
                    <a:pt x="7" y="8"/>
                    <a:pt x="7" y="8"/>
                    <a:pt x="7" y="8"/>
                  </a:cubicBezTo>
                  <a:cubicBezTo>
                    <a:pt x="7" y="8"/>
                    <a:pt x="6" y="8"/>
                    <a:pt x="6" y="9"/>
                  </a:cubicBezTo>
                  <a:cubicBezTo>
                    <a:pt x="4" y="8"/>
                    <a:pt x="4" y="8"/>
                    <a:pt x="4" y="8"/>
                  </a:cubicBezTo>
                  <a:cubicBezTo>
                    <a:pt x="3" y="9"/>
                    <a:pt x="2" y="10"/>
                    <a:pt x="2" y="11"/>
                  </a:cubicBezTo>
                  <a:cubicBezTo>
                    <a:pt x="4" y="12"/>
                    <a:pt x="4" y="12"/>
                    <a:pt x="4" y="12"/>
                  </a:cubicBezTo>
                  <a:cubicBezTo>
                    <a:pt x="4" y="13"/>
                    <a:pt x="3" y="13"/>
                    <a:pt x="3" y="14"/>
                  </a:cubicBezTo>
                  <a:cubicBezTo>
                    <a:pt x="1" y="14"/>
                    <a:pt x="1" y="14"/>
                    <a:pt x="1" y="14"/>
                  </a:cubicBezTo>
                  <a:cubicBezTo>
                    <a:pt x="1" y="15"/>
                    <a:pt x="0" y="16"/>
                    <a:pt x="0" y="18"/>
                  </a:cubicBezTo>
                  <a:cubicBezTo>
                    <a:pt x="2" y="18"/>
                    <a:pt x="2" y="18"/>
                    <a:pt x="2" y="18"/>
                  </a:cubicBezTo>
                  <a:cubicBezTo>
                    <a:pt x="2" y="18"/>
                    <a:pt x="2" y="19"/>
                    <a:pt x="2" y="19"/>
                  </a:cubicBezTo>
                  <a:cubicBezTo>
                    <a:pt x="2" y="19"/>
                    <a:pt x="2" y="19"/>
                    <a:pt x="2" y="20"/>
                  </a:cubicBezTo>
                  <a:cubicBezTo>
                    <a:pt x="0" y="20"/>
                    <a:pt x="0" y="20"/>
                    <a:pt x="0" y="20"/>
                  </a:cubicBezTo>
                  <a:cubicBezTo>
                    <a:pt x="0" y="21"/>
                    <a:pt x="1" y="23"/>
                    <a:pt x="1" y="24"/>
                  </a:cubicBezTo>
                  <a:cubicBezTo>
                    <a:pt x="3" y="24"/>
                    <a:pt x="3" y="24"/>
                    <a:pt x="3" y="24"/>
                  </a:cubicBezTo>
                  <a:cubicBezTo>
                    <a:pt x="3" y="24"/>
                    <a:pt x="4" y="25"/>
                    <a:pt x="4" y="25"/>
                  </a:cubicBezTo>
                  <a:cubicBezTo>
                    <a:pt x="2" y="26"/>
                    <a:pt x="2" y="26"/>
                    <a:pt x="2" y="26"/>
                  </a:cubicBezTo>
                  <a:cubicBezTo>
                    <a:pt x="2" y="28"/>
                    <a:pt x="3" y="29"/>
                    <a:pt x="4" y="30"/>
                  </a:cubicBezTo>
                  <a:cubicBezTo>
                    <a:pt x="6" y="29"/>
                    <a:pt x="6" y="29"/>
                    <a:pt x="6" y="29"/>
                  </a:cubicBezTo>
                  <a:cubicBezTo>
                    <a:pt x="6" y="29"/>
                    <a:pt x="7" y="30"/>
                    <a:pt x="7" y="30"/>
                  </a:cubicBezTo>
                  <a:cubicBezTo>
                    <a:pt x="5" y="32"/>
                    <a:pt x="5" y="32"/>
                    <a:pt x="5" y="32"/>
                  </a:cubicBezTo>
                  <a:cubicBezTo>
                    <a:pt x="6" y="33"/>
                    <a:pt x="8" y="34"/>
                    <a:pt x="9" y="35"/>
                  </a:cubicBezTo>
                  <a:cubicBezTo>
                    <a:pt x="10" y="33"/>
                    <a:pt x="10" y="33"/>
                    <a:pt x="10" y="33"/>
                  </a:cubicBezTo>
                  <a:cubicBezTo>
                    <a:pt x="10" y="33"/>
                    <a:pt x="10" y="33"/>
                    <a:pt x="10" y="33"/>
                  </a:cubicBezTo>
                  <a:cubicBezTo>
                    <a:pt x="11" y="33"/>
                    <a:pt x="11" y="33"/>
                    <a:pt x="12" y="34"/>
                  </a:cubicBezTo>
                  <a:cubicBezTo>
                    <a:pt x="11" y="36"/>
                    <a:pt x="11" y="36"/>
                    <a:pt x="11" y="36"/>
                  </a:cubicBezTo>
                  <a:cubicBezTo>
                    <a:pt x="12" y="36"/>
                    <a:pt x="13" y="37"/>
                    <a:pt x="14" y="37"/>
                  </a:cubicBezTo>
                  <a:cubicBezTo>
                    <a:pt x="14" y="37"/>
                    <a:pt x="14" y="37"/>
                    <a:pt x="15" y="37"/>
                  </a:cubicBezTo>
                  <a:cubicBezTo>
                    <a:pt x="15" y="35"/>
                    <a:pt x="15" y="35"/>
                    <a:pt x="15" y="35"/>
                  </a:cubicBezTo>
                  <a:cubicBezTo>
                    <a:pt x="15" y="35"/>
                    <a:pt x="15" y="35"/>
                    <a:pt x="15" y="35"/>
                  </a:cubicBezTo>
                  <a:cubicBezTo>
                    <a:pt x="16" y="35"/>
                    <a:pt x="16" y="35"/>
                    <a:pt x="17" y="35"/>
                  </a:cubicBezTo>
                  <a:cubicBezTo>
                    <a:pt x="17" y="38"/>
                    <a:pt x="17" y="38"/>
                    <a:pt x="17" y="38"/>
                  </a:cubicBezTo>
                  <a:cubicBezTo>
                    <a:pt x="18" y="38"/>
                    <a:pt x="18" y="38"/>
                    <a:pt x="19" y="38"/>
                  </a:cubicBezTo>
                  <a:cubicBezTo>
                    <a:pt x="20" y="38"/>
                    <a:pt x="20" y="38"/>
                    <a:pt x="21" y="38"/>
                  </a:cubicBezTo>
                  <a:cubicBezTo>
                    <a:pt x="21" y="35"/>
                    <a:pt x="21" y="35"/>
                    <a:pt x="21" y="35"/>
                  </a:cubicBezTo>
                  <a:cubicBezTo>
                    <a:pt x="22" y="35"/>
                    <a:pt x="22" y="35"/>
                    <a:pt x="23" y="35"/>
                  </a:cubicBezTo>
                  <a:cubicBezTo>
                    <a:pt x="23" y="35"/>
                    <a:pt x="23" y="35"/>
                    <a:pt x="23" y="35"/>
                  </a:cubicBezTo>
                  <a:cubicBezTo>
                    <a:pt x="24" y="37"/>
                    <a:pt x="24" y="37"/>
                    <a:pt x="24" y="37"/>
                  </a:cubicBezTo>
                  <a:cubicBezTo>
                    <a:pt x="24" y="37"/>
                    <a:pt x="24" y="37"/>
                    <a:pt x="25" y="37"/>
                  </a:cubicBezTo>
                  <a:cubicBezTo>
                    <a:pt x="26" y="37"/>
                    <a:pt x="27" y="36"/>
                    <a:pt x="27" y="36"/>
                  </a:cubicBezTo>
                  <a:cubicBezTo>
                    <a:pt x="27" y="34"/>
                    <a:pt x="27" y="34"/>
                    <a:pt x="27" y="34"/>
                  </a:cubicBezTo>
                  <a:cubicBezTo>
                    <a:pt x="27" y="33"/>
                    <a:pt x="28" y="33"/>
                    <a:pt x="28" y="33"/>
                  </a:cubicBezTo>
                  <a:cubicBezTo>
                    <a:pt x="29" y="33"/>
                    <a:pt x="29" y="33"/>
                    <a:pt x="29" y="33"/>
                  </a:cubicBezTo>
                  <a:cubicBezTo>
                    <a:pt x="30" y="35"/>
                    <a:pt x="30" y="35"/>
                    <a:pt x="30" y="35"/>
                  </a:cubicBezTo>
                  <a:cubicBezTo>
                    <a:pt x="31" y="34"/>
                    <a:pt x="32" y="33"/>
                    <a:pt x="33" y="32"/>
                  </a:cubicBezTo>
                  <a:cubicBezTo>
                    <a:pt x="31" y="30"/>
                    <a:pt x="31" y="30"/>
                    <a:pt x="31" y="30"/>
                  </a:cubicBezTo>
                  <a:cubicBezTo>
                    <a:pt x="32" y="30"/>
                    <a:pt x="32" y="29"/>
                    <a:pt x="32" y="29"/>
                  </a:cubicBezTo>
                  <a:cubicBezTo>
                    <a:pt x="34" y="30"/>
                    <a:pt x="34" y="30"/>
                    <a:pt x="34" y="30"/>
                  </a:cubicBezTo>
                  <a:cubicBezTo>
                    <a:pt x="35" y="29"/>
                    <a:pt x="36" y="28"/>
                    <a:pt x="36" y="26"/>
                  </a:cubicBezTo>
                  <a:cubicBezTo>
                    <a:pt x="34" y="25"/>
                    <a:pt x="34" y="25"/>
                    <a:pt x="34" y="25"/>
                  </a:cubicBezTo>
                  <a:cubicBezTo>
                    <a:pt x="35" y="25"/>
                    <a:pt x="35" y="24"/>
                    <a:pt x="35" y="24"/>
                  </a:cubicBezTo>
                  <a:cubicBezTo>
                    <a:pt x="37" y="24"/>
                    <a:pt x="37" y="24"/>
                    <a:pt x="37" y="24"/>
                  </a:cubicBezTo>
                  <a:cubicBezTo>
                    <a:pt x="38" y="23"/>
                    <a:pt x="38" y="21"/>
                    <a:pt x="38" y="20"/>
                  </a:cubicBezTo>
                  <a:cubicBezTo>
                    <a:pt x="36" y="20"/>
                    <a:pt x="36" y="20"/>
                    <a:pt x="36" y="20"/>
                  </a:cubicBezTo>
                  <a:cubicBezTo>
                    <a:pt x="36" y="19"/>
                    <a:pt x="36" y="19"/>
                    <a:pt x="36" y="19"/>
                  </a:cubicBezTo>
                  <a:cubicBezTo>
                    <a:pt x="36" y="19"/>
                    <a:pt x="36" y="18"/>
                    <a:pt x="36" y="18"/>
                  </a:cubicBezTo>
                  <a:cubicBezTo>
                    <a:pt x="38" y="18"/>
                    <a:pt x="38" y="18"/>
                    <a:pt x="38" y="18"/>
                  </a:cubicBezTo>
                  <a:cubicBezTo>
                    <a:pt x="38" y="16"/>
                    <a:pt x="38" y="15"/>
                    <a:pt x="37" y="14"/>
                  </a:cubicBezTo>
                  <a:close/>
                  <a:moveTo>
                    <a:pt x="27" y="7"/>
                  </a:moveTo>
                  <a:cubicBezTo>
                    <a:pt x="28" y="7"/>
                    <a:pt x="28" y="7"/>
                    <a:pt x="29" y="8"/>
                  </a:cubicBezTo>
                  <a:cubicBezTo>
                    <a:pt x="30" y="9"/>
                    <a:pt x="31" y="10"/>
                    <a:pt x="31" y="11"/>
                  </a:cubicBezTo>
                  <a:cubicBezTo>
                    <a:pt x="29" y="12"/>
                    <a:pt x="29" y="12"/>
                    <a:pt x="29" y="12"/>
                  </a:cubicBezTo>
                  <a:cubicBezTo>
                    <a:pt x="25" y="15"/>
                    <a:pt x="25" y="15"/>
                    <a:pt x="25" y="15"/>
                  </a:cubicBezTo>
                  <a:cubicBezTo>
                    <a:pt x="23" y="16"/>
                    <a:pt x="23" y="16"/>
                    <a:pt x="23" y="16"/>
                  </a:cubicBezTo>
                  <a:cubicBezTo>
                    <a:pt x="22" y="16"/>
                    <a:pt x="22" y="16"/>
                    <a:pt x="22" y="16"/>
                  </a:cubicBezTo>
                  <a:cubicBezTo>
                    <a:pt x="22" y="16"/>
                    <a:pt x="22" y="16"/>
                    <a:pt x="22" y="15"/>
                  </a:cubicBezTo>
                  <a:cubicBezTo>
                    <a:pt x="23" y="14"/>
                    <a:pt x="23" y="14"/>
                    <a:pt x="23" y="14"/>
                  </a:cubicBezTo>
                  <a:cubicBezTo>
                    <a:pt x="25" y="11"/>
                    <a:pt x="25" y="11"/>
                    <a:pt x="25" y="11"/>
                  </a:cubicBezTo>
                  <a:lnTo>
                    <a:pt x="27" y="7"/>
                  </a:lnTo>
                  <a:close/>
                  <a:moveTo>
                    <a:pt x="20" y="4"/>
                  </a:moveTo>
                  <a:cubicBezTo>
                    <a:pt x="21" y="4"/>
                    <a:pt x="22" y="4"/>
                    <a:pt x="23" y="5"/>
                  </a:cubicBezTo>
                  <a:cubicBezTo>
                    <a:pt x="23" y="5"/>
                    <a:pt x="24" y="5"/>
                    <a:pt x="25" y="5"/>
                  </a:cubicBezTo>
                  <a:cubicBezTo>
                    <a:pt x="25" y="5"/>
                    <a:pt x="25" y="6"/>
                    <a:pt x="26" y="6"/>
                  </a:cubicBezTo>
                  <a:cubicBezTo>
                    <a:pt x="25" y="8"/>
                    <a:pt x="25" y="8"/>
                    <a:pt x="25" y="8"/>
                  </a:cubicBezTo>
                  <a:cubicBezTo>
                    <a:pt x="23" y="11"/>
                    <a:pt x="23" y="11"/>
                    <a:pt x="23" y="11"/>
                  </a:cubicBezTo>
                  <a:cubicBezTo>
                    <a:pt x="21" y="15"/>
                    <a:pt x="21" y="15"/>
                    <a:pt x="21" y="15"/>
                  </a:cubicBezTo>
                  <a:cubicBezTo>
                    <a:pt x="20" y="15"/>
                    <a:pt x="20" y="14"/>
                    <a:pt x="20" y="14"/>
                  </a:cubicBezTo>
                  <a:lnTo>
                    <a:pt x="20" y="4"/>
                  </a:lnTo>
                  <a:close/>
                  <a:moveTo>
                    <a:pt x="14" y="5"/>
                  </a:moveTo>
                  <a:cubicBezTo>
                    <a:pt x="14" y="5"/>
                    <a:pt x="15" y="5"/>
                    <a:pt x="15" y="5"/>
                  </a:cubicBezTo>
                  <a:cubicBezTo>
                    <a:pt x="16" y="4"/>
                    <a:pt x="17" y="4"/>
                    <a:pt x="18" y="4"/>
                  </a:cubicBezTo>
                  <a:cubicBezTo>
                    <a:pt x="18" y="14"/>
                    <a:pt x="18" y="14"/>
                    <a:pt x="18" y="14"/>
                  </a:cubicBezTo>
                  <a:cubicBezTo>
                    <a:pt x="18" y="14"/>
                    <a:pt x="18" y="15"/>
                    <a:pt x="18" y="15"/>
                  </a:cubicBezTo>
                  <a:cubicBezTo>
                    <a:pt x="15" y="11"/>
                    <a:pt x="15" y="11"/>
                    <a:pt x="15" y="11"/>
                  </a:cubicBezTo>
                  <a:cubicBezTo>
                    <a:pt x="14" y="8"/>
                    <a:pt x="14" y="8"/>
                    <a:pt x="14" y="8"/>
                  </a:cubicBezTo>
                  <a:cubicBezTo>
                    <a:pt x="13" y="6"/>
                    <a:pt x="13" y="6"/>
                    <a:pt x="13" y="6"/>
                  </a:cubicBezTo>
                  <a:cubicBezTo>
                    <a:pt x="13" y="6"/>
                    <a:pt x="13" y="5"/>
                    <a:pt x="14" y="5"/>
                  </a:cubicBezTo>
                  <a:close/>
                  <a:moveTo>
                    <a:pt x="10" y="8"/>
                  </a:moveTo>
                  <a:cubicBezTo>
                    <a:pt x="10" y="7"/>
                    <a:pt x="11" y="7"/>
                    <a:pt x="11" y="7"/>
                  </a:cubicBezTo>
                  <a:cubicBezTo>
                    <a:pt x="14" y="11"/>
                    <a:pt x="14" y="11"/>
                    <a:pt x="14" y="11"/>
                  </a:cubicBezTo>
                  <a:cubicBezTo>
                    <a:pt x="15" y="14"/>
                    <a:pt x="15" y="14"/>
                    <a:pt x="15" y="14"/>
                  </a:cubicBezTo>
                  <a:cubicBezTo>
                    <a:pt x="16" y="15"/>
                    <a:pt x="16" y="15"/>
                    <a:pt x="16" y="15"/>
                  </a:cubicBezTo>
                  <a:cubicBezTo>
                    <a:pt x="16" y="16"/>
                    <a:pt x="16" y="16"/>
                    <a:pt x="16" y="16"/>
                  </a:cubicBezTo>
                  <a:cubicBezTo>
                    <a:pt x="15" y="16"/>
                    <a:pt x="15" y="16"/>
                    <a:pt x="15" y="16"/>
                  </a:cubicBezTo>
                  <a:cubicBezTo>
                    <a:pt x="14" y="15"/>
                    <a:pt x="14" y="15"/>
                    <a:pt x="14" y="15"/>
                  </a:cubicBezTo>
                  <a:cubicBezTo>
                    <a:pt x="10" y="12"/>
                    <a:pt x="10" y="12"/>
                    <a:pt x="10" y="12"/>
                  </a:cubicBezTo>
                  <a:cubicBezTo>
                    <a:pt x="7" y="11"/>
                    <a:pt x="7" y="11"/>
                    <a:pt x="7" y="11"/>
                  </a:cubicBezTo>
                  <a:cubicBezTo>
                    <a:pt x="8" y="10"/>
                    <a:pt x="9" y="9"/>
                    <a:pt x="10" y="8"/>
                  </a:cubicBezTo>
                  <a:close/>
                  <a:moveTo>
                    <a:pt x="6" y="12"/>
                  </a:moveTo>
                  <a:cubicBezTo>
                    <a:pt x="10" y="14"/>
                    <a:pt x="10" y="14"/>
                    <a:pt x="10" y="14"/>
                  </a:cubicBezTo>
                  <a:cubicBezTo>
                    <a:pt x="14" y="17"/>
                    <a:pt x="14" y="17"/>
                    <a:pt x="14" y="17"/>
                  </a:cubicBezTo>
                  <a:cubicBezTo>
                    <a:pt x="15" y="17"/>
                    <a:pt x="15" y="17"/>
                    <a:pt x="15" y="17"/>
                  </a:cubicBezTo>
                  <a:cubicBezTo>
                    <a:pt x="15" y="18"/>
                    <a:pt x="15" y="18"/>
                    <a:pt x="15" y="18"/>
                  </a:cubicBezTo>
                  <a:cubicBezTo>
                    <a:pt x="14" y="18"/>
                    <a:pt x="14" y="18"/>
                    <a:pt x="14" y="18"/>
                  </a:cubicBezTo>
                  <a:cubicBezTo>
                    <a:pt x="10" y="18"/>
                    <a:pt x="10" y="18"/>
                    <a:pt x="10" y="18"/>
                  </a:cubicBezTo>
                  <a:cubicBezTo>
                    <a:pt x="4" y="18"/>
                    <a:pt x="4" y="18"/>
                    <a:pt x="4" y="18"/>
                  </a:cubicBezTo>
                  <a:cubicBezTo>
                    <a:pt x="5" y="16"/>
                    <a:pt x="5" y="14"/>
                    <a:pt x="6" y="12"/>
                  </a:cubicBezTo>
                  <a:close/>
                  <a:moveTo>
                    <a:pt x="4" y="20"/>
                  </a:moveTo>
                  <a:cubicBezTo>
                    <a:pt x="10" y="20"/>
                    <a:pt x="10" y="20"/>
                    <a:pt x="10" y="20"/>
                  </a:cubicBezTo>
                  <a:cubicBezTo>
                    <a:pt x="14" y="20"/>
                    <a:pt x="14" y="20"/>
                    <a:pt x="14" y="20"/>
                  </a:cubicBezTo>
                  <a:cubicBezTo>
                    <a:pt x="15" y="20"/>
                    <a:pt x="15" y="20"/>
                    <a:pt x="15" y="20"/>
                  </a:cubicBezTo>
                  <a:cubicBezTo>
                    <a:pt x="15" y="20"/>
                    <a:pt x="15" y="20"/>
                    <a:pt x="15" y="20"/>
                  </a:cubicBezTo>
                  <a:cubicBezTo>
                    <a:pt x="14" y="21"/>
                    <a:pt x="14" y="21"/>
                    <a:pt x="14" y="21"/>
                  </a:cubicBezTo>
                  <a:cubicBezTo>
                    <a:pt x="10" y="23"/>
                    <a:pt x="10" y="23"/>
                    <a:pt x="10" y="23"/>
                  </a:cubicBezTo>
                  <a:cubicBezTo>
                    <a:pt x="6" y="25"/>
                    <a:pt x="6" y="25"/>
                    <a:pt x="6" y="25"/>
                  </a:cubicBezTo>
                  <a:cubicBezTo>
                    <a:pt x="5" y="24"/>
                    <a:pt x="5" y="22"/>
                    <a:pt x="4" y="20"/>
                  </a:cubicBezTo>
                  <a:close/>
                  <a:moveTo>
                    <a:pt x="11" y="31"/>
                  </a:moveTo>
                  <a:cubicBezTo>
                    <a:pt x="11" y="31"/>
                    <a:pt x="10" y="30"/>
                    <a:pt x="10" y="30"/>
                  </a:cubicBezTo>
                  <a:cubicBezTo>
                    <a:pt x="9" y="29"/>
                    <a:pt x="8" y="28"/>
                    <a:pt x="7" y="27"/>
                  </a:cubicBezTo>
                  <a:cubicBezTo>
                    <a:pt x="10" y="25"/>
                    <a:pt x="10" y="25"/>
                    <a:pt x="10" y="25"/>
                  </a:cubicBezTo>
                  <a:cubicBezTo>
                    <a:pt x="14" y="23"/>
                    <a:pt x="14" y="23"/>
                    <a:pt x="14" y="23"/>
                  </a:cubicBezTo>
                  <a:cubicBezTo>
                    <a:pt x="15" y="22"/>
                    <a:pt x="15" y="22"/>
                    <a:pt x="15" y="22"/>
                  </a:cubicBezTo>
                  <a:cubicBezTo>
                    <a:pt x="16" y="22"/>
                    <a:pt x="16" y="22"/>
                    <a:pt x="16" y="22"/>
                  </a:cubicBezTo>
                  <a:cubicBezTo>
                    <a:pt x="16" y="22"/>
                    <a:pt x="16" y="22"/>
                    <a:pt x="16" y="22"/>
                  </a:cubicBezTo>
                  <a:cubicBezTo>
                    <a:pt x="15" y="24"/>
                    <a:pt x="15" y="24"/>
                    <a:pt x="15" y="24"/>
                  </a:cubicBezTo>
                  <a:cubicBezTo>
                    <a:pt x="14" y="26"/>
                    <a:pt x="14" y="26"/>
                    <a:pt x="14" y="26"/>
                  </a:cubicBezTo>
                  <a:lnTo>
                    <a:pt x="11" y="31"/>
                  </a:lnTo>
                  <a:close/>
                  <a:moveTo>
                    <a:pt x="18" y="34"/>
                  </a:moveTo>
                  <a:cubicBezTo>
                    <a:pt x="17" y="33"/>
                    <a:pt x="16" y="33"/>
                    <a:pt x="15" y="33"/>
                  </a:cubicBezTo>
                  <a:cubicBezTo>
                    <a:pt x="15" y="33"/>
                    <a:pt x="14" y="33"/>
                    <a:pt x="14" y="33"/>
                  </a:cubicBezTo>
                  <a:cubicBezTo>
                    <a:pt x="13" y="32"/>
                    <a:pt x="13" y="32"/>
                    <a:pt x="13" y="32"/>
                  </a:cubicBezTo>
                  <a:cubicBezTo>
                    <a:pt x="14" y="30"/>
                    <a:pt x="14" y="30"/>
                    <a:pt x="14" y="30"/>
                  </a:cubicBezTo>
                  <a:cubicBezTo>
                    <a:pt x="15" y="27"/>
                    <a:pt x="15" y="27"/>
                    <a:pt x="15" y="27"/>
                  </a:cubicBezTo>
                  <a:cubicBezTo>
                    <a:pt x="18" y="23"/>
                    <a:pt x="18" y="23"/>
                    <a:pt x="18" y="23"/>
                  </a:cubicBezTo>
                  <a:cubicBezTo>
                    <a:pt x="18" y="23"/>
                    <a:pt x="18" y="23"/>
                    <a:pt x="18" y="23"/>
                  </a:cubicBezTo>
                  <a:lnTo>
                    <a:pt x="18" y="34"/>
                  </a:lnTo>
                  <a:close/>
                  <a:moveTo>
                    <a:pt x="16" y="19"/>
                  </a:moveTo>
                  <a:cubicBezTo>
                    <a:pt x="16" y="17"/>
                    <a:pt x="17" y="16"/>
                    <a:pt x="19" y="16"/>
                  </a:cubicBezTo>
                  <a:cubicBezTo>
                    <a:pt x="21" y="16"/>
                    <a:pt x="22" y="17"/>
                    <a:pt x="22" y="19"/>
                  </a:cubicBezTo>
                  <a:cubicBezTo>
                    <a:pt x="22" y="21"/>
                    <a:pt x="21" y="22"/>
                    <a:pt x="19" y="22"/>
                  </a:cubicBezTo>
                  <a:cubicBezTo>
                    <a:pt x="17" y="22"/>
                    <a:pt x="16" y="21"/>
                    <a:pt x="16" y="19"/>
                  </a:cubicBezTo>
                  <a:close/>
                  <a:moveTo>
                    <a:pt x="25" y="33"/>
                  </a:moveTo>
                  <a:cubicBezTo>
                    <a:pt x="24" y="33"/>
                    <a:pt x="23" y="33"/>
                    <a:pt x="23" y="33"/>
                  </a:cubicBezTo>
                  <a:cubicBezTo>
                    <a:pt x="22" y="33"/>
                    <a:pt x="21" y="33"/>
                    <a:pt x="20" y="34"/>
                  </a:cubicBezTo>
                  <a:cubicBezTo>
                    <a:pt x="20" y="23"/>
                    <a:pt x="20" y="23"/>
                    <a:pt x="20" y="23"/>
                  </a:cubicBezTo>
                  <a:cubicBezTo>
                    <a:pt x="20" y="23"/>
                    <a:pt x="20" y="23"/>
                    <a:pt x="21" y="23"/>
                  </a:cubicBezTo>
                  <a:cubicBezTo>
                    <a:pt x="23" y="27"/>
                    <a:pt x="23" y="27"/>
                    <a:pt x="23" y="27"/>
                  </a:cubicBezTo>
                  <a:cubicBezTo>
                    <a:pt x="25" y="30"/>
                    <a:pt x="25" y="30"/>
                    <a:pt x="25" y="30"/>
                  </a:cubicBezTo>
                  <a:cubicBezTo>
                    <a:pt x="26" y="32"/>
                    <a:pt x="26" y="32"/>
                    <a:pt x="26" y="32"/>
                  </a:cubicBezTo>
                  <a:cubicBezTo>
                    <a:pt x="25" y="32"/>
                    <a:pt x="25" y="32"/>
                    <a:pt x="25" y="33"/>
                  </a:cubicBezTo>
                  <a:close/>
                  <a:moveTo>
                    <a:pt x="29" y="30"/>
                  </a:moveTo>
                  <a:cubicBezTo>
                    <a:pt x="28" y="30"/>
                    <a:pt x="28" y="31"/>
                    <a:pt x="27" y="31"/>
                  </a:cubicBezTo>
                  <a:cubicBezTo>
                    <a:pt x="25" y="26"/>
                    <a:pt x="25" y="26"/>
                    <a:pt x="25" y="26"/>
                  </a:cubicBezTo>
                  <a:cubicBezTo>
                    <a:pt x="23" y="24"/>
                    <a:pt x="23" y="24"/>
                    <a:pt x="23" y="24"/>
                  </a:cubicBezTo>
                  <a:cubicBezTo>
                    <a:pt x="22" y="22"/>
                    <a:pt x="22" y="22"/>
                    <a:pt x="22" y="22"/>
                  </a:cubicBezTo>
                  <a:cubicBezTo>
                    <a:pt x="22" y="22"/>
                    <a:pt x="22" y="22"/>
                    <a:pt x="22" y="22"/>
                  </a:cubicBezTo>
                  <a:cubicBezTo>
                    <a:pt x="23" y="22"/>
                    <a:pt x="23" y="22"/>
                    <a:pt x="23" y="22"/>
                  </a:cubicBezTo>
                  <a:cubicBezTo>
                    <a:pt x="25" y="23"/>
                    <a:pt x="25" y="23"/>
                    <a:pt x="25" y="23"/>
                  </a:cubicBezTo>
                  <a:cubicBezTo>
                    <a:pt x="29" y="25"/>
                    <a:pt x="29" y="25"/>
                    <a:pt x="29" y="25"/>
                  </a:cubicBezTo>
                  <a:cubicBezTo>
                    <a:pt x="31" y="27"/>
                    <a:pt x="31" y="27"/>
                    <a:pt x="31" y="27"/>
                  </a:cubicBezTo>
                  <a:cubicBezTo>
                    <a:pt x="31" y="28"/>
                    <a:pt x="30" y="29"/>
                    <a:pt x="29" y="30"/>
                  </a:cubicBezTo>
                  <a:close/>
                  <a:moveTo>
                    <a:pt x="32" y="25"/>
                  </a:moveTo>
                  <a:cubicBezTo>
                    <a:pt x="29" y="23"/>
                    <a:pt x="29" y="23"/>
                    <a:pt x="29" y="23"/>
                  </a:cubicBezTo>
                  <a:cubicBezTo>
                    <a:pt x="25" y="21"/>
                    <a:pt x="25" y="21"/>
                    <a:pt x="25" y="21"/>
                  </a:cubicBezTo>
                  <a:cubicBezTo>
                    <a:pt x="23" y="20"/>
                    <a:pt x="23" y="20"/>
                    <a:pt x="23" y="20"/>
                  </a:cubicBezTo>
                  <a:cubicBezTo>
                    <a:pt x="23" y="20"/>
                    <a:pt x="24" y="20"/>
                    <a:pt x="24" y="20"/>
                  </a:cubicBezTo>
                  <a:cubicBezTo>
                    <a:pt x="25" y="20"/>
                    <a:pt x="25" y="20"/>
                    <a:pt x="25" y="20"/>
                  </a:cubicBezTo>
                  <a:cubicBezTo>
                    <a:pt x="29" y="20"/>
                    <a:pt x="29" y="20"/>
                    <a:pt x="29" y="20"/>
                  </a:cubicBezTo>
                  <a:cubicBezTo>
                    <a:pt x="34" y="20"/>
                    <a:pt x="34" y="20"/>
                    <a:pt x="34" y="20"/>
                  </a:cubicBezTo>
                  <a:cubicBezTo>
                    <a:pt x="34" y="22"/>
                    <a:pt x="33" y="24"/>
                    <a:pt x="32" y="25"/>
                  </a:cubicBezTo>
                  <a:close/>
                  <a:moveTo>
                    <a:pt x="29" y="18"/>
                  </a:moveTo>
                  <a:cubicBezTo>
                    <a:pt x="25" y="18"/>
                    <a:pt x="25" y="18"/>
                    <a:pt x="25" y="18"/>
                  </a:cubicBezTo>
                  <a:cubicBezTo>
                    <a:pt x="24" y="18"/>
                    <a:pt x="24" y="18"/>
                    <a:pt x="24" y="18"/>
                  </a:cubicBezTo>
                  <a:cubicBezTo>
                    <a:pt x="24" y="18"/>
                    <a:pt x="23" y="18"/>
                    <a:pt x="23" y="17"/>
                  </a:cubicBezTo>
                  <a:cubicBezTo>
                    <a:pt x="25" y="17"/>
                    <a:pt x="25" y="17"/>
                    <a:pt x="25" y="17"/>
                  </a:cubicBezTo>
                  <a:cubicBezTo>
                    <a:pt x="29" y="14"/>
                    <a:pt x="29" y="14"/>
                    <a:pt x="29" y="14"/>
                  </a:cubicBezTo>
                  <a:cubicBezTo>
                    <a:pt x="32" y="12"/>
                    <a:pt x="32" y="12"/>
                    <a:pt x="32" y="12"/>
                  </a:cubicBezTo>
                  <a:cubicBezTo>
                    <a:pt x="33" y="14"/>
                    <a:pt x="34" y="16"/>
                    <a:pt x="34" y="18"/>
                  </a:cubicBezTo>
                  <a:lnTo>
                    <a:pt x="29" y="18"/>
                  </a:ln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531" name="Google Shape;531;p45"/>
            <p:cNvSpPr/>
            <p:nvPr/>
          </p:nvSpPr>
          <p:spPr>
            <a:xfrm>
              <a:off x="4075113" y="2416175"/>
              <a:ext cx="142875" cy="146050"/>
            </a:xfrm>
            <a:custGeom>
              <a:avLst/>
              <a:gdLst/>
              <a:ahLst/>
              <a:cxnLst/>
              <a:rect l="l" t="t" r="r" b="b"/>
              <a:pathLst>
                <a:path w="38" h="39" extrusionOk="0">
                  <a:moveTo>
                    <a:pt x="38" y="16"/>
                  </a:moveTo>
                  <a:cubicBezTo>
                    <a:pt x="38" y="16"/>
                    <a:pt x="38" y="15"/>
                    <a:pt x="38" y="15"/>
                  </a:cubicBezTo>
                  <a:cubicBezTo>
                    <a:pt x="33" y="15"/>
                    <a:pt x="33" y="15"/>
                    <a:pt x="33" y="15"/>
                  </a:cubicBezTo>
                  <a:cubicBezTo>
                    <a:pt x="33" y="15"/>
                    <a:pt x="33" y="14"/>
                    <a:pt x="32" y="14"/>
                  </a:cubicBezTo>
                  <a:cubicBezTo>
                    <a:pt x="37" y="12"/>
                    <a:pt x="37" y="12"/>
                    <a:pt x="37" y="12"/>
                  </a:cubicBezTo>
                  <a:cubicBezTo>
                    <a:pt x="36" y="11"/>
                    <a:pt x="36" y="11"/>
                    <a:pt x="36" y="10"/>
                  </a:cubicBezTo>
                  <a:cubicBezTo>
                    <a:pt x="35" y="10"/>
                    <a:pt x="35" y="9"/>
                    <a:pt x="35" y="9"/>
                  </a:cubicBezTo>
                  <a:cubicBezTo>
                    <a:pt x="31" y="11"/>
                    <a:pt x="31" y="11"/>
                    <a:pt x="31" y="11"/>
                  </a:cubicBezTo>
                  <a:cubicBezTo>
                    <a:pt x="30" y="10"/>
                    <a:pt x="30" y="10"/>
                    <a:pt x="30" y="10"/>
                  </a:cubicBezTo>
                  <a:cubicBezTo>
                    <a:pt x="33" y="6"/>
                    <a:pt x="33" y="6"/>
                    <a:pt x="33" y="6"/>
                  </a:cubicBezTo>
                  <a:cubicBezTo>
                    <a:pt x="32" y="6"/>
                    <a:pt x="32" y="5"/>
                    <a:pt x="31" y="5"/>
                  </a:cubicBezTo>
                  <a:cubicBezTo>
                    <a:pt x="31" y="5"/>
                    <a:pt x="30" y="4"/>
                    <a:pt x="30" y="4"/>
                  </a:cubicBezTo>
                  <a:cubicBezTo>
                    <a:pt x="27" y="7"/>
                    <a:pt x="27" y="7"/>
                    <a:pt x="27" y="7"/>
                  </a:cubicBezTo>
                  <a:cubicBezTo>
                    <a:pt x="27" y="7"/>
                    <a:pt x="26" y="7"/>
                    <a:pt x="26" y="7"/>
                  </a:cubicBezTo>
                  <a:cubicBezTo>
                    <a:pt x="27" y="2"/>
                    <a:pt x="27" y="2"/>
                    <a:pt x="27" y="2"/>
                  </a:cubicBezTo>
                  <a:cubicBezTo>
                    <a:pt x="27" y="2"/>
                    <a:pt x="26" y="2"/>
                    <a:pt x="26" y="2"/>
                  </a:cubicBezTo>
                  <a:cubicBezTo>
                    <a:pt x="25" y="1"/>
                    <a:pt x="24" y="1"/>
                    <a:pt x="24" y="1"/>
                  </a:cubicBezTo>
                  <a:cubicBezTo>
                    <a:pt x="22" y="5"/>
                    <a:pt x="22" y="5"/>
                    <a:pt x="22" y="5"/>
                  </a:cubicBezTo>
                  <a:cubicBezTo>
                    <a:pt x="22" y="5"/>
                    <a:pt x="21" y="5"/>
                    <a:pt x="21" y="5"/>
                  </a:cubicBezTo>
                  <a:cubicBezTo>
                    <a:pt x="21" y="0"/>
                    <a:pt x="21" y="0"/>
                    <a:pt x="21" y="0"/>
                  </a:cubicBezTo>
                  <a:cubicBezTo>
                    <a:pt x="20" y="0"/>
                    <a:pt x="20" y="0"/>
                    <a:pt x="19" y="0"/>
                  </a:cubicBezTo>
                  <a:cubicBezTo>
                    <a:pt x="18" y="0"/>
                    <a:pt x="18" y="0"/>
                    <a:pt x="17" y="0"/>
                  </a:cubicBezTo>
                  <a:cubicBezTo>
                    <a:pt x="17" y="5"/>
                    <a:pt x="17" y="5"/>
                    <a:pt x="17" y="5"/>
                  </a:cubicBezTo>
                  <a:cubicBezTo>
                    <a:pt x="17" y="5"/>
                    <a:pt x="16" y="5"/>
                    <a:pt x="16" y="5"/>
                  </a:cubicBezTo>
                  <a:cubicBezTo>
                    <a:pt x="14" y="1"/>
                    <a:pt x="14" y="1"/>
                    <a:pt x="14" y="1"/>
                  </a:cubicBezTo>
                  <a:cubicBezTo>
                    <a:pt x="14" y="1"/>
                    <a:pt x="13" y="1"/>
                    <a:pt x="12" y="2"/>
                  </a:cubicBezTo>
                  <a:cubicBezTo>
                    <a:pt x="12" y="2"/>
                    <a:pt x="11" y="2"/>
                    <a:pt x="11" y="2"/>
                  </a:cubicBezTo>
                  <a:cubicBezTo>
                    <a:pt x="12" y="7"/>
                    <a:pt x="12" y="7"/>
                    <a:pt x="12" y="7"/>
                  </a:cubicBezTo>
                  <a:cubicBezTo>
                    <a:pt x="12" y="7"/>
                    <a:pt x="12" y="7"/>
                    <a:pt x="11" y="7"/>
                  </a:cubicBezTo>
                  <a:cubicBezTo>
                    <a:pt x="8" y="4"/>
                    <a:pt x="8" y="4"/>
                    <a:pt x="8" y="4"/>
                  </a:cubicBezTo>
                  <a:cubicBezTo>
                    <a:pt x="8" y="4"/>
                    <a:pt x="7" y="5"/>
                    <a:pt x="7" y="5"/>
                  </a:cubicBezTo>
                  <a:cubicBezTo>
                    <a:pt x="6" y="5"/>
                    <a:pt x="6" y="6"/>
                    <a:pt x="5" y="6"/>
                  </a:cubicBezTo>
                  <a:cubicBezTo>
                    <a:pt x="8" y="10"/>
                    <a:pt x="8" y="10"/>
                    <a:pt x="8" y="10"/>
                  </a:cubicBezTo>
                  <a:cubicBezTo>
                    <a:pt x="8" y="10"/>
                    <a:pt x="8" y="10"/>
                    <a:pt x="7" y="11"/>
                  </a:cubicBezTo>
                  <a:cubicBezTo>
                    <a:pt x="3" y="9"/>
                    <a:pt x="3" y="9"/>
                    <a:pt x="3" y="9"/>
                  </a:cubicBezTo>
                  <a:cubicBezTo>
                    <a:pt x="3" y="9"/>
                    <a:pt x="3" y="10"/>
                    <a:pt x="2" y="10"/>
                  </a:cubicBezTo>
                  <a:cubicBezTo>
                    <a:pt x="2" y="11"/>
                    <a:pt x="2" y="11"/>
                    <a:pt x="1" y="12"/>
                  </a:cubicBezTo>
                  <a:cubicBezTo>
                    <a:pt x="6" y="14"/>
                    <a:pt x="6" y="14"/>
                    <a:pt x="6" y="14"/>
                  </a:cubicBezTo>
                  <a:cubicBezTo>
                    <a:pt x="5" y="14"/>
                    <a:pt x="5" y="15"/>
                    <a:pt x="5" y="15"/>
                  </a:cubicBezTo>
                  <a:cubicBezTo>
                    <a:pt x="0" y="15"/>
                    <a:pt x="0" y="15"/>
                    <a:pt x="0" y="15"/>
                  </a:cubicBezTo>
                  <a:cubicBezTo>
                    <a:pt x="0" y="15"/>
                    <a:pt x="0" y="16"/>
                    <a:pt x="0" y="16"/>
                  </a:cubicBezTo>
                  <a:cubicBezTo>
                    <a:pt x="0" y="17"/>
                    <a:pt x="0" y="18"/>
                    <a:pt x="0" y="18"/>
                  </a:cubicBezTo>
                  <a:cubicBezTo>
                    <a:pt x="4" y="19"/>
                    <a:pt x="4" y="19"/>
                    <a:pt x="4" y="19"/>
                  </a:cubicBezTo>
                  <a:cubicBezTo>
                    <a:pt x="4" y="19"/>
                    <a:pt x="4" y="19"/>
                    <a:pt x="4" y="20"/>
                  </a:cubicBezTo>
                  <a:cubicBezTo>
                    <a:pt x="4" y="20"/>
                    <a:pt x="4" y="20"/>
                    <a:pt x="4" y="20"/>
                  </a:cubicBezTo>
                  <a:cubicBezTo>
                    <a:pt x="0" y="21"/>
                    <a:pt x="0" y="21"/>
                    <a:pt x="0" y="21"/>
                  </a:cubicBezTo>
                  <a:cubicBezTo>
                    <a:pt x="0" y="22"/>
                    <a:pt x="0" y="22"/>
                    <a:pt x="0" y="23"/>
                  </a:cubicBezTo>
                  <a:cubicBezTo>
                    <a:pt x="0" y="24"/>
                    <a:pt x="0" y="24"/>
                    <a:pt x="0" y="25"/>
                  </a:cubicBezTo>
                  <a:cubicBezTo>
                    <a:pt x="5" y="24"/>
                    <a:pt x="5" y="24"/>
                    <a:pt x="5" y="24"/>
                  </a:cubicBezTo>
                  <a:cubicBezTo>
                    <a:pt x="5" y="24"/>
                    <a:pt x="5" y="25"/>
                    <a:pt x="6" y="25"/>
                  </a:cubicBezTo>
                  <a:cubicBezTo>
                    <a:pt x="1" y="28"/>
                    <a:pt x="1" y="28"/>
                    <a:pt x="1" y="28"/>
                  </a:cubicBezTo>
                  <a:cubicBezTo>
                    <a:pt x="2" y="28"/>
                    <a:pt x="2" y="29"/>
                    <a:pt x="2" y="29"/>
                  </a:cubicBezTo>
                  <a:cubicBezTo>
                    <a:pt x="3" y="30"/>
                    <a:pt x="3" y="30"/>
                    <a:pt x="3" y="31"/>
                  </a:cubicBezTo>
                  <a:cubicBezTo>
                    <a:pt x="7" y="29"/>
                    <a:pt x="7" y="29"/>
                    <a:pt x="7" y="29"/>
                  </a:cubicBezTo>
                  <a:cubicBezTo>
                    <a:pt x="8" y="29"/>
                    <a:pt x="8" y="29"/>
                    <a:pt x="8" y="30"/>
                  </a:cubicBezTo>
                  <a:cubicBezTo>
                    <a:pt x="5" y="33"/>
                    <a:pt x="5" y="33"/>
                    <a:pt x="5" y="33"/>
                  </a:cubicBezTo>
                  <a:cubicBezTo>
                    <a:pt x="6" y="34"/>
                    <a:pt x="6" y="34"/>
                    <a:pt x="7" y="34"/>
                  </a:cubicBezTo>
                  <a:cubicBezTo>
                    <a:pt x="7" y="35"/>
                    <a:pt x="8" y="35"/>
                    <a:pt x="8" y="36"/>
                  </a:cubicBezTo>
                  <a:cubicBezTo>
                    <a:pt x="11" y="32"/>
                    <a:pt x="11" y="32"/>
                    <a:pt x="11" y="32"/>
                  </a:cubicBezTo>
                  <a:cubicBezTo>
                    <a:pt x="12" y="32"/>
                    <a:pt x="12" y="32"/>
                    <a:pt x="12" y="33"/>
                  </a:cubicBezTo>
                  <a:cubicBezTo>
                    <a:pt x="11" y="37"/>
                    <a:pt x="11" y="37"/>
                    <a:pt x="11" y="37"/>
                  </a:cubicBezTo>
                  <a:cubicBezTo>
                    <a:pt x="11" y="37"/>
                    <a:pt x="12" y="38"/>
                    <a:pt x="12" y="38"/>
                  </a:cubicBezTo>
                  <a:cubicBezTo>
                    <a:pt x="13" y="38"/>
                    <a:pt x="14" y="38"/>
                    <a:pt x="14" y="38"/>
                  </a:cubicBezTo>
                  <a:cubicBezTo>
                    <a:pt x="16" y="34"/>
                    <a:pt x="16" y="34"/>
                    <a:pt x="16" y="34"/>
                  </a:cubicBezTo>
                  <a:cubicBezTo>
                    <a:pt x="16" y="34"/>
                    <a:pt x="17" y="34"/>
                    <a:pt x="17" y="34"/>
                  </a:cubicBezTo>
                  <a:cubicBezTo>
                    <a:pt x="17" y="39"/>
                    <a:pt x="17" y="39"/>
                    <a:pt x="17" y="39"/>
                  </a:cubicBezTo>
                  <a:cubicBezTo>
                    <a:pt x="18" y="39"/>
                    <a:pt x="18" y="39"/>
                    <a:pt x="19" y="39"/>
                  </a:cubicBezTo>
                  <a:cubicBezTo>
                    <a:pt x="20" y="39"/>
                    <a:pt x="20" y="39"/>
                    <a:pt x="21" y="39"/>
                  </a:cubicBezTo>
                  <a:cubicBezTo>
                    <a:pt x="21" y="34"/>
                    <a:pt x="21" y="34"/>
                    <a:pt x="21" y="34"/>
                  </a:cubicBezTo>
                  <a:cubicBezTo>
                    <a:pt x="21" y="34"/>
                    <a:pt x="22" y="34"/>
                    <a:pt x="22" y="34"/>
                  </a:cubicBezTo>
                  <a:cubicBezTo>
                    <a:pt x="24" y="38"/>
                    <a:pt x="24" y="38"/>
                    <a:pt x="24" y="38"/>
                  </a:cubicBezTo>
                  <a:cubicBezTo>
                    <a:pt x="24" y="38"/>
                    <a:pt x="25" y="38"/>
                    <a:pt x="26" y="38"/>
                  </a:cubicBezTo>
                  <a:cubicBezTo>
                    <a:pt x="26" y="38"/>
                    <a:pt x="27" y="37"/>
                    <a:pt x="27" y="37"/>
                  </a:cubicBezTo>
                  <a:cubicBezTo>
                    <a:pt x="26" y="33"/>
                    <a:pt x="26" y="33"/>
                    <a:pt x="26" y="33"/>
                  </a:cubicBezTo>
                  <a:cubicBezTo>
                    <a:pt x="26" y="32"/>
                    <a:pt x="27" y="32"/>
                    <a:pt x="27" y="32"/>
                  </a:cubicBezTo>
                  <a:cubicBezTo>
                    <a:pt x="30" y="36"/>
                    <a:pt x="30" y="36"/>
                    <a:pt x="30" y="36"/>
                  </a:cubicBezTo>
                  <a:cubicBezTo>
                    <a:pt x="30" y="35"/>
                    <a:pt x="31" y="35"/>
                    <a:pt x="31" y="34"/>
                  </a:cubicBezTo>
                  <a:cubicBezTo>
                    <a:pt x="32" y="34"/>
                    <a:pt x="32" y="34"/>
                    <a:pt x="33" y="33"/>
                  </a:cubicBezTo>
                  <a:cubicBezTo>
                    <a:pt x="30" y="30"/>
                    <a:pt x="30" y="30"/>
                    <a:pt x="30" y="30"/>
                  </a:cubicBezTo>
                  <a:cubicBezTo>
                    <a:pt x="30" y="29"/>
                    <a:pt x="30" y="29"/>
                    <a:pt x="31" y="29"/>
                  </a:cubicBezTo>
                  <a:cubicBezTo>
                    <a:pt x="35" y="31"/>
                    <a:pt x="35" y="31"/>
                    <a:pt x="35" y="31"/>
                  </a:cubicBezTo>
                  <a:cubicBezTo>
                    <a:pt x="35" y="30"/>
                    <a:pt x="35" y="30"/>
                    <a:pt x="36" y="29"/>
                  </a:cubicBezTo>
                  <a:cubicBezTo>
                    <a:pt x="36" y="29"/>
                    <a:pt x="36" y="28"/>
                    <a:pt x="37" y="28"/>
                  </a:cubicBezTo>
                  <a:cubicBezTo>
                    <a:pt x="32" y="25"/>
                    <a:pt x="32" y="25"/>
                    <a:pt x="32" y="25"/>
                  </a:cubicBezTo>
                  <a:cubicBezTo>
                    <a:pt x="33" y="25"/>
                    <a:pt x="33" y="24"/>
                    <a:pt x="33" y="24"/>
                  </a:cubicBezTo>
                  <a:cubicBezTo>
                    <a:pt x="38" y="25"/>
                    <a:pt x="38" y="25"/>
                    <a:pt x="38" y="25"/>
                  </a:cubicBezTo>
                  <a:cubicBezTo>
                    <a:pt x="38" y="24"/>
                    <a:pt x="38" y="24"/>
                    <a:pt x="38" y="23"/>
                  </a:cubicBezTo>
                  <a:cubicBezTo>
                    <a:pt x="38" y="22"/>
                    <a:pt x="38" y="22"/>
                    <a:pt x="38" y="21"/>
                  </a:cubicBezTo>
                  <a:cubicBezTo>
                    <a:pt x="34" y="20"/>
                    <a:pt x="34" y="20"/>
                    <a:pt x="34" y="20"/>
                  </a:cubicBezTo>
                  <a:cubicBezTo>
                    <a:pt x="34" y="20"/>
                    <a:pt x="34" y="20"/>
                    <a:pt x="34" y="20"/>
                  </a:cubicBezTo>
                  <a:cubicBezTo>
                    <a:pt x="34" y="19"/>
                    <a:pt x="34" y="19"/>
                    <a:pt x="34" y="19"/>
                  </a:cubicBezTo>
                  <a:cubicBezTo>
                    <a:pt x="38" y="18"/>
                    <a:pt x="38" y="18"/>
                    <a:pt x="38" y="18"/>
                  </a:cubicBezTo>
                  <a:cubicBezTo>
                    <a:pt x="38" y="18"/>
                    <a:pt x="38" y="17"/>
                    <a:pt x="38" y="16"/>
                  </a:cubicBezTo>
                  <a:close/>
                  <a:moveTo>
                    <a:pt x="19" y="29"/>
                  </a:moveTo>
                  <a:cubicBezTo>
                    <a:pt x="14" y="29"/>
                    <a:pt x="10" y="25"/>
                    <a:pt x="10" y="20"/>
                  </a:cubicBezTo>
                  <a:cubicBezTo>
                    <a:pt x="10" y="15"/>
                    <a:pt x="14" y="11"/>
                    <a:pt x="19" y="11"/>
                  </a:cubicBezTo>
                  <a:cubicBezTo>
                    <a:pt x="24" y="11"/>
                    <a:pt x="28" y="15"/>
                    <a:pt x="28" y="20"/>
                  </a:cubicBezTo>
                  <a:cubicBezTo>
                    <a:pt x="28" y="25"/>
                    <a:pt x="24" y="29"/>
                    <a:pt x="19" y="29"/>
                  </a:cubicBezTo>
                  <a:close/>
                </a:path>
              </a:pathLst>
            </a:custGeom>
            <a:solidFill>
              <a:srgbClr val="F7CAAC"/>
            </a:solidFill>
            <a:ln>
              <a:noFill/>
            </a:ln>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pic>
        <p:nvPicPr>
          <p:cNvPr id="532" name="Google Shape;532;p45"/>
          <p:cNvPicPr preferRelativeResize="0"/>
          <p:nvPr/>
        </p:nvPicPr>
        <p:blipFill rotWithShape="1">
          <a:blip r:embed="rId3">
            <a:alphaModFix/>
          </a:blip>
          <a:srcRect/>
          <a:stretch/>
        </p:blipFill>
        <p:spPr>
          <a:xfrm>
            <a:off x="4485852" y="2430841"/>
            <a:ext cx="1890613" cy="454424"/>
          </a:xfrm>
          <a:prstGeom prst="rect">
            <a:avLst/>
          </a:prstGeom>
          <a:noFill/>
          <a:ln>
            <a:noFill/>
          </a:ln>
        </p:spPr>
      </p:pic>
      <p:sp>
        <p:nvSpPr>
          <p:cNvPr id="3" name="Brandline_LVC">
            <a:extLst>
              <a:ext uri="{FF2B5EF4-FFF2-40B4-BE49-F238E27FC236}">
                <a16:creationId xmlns:a16="http://schemas.microsoft.com/office/drawing/2014/main" id="{8DB5318E-E349-285C-263F-C5BA1389CCC7}"/>
              </a:ext>
            </a:extLst>
          </p:cNvPr>
          <p:cNvSpPr/>
          <p:nvPr/>
        </p:nvSpPr>
        <p:spPr>
          <a:xfrm>
            <a:off x="6159500" y="805656"/>
            <a:ext cx="394700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6"/>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rmAutofit/>
          </a:bodyPr>
          <a:lstStyle/>
          <a:p>
            <a:pPr lvl="0"/>
            <a:r>
              <a:rPr lang="en-US" dirty="0">
                <a:sym typeface="Open Sans"/>
              </a:rPr>
              <a:t>YARN Infrastructure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b="1">
                <a:latin typeface="Open Sans"/>
                <a:ea typeface="Open Sans"/>
                <a:cs typeface="Open Sans"/>
                <a:sym typeface="Open Sans"/>
              </a:rPr>
              <a:t>YARN Infrastructure</a:t>
            </a:r>
            <a:endParaRPr sz="2800">
              <a:latin typeface="Open Sans"/>
              <a:ea typeface="Open Sans"/>
              <a:cs typeface="Open Sans"/>
              <a:sym typeface="Open Sans"/>
            </a:endParaRPr>
          </a:p>
        </p:txBody>
      </p:sp>
      <p:sp>
        <p:nvSpPr>
          <p:cNvPr id="544" name="Google Shape;544;p47"/>
          <p:cNvSpPr/>
          <p:nvPr/>
        </p:nvSpPr>
        <p:spPr>
          <a:xfrm>
            <a:off x="2194560" y="1473091"/>
            <a:ext cx="11927840" cy="936568"/>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YARN Infrastructure is responsible for delivering computational resources for application execution, such as CPUs and memory.</a:t>
            </a:r>
            <a:endParaRPr/>
          </a:p>
        </p:txBody>
      </p:sp>
      <p:grpSp>
        <p:nvGrpSpPr>
          <p:cNvPr id="546" name="Google Shape;546;p47"/>
          <p:cNvGrpSpPr/>
          <p:nvPr/>
        </p:nvGrpSpPr>
        <p:grpSpPr>
          <a:xfrm>
            <a:off x="4725514" y="2866076"/>
            <a:ext cx="6825292" cy="4721314"/>
            <a:chOff x="2958162" y="2724657"/>
            <a:chExt cx="3832508" cy="2583826"/>
          </a:xfrm>
        </p:grpSpPr>
        <p:sp>
          <p:nvSpPr>
            <p:cNvPr id="547" name="Google Shape;547;p47"/>
            <p:cNvSpPr/>
            <p:nvPr/>
          </p:nvSpPr>
          <p:spPr>
            <a:xfrm>
              <a:off x="2958162" y="2781182"/>
              <a:ext cx="3832508" cy="2527301"/>
            </a:xfrm>
            <a:prstGeom prst="rect">
              <a:avLst/>
            </a:prstGeom>
            <a:solidFill>
              <a:srgbClr val="FFFFFF"/>
            </a:solidFill>
            <a:ln w="12700" cap="flat" cmpd="sng">
              <a:solidFill>
                <a:srgbClr val="FFFFF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Open Sans"/>
                <a:ea typeface="Open Sans"/>
                <a:cs typeface="Open Sans"/>
                <a:sym typeface="Open Sans"/>
              </a:endParaRPr>
            </a:p>
          </p:txBody>
        </p:sp>
        <p:sp>
          <p:nvSpPr>
            <p:cNvPr id="548" name="Google Shape;548;p47"/>
            <p:cNvSpPr/>
            <p:nvPr/>
          </p:nvSpPr>
          <p:spPr>
            <a:xfrm>
              <a:off x="3029576" y="4450182"/>
              <a:ext cx="3692657" cy="615834"/>
            </a:xfrm>
            <a:prstGeom prst="rect">
              <a:avLst/>
            </a:prstGeom>
            <a:solidFill>
              <a:srgbClr val="FFE699"/>
            </a:solidFill>
            <a:ln w="12700" cap="flat" cmpd="sng">
              <a:solidFill>
                <a:srgbClr val="7F7F7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Open Sans"/>
                <a:ea typeface="Open Sans"/>
                <a:cs typeface="Open Sans"/>
                <a:sym typeface="Open Sans"/>
              </a:endParaRPr>
            </a:p>
          </p:txBody>
        </p:sp>
        <p:sp>
          <p:nvSpPr>
            <p:cNvPr id="549" name="Google Shape;549;p47"/>
            <p:cNvSpPr/>
            <p:nvPr/>
          </p:nvSpPr>
          <p:spPr>
            <a:xfrm>
              <a:off x="3029576" y="3639483"/>
              <a:ext cx="3692657" cy="810699"/>
            </a:xfrm>
            <a:prstGeom prst="rect">
              <a:avLst/>
            </a:prstGeom>
            <a:solidFill>
              <a:srgbClr val="F4B183"/>
            </a:solidFill>
            <a:ln w="12700" cap="flat" cmpd="sng">
              <a:solidFill>
                <a:srgbClr val="7F7F7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Open Sans"/>
                <a:ea typeface="Open Sans"/>
                <a:cs typeface="Open Sans"/>
                <a:sym typeface="Open Sans"/>
              </a:endParaRPr>
            </a:p>
          </p:txBody>
        </p:sp>
        <p:sp>
          <p:nvSpPr>
            <p:cNvPr id="550" name="Google Shape;550;p47"/>
            <p:cNvSpPr/>
            <p:nvPr/>
          </p:nvSpPr>
          <p:spPr>
            <a:xfrm rot="5400000">
              <a:off x="3504251" y="2623350"/>
              <a:ext cx="879125" cy="1828475"/>
            </a:xfrm>
            <a:prstGeom prst="rightArrowCallout">
              <a:avLst>
                <a:gd name="adj1" fmla="val 24488"/>
                <a:gd name="adj2" fmla="val 25269"/>
                <a:gd name="adj3" fmla="val 14580"/>
                <a:gd name="adj4" fmla="val 78318"/>
              </a:avLst>
            </a:prstGeom>
            <a:solidFill>
              <a:srgbClr val="F2F2F2"/>
            </a:solidFill>
            <a:ln w="12700" cap="flat" cmpd="sng">
              <a:solidFill>
                <a:srgbClr val="7F7F7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Open Sans"/>
                <a:ea typeface="Open Sans"/>
                <a:cs typeface="Open Sans"/>
                <a:sym typeface="Open Sans"/>
              </a:endParaRPr>
            </a:p>
          </p:txBody>
        </p:sp>
        <p:sp>
          <p:nvSpPr>
            <p:cNvPr id="551" name="Google Shape;551;p47"/>
            <p:cNvSpPr/>
            <p:nvPr/>
          </p:nvSpPr>
          <p:spPr>
            <a:xfrm rot="5400000">
              <a:off x="5368433" y="2623350"/>
              <a:ext cx="879125" cy="1828476"/>
            </a:xfrm>
            <a:prstGeom prst="rightArrowCallout">
              <a:avLst>
                <a:gd name="adj1" fmla="val 24488"/>
                <a:gd name="adj2" fmla="val 25269"/>
                <a:gd name="adj3" fmla="val 14580"/>
                <a:gd name="adj4" fmla="val 78318"/>
              </a:avLst>
            </a:prstGeom>
            <a:solidFill>
              <a:srgbClr val="F2F2F2"/>
            </a:solidFill>
            <a:ln w="12700" cap="flat" cmpd="sng">
              <a:solidFill>
                <a:srgbClr val="7F7F7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Open Sans"/>
                <a:ea typeface="Open Sans"/>
                <a:cs typeface="Open Sans"/>
                <a:sym typeface="Open Sans"/>
              </a:endParaRPr>
            </a:p>
          </p:txBody>
        </p:sp>
        <p:sp>
          <p:nvSpPr>
            <p:cNvPr id="552" name="Google Shape;552;p47"/>
            <p:cNvSpPr txBox="1"/>
            <p:nvPr/>
          </p:nvSpPr>
          <p:spPr>
            <a:xfrm>
              <a:off x="3141159" y="3214052"/>
              <a:ext cx="1633577" cy="456464"/>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MapReduce</a:t>
              </a:r>
              <a:endParaRPr sz="1600" b="1" i="0" u="none" strike="noStrike" cap="none">
                <a:solidFill>
                  <a:srgbClr val="000000"/>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Open Sans"/>
                  <a:ea typeface="Open Sans"/>
                  <a:cs typeface="Open Sans"/>
                  <a:sym typeface="Open Sans"/>
                </a:rPr>
                <a:t>(data processing)</a:t>
              </a:r>
              <a:endParaRPr sz="1600" b="0" i="0" u="none" strike="noStrike" cap="none">
                <a:solidFill>
                  <a:schemeClr val="dk1"/>
                </a:solidFill>
                <a:latin typeface="Calibri"/>
                <a:ea typeface="Calibri"/>
                <a:cs typeface="Calibri"/>
                <a:sym typeface="Calibri"/>
              </a:endParaRPr>
            </a:p>
          </p:txBody>
        </p:sp>
        <p:sp>
          <p:nvSpPr>
            <p:cNvPr id="553" name="Google Shape;553;p47"/>
            <p:cNvSpPr txBox="1"/>
            <p:nvPr/>
          </p:nvSpPr>
          <p:spPr>
            <a:xfrm>
              <a:off x="4991950" y="3214052"/>
              <a:ext cx="1633577" cy="456464"/>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Others</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Open Sans"/>
                  <a:ea typeface="Open Sans"/>
                  <a:cs typeface="Open Sans"/>
                  <a:sym typeface="Open Sans"/>
                </a:rPr>
                <a:t>(data processing)</a:t>
              </a:r>
              <a:endParaRPr sz="1600" b="0" i="0" u="none" strike="noStrike" cap="none">
                <a:solidFill>
                  <a:schemeClr val="dk1"/>
                </a:solidFill>
                <a:latin typeface="Calibri"/>
                <a:ea typeface="Calibri"/>
                <a:cs typeface="Calibri"/>
                <a:sym typeface="Calibri"/>
              </a:endParaRPr>
            </a:p>
          </p:txBody>
        </p:sp>
        <p:sp>
          <p:nvSpPr>
            <p:cNvPr id="554" name="Google Shape;554;p47"/>
            <p:cNvSpPr txBox="1"/>
            <p:nvPr/>
          </p:nvSpPr>
          <p:spPr>
            <a:xfrm>
              <a:off x="3132232" y="3953350"/>
              <a:ext cx="3484369" cy="456464"/>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YARN</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Open Sans"/>
                  <a:ea typeface="Open Sans"/>
                  <a:cs typeface="Open Sans"/>
                  <a:sym typeface="Open Sans"/>
                </a:rPr>
                <a:t>(cluster resource management)</a:t>
              </a:r>
              <a:endParaRPr sz="1600" b="0" i="0" u="none" strike="noStrike" cap="none">
                <a:solidFill>
                  <a:schemeClr val="dk1"/>
                </a:solidFill>
                <a:latin typeface="Calibri"/>
                <a:ea typeface="Calibri"/>
                <a:cs typeface="Calibri"/>
                <a:sym typeface="Calibri"/>
              </a:endParaRPr>
            </a:p>
          </p:txBody>
        </p:sp>
        <p:sp>
          <p:nvSpPr>
            <p:cNvPr id="555" name="Google Shape;555;p47"/>
            <p:cNvSpPr txBox="1"/>
            <p:nvPr/>
          </p:nvSpPr>
          <p:spPr>
            <a:xfrm>
              <a:off x="3133720" y="4545384"/>
              <a:ext cx="3484369" cy="456464"/>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HDFS</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Open Sans"/>
                  <a:ea typeface="Open Sans"/>
                  <a:cs typeface="Open Sans"/>
                  <a:sym typeface="Open Sans"/>
                </a:rPr>
                <a:t>(redundant, reliable storage)</a:t>
              </a:r>
              <a:endParaRPr sz="1600" b="0" i="0" u="none" strike="noStrike" cap="none">
                <a:solidFill>
                  <a:schemeClr val="dk1"/>
                </a:solidFill>
                <a:latin typeface="Calibri"/>
                <a:ea typeface="Calibri"/>
                <a:cs typeface="Calibri"/>
                <a:sym typeface="Calibri"/>
              </a:endParaRPr>
            </a:p>
          </p:txBody>
        </p:sp>
        <p:sp>
          <p:nvSpPr>
            <p:cNvPr id="556" name="Google Shape;556;p47"/>
            <p:cNvSpPr txBox="1"/>
            <p:nvPr/>
          </p:nvSpPr>
          <p:spPr>
            <a:xfrm>
              <a:off x="3803219" y="2724657"/>
              <a:ext cx="2145371" cy="256360"/>
            </a:xfrm>
            <a:prstGeom prst="rect">
              <a:avLst/>
            </a:prstGeom>
            <a:noFill/>
            <a:ln>
              <a:noFill/>
            </a:ln>
          </p:spPr>
          <p:txBody>
            <a:bodyPr spcFirstLastPara="1" wrap="square" lIns="0" tIns="34275" rIns="0" bIns="3427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Open Sans"/>
                  <a:ea typeface="Open Sans"/>
                  <a:cs typeface="Open Sans"/>
                  <a:sym typeface="Open Sans"/>
                </a:rPr>
                <a:t>HADOOP 2.7</a:t>
              </a:r>
              <a:endParaRPr sz="1600" b="0" i="0" u="none" strike="noStrike" cap="none">
                <a:solidFill>
                  <a:srgbClr val="000000"/>
                </a:solidFill>
                <a:latin typeface="Open Sans"/>
                <a:ea typeface="Open Sans"/>
                <a:cs typeface="Open Sans"/>
                <a:sym typeface="Open Sans"/>
              </a:endParaRPr>
            </a:p>
          </p:txBody>
        </p:sp>
      </p:grpSp>
      <p:sp>
        <p:nvSpPr>
          <p:cNvPr id="3" name="Brandline_LVC">
            <a:extLst>
              <a:ext uri="{FF2B5EF4-FFF2-40B4-BE49-F238E27FC236}">
                <a16:creationId xmlns:a16="http://schemas.microsoft.com/office/drawing/2014/main" id="{CB1F9406-326B-E5D7-1C24-90A8BA31C2C8}"/>
              </a:ext>
            </a:extLst>
          </p:cNvPr>
          <p:cNvSpPr/>
          <p:nvPr/>
        </p:nvSpPr>
        <p:spPr>
          <a:xfrm>
            <a:off x="5867400" y="816324"/>
            <a:ext cx="4520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sz="2800" b="1">
                <a:solidFill>
                  <a:srgbClr val="3F3F3F"/>
                </a:solidFill>
                <a:latin typeface="Open Sans"/>
                <a:ea typeface="Open Sans"/>
                <a:cs typeface="Open Sans"/>
                <a:sym typeface="Open Sans"/>
              </a:rPr>
              <a:t>YARN Infrastructure</a:t>
            </a:r>
            <a:endParaRPr sz="2800">
              <a:solidFill>
                <a:srgbClr val="3F3F3F"/>
              </a:solidFill>
              <a:latin typeface="Open Sans"/>
              <a:ea typeface="Open Sans"/>
              <a:cs typeface="Open Sans"/>
              <a:sym typeface="Open Sans"/>
            </a:endParaRPr>
          </a:p>
        </p:txBody>
      </p:sp>
      <p:sp>
        <p:nvSpPr>
          <p:cNvPr id="564" name="Google Shape;564;p48"/>
          <p:cNvSpPr/>
          <p:nvPr/>
        </p:nvSpPr>
        <p:spPr>
          <a:xfrm>
            <a:off x="1910080" y="2519539"/>
            <a:ext cx="13289280" cy="3266284"/>
          </a:xfrm>
          <a:prstGeom prst="roundRect">
            <a:avLst>
              <a:gd name="adj" fmla="val 6169"/>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457200" marR="0" lvl="0" indent="-4572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HDFS and the YARN infrastructure are fully independent. The former gives resources for an application to run, while the latter provides storage. </a:t>
            </a:r>
            <a:endParaRPr dirty="0"/>
          </a:p>
          <a:p>
            <a:pPr marL="0" marR="0" lvl="0" indent="0" algn="l" rtl="0">
              <a:lnSpc>
                <a:spcPct val="115000"/>
              </a:lnSpc>
              <a:spcBef>
                <a:spcPts val="1000"/>
              </a:spcBef>
              <a:spcAft>
                <a:spcPts val="0"/>
              </a:spcAft>
              <a:buNone/>
            </a:pPr>
            <a:endParaRPr sz="1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MapReduce framework is one of many that can run on YARN. </a:t>
            </a:r>
            <a:endParaRPr dirty="0"/>
          </a:p>
          <a:p>
            <a:pPr marL="457200" marR="0" lvl="0" indent="-350520" algn="l" rtl="0">
              <a:lnSpc>
                <a:spcPct val="115000"/>
              </a:lnSpc>
              <a:spcBef>
                <a:spcPts val="1000"/>
              </a:spcBef>
              <a:spcAft>
                <a:spcPts val="0"/>
              </a:spcAft>
              <a:buClr>
                <a:srgbClr val="3F3F3F"/>
              </a:buClr>
              <a:buSzPts val="1680"/>
              <a:buFont typeface="Arial"/>
              <a:buNone/>
            </a:pPr>
            <a:endParaRPr sz="1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core idea behind MapReduce version 2 is to separate the two key functions of resource management and job scheduling.</a:t>
            </a:r>
            <a:endParaRPr dirty="0"/>
          </a:p>
        </p:txBody>
      </p:sp>
      <p:sp>
        <p:nvSpPr>
          <p:cNvPr id="3" name="Brandline_LVC">
            <a:extLst>
              <a:ext uri="{FF2B5EF4-FFF2-40B4-BE49-F238E27FC236}">
                <a16:creationId xmlns:a16="http://schemas.microsoft.com/office/drawing/2014/main" id="{DBE1BA17-3B1A-C7C0-59C0-61AE6BFC99F9}"/>
              </a:ext>
            </a:extLst>
          </p:cNvPr>
          <p:cNvSpPr/>
          <p:nvPr/>
        </p:nvSpPr>
        <p:spPr>
          <a:xfrm>
            <a:off x="5867400" y="816324"/>
            <a:ext cx="452048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49"/>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Autofit/>
          </a:bodyPr>
          <a:lstStyle/>
          <a:p>
            <a:pPr lvl="0"/>
            <a:r>
              <a:rPr lang="en-US">
                <a:sym typeface="Open Sans"/>
              </a:rPr>
              <a:t>YARN Architecture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0"/>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YARN Architecture</a:t>
            </a:r>
            <a:endParaRPr sz="2800">
              <a:solidFill>
                <a:srgbClr val="3F3F3F"/>
              </a:solidFill>
            </a:endParaRPr>
          </a:p>
        </p:txBody>
      </p:sp>
      <p:grpSp>
        <p:nvGrpSpPr>
          <p:cNvPr id="577" name="Google Shape;577;p50"/>
          <p:cNvGrpSpPr/>
          <p:nvPr/>
        </p:nvGrpSpPr>
        <p:grpSpPr>
          <a:xfrm>
            <a:off x="1351828" y="2520592"/>
            <a:ext cx="13695220" cy="5405120"/>
            <a:chOff x="1186065" y="1393541"/>
            <a:chExt cx="9580359" cy="3781099"/>
          </a:xfrm>
        </p:grpSpPr>
        <p:grpSp>
          <p:nvGrpSpPr>
            <p:cNvPr id="578" name="Google Shape;578;p50"/>
            <p:cNvGrpSpPr/>
            <p:nvPr/>
          </p:nvGrpSpPr>
          <p:grpSpPr>
            <a:xfrm>
              <a:off x="7808801" y="1393541"/>
              <a:ext cx="2957623" cy="1163760"/>
              <a:chOff x="7148401" y="1114141"/>
              <a:chExt cx="2957623" cy="1163760"/>
            </a:xfrm>
          </p:grpSpPr>
          <p:sp>
            <p:nvSpPr>
              <p:cNvPr id="579" name="Google Shape;579;p50"/>
              <p:cNvSpPr/>
              <p:nvPr/>
            </p:nvSpPr>
            <p:spPr>
              <a:xfrm>
                <a:off x="7148401" y="1114141"/>
                <a:ext cx="2957623" cy="1163760"/>
              </a:xfrm>
              <a:prstGeom prst="roundRect">
                <a:avLst>
                  <a:gd name="adj" fmla="val 7149"/>
                </a:avLst>
              </a:prstGeom>
              <a:solidFill>
                <a:srgbClr val="F7F7F7"/>
              </a:solidFill>
              <a:ln w="25400" cap="flat" cmpd="sng">
                <a:solidFill>
                  <a:srgbClr val="C9C9C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0" name="Google Shape;580;p50"/>
              <p:cNvSpPr/>
              <p:nvPr/>
            </p:nvSpPr>
            <p:spPr>
              <a:xfrm>
                <a:off x="7251984" y="1205815"/>
                <a:ext cx="2714341" cy="437213"/>
              </a:xfrm>
              <a:prstGeom prst="roundRect">
                <a:avLst>
                  <a:gd name="adj" fmla="val 9451"/>
                </a:avLst>
              </a:prstGeom>
              <a:solidFill>
                <a:srgbClr val="2F54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chemeClr val="lt1"/>
                    </a:solidFill>
                    <a:latin typeface="Open Sans"/>
                    <a:ea typeface="Open Sans"/>
                    <a:cs typeface="Open Sans"/>
                    <a:sym typeface="Open Sans"/>
                  </a:rPr>
                  <a:t>NodeManager</a:t>
                </a:r>
                <a:endParaRPr/>
              </a:p>
            </p:txBody>
          </p:sp>
          <p:sp>
            <p:nvSpPr>
              <p:cNvPr id="581" name="Google Shape;581;p50"/>
              <p:cNvSpPr/>
              <p:nvPr/>
            </p:nvSpPr>
            <p:spPr>
              <a:xfrm>
                <a:off x="8693434" y="1737740"/>
                <a:ext cx="1272891" cy="433208"/>
              </a:xfrm>
              <a:prstGeom prst="roundRect">
                <a:avLst>
                  <a:gd name="adj" fmla="val 5272"/>
                </a:avLst>
              </a:prstGeom>
              <a:solidFill>
                <a:srgbClr val="FFF2CC"/>
              </a:solid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Application</a:t>
                </a:r>
                <a:endParaRPr/>
              </a:p>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Master</a:t>
                </a:r>
                <a:endParaRPr/>
              </a:p>
            </p:txBody>
          </p:sp>
          <p:sp>
            <p:nvSpPr>
              <p:cNvPr id="582" name="Google Shape;582;p50"/>
              <p:cNvSpPr/>
              <p:nvPr/>
            </p:nvSpPr>
            <p:spPr>
              <a:xfrm>
                <a:off x="7251984" y="1733736"/>
                <a:ext cx="1272891" cy="437213"/>
              </a:xfrm>
              <a:prstGeom prst="roundRect">
                <a:avLst>
                  <a:gd name="adj" fmla="val 9451"/>
                </a:avLst>
              </a:prstGeom>
              <a:solidFill>
                <a:srgbClr val="E1EFD8"/>
              </a:solidFill>
              <a:ln w="25400" cap="flat" cmpd="sng">
                <a:solidFill>
                  <a:srgbClr val="A8D0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Container</a:t>
                </a:r>
                <a:endParaRPr/>
              </a:p>
            </p:txBody>
          </p:sp>
        </p:grpSp>
        <p:grpSp>
          <p:nvGrpSpPr>
            <p:cNvPr id="583" name="Google Shape;583;p50"/>
            <p:cNvGrpSpPr/>
            <p:nvPr/>
          </p:nvGrpSpPr>
          <p:grpSpPr>
            <a:xfrm>
              <a:off x="7808801" y="2702211"/>
              <a:ext cx="2957623" cy="1163760"/>
              <a:chOff x="7148401" y="2394540"/>
              <a:chExt cx="2957623" cy="1163760"/>
            </a:xfrm>
          </p:grpSpPr>
          <p:sp>
            <p:nvSpPr>
              <p:cNvPr id="584" name="Google Shape;584;p50"/>
              <p:cNvSpPr/>
              <p:nvPr/>
            </p:nvSpPr>
            <p:spPr>
              <a:xfrm>
                <a:off x="7148401" y="2394540"/>
                <a:ext cx="2957623" cy="1163760"/>
              </a:xfrm>
              <a:prstGeom prst="roundRect">
                <a:avLst>
                  <a:gd name="adj" fmla="val 7149"/>
                </a:avLst>
              </a:prstGeom>
              <a:solidFill>
                <a:srgbClr val="F7F7F7"/>
              </a:solidFill>
              <a:ln w="25400" cap="flat" cmpd="sng">
                <a:solidFill>
                  <a:srgbClr val="C9C9C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85" name="Google Shape;585;p50"/>
              <p:cNvSpPr/>
              <p:nvPr/>
            </p:nvSpPr>
            <p:spPr>
              <a:xfrm>
                <a:off x="7300146" y="2486214"/>
                <a:ext cx="2714341" cy="437213"/>
              </a:xfrm>
              <a:prstGeom prst="roundRect">
                <a:avLst>
                  <a:gd name="adj" fmla="val 9451"/>
                </a:avLst>
              </a:prstGeom>
              <a:solidFill>
                <a:srgbClr val="2F54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chemeClr val="lt1"/>
                    </a:solidFill>
                    <a:latin typeface="Open Sans"/>
                    <a:ea typeface="Open Sans"/>
                    <a:cs typeface="Open Sans"/>
                    <a:sym typeface="Open Sans"/>
                  </a:rPr>
                  <a:t>NodeManager</a:t>
                </a:r>
                <a:endParaRPr/>
              </a:p>
            </p:txBody>
          </p:sp>
          <p:sp>
            <p:nvSpPr>
              <p:cNvPr id="586" name="Google Shape;586;p50"/>
              <p:cNvSpPr/>
              <p:nvPr/>
            </p:nvSpPr>
            <p:spPr>
              <a:xfrm>
                <a:off x="7251984" y="3021608"/>
                <a:ext cx="1272891" cy="433208"/>
              </a:xfrm>
              <a:prstGeom prst="roundRect">
                <a:avLst>
                  <a:gd name="adj" fmla="val 5272"/>
                </a:avLst>
              </a:prstGeom>
              <a:solidFill>
                <a:srgbClr val="FFF2CC"/>
              </a:solid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Application</a:t>
                </a:r>
                <a:endParaRPr/>
              </a:p>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Master</a:t>
                </a:r>
                <a:endParaRPr/>
              </a:p>
            </p:txBody>
          </p:sp>
          <p:sp>
            <p:nvSpPr>
              <p:cNvPr id="587" name="Google Shape;587;p50"/>
              <p:cNvSpPr/>
              <p:nvPr/>
            </p:nvSpPr>
            <p:spPr>
              <a:xfrm>
                <a:off x="8693434" y="3021608"/>
                <a:ext cx="1272891" cy="437213"/>
              </a:xfrm>
              <a:prstGeom prst="roundRect">
                <a:avLst>
                  <a:gd name="adj" fmla="val 9451"/>
                </a:avLst>
              </a:prstGeom>
              <a:solidFill>
                <a:srgbClr val="E1EFD8"/>
              </a:solidFill>
              <a:ln w="25400" cap="flat" cmpd="sng">
                <a:solidFill>
                  <a:srgbClr val="A8D0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Container</a:t>
                </a:r>
                <a:endParaRPr/>
              </a:p>
            </p:txBody>
          </p:sp>
        </p:grpSp>
        <p:grpSp>
          <p:nvGrpSpPr>
            <p:cNvPr id="588" name="Google Shape;588;p50"/>
            <p:cNvGrpSpPr/>
            <p:nvPr/>
          </p:nvGrpSpPr>
          <p:grpSpPr>
            <a:xfrm>
              <a:off x="7808801" y="4010880"/>
              <a:ext cx="2957623" cy="1163760"/>
              <a:chOff x="7148401" y="3674940"/>
              <a:chExt cx="2957623" cy="1163760"/>
            </a:xfrm>
          </p:grpSpPr>
          <p:sp>
            <p:nvSpPr>
              <p:cNvPr id="589" name="Google Shape;589;p50"/>
              <p:cNvSpPr/>
              <p:nvPr/>
            </p:nvSpPr>
            <p:spPr>
              <a:xfrm>
                <a:off x="7148401" y="3674940"/>
                <a:ext cx="2957623" cy="1163760"/>
              </a:xfrm>
              <a:prstGeom prst="roundRect">
                <a:avLst>
                  <a:gd name="adj" fmla="val 7149"/>
                </a:avLst>
              </a:prstGeom>
              <a:solidFill>
                <a:srgbClr val="F7F7F7"/>
              </a:solidFill>
              <a:ln w="25400" cap="flat" cmpd="sng">
                <a:solidFill>
                  <a:srgbClr val="C9C9C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90" name="Google Shape;590;p50"/>
              <p:cNvSpPr/>
              <p:nvPr/>
            </p:nvSpPr>
            <p:spPr>
              <a:xfrm>
                <a:off x="7318205" y="3766614"/>
                <a:ext cx="2714341" cy="437213"/>
              </a:xfrm>
              <a:prstGeom prst="roundRect">
                <a:avLst>
                  <a:gd name="adj" fmla="val 9451"/>
                </a:avLst>
              </a:prstGeom>
              <a:solidFill>
                <a:srgbClr val="2F54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Open Sans"/>
                    <a:ea typeface="Open Sans"/>
                    <a:cs typeface="Open Sans"/>
                    <a:sym typeface="Open Sans"/>
                  </a:rPr>
                  <a:t>NodeManager</a:t>
                </a:r>
                <a:endParaRPr/>
              </a:p>
            </p:txBody>
          </p:sp>
          <p:sp>
            <p:nvSpPr>
              <p:cNvPr id="591" name="Google Shape;591;p50"/>
              <p:cNvSpPr/>
              <p:nvPr/>
            </p:nvSpPr>
            <p:spPr>
              <a:xfrm>
                <a:off x="7251984" y="4294535"/>
                <a:ext cx="1272891" cy="437213"/>
              </a:xfrm>
              <a:prstGeom prst="roundRect">
                <a:avLst>
                  <a:gd name="adj" fmla="val 9451"/>
                </a:avLst>
              </a:prstGeom>
              <a:solidFill>
                <a:srgbClr val="E1EFD8"/>
              </a:solidFill>
              <a:ln w="25400" cap="flat" cmpd="sng">
                <a:solidFill>
                  <a:srgbClr val="A8D0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Container</a:t>
                </a:r>
                <a:endParaRPr/>
              </a:p>
            </p:txBody>
          </p:sp>
          <p:sp>
            <p:nvSpPr>
              <p:cNvPr id="592" name="Google Shape;592;p50"/>
              <p:cNvSpPr/>
              <p:nvPr/>
            </p:nvSpPr>
            <p:spPr>
              <a:xfrm>
                <a:off x="8693434" y="4294534"/>
                <a:ext cx="1272891" cy="437213"/>
              </a:xfrm>
              <a:prstGeom prst="roundRect">
                <a:avLst>
                  <a:gd name="adj" fmla="val 9451"/>
                </a:avLst>
              </a:prstGeom>
              <a:solidFill>
                <a:srgbClr val="E1EFD8"/>
              </a:solidFill>
              <a:ln w="25400" cap="flat" cmpd="sng">
                <a:solidFill>
                  <a:srgbClr val="A8D0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Container</a:t>
                </a:r>
                <a:endParaRPr/>
              </a:p>
            </p:txBody>
          </p:sp>
        </p:grpSp>
        <p:grpSp>
          <p:nvGrpSpPr>
            <p:cNvPr id="593" name="Google Shape;593;p50"/>
            <p:cNvGrpSpPr/>
            <p:nvPr/>
          </p:nvGrpSpPr>
          <p:grpSpPr>
            <a:xfrm>
              <a:off x="3897201" y="2847120"/>
              <a:ext cx="2957623" cy="1163760"/>
              <a:chOff x="7148401" y="1114141"/>
              <a:chExt cx="2957623" cy="1163760"/>
            </a:xfrm>
          </p:grpSpPr>
          <p:sp>
            <p:nvSpPr>
              <p:cNvPr id="594" name="Google Shape;594;p50"/>
              <p:cNvSpPr/>
              <p:nvPr/>
            </p:nvSpPr>
            <p:spPr>
              <a:xfrm>
                <a:off x="7148401" y="1114141"/>
                <a:ext cx="2957623" cy="1163760"/>
              </a:xfrm>
              <a:prstGeom prst="roundRect">
                <a:avLst>
                  <a:gd name="adj" fmla="val 7149"/>
                </a:avLst>
              </a:prstGeom>
              <a:solidFill>
                <a:srgbClr val="F7F7F7"/>
              </a:solidFill>
              <a:ln w="25400" cap="flat" cmpd="sng">
                <a:solidFill>
                  <a:srgbClr val="C9C9C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95" name="Google Shape;595;p50"/>
              <p:cNvSpPr/>
              <p:nvPr/>
            </p:nvSpPr>
            <p:spPr>
              <a:xfrm>
                <a:off x="7251984" y="1205815"/>
                <a:ext cx="2714341" cy="437213"/>
              </a:xfrm>
              <a:prstGeom prst="roundRect">
                <a:avLst>
                  <a:gd name="adj" fmla="val 9451"/>
                </a:avLst>
              </a:prstGeom>
              <a:solidFill>
                <a:srgbClr val="2F54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chemeClr val="lt1"/>
                    </a:solidFill>
                    <a:latin typeface="Open Sans"/>
                    <a:ea typeface="Open Sans"/>
                    <a:cs typeface="Open Sans"/>
                    <a:sym typeface="Open Sans"/>
                  </a:rPr>
                  <a:t>ResourceManager</a:t>
                </a:r>
                <a:endParaRPr/>
              </a:p>
            </p:txBody>
          </p:sp>
          <p:sp>
            <p:nvSpPr>
              <p:cNvPr id="596" name="Google Shape;596;p50"/>
              <p:cNvSpPr/>
              <p:nvPr/>
            </p:nvSpPr>
            <p:spPr>
              <a:xfrm>
                <a:off x="8693434" y="1737740"/>
                <a:ext cx="1272891" cy="433208"/>
              </a:xfrm>
              <a:prstGeom prst="roundRect">
                <a:avLst>
                  <a:gd name="adj" fmla="val 5272"/>
                </a:avLst>
              </a:prstGeom>
              <a:solidFill>
                <a:srgbClr val="FFF2CC"/>
              </a:solid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Application</a:t>
                </a:r>
                <a:endParaRPr/>
              </a:p>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Master</a:t>
                </a:r>
                <a:endParaRPr/>
              </a:p>
            </p:txBody>
          </p:sp>
          <p:sp>
            <p:nvSpPr>
              <p:cNvPr id="597" name="Google Shape;597;p50"/>
              <p:cNvSpPr/>
              <p:nvPr/>
            </p:nvSpPr>
            <p:spPr>
              <a:xfrm>
                <a:off x="7251984" y="1733736"/>
                <a:ext cx="1272891" cy="437213"/>
              </a:xfrm>
              <a:prstGeom prst="roundRect">
                <a:avLst>
                  <a:gd name="adj" fmla="val 9451"/>
                </a:avLst>
              </a:prstGeom>
              <a:solidFill>
                <a:srgbClr val="FFF2CC"/>
              </a:solid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Scheduler</a:t>
                </a:r>
                <a:endParaRPr/>
              </a:p>
            </p:txBody>
          </p:sp>
        </p:grpSp>
        <p:sp>
          <p:nvSpPr>
            <p:cNvPr id="598" name="Google Shape;598;p50"/>
            <p:cNvSpPr/>
            <p:nvPr/>
          </p:nvSpPr>
          <p:spPr>
            <a:xfrm>
              <a:off x="1186065" y="2501581"/>
              <a:ext cx="1272891" cy="437213"/>
            </a:xfrm>
            <a:prstGeom prst="roundRect">
              <a:avLst>
                <a:gd name="adj" fmla="val 9451"/>
              </a:avLst>
            </a:prstGeom>
            <a:solidFill>
              <a:srgbClr val="FFF2CC"/>
            </a:solid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Client</a:t>
              </a:r>
              <a:endParaRPr/>
            </a:p>
          </p:txBody>
        </p:sp>
        <p:sp>
          <p:nvSpPr>
            <p:cNvPr id="599" name="Google Shape;599;p50"/>
            <p:cNvSpPr/>
            <p:nvPr/>
          </p:nvSpPr>
          <p:spPr>
            <a:xfrm>
              <a:off x="1186066" y="4010880"/>
              <a:ext cx="1272891" cy="437213"/>
            </a:xfrm>
            <a:prstGeom prst="roundRect">
              <a:avLst>
                <a:gd name="adj" fmla="val 9451"/>
              </a:avLst>
            </a:prstGeom>
            <a:solidFill>
              <a:srgbClr val="E1EFD8"/>
            </a:solidFill>
            <a:ln w="25400" cap="flat" cmpd="sng">
              <a:solidFill>
                <a:srgbClr val="A8D08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Client</a:t>
              </a:r>
              <a:endParaRPr/>
            </a:p>
          </p:txBody>
        </p:sp>
        <p:cxnSp>
          <p:nvCxnSpPr>
            <p:cNvPr id="600" name="Google Shape;600;p50"/>
            <p:cNvCxnSpPr>
              <a:stCxn id="598" idx="3"/>
              <a:endCxn id="594" idx="1"/>
            </p:cNvCxnSpPr>
            <p:nvPr/>
          </p:nvCxnSpPr>
          <p:spPr>
            <a:xfrm>
              <a:off x="2458956" y="2720188"/>
              <a:ext cx="1438200" cy="708900"/>
            </a:xfrm>
            <a:prstGeom prst="bentConnector3">
              <a:avLst>
                <a:gd name="adj1" fmla="val 50000"/>
              </a:avLst>
            </a:prstGeom>
            <a:noFill/>
            <a:ln w="28575" cap="flat" cmpd="sng">
              <a:solidFill>
                <a:srgbClr val="AEABAB"/>
              </a:solidFill>
              <a:prstDash val="solid"/>
              <a:round/>
              <a:headEnd type="none" w="sm" len="sm"/>
              <a:tailEnd type="triangle" w="lg" len="lg"/>
            </a:ln>
          </p:spPr>
        </p:cxnSp>
        <p:cxnSp>
          <p:nvCxnSpPr>
            <p:cNvPr id="601" name="Google Shape;601;p50"/>
            <p:cNvCxnSpPr>
              <a:stCxn id="599" idx="3"/>
              <a:endCxn id="594" idx="1"/>
            </p:cNvCxnSpPr>
            <p:nvPr/>
          </p:nvCxnSpPr>
          <p:spPr>
            <a:xfrm rot="10800000" flipH="1">
              <a:off x="2458957" y="3429087"/>
              <a:ext cx="1438200" cy="800400"/>
            </a:xfrm>
            <a:prstGeom prst="bentConnector3">
              <a:avLst>
                <a:gd name="adj1" fmla="val 50000"/>
              </a:avLst>
            </a:prstGeom>
            <a:noFill/>
            <a:ln w="28575" cap="flat" cmpd="sng">
              <a:solidFill>
                <a:srgbClr val="AEABAB"/>
              </a:solidFill>
              <a:prstDash val="solid"/>
              <a:round/>
              <a:headEnd type="none" w="sm" len="sm"/>
              <a:tailEnd type="triangle" w="lg" len="lg"/>
            </a:ln>
          </p:spPr>
        </p:cxnSp>
        <p:cxnSp>
          <p:nvCxnSpPr>
            <p:cNvPr id="602" name="Google Shape;602;p50"/>
            <p:cNvCxnSpPr>
              <a:stCxn id="594" idx="3"/>
              <a:endCxn id="579" idx="1"/>
            </p:cNvCxnSpPr>
            <p:nvPr/>
          </p:nvCxnSpPr>
          <p:spPr>
            <a:xfrm rot="10800000" flipH="1">
              <a:off x="6854824" y="1975500"/>
              <a:ext cx="954000" cy="1453500"/>
            </a:xfrm>
            <a:prstGeom prst="bentConnector3">
              <a:avLst>
                <a:gd name="adj1" fmla="val 50000"/>
              </a:avLst>
            </a:prstGeom>
            <a:noFill/>
            <a:ln w="28575" cap="flat" cmpd="sng">
              <a:solidFill>
                <a:srgbClr val="AEABAB"/>
              </a:solidFill>
              <a:prstDash val="solid"/>
              <a:round/>
              <a:headEnd type="none" w="sm" len="sm"/>
              <a:tailEnd type="triangle" w="lg" len="lg"/>
            </a:ln>
          </p:spPr>
        </p:cxnSp>
        <p:cxnSp>
          <p:nvCxnSpPr>
            <p:cNvPr id="603" name="Google Shape;603;p50"/>
            <p:cNvCxnSpPr>
              <a:stCxn id="594" idx="3"/>
              <a:endCxn id="589" idx="1"/>
            </p:cNvCxnSpPr>
            <p:nvPr/>
          </p:nvCxnSpPr>
          <p:spPr>
            <a:xfrm>
              <a:off x="6854824" y="3429000"/>
              <a:ext cx="954000" cy="1163700"/>
            </a:xfrm>
            <a:prstGeom prst="bentConnector3">
              <a:avLst>
                <a:gd name="adj1" fmla="val 50000"/>
              </a:avLst>
            </a:prstGeom>
            <a:noFill/>
            <a:ln w="28575" cap="flat" cmpd="sng">
              <a:solidFill>
                <a:srgbClr val="AEABAB"/>
              </a:solidFill>
              <a:prstDash val="solid"/>
              <a:round/>
              <a:headEnd type="none" w="sm" len="sm"/>
              <a:tailEnd type="triangle" w="lg" len="lg"/>
            </a:ln>
          </p:spPr>
        </p:cxnSp>
        <p:cxnSp>
          <p:nvCxnSpPr>
            <p:cNvPr id="604" name="Google Shape;604;p50"/>
            <p:cNvCxnSpPr>
              <a:stCxn id="594" idx="3"/>
            </p:cNvCxnSpPr>
            <p:nvPr/>
          </p:nvCxnSpPr>
          <p:spPr>
            <a:xfrm>
              <a:off x="6854824" y="3429000"/>
              <a:ext cx="954000" cy="0"/>
            </a:xfrm>
            <a:prstGeom prst="straightConnector1">
              <a:avLst/>
            </a:prstGeom>
            <a:noFill/>
            <a:ln w="28575" cap="flat" cmpd="sng">
              <a:solidFill>
                <a:srgbClr val="AEABAB"/>
              </a:solidFill>
              <a:prstDash val="solid"/>
              <a:round/>
              <a:headEnd type="none" w="sm" len="sm"/>
              <a:tailEnd type="triangle" w="lg" len="lg"/>
            </a:ln>
          </p:spPr>
        </p:cxnSp>
      </p:grpSp>
      <p:sp>
        <p:nvSpPr>
          <p:cNvPr id="605" name="Google Shape;605;p50"/>
          <p:cNvSpPr/>
          <p:nvPr/>
        </p:nvSpPr>
        <p:spPr>
          <a:xfrm>
            <a:off x="4015402" y="1243931"/>
            <a:ext cx="8347116" cy="505812"/>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following diagram shows the YARN architecture:</a:t>
            </a:r>
            <a:endParaRPr/>
          </a:p>
        </p:txBody>
      </p:sp>
      <p:sp>
        <p:nvSpPr>
          <p:cNvPr id="3" name="Brandline_LVC">
            <a:extLst>
              <a:ext uri="{FF2B5EF4-FFF2-40B4-BE49-F238E27FC236}">
                <a16:creationId xmlns:a16="http://schemas.microsoft.com/office/drawing/2014/main" id="{2161E190-D9C4-2CB8-D26D-76C84A26FA54}"/>
              </a:ext>
            </a:extLst>
          </p:cNvPr>
          <p:cNvSpPr/>
          <p:nvPr/>
        </p:nvSpPr>
        <p:spPr>
          <a:xfrm>
            <a:off x="6057900" y="837914"/>
            <a:ext cx="415139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51"/>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YARN Architecture</a:t>
            </a:r>
            <a:endParaRPr sz="2800">
              <a:solidFill>
                <a:srgbClr val="3F3F3F"/>
              </a:solidFill>
            </a:endParaRPr>
          </a:p>
        </p:txBody>
      </p:sp>
      <p:grpSp>
        <p:nvGrpSpPr>
          <p:cNvPr id="613" name="Google Shape;613;p51"/>
          <p:cNvGrpSpPr/>
          <p:nvPr/>
        </p:nvGrpSpPr>
        <p:grpSpPr>
          <a:xfrm>
            <a:off x="1114731" y="3594396"/>
            <a:ext cx="2308689" cy="2183322"/>
            <a:chOff x="814648" y="2998653"/>
            <a:chExt cx="2286000" cy="2286000"/>
          </a:xfrm>
        </p:grpSpPr>
        <p:sp>
          <p:nvSpPr>
            <p:cNvPr id="614" name="Google Shape;614;p51"/>
            <p:cNvSpPr/>
            <p:nvPr/>
          </p:nvSpPr>
          <p:spPr>
            <a:xfrm>
              <a:off x="814648" y="2998653"/>
              <a:ext cx="2286000" cy="2286000"/>
            </a:xfrm>
            <a:prstGeom prst="ellipse">
              <a:avLst/>
            </a:prstGeom>
            <a:solidFill>
              <a:srgbClr val="F2F2F2"/>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sp>
          <p:nvSpPr>
            <p:cNvPr id="615" name="Google Shape;615;p51"/>
            <p:cNvSpPr txBox="1"/>
            <p:nvPr/>
          </p:nvSpPr>
          <p:spPr>
            <a:xfrm>
              <a:off x="900307" y="3819021"/>
              <a:ext cx="2097875" cy="638551"/>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1000"/>
                </a:spcBef>
                <a:spcAft>
                  <a:spcPts val="0"/>
                </a:spcAft>
                <a:buClr>
                  <a:srgbClr val="000000"/>
                </a:buClr>
                <a:buSzPts val="2400"/>
                <a:buFont typeface="Arial"/>
                <a:buNone/>
              </a:pPr>
              <a:r>
                <a:rPr lang="en-US" sz="2200" b="0" i="0" u="none" strike="noStrike" cap="none">
                  <a:solidFill>
                    <a:srgbClr val="3F3F3F"/>
                  </a:solidFill>
                  <a:latin typeface="Open Sans"/>
                  <a:ea typeface="Open Sans"/>
                  <a:cs typeface="Open Sans"/>
                  <a:sym typeface="Open Sans"/>
                </a:rPr>
                <a:t>Components</a:t>
              </a:r>
              <a:endParaRPr sz="2200" b="0" i="0" u="none" strike="noStrike" cap="none">
                <a:solidFill>
                  <a:srgbClr val="3F3F3F"/>
                </a:solidFill>
                <a:latin typeface="Open Sans"/>
                <a:ea typeface="Open Sans"/>
                <a:cs typeface="Open Sans"/>
                <a:sym typeface="Open Sans"/>
              </a:endParaRPr>
            </a:p>
          </p:txBody>
        </p:sp>
      </p:grpSp>
      <p:grpSp>
        <p:nvGrpSpPr>
          <p:cNvPr id="616" name="Google Shape;616;p51"/>
          <p:cNvGrpSpPr/>
          <p:nvPr/>
        </p:nvGrpSpPr>
        <p:grpSpPr>
          <a:xfrm>
            <a:off x="1124507" y="3484007"/>
            <a:ext cx="13587885" cy="2503542"/>
            <a:chOff x="654184" y="2831013"/>
            <a:chExt cx="14118456" cy="2621280"/>
          </a:xfrm>
        </p:grpSpPr>
        <p:sp>
          <p:nvSpPr>
            <p:cNvPr id="617" name="Google Shape;617;p51"/>
            <p:cNvSpPr/>
            <p:nvPr/>
          </p:nvSpPr>
          <p:spPr>
            <a:xfrm>
              <a:off x="654184" y="2831013"/>
              <a:ext cx="2621280" cy="2621280"/>
            </a:xfrm>
            <a:prstGeom prst="arc">
              <a:avLst>
                <a:gd name="adj1" fmla="val 16200000"/>
                <a:gd name="adj2" fmla="val 5447949"/>
              </a:avLst>
            </a:prstGeom>
            <a:noFill/>
            <a:ln w="2857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000000"/>
                </a:buClr>
                <a:buSzPts val="1800"/>
                <a:buFont typeface="Arial"/>
                <a:buNone/>
              </a:pPr>
              <a:endParaRPr sz="1800" b="0" i="0" u="none" strike="noStrike" cap="none">
                <a:solidFill>
                  <a:schemeClr val="lt1"/>
                </a:solidFill>
                <a:latin typeface="Open Sans"/>
                <a:ea typeface="Open Sans"/>
                <a:cs typeface="Open Sans"/>
                <a:sym typeface="Open Sans"/>
              </a:endParaRPr>
            </a:p>
          </p:txBody>
        </p:sp>
        <p:cxnSp>
          <p:nvCxnSpPr>
            <p:cNvPr id="618" name="Google Shape;618;p51"/>
            <p:cNvCxnSpPr/>
            <p:nvPr/>
          </p:nvCxnSpPr>
          <p:spPr>
            <a:xfrm>
              <a:off x="3275464" y="4089221"/>
              <a:ext cx="11497176" cy="78397"/>
            </a:xfrm>
            <a:prstGeom prst="straightConnector1">
              <a:avLst/>
            </a:prstGeom>
            <a:noFill/>
            <a:ln w="28575" cap="flat" cmpd="sng">
              <a:solidFill>
                <a:srgbClr val="BFBFBF"/>
              </a:solidFill>
              <a:prstDash val="solid"/>
              <a:round/>
              <a:headEnd type="none" w="sm" len="sm"/>
              <a:tailEnd type="none" w="sm" len="sm"/>
            </a:ln>
          </p:spPr>
        </p:cxnSp>
      </p:grpSp>
      <p:sp>
        <p:nvSpPr>
          <p:cNvPr id="619" name="Google Shape;619;p51"/>
          <p:cNvSpPr/>
          <p:nvPr/>
        </p:nvSpPr>
        <p:spPr>
          <a:xfrm>
            <a:off x="3976144" y="1211828"/>
            <a:ext cx="8989516" cy="507736"/>
          </a:xfrm>
          <a:prstGeom prst="roundRect">
            <a:avLst>
              <a:gd name="adj" fmla="val 16667"/>
            </a:avLst>
          </a:prstGeom>
          <a:solidFill>
            <a:schemeClr val="lt1"/>
          </a:solidFill>
          <a:ln w="25400" cap="flat" cmpd="sng">
            <a:solidFill>
              <a:schemeClr val="lt1"/>
            </a:solidFill>
            <a:prstDash val="solid"/>
            <a:round/>
            <a:headEnd type="none" w="sm" len="sm"/>
            <a:tailEnd type="none" w="sm" len="sm"/>
          </a:ln>
        </p:spPr>
        <p:txBody>
          <a:bodyPr spcFirstLastPara="1" wrap="square" lIns="91425" tIns="360000" rIns="91425" bIns="432000" anchor="ctr" anchorCtr="0">
            <a:noAutofit/>
          </a:bodyPr>
          <a:lstStyle/>
          <a:p>
            <a:pPr marL="0" marR="0" lvl="0" indent="0" algn="ctr"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The following are the main components of the YARN architecture:</a:t>
            </a:r>
            <a:endParaRPr/>
          </a:p>
        </p:txBody>
      </p:sp>
      <p:sp>
        <p:nvSpPr>
          <p:cNvPr id="620" name="Google Shape;620;p51"/>
          <p:cNvSpPr/>
          <p:nvPr/>
        </p:nvSpPr>
        <p:spPr>
          <a:xfrm>
            <a:off x="4180741" y="4263146"/>
            <a:ext cx="914400" cy="914400"/>
          </a:xfrm>
          <a:prstGeom prst="flowChartConnector">
            <a:avLst/>
          </a:prstGeom>
          <a:solidFill>
            <a:srgbClr val="FBE4D4"/>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1</a:t>
            </a:r>
            <a:endParaRPr/>
          </a:p>
        </p:txBody>
      </p:sp>
      <p:sp>
        <p:nvSpPr>
          <p:cNvPr id="621" name="Google Shape;621;p51"/>
          <p:cNvSpPr/>
          <p:nvPr/>
        </p:nvSpPr>
        <p:spPr>
          <a:xfrm>
            <a:off x="6559194" y="4263146"/>
            <a:ext cx="914400" cy="914400"/>
          </a:xfrm>
          <a:prstGeom prst="flowChartConnector">
            <a:avLst/>
          </a:prstGeom>
          <a:solidFill>
            <a:srgbClr val="DDEAF6"/>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2</a:t>
            </a:r>
            <a:endParaRPr/>
          </a:p>
        </p:txBody>
      </p:sp>
      <p:sp>
        <p:nvSpPr>
          <p:cNvPr id="622" name="Google Shape;622;p51"/>
          <p:cNvSpPr/>
          <p:nvPr/>
        </p:nvSpPr>
        <p:spPr>
          <a:xfrm>
            <a:off x="11316100" y="4263146"/>
            <a:ext cx="914400" cy="914400"/>
          </a:xfrm>
          <a:prstGeom prst="flowChartConnector">
            <a:avLst/>
          </a:prstGeom>
          <a:solidFill>
            <a:srgbClr val="F2F2F2"/>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4</a:t>
            </a:r>
            <a:endParaRPr/>
          </a:p>
        </p:txBody>
      </p:sp>
      <p:sp>
        <p:nvSpPr>
          <p:cNvPr id="623" name="Google Shape;623;p51"/>
          <p:cNvSpPr/>
          <p:nvPr/>
        </p:nvSpPr>
        <p:spPr>
          <a:xfrm>
            <a:off x="13694553" y="4263146"/>
            <a:ext cx="914400" cy="914400"/>
          </a:xfrm>
          <a:prstGeom prst="flowChartConnector">
            <a:avLst/>
          </a:prstGeom>
          <a:solidFill>
            <a:srgbClr val="E1EFD8"/>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5</a:t>
            </a:r>
            <a:endParaRPr/>
          </a:p>
        </p:txBody>
      </p:sp>
      <p:sp>
        <p:nvSpPr>
          <p:cNvPr id="624" name="Google Shape;624;p51"/>
          <p:cNvSpPr/>
          <p:nvPr/>
        </p:nvSpPr>
        <p:spPr>
          <a:xfrm>
            <a:off x="8937647" y="4263146"/>
            <a:ext cx="914400" cy="914400"/>
          </a:xfrm>
          <a:prstGeom prst="flowChartConnector">
            <a:avLst/>
          </a:prstGeom>
          <a:solidFill>
            <a:srgbClr val="FFF2CC"/>
          </a:solidFill>
          <a:ln w="254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3</a:t>
            </a:r>
            <a:endParaRPr/>
          </a:p>
        </p:txBody>
      </p:sp>
      <p:sp>
        <p:nvSpPr>
          <p:cNvPr id="625" name="Google Shape;625;p51"/>
          <p:cNvSpPr txBox="1"/>
          <p:nvPr/>
        </p:nvSpPr>
        <p:spPr>
          <a:xfrm>
            <a:off x="3880171" y="5215017"/>
            <a:ext cx="1410089"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Client</a:t>
            </a:r>
            <a:endParaRPr sz="2200" b="0" i="0" u="none" strike="noStrike" cap="none">
              <a:solidFill>
                <a:srgbClr val="3F3F3F"/>
              </a:solidFill>
              <a:latin typeface="Open Sans"/>
              <a:ea typeface="Open Sans"/>
              <a:cs typeface="Open Sans"/>
              <a:sym typeface="Open Sans"/>
            </a:endParaRPr>
          </a:p>
        </p:txBody>
      </p:sp>
      <p:sp>
        <p:nvSpPr>
          <p:cNvPr id="626" name="Google Shape;626;p51"/>
          <p:cNvSpPr txBox="1"/>
          <p:nvPr/>
        </p:nvSpPr>
        <p:spPr>
          <a:xfrm>
            <a:off x="10465681" y="5208842"/>
            <a:ext cx="2645185"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ApplicationMaster</a:t>
            </a:r>
            <a:endParaRPr/>
          </a:p>
        </p:txBody>
      </p:sp>
      <p:sp>
        <p:nvSpPr>
          <p:cNvPr id="627" name="Google Shape;627;p51"/>
          <p:cNvSpPr txBox="1"/>
          <p:nvPr/>
        </p:nvSpPr>
        <p:spPr>
          <a:xfrm>
            <a:off x="8396886" y="5216898"/>
            <a:ext cx="2170940"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NodeManager</a:t>
            </a:r>
            <a:endParaRPr/>
          </a:p>
        </p:txBody>
      </p:sp>
      <p:sp>
        <p:nvSpPr>
          <p:cNvPr id="628" name="Google Shape;628;p51"/>
          <p:cNvSpPr txBox="1"/>
          <p:nvPr/>
        </p:nvSpPr>
        <p:spPr>
          <a:xfrm>
            <a:off x="5635351" y="5208842"/>
            <a:ext cx="2806258"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dirty="0" err="1">
                <a:solidFill>
                  <a:srgbClr val="3F3F3F"/>
                </a:solidFill>
                <a:latin typeface="Open Sans"/>
                <a:ea typeface="Open Sans"/>
                <a:cs typeface="Open Sans"/>
                <a:sym typeface="Open Sans"/>
              </a:rPr>
              <a:t>ResourceManager</a:t>
            </a:r>
            <a:endParaRPr dirty="0"/>
          </a:p>
        </p:txBody>
      </p:sp>
      <p:sp>
        <p:nvSpPr>
          <p:cNvPr id="629" name="Google Shape;629;p51"/>
          <p:cNvSpPr txBox="1"/>
          <p:nvPr/>
        </p:nvSpPr>
        <p:spPr>
          <a:xfrm>
            <a:off x="13357600" y="5218849"/>
            <a:ext cx="1694769"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Container</a:t>
            </a:r>
            <a:endParaRPr dirty="0"/>
          </a:p>
        </p:txBody>
      </p:sp>
      <p:sp>
        <p:nvSpPr>
          <p:cNvPr id="3" name="Brandline_LVC">
            <a:extLst>
              <a:ext uri="{FF2B5EF4-FFF2-40B4-BE49-F238E27FC236}">
                <a16:creationId xmlns:a16="http://schemas.microsoft.com/office/drawing/2014/main" id="{52ABA11B-B0FA-645D-2085-D210727D208C}"/>
              </a:ext>
            </a:extLst>
          </p:cNvPr>
          <p:cNvSpPr/>
          <p:nvPr/>
        </p:nvSpPr>
        <p:spPr>
          <a:xfrm>
            <a:off x="6057900" y="837914"/>
            <a:ext cx="4151392"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52"/>
          <p:cNvSpPr/>
          <p:nvPr/>
        </p:nvSpPr>
        <p:spPr>
          <a:xfrm>
            <a:off x="5360011" y="3440223"/>
            <a:ext cx="9344957" cy="2306590"/>
          </a:xfrm>
          <a:prstGeom prst="roundRect">
            <a:avLst>
              <a:gd name="adj" fmla="val 8034"/>
            </a:avLst>
          </a:prstGeom>
          <a:noFill/>
          <a:ln w="28575" cap="flat" cmpd="sng">
            <a:solidFill>
              <a:srgbClr val="2E75B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000000"/>
              </a:buClr>
              <a:buSzPts val="1800"/>
              <a:buFont typeface="Arial"/>
              <a:buNone/>
            </a:pPr>
            <a:endParaRPr sz="1800" b="0" i="0" u="none" strike="noStrike" cap="none">
              <a:solidFill>
                <a:srgbClr val="3F3F3F"/>
              </a:solidFill>
              <a:latin typeface="Open Sans"/>
              <a:ea typeface="Open Sans"/>
              <a:cs typeface="Open Sans"/>
              <a:sym typeface="Open Sans"/>
            </a:endParaRPr>
          </a:p>
        </p:txBody>
      </p:sp>
      <p:sp>
        <p:nvSpPr>
          <p:cNvPr id="636" name="Google Shape;636;p52"/>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Client</a:t>
            </a:r>
            <a:endParaRPr/>
          </a:p>
        </p:txBody>
      </p:sp>
      <p:sp>
        <p:nvSpPr>
          <p:cNvPr id="638" name="Google Shape;638;p52"/>
          <p:cNvSpPr txBox="1"/>
          <p:nvPr/>
        </p:nvSpPr>
        <p:spPr>
          <a:xfrm>
            <a:off x="5457928" y="3568463"/>
            <a:ext cx="9247040" cy="2011290"/>
          </a:xfrm>
          <a:prstGeom prst="rect">
            <a:avLst/>
          </a:prstGeom>
          <a:noFill/>
          <a:ln>
            <a:noFill/>
          </a:ln>
        </p:spPr>
        <p:txBody>
          <a:bodyPr spcFirstLastPara="1" wrap="square" lIns="68550" tIns="34275" rIns="68550" bIns="34275" anchor="t" anchorCtr="0">
            <a:spAutoFit/>
          </a:bodyPr>
          <a:lstStyle/>
          <a:p>
            <a:pPr marL="342900" marR="0" lvl="0" indent="-342900" algn="l" rtl="0">
              <a:lnSpc>
                <a:spcPct val="115000"/>
              </a:lnSpc>
              <a:spcBef>
                <a:spcPts val="1000"/>
              </a:spcBef>
              <a:spcAft>
                <a:spcPts val="0"/>
              </a:spcAft>
              <a:buClr>
                <a:srgbClr val="3F3F3F"/>
              </a:buClr>
              <a:buSzPct val="100000"/>
              <a:buFont typeface="Arial" panose="020B0604020202020204" pitchFamily="34" charset="0"/>
              <a:buChar char="•"/>
            </a:pPr>
            <a:r>
              <a:rPr lang="en-US" sz="2200" b="0" i="0" u="none" strike="noStrike" cap="none">
                <a:solidFill>
                  <a:srgbClr val="3F3F3F"/>
                </a:solidFill>
                <a:latin typeface="Open Sans"/>
                <a:ea typeface="Open Sans"/>
                <a:cs typeface="Open Sans"/>
                <a:sym typeface="Open Sans"/>
              </a:rPr>
              <a:t>The client contacts 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a:solidFill>
                  <a:srgbClr val="3F3F3F"/>
                </a:solidFill>
                <a:latin typeface="Open Sans"/>
                <a:ea typeface="Open Sans"/>
                <a:cs typeface="Open Sans"/>
                <a:sym typeface="Open Sans"/>
              </a:rPr>
              <a:t> in the process.</a:t>
            </a:r>
            <a:endParaRPr lang="en-US" dirty="0"/>
          </a:p>
          <a:p>
            <a:pPr marL="342900" marR="0" lvl="0" indent="-342900" algn="l" rtl="0">
              <a:lnSpc>
                <a:spcPct val="115000"/>
              </a:lnSpc>
              <a:spcBef>
                <a:spcPts val="1000"/>
              </a:spcBef>
              <a:spcAft>
                <a:spcPts val="0"/>
              </a:spcAft>
              <a:buClr>
                <a:srgbClr val="3F3F3F"/>
              </a:buClr>
              <a:buSzPct val="100000"/>
              <a:buFont typeface="Arial" panose="020B0604020202020204" pitchFamily="34" charset="0"/>
              <a:buChar char="•"/>
            </a:pPr>
            <a:r>
              <a:rPr lang="en-US" sz="2200" b="0" i="0" u="none" strike="noStrike" cap="none">
                <a:solidFill>
                  <a:srgbClr val="3F3F3F"/>
                </a:solidFill>
                <a:latin typeface="Open Sans"/>
                <a:ea typeface="Open Sans"/>
                <a:cs typeface="Open Sans"/>
                <a:sym typeface="Open Sans"/>
              </a:rPr>
              <a:t>The client is used for submitting the MapReduce jobs and reading the result.</a:t>
            </a:r>
            <a:endParaRPr lang="en-US" dirty="0"/>
          </a:p>
          <a:p>
            <a:pPr marL="342900" marR="0" lvl="0" indent="-342900" algn="l" rtl="0">
              <a:lnSpc>
                <a:spcPct val="115000"/>
              </a:lnSpc>
              <a:spcBef>
                <a:spcPts val="1000"/>
              </a:spcBef>
              <a:spcAft>
                <a:spcPts val="0"/>
              </a:spcAft>
              <a:buClr>
                <a:srgbClr val="3F3F3F"/>
              </a:buClr>
              <a:buSzPct val="100000"/>
              <a:buFont typeface="Arial" panose="020B0604020202020204" pitchFamily="34" charset="0"/>
              <a:buChar char="•"/>
            </a:pPr>
            <a:r>
              <a:rPr lang="en-US" sz="2200" b="0" i="0" u="none" strike="noStrike" cap="none">
                <a:solidFill>
                  <a:srgbClr val="3F3F3F"/>
                </a:solidFill>
                <a:latin typeface="Open Sans"/>
                <a:ea typeface="Open Sans"/>
                <a:cs typeface="Open Sans"/>
                <a:sym typeface="Open Sans"/>
              </a:rPr>
              <a:t>The client also monitors the status of the application.</a:t>
            </a:r>
            <a:endParaRPr lang="en-US" sz="2200" b="0" i="0" u="none" strike="noStrike" cap="none" dirty="0">
              <a:solidFill>
                <a:srgbClr val="3F3F3F"/>
              </a:solidFill>
              <a:latin typeface="Open Sans"/>
              <a:ea typeface="Open Sans"/>
              <a:cs typeface="Open Sans"/>
              <a:sym typeface="Open Sans"/>
            </a:endParaRPr>
          </a:p>
        </p:txBody>
      </p:sp>
      <p:grpSp>
        <p:nvGrpSpPr>
          <p:cNvPr id="639" name="Google Shape;639;p52"/>
          <p:cNvGrpSpPr/>
          <p:nvPr/>
        </p:nvGrpSpPr>
        <p:grpSpPr>
          <a:xfrm>
            <a:off x="2513311" y="3043538"/>
            <a:ext cx="2134889" cy="3029845"/>
            <a:chOff x="3325813" y="1277938"/>
            <a:chExt cx="2284413" cy="3457575"/>
          </a:xfrm>
        </p:grpSpPr>
        <p:sp>
          <p:nvSpPr>
            <p:cNvPr id="640" name="Google Shape;640;p52"/>
            <p:cNvSpPr/>
            <p:nvPr/>
          </p:nvSpPr>
          <p:spPr>
            <a:xfrm>
              <a:off x="4002088" y="4524375"/>
              <a:ext cx="911225" cy="211138"/>
            </a:xfrm>
            <a:custGeom>
              <a:avLst/>
              <a:gdLst/>
              <a:ahLst/>
              <a:cxnLst/>
              <a:rect l="l" t="t" r="r" b="b"/>
              <a:pathLst>
                <a:path w="503" h="117" extrusionOk="0">
                  <a:moveTo>
                    <a:pt x="0" y="0"/>
                  </a:moveTo>
                  <a:cubicBezTo>
                    <a:pt x="1" y="2"/>
                    <a:pt x="2" y="4"/>
                    <a:pt x="3" y="6"/>
                  </a:cubicBezTo>
                  <a:cubicBezTo>
                    <a:pt x="8" y="13"/>
                    <a:pt x="55" y="61"/>
                    <a:pt x="68" y="74"/>
                  </a:cubicBezTo>
                  <a:cubicBezTo>
                    <a:pt x="69" y="98"/>
                    <a:pt x="91" y="117"/>
                    <a:pt x="119" y="117"/>
                  </a:cubicBezTo>
                  <a:cubicBezTo>
                    <a:pt x="384" y="117"/>
                    <a:pt x="384" y="117"/>
                    <a:pt x="384" y="117"/>
                  </a:cubicBezTo>
                  <a:cubicBezTo>
                    <a:pt x="413" y="117"/>
                    <a:pt x="436" y="97"/>
                    <a:pt x="436" y="73"/>
                  </a:cubicBezTo>
                  <a:cubicBezTo>
                    <a:pt x="442" y="67"/>
                    <a:pt x="450" y="59"/>
                    <a:pt x="464" y="45"/>
                  </a:cubicBezTo>
                  <a:cubicBezTo>
                    <a:pt x="485" y="24"/>
                    <a:pt x="497" y="10"/>
                    <a:pt x="503" y="0"/>
                  </a:cubicBezTo>
                  <a:lnTo>
                    <a:pt x="0" y="0"/>
                  </a:lnTo>
                  <a:close/>
                </a:path>
              </a:pathLst>
            </a:custGeom>
            <a:solidFill>
              <a:srgbClr val="1654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1" name="Google Shape;641;p52"/>
            <p:cNvSpPr/>
            <p:nvPr/>
          </p:nvSpPr>
          <p:spPr>
            <a:xfrm>
              <a:off x="3971926" y="4213225"/>
              <a:ext cx="977900" cy="93663"/>
            </a:xfrm>
            <a:custGeom>
              <a:avLst/>
              <a:gdLst/>
              <a:ahLst/>
              <a:cxnLst/>
              <a:rect l="l" t="t" r="r" b="b"/>
              <a:pathLst>
                <a:path w="540" h="52" extrusionOk="0">
                  <a:moveTo>
                    <a:pt x="540" y="26"/>
                  </a:moveTo>
                  <a:cubicBezTo>
                    <a:pt x="540" y="40"/>
                    <a:pt x="529" y="52"/>
                    <a:pt x="517" y="52"/>
                  </a:cubicBezTo>
                  <a:cubicBezTo>
                    <a:pt x="23" y="52"/>
                    <a:pt x="23" y="52"/>
                    <a:pt x="23" y="52"/>
                  </a:cubicBezTo>
                  <a:cubicBezTo>
                    <a:pt x="10" y="52"/>
                    <a:pt x="0" y="40"/>
                    <a:pt x="0" y="26"/>
                  </a:cubicBezTo>
                  <a:cubicBezTo>
                    <a:pt x="0" y="12"/>
                    <a:pt x="10" y="0"/>
                    <a:pt x="23" y="0"/>
                  </a:cubicBezTo>
                  <a:cubicBezTo>
                    <a:pt x="517" y="0"/>
                    <a:pt x="517" y="0"/>
                    <a:pt x="517" y="0"/>
                  </a:cubicBezTo>
                  <a:cubicBezTo>
                    <a:pt x="529" y="0"/>
                    <a:pt x="540" y="12"/>
                    <a:pt x="540" y="26"/>
                  </a:cubicBezTo>
                </a:path>
              </a:pathLst>
            </a:custGeom>
            <a:solidFill>
              <a:srgbClr val="1654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2" name="Google Shape;642;p52"/>
            <p:cNvSpPr/>
            <p:nvPr/>
          </p:nvSpPr>
          <p:spPr>
            <a:xfrm>
              <a:off x="3971926" y="4349750"/>
              <a:ext cx="977900" cy="93663"/>
            </a:xfrm>
            <a:custGeom>
              <a:avLst/>
              <a:gdLst/>
              <a:ahLst/>
              <a:cxnLst/>
              <a:rect l="l" t="t" r="r" b="b"/>
              <a:pathLst>
                <a:path w="540" h="52" extrusionOk="0">
                  <a:moveTo>
                    <a:pt x="540" y="26"/>
                  </a:moveTo>
                  <a:cubicBezTo>
                    <a:pt x="540" y="40"/>
                    <a:pt x="529" y="52"/>
                    <a:pt x="517" y="52"/>
                  </a:cubicBezTo>
                  <a:cubicBezTo>
                    <a:pt x="23" y="52"/>
                    <a:pt x="23" y="52"/>
                    <a:pt x="23" y="52"/>
                  </a:cubicBezTo>
                  <a:cubicBezTo>
                    <a:pt x="10" y="52"/>
                    <a:pt x="0" y="40"/>
                    <a:pt x="0" y="26"/>
                  </a:cubicBezTo>
                  <a:cubicBezTo>
                    <a:pt x="0" y="12"/>
                    <a:pt x="10" y="0"/>
                    <a:pt x="23" y="0"/>
                  </a:cubicBezTo>
                  <a:cubicBezTo>
                    <a:pt x="517" y="0"/>
                    <a:pt x="517" y="0"/>
                    <a:pt x="517" y="0"/>
                  </a:cubicBezTo>
                  <a:cubicBezTo>
                    <a:pt x="529" y="0"/>
                    <a:pt x="540" y="12"/>
                    <a:pt x="540" y="26"/>
                  </a:cubicBezTo>
                </a:path>
              </a:pathLst>
            </a:custGeom>
            <a:solidFill>
              <a:srgbClr val="1654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3" name="Google Shape;643;p52"/>
            <p:cNvSpPr/>
            <p:nvPr/>
          </p:nvSpPr>
          <p:spPr>
            <a:xfrm>
              <a:off x="3971926" y="4473575"/>
              <a:ext cx="968375" cy="57150"/>
            </a:xfrm>
            <a:custGeom>
              <a:avLst/>
              <a:gdLst/>
              <a:ahLst/>
              <a:cxnLst/>
              <a:rect l="l" t="t" r="r" b="b"/>
              <a:pathLst>
                <a:path w="535" h="32" extrusionOk="0">
                  <a:moveTo>
                    <a:pt x="535" y="16"/>
                  </a:moveTo>
                  <a:cubicBezTo>
                    <a:pt x="535" y="25"/>
                    <a:pt x="525" y="32"/>
                    <a:pt x="513" y="32"/>
                  </a:cubicBezTo>
                  <a:cubicBezTo>
                    <a:pt x="23" y="32"/>
                    <a:pt x="23" y="32"/>
                    <a:pt x="23" y="32"/>
                  </a:cubicBezTo>
                  <a:cubicBezTo>
                    <a:pt x="10" y="32"/>
                    <a:pt x="0" y="25"/>
                    <a:pt x="0" y="16"/>
                  </a:cubicBezTo>
                  <a:cubicBezTo>
                    <a:pt x="0" y="7"/>
                    <a:pt x="10" y="0"/>
                    <a:pt x="23" y="0"/>
                  </a:cubicBezTo>
                  <a:cubicBezTo>
                    <a:pt x="513" y="0"/>
                    <a:pt x="513" y="0"/>
                    <a:pt x="513" y="0"/>
                  </a:cubicBezTo>
                  <a:cubicBezTo>
                    <a:pt x="525" y="0"/>
                    <a:pt x="535" y="7"/>
                    <a:pt x="535" y="16"/>
                  </a:cubicBezTo>
                </a:path>
              </a:pathLst>
            </a:custGeom>
            <a:solidFill>
              <a:srgbClr val="16544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4" name="Google Shape;644;p52"/>
            <p:cNvSpPr/>
            <p:nvPr/>
          </p:nvSpPr>
          <p:spPr>
            <a:xfrm>
              <a:off x="4102101" y="1277938"/>
              <a:ext cx="1508125" cy="952500"/>
            </a:xfrm>
            <a:custGeom>
              <a:avLst/>
              <a:gdLst/>
              <a:ahLst/>
              <a:cxnLst/>
              <a:rect l="l" t="t" r="r" b="b"/>
              <a:pathLst>
                <a:path w="950" h="600" extrusionOk="0">
                  <a:moveTo>
                    <a:pt x="0" y="0"/>
                  </a:moveTo>
                  <a:lnTo>
                    <a:pt x="950" y="600"/>
                  </a:lnTo>
                  <a:lnTo>
                    <a:pt x="769" y="211"/>
                  </a:lnTo>
                  <a:lnTo>
                    <a:pt x="355" y="0"/>
                  </a:lnTo>
                  <a:lnTo>
                    <a:pt x="0" y="0"/>
                  </a:lnTo>
                  <a:close/>
                </a:path>
              </a:pathLst>
            </a:custGeom>
            <a:solidFill>
              <a:srgbClr val="217E7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5" name="Google Shape;645;p52"/>
            <p:cNvSpPr/>
            <p:nvPr/>
          </p:nvSpPr>
          <p:spPr>
            <a:xfrm>
              <a:off x="4102101" y="1277938"/>
              <a:ext cx="1508125" cy="952500"/>
            </a:xfrm>
            <a:custGeom>
              <a:avLst/>
              <a:gdLst/>
              <a:ahLst/>
              <a:cxnLst/>
              <a:rect l="l" t="t" r="r" b="b"/>
              <a:pathLst>
                <a:path w="950" h="600" extrusionOk="0">
                  <a:moveTo>
                    <a:pt x="0" y="0"/>
                  </a:moveTo>
                  <a:lnTo>
                    <a:pt x="950" y="600"/>
                  </a:lnTo>
                  <a:lnTo>
                    <a:pt x="769" y="211"/>
                  </a:lnTo>
                  <a:lnTo>
                    <a:pt x="355"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6" name="Google Shape;646;p52"/>
            <p:cNvSpPr/>
            <p:nvPr/>
          </p:nvSpPr>
          <p:spPr>
            <a:xfrm>
              <a:off x="3325813" y="2055813"/>
              <a:ext cx="2284413" cy="673100"/>
            </a:xfrm>
            <a:custGeom>
              <a:avLst/>
              <a:gdLst/>
              <a:ahLst/>
              <a:cxnLst/>
              <a:rect l="l" t="t" r="r" b="b"/>
              <a:pathLst>
                <a:path w="1439" h="424" extrusionOk="0">
                  <a:moveTo>
                    <a:pt x="0" y="0"/>
                  </a:moveTo>
                  <a:lnTo>
                    <a:pt x="1439" y="181"/>
                  </a:lnTo>
                  <a:lnTo>
                    <a:pt x="1424" y="377"/>
                  </a:lnTo>
                  <a:lnTo>
                    <a:pt x="0" y="424"/>
                  </a:lnTo>
                  <a:lnTo>
                    <a:pt x="0" y="0"/>
                  </a:lnTo>
                  <a:close/>
                </a:path>
              </a:pathLst>
            </a:custGeom>
            <a:solidFill>
              <a:srgbClr val="217E7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7" name="Google Shape;647;p52"/>
            <p:cNvSpPr/>
            <p:nvPr/>
          </p:nvSpPr>
          <p:spPr>
            <a:xfrm>
              <a:off x="3502026" y="1612900"/>
              <a:ext cx="2108200" cy="1657350"/>
            </a:xfrm>
            <a:custGeom>
              <a:avLst/>
              <a:gdLst/>
              <a:ahLst/>
              <a:cxnLst/>
              <a:rect l="l" t="t" r="r" b="b"/>
              <a:pathLst>
                <a:path w="1328" h="1044" extrusionOk="0">
                  <a:moveTo>
                    <a:pt x="1147" y="0"/>
                  </a:moveTo>
                  <a:lnTo>
                    <a:pt x="0" y="953"/>
                  </a:lnTo>
                  <a:lnTo>
                    <a:pt x="50" y="1044"/>
                  </a:lnTo>
                  <a:lnTo>
                    <a:pt x="1328" y="389"/>
                  </a:lnTo>
                  <a:lnTo>
                    <a:pt x="1147"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8" name="Google Shape;648;p52"/>
            <p:cNvSpPr/>
            <p:nvPr/>
          </p:nvSpPr>
          <p:spPr>
            <a:xfrm>
              <a:off x="3502026" y="1612900"/>
              <a:ext cx="2108200" cy="1657350"/>
            </a:xfrm>
            <a:custGeom>
              <a:avLst/>
              <a:gdLst/>
              <a:ahLst/>
              <a:cxnLst/>
              <a:rect l="l" t="t" r="r" b="b"/>
              <a:pathLst>
                <a:path w="1328" h="1044" extrusionOk="0">
                  <a:moveTo>
                    <a:pt x="1147" y="0"/>
                  </a:moveTo>
                  <a:lnTo>
                    <a:pt x="0" y="953"/>
                  </a:lnTo>
                  <a:lnTo>
                    <a:pt x="50" y="1044"/>
                  </a:lnTo>
                  <a:lnTo>
                    <a:pt x="1328" y="389"/>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9" name="Google Shape;649;p52"/>
            <p:cNvSpPr/>
            <p:nvPr/>
          </p:nvSpPr>
          <p:spPr>
            <a:xfrm>
              <a:off x="3502026" y="3125788"/>
              <a:ext cx="1697038" cy="677863"/>
            </a:xfrm>
            <a:custGeom>
              <a:avLst/>
              <a:gdLst/>
              <a:ahLst/>
              <a:cxnLst/>
              <a:rect l="l" t="t" r="r" b="b"/>
              <a:pathLst>
                <a:path w="1069" h="427" extrusionOk="0">
                  <a:moveTo>
                    <a:pt x="0" y="0"/>
                  </a:moveTo>
                  <a:lnTo>
                    <a:pt x="1069" y="228"/>
                  </a:lnTo>
                  <a:lnTo>
                    <a:pt x="1007" y="427"/>
                  </a:lnTo>
                  <a:lnTo>
                    <a:pt x="50" y="91"/>
                  </a:lnTo>
                  <a:lnTo>
                    <a:pt x="0" y="0"/>
                  </a:lnTo>
                  <a:close/>
                </a:path>
              </a:pathLst>
            </a:custGeom>
            <a:solidFill>
              <a:srgbClr val="217E7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0" name="Google Shape;650;p52"/>
            <p:cNvSpPr/>
            <p:nvPr/>
          </p:nvSpPr>
          <p:spPr>
            <a:xfrm>
              <a:off x="3735388" y="2343150"/>
              <a:ext cx="1874838" cy="1365250"/>
            </a:xfrm>
            <a:custGeom>
              <a:avLst/>
              <a:gdLst/>
              <a:ahLst/>
              <a:cxnLst/>
              <a:rect l="l" t="t" r="r" b="b"/>
              <a:pathLst>
                <a:path w="1181" h="860" extrusionOk="0">
                  <a:moveTo>
                    <a:pt x="1181" y="0"/>
                  </a:moveTo>
                  <a:lnTo>
                    <a:pt x="0" y="761"/>
                  </a:lnTo>
                  <a:lnTo>
                    <a:pt x="27" y="860"/>
                  </a:lnTo>
                  <a:lnTo>
                    <a:pt x="1166" y="196"/>
                  </a:lnTo>
                  <a:lnTo>
                    <a:pt x="1181"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1" name="Google Shape;651;p52"/>
            <p:cNvSpPr/>
            <p:nvPr/>
          </p:nvSpPr>
          <p:spPr>
            <a:xfrm>
              <a:off x="3735388" y="2343150"/>
              <a:ext cx="1874838" cy="1365250"/>
            </a:xfrm>
            <a:custGeom>
              <a:avLst/>
              <a:gdLst/>
              <a:ahLst/>
              <a:cxnLst/>
              <a:rect l="l" t="t" r="r" b="b"/>
              <a:pathLst>
                <a:path w="1181" h="860" extrusionOk="0">
                  <a:moveTo>
                    <a:pt x="1181" y="0"/>
                  </a:moveTo>
                  <a:lnTo>
                    <a:pt x="0" y="761"/>
                  </a:lnTo>
                  <a:lnTo>
                    <a:pt x="27" y="860"/>
                  </a:lnTo>
                  <a:lnTo>
                    <a:pt x="1166" y="196"/>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2" name="Google Shape;652;p52"/>
            <p:cNvSpPr/>
            <p:nvPr/>
          </p:nvSpPr>
          <p:spPr>
            <a:xfrm>
              <a:off x="3735388" y="3551238"/>
              <a:ext cx="1282700" cy="598488"/>
            </a:xfrm>
            <a:custGeom>
              <a:avLst/>
              <a:gdLst/>
              <a:ahLst/>
              <a:cxnLst/>
              <a:rect l="l" t="t" r="r" b="b"/>
              <a:pathLst>
                <a:path w="808" h="377" extrusionOk="0">
                  <a:moveTo>
                    <a:pt x="0" y="0"/>
                  </a:moveTo>
                  <a:lnTo>
                    <a:pt x="808" y="320"/>
                  </a:lnTo>
                  <a:lnTo>
                    <a:pt x="765" y="377"/>
                  </a:lnTo>
                  <a:lnTo>
                    <a:pt x="27" y="99"/>
                  </a:lnTo>
                  <a:lnTo>
                    <a:pt x="0" y="0"/>
                  </a:lnTo>
                  <a:close/>
                </a:path>
              </a:pathLst>
            </a:custGeom>
            <a:solidFill>
              <a:srgbClr val="217E7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3" name="Google Shape;653;p52"/>
            <p:cNvSpPr/>
            <p:nvPr/>
          </p:nvSpPr>
          <p:spPr>
            <a:xfrm>
              <a:off x="3325813" y="1277938"/>
              <a:ext cx="1339850" cy="1450975"/>
            </a:xfrm>
            <a:custGeom>
              <a:avLst/>
              <a:gdLst/>
              <a:ahLst/>
              <a:cxnLst/>
              <a:rect l="l" t="t" r="r" b="b"/>
              <a:pathLst>
                <a:path w="844" h="914" extrusionOk="0">
                  <a:moveTo>
                    <a:pt x="489" y="0"/>
                  </a:moveTo>
                  <a:lnTo>
                    <a:pt x="0" y="490"/>
                  </a:lnTo>
                  <a:lnTo>
                    <a:pt x="0" y="914"/>
                  </a:lnTo>
                  <a:lnTo>
                    <a:pt x="844" y="0"/>
                  </a:lnTo>
                  <a:lnTo>
                    <a:pt x="489"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4" name="Google Shape;654;p52"/>
            <p:cNvSpPr/>
            <p:nvPr/>
          </p:nvSpPr>
          <p:spPr>
            <a:xfrm>
              <a:off x="3905251" y="3487738"/>
              <a:ext cx="1293813" cy="661988"/>
            </a:xfrm>
            <a:custGeom>
              <a:avLst/>
              <a:gdLst/>
              <a:ahLst/>
              <a:cxnLst/>
              <a:rect l="l" t="t" r="r" b="b"/>
              <a:pathLst>
                <a:path w="815" h="417" extrusionOk="0">
                  <a:moveTo>
                    <a:pt x="51" y="417"/>
                  </a:moveTo>
                  <a:lnTo>
                    <a:pt x="753" y="199"/>
                  </a:lnTo>
                  <a:lnTo>
                    <a:pt x="815" y="0"/>
                  </a:lnTo>
                  <a:lnTo>
                    <a:pt x="0" y="368"/>
                  </a:lnTo>
                  <a:lnTo>
                    <a:pt x="51" y="41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5" name="Google Shape;655;p52"/>
            <p:cNvSpPr/>
            <p:nvPr/>
          </p:nvSpPr>
          <p:spPr>
            <a:xfrm>
              <a:off x="3905251" y="4059238"/>
              <a:ext cx="1112838" cy="90488"/>
            </a:xfrm>
            <a:custGeom>
              <a:avLst/>
              <a:gdLst/>
              <a:ahLst/>
              <a:cxnLst/>
              <a:rect l="l" t="t" r="r" b="b"/>
              <a:pathLst>
                <a:path w="701" h="57" extrusionOk="0">
                  <a:moveTo>
                    <a:pt x="0" y="8"/>
                  </a:moveTo>
                  <a:lnTo>
                    <a:pt x="701" y="0"/>
                  </a:lnTo>
                  <a:lnTo>
                    <a:pt x="658" y="57"/>
                  </a:lnTo>
                  <a:lnTo>
                    <a:pt x="51" y="57"/>
                  </a:lnTo>
                  <a:lnTo>
                    <a:pt x="0" y="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 name="Brandline_LVC">
            <a:extLst>
              <a:ext uri="{FF2B5EF4-FFF2-40B4-BE49-F238E27FC236}">
                <a16:creationId xmlns:a16="http://schemas.microsoft.com/office/drawing/2014/main" id="{8F3135E5-B35B-A3C8-4C13-305D6A842AE3}"/>
              </a:ext>
            </a:extLst>
          </p:cNvPr>
          <p:cNvSpPr/>
          <p:nvPr/>
        </p:nvSpPr>
        <p:spPr>
          <a:xfrm>
            <a:off x="7480301" y="837914"/>
            <a:ext cx="129984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53"/>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ResourceManager</a:t>
            </a:r>
            <a:endParaRPr sz="2800">
              <a:solidFill>
                <a:srgbClr val="3F3F3F"/>
              </a:solidFill>
              <a:latin typeface="Open Sans"/>
              <a:ea typeface="Open Sans"/>
              <a:cs typeface="Open Sans"/>
              <a:sym typeface="Open Sans"/>
            </a:endParaRPr>
          </a:p>
        </p:txBody>
      </p:sp>
      <p:sp>
        <p:nvSpPr>
          <p:cNvPr id="663" name="Google Shape;663;p53"/>
          <p:cNvSpPr/>
          <p:nvPr/>
        </p:nvSpPr>
        <p:spPr>
          <a:xfrm>
            <a:off x="469843" y="2485471"/>
            <a:ext cx="4405742" cy="4405742"/>
          </a:xfrm>
          <a:prstGeom prst="arc">
            <a:avLst>
              <a:gd name="adj1" fmla="val 16200000"/>
              <a:gd name="adj2" fmla="val 5395857"/>
            </a:avLst>
          </a:prstGeom>
          <a:noFill/>
          <a:ln w="28575" cap="flat" cmpd="sng">
            <a:solidFill>
              <a:srgbClr val="A5A5A5"/>
            </a:solidFill>
            <a:prstDash val="solid"/>
            <a:round/>
            <a:headEnd type="oval" w="lg" len="lg"/>
            <a:tailEnd type="oval" w="lg" len="lg"/>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Clr>
                <a:srgbClr val="000000"/>
              </a:buClr>
              <a:buSzPts val="2200"/>
              <a:buFont typeface="Arial"/>
              <a:buNone/>
            </a:pPr>
            <a:endParaRPr sz="2200" b="0" i="0" u="none" strike="noStrike" cap="none">
              <a:solidFill>
                <a:srgbClr val="3F3F3F"/>
              </a:solidFill>
              <a:latin typeface="Open Sans"/>
              <a:ea typeface="Open Sans"/>
              <a:cs typeface="Open Sans"/>
              <a:sym typeface="Open Sans"/>
            </a:endParaRPr>
          </a:p>
        </p:txBody>
      </p:sp>
      <p:grpSp>
        <p:nvGrpSpPr>
          <p:cNvPr id="664" name="Google Shape;664;p53"/>
          <p:cNvGrpSpPr/>
          <p:nvPr/>
        </p:nvGrpSpPr>
        <p:grpSpPr>
          <a:xfrm>
            <a:off x="1515611" y="2552313"/>
            <a:ext cx="13842207" cy="4680504"/>
            <a:chOff x="733826" y="2768478"/>
            <a:chExt cx="13842207" cy="4680504"/>
          </a:xfrm>
        </p:grpSpPr>
        <p:sp>
          <p:nvSpPr>
            <p:cNvPr id="665" name="Google Shape;665;p53"/>
            <p:cNvSpPr/>
            <p:nvPr/>
          </p:nvSpPr>
          <p:spPr>
            <a:xfrm>
              <a:off x="733826" y="3747404"/>
              <a:ext cx="2314206" cy="2314206"/>
            </a:xfrm>
            <a:prstGeom prst="ellipse">
              <a:avLst/>
            </a:prstGeom>
            <a:solidFill>
              <a:srgbClr val="F2F2F2"/>
            </a:solidFill>
            <a:ln w="2857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2200"/>
                <a:buFont typeface="Arial"/>
                <a:buNone/>
              </a:pPr>
              <a:endParaRPr sz="2200" b="1" i="0" u="none" strike="noStrike" cap="none">
                <a:solidFill>
                  <a:srgbClr val="3F3F3F"/>
                </a:solidFill>
                <a:latin typeface="Open Sans"/>
                <a:ea typeface="Open Sans"/>
                <a:cs typeface="Open Sans"/>
                <a:sym typeface="Open Sans"/>
              </a:endParaRPr>
            </a:p>
          </p:txBody>
        </p:sp>
        <p:sp>
          <p:nvSpPr>
            <p:cNvPr id="666" name="Google Shape;666;p53"/>
            <p:cNvSpPr/>
            <p:nvPr/>
          </p:nvSpPr>
          <p:spPr>
            <a:xfrm>
              <a:off x="2819432" y="2829664"/>
              <a:ext cx="457200" cy="457200"/>
            </a:xfrm>
            <a:prstGeom prst="ellipse">
              <a:avLst/>
            </a:prstGeom>
            <a:solidFill>
              <a:srgbClr val="FF7575"/>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667" name="Google Shape;667;p53"/>
            <p:cNvSpPr/>
            <p:nvPr/>
          </p:nvSpPr>
          <p:spPr>
            <a:xfrm>
              <a:off x="3809572" y="4521029"/>
              <a:ext cx="457200" cy="457200"/>
            </a:xfrm>
            <a:prstGeom prst="ellipse">
              <a:avLst/>
            </a:prstGeom>
            <a:solidFill>
              <a:schemeClr val="accent4"/>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668" name="Google Shape;668;p53"/>
            <p:cNvSpPr/>
            <p:nvPr/>
          </p:nvSpPr>
          <p:spPr>
            <a:xfrm>
              <a:off x="3278402" y="6135469"/>
              <a:ext cx="457200" cy="457200"/>
            </a:xfrm>
            <a:prstGeom prst="ellipse">
              <a:avLst/>
            </a:prstGeom>
            <a:solidFill>
              <a:srgbClr val="17BFAB"/>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669" name="Google Shape;669;p53"/>
            <p:cNvSpPr txBox="1"/>
            <p:nvPr/>
          </p:nvSpPr>
          <p:spPr>
            <a:xfrm>
              <a:off x="3507002" y="2768478"/>
              <a:ext cx="10533741" cy="457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is the master daemon of YARN.</a:t>
              </a:r>
              <a:endParaRPr dirty="0"/>
            </a:p>
          </p:txBody>
        </p:sp>
        <p:sp>
          <p:nvSpPr>
            <p:cNvPr id="670" name="Google Shape;670;p53"/>
            <p:cNvSpPr txBox="1"/>
            <p:nvPr/>
          </p:nvSpPr>
          <p:spPr>
            <a:xfrm>
              <a:off x="4266772" y="4452909"/>
              <a:ext cx="10309261" cy="8465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is responsible for assigning and managing resources across all applications.</a:t>
              </a:r>
              <a:endParaRPr dirty="0"/>
            </a:p>
          </p:txBody>
        </p:sp>
        <p:sp>
          <p:nvSpPr>
            <p:cNvPr id="671" name="Google Shape;671;p53"/>
            <p:cNvSpPr txBox="1"/>
            <p:nvPr/>
          </p:nvSpPr>
          <p:spPr>
            <a:xfrm>
              <a:off x="3946911" y="6213131"/>
              <a:ext cx="10309261" cy="123585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Whenever ResourceManager receives a processing request, it sends</a:t>
              </a:r>
              <a:br>
                <a:rPr lang="en-US" sz="2200" b="0" i="0" u="none" strike="noStrike" cap="none">
                  <a:solidFill>
                    <a:srgbClr val="3F3F3F"/>
                  </a:solidFill>
                  <a:latin typeface="Open Sans"/>
                  <a:ea typeface="Open Sans"/>
                  <a:cs typeface="Open Sans"/>
                  <a:sym typeface="Open Sans"/>
                </a:rPr>
              </a:br>
              <a:r>
                <a:rPr lang="en-US" sz="2200" b="0" i="0" u="none" strike="noStrike" cap="none">
                  <a:solidFill>
                    <a:srgbClr val="3F3F3F"/>
                  </a:solidFill>
                  <a:latin typeface="Open Sans"/>
                  <a:ea typeface="Open Sans"/>
                  <a:cs typeface="Open Sans"/>
                  <a:sym typeface="Open Sans"/>
                </a:rPr>
                <a:t>it to the appropriate NodeManager, who then assigns resources</a:t>
              </a:r>
              <a:br>
                <a:rPr lang="en-US" sz="2200" b="0" i="0" u="none" strike="noStrike" cap="none">
                  <a:solidFill>
                    <a:srgbClr val="3F3F3F"/>
                  </a:solidFill>
                  <a:latin typeface="Open Sans"/>
                  <a:ea typeface="Open Sans"/>
                  <a:cs typeface="Open Sans"/>
                  <a:sym typeface="Open Sans"/>
                </a:rPr>
              </a:br>
              <a:r>
                <a:rPr lang="en-US" sz="2200" b="0" i="0" u="none" strike="noStrike" cap="none">
                  <a:solidFill>
                    <a:srgbClr val="3F3F3F"/>
                  </a:solidFill>
                  <a:latin typeface="Open Sans"/>
                  <a:ea typeface="Open Sans"/>
                  <a:cs typeface="Open Sans"/>
                  <a:sym typeface="Open Sans"/>
                </a:rPr>
                <a:t>to complete the request.</a:t>
              </a:r>
              <a:endParaRPr/>
            </a:p>
          </p:txBody>
        </p:sp>
      </p:grpSp>
      <p:grpSp>
        <p:nvGrpSpPr>
          <p:cNvPr id="672" name="Google Shape;672;p53"/>
          <p:cNvGrpSpPr/>
          <p:nvPr/>
        </p:nvGrpSpPr>
        <p:grpSpPr>
          <a:xfrm>
            <a:off x="2061477" y="4187742"/>
            <a:ext cx="1222474" cy="768516"/>
            <a:chOff x="346075" y="4211638"/>
            <a:chExt cx="542925" cy="341313"/>
          </a:xfrm>
        </p:grpSpPr>
        <p:sp>
          <p:nvSpPr>
            <p:cNvPr id="673" name="Google Shape;673;p53"/>
            <p:cNvSpPr/>
            <p:nvPr/>
          </p:nvSpPr>
          <p:spPr>
            <a:xfrm>
              <a:off x="550863" y="4211638"/>
              <a:ext cx="141287" cy="141288"/>
            </a:xfrm>
            <a:prstGeom prst="ellipse">
              <a:avLst/>
            </a:prstGeom>
            <a:solidFill>
              <a:srgbClr val="AEABA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4" name="Google Shape;674;p53"/>
            <p:cNvSpPr/>
            <p:nvPr/>
          </p:nvSpPr>
          <p:spPr>
            <a:xfrm>
              <a:off x="692150" y="4433888"/>
              <a:ext cx="196850" cy="119063"/>
            </a:xfrm>
            <a:custGeom>
              <a:avLst/>
              <a:gdLst/>
              <a:ahLst/>
              <a:cxnLst/>
              <a:rect l="l" t="t" r="r" b="b"/>
              <a:pathLst>
                <a:path w="93" h="56" extrusionOk="0">
                  <a:moveTo>
                    <a:pt x="47" y="0"/>
                  </a:moveTo>
                  <a:cubicBezTo>
                    <a:pt x="18" y="0"/>
                    <a:pt x="0" y="19"/>
                    <a:pt x="0" y="56"/>
                  </a:cubicBezTo>
                  <a:cubicBezTo>
                    <a:pt x="93" y="56"/>
                    <a:pt x="93" y="56"/>
                    <a:pt x="93" y="56"/>
                  </a:cubicBezTo>
                  <a:cubicBezTo>
                    <a:pt x="93" y="19"/>
                    <a:pt x="76" y="0"/>
                    <a:pt x="47" y="0"/>
                  </a:cubicBezTo>
                  <a:close/>
                </a:path>
              </a:pathLst>
            </a:custGeom>
            <a:solidFill>
              <a:srgbClr val="AEABA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5" name="Google Shape;675;p53"/>
            <p:cNvSpPr/>
            <p:nvPr/>
          </p:nvSpPr>
          <p:spPr>
            <a:xfrm>
              <a:off x="496888" y="4376738"/>
              <a:ext cx="244475" cy="176213"/>
            </a:xfrm>
            <a:custGeom>
              <a:avLst/>
              <a:gdLst/>
              <a:ahLst/>
              <a:cxnLst/>
              <a:rect l="l" t="t" r="r" b="b"/>
              <a:pathLst>
                <a:path w="115" h="83" extrusionOk="0">
                  <a:moveTo>
                    <a:pt x="57" y="0"/>
                  </a:moveTo>
                  <a:cubicBezTo>
                    <a:pt x="39" y="0"/>
                    <a:pt x="12" y="7"/>
                    <a:pt x="0" y="20"/>
                  </a:cubicBezTo>
                  <a:cubicBezTo>
                    <a:pt x="22" y="29"/>
                    <a:pt x="34" y="51"/>
                    <a:pt x="34" y="83"/>
                  </a:cubicBezTo>
                  <a:cubicBezTo>
                    <a:pt x="50" y="83"/>
                    <a:pt x="50" y="83"/>
                    <a:pt x="50" y="83"/>
                  </a:cubicBezTo>
                  <a:cubicBezTo>
                    <a:pt x="70" y="83"/>
                    <a:pt x="70" y="83"/>
                    <a:pt x="70" y="83"/>
                  </a:cubicBezTo>
                  <a:cubicBezTo>
                    <a:pt x="81" y="83"/>
                    <a:pt x="81" y="83"/>
                    <a:pt x="81" y="83"/>
                  </a:cubicBezTo>
                  <a:cubicBezTo>
                    <a:pt x="81" y="51"/>
                    <a:pt x="93" y="29"/>
                    <a:pt x="115" y="20"/>
                  </a:cubicBezTo>
                  <a:cubicBezTo>
                    <a:pt x="103" y="7"/>
                    <a:pt x="75" y="0"/>
                    <a:pt x="57" y="0"/>
                  </a:cubicBezTo>
                  <a:close/>
                </a:path>
              </a:pathLst>
            </a:custGeom>
            <a:solidFill>
              <a:srgbClr val="AEABA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6" name="Google Shape;676;p53"/>
            <p:cNvSpPr/>
            <p:nvPr/>
          </p:nvSpPr>
          <p:spPr>
            <a:xfrm>
              <a:off x="738188" y="4324350"/>
              <a:ext cx="98425" cy="95250"/>
            </a:xfrm>
            <a:prstGeom prst="ellipse">
              <a:avLst/>
            </a:prstGeom>
            <a:solidFill>
              <a:srgbClr val="AEABA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7" name="Google Shape;677;p53"/>
            <p:cNvSpPr/>
            <p:nvPr/>
          </p:nvSpPr>
          <p:spPr>
            <a:xfrm>
              <a:off x="346075" y="4433888"/>
              <a:ext cx="198437" cy="119063"/>
            </a:xfrm>
            <a:custGeom>
              <a:avLst/>
              <a:gdLst/>
              <a:ahLst/>
              <a:cxnLst/>
              <a:rect l="l" t="t" r="r" b="b"/>
              <a:pathLst>
                <a:path w="93" h="56" extrusionOk="0">
                  <a:moveTo>
                    <a:pt x="46" y="0"/>
                  </a:moveTo>
                  <a:cubicBezTo>
                    <a:pt x="17" y="0"/>
                    <a:pt x="0" y="19"/>
                    <a:pt x="0" y="56"/>
                  </a:cubicBezTo>
                  <a:cubicBezTo>
                    <a:pt x="93" y="56"/>
                    <a:pt x="93" y="56"/>
                    <a:pt x="93" y="56"/>
                  </a:cubicBezTo>
                  <a:cubicBezTo>
                    <a:pt x="93" y="19"/>
                    <a:pt x="75" y="0"/>
                    <a:pt x="46" y="0"/>
                  </a:cubicBezTo>
                  <a:close/>
                </a:path>
              </a:pathLst>
            </a:custGeom>
            <a:solidFill>
              <a:srgbClr val="AEABA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8" name="Google Shape;678;p53"/>
            <p:cNvSpPr/>
            <p:nvPr/>
          </p:nvSpPr>
          <p:spPr>
            <a:xfrm>
              <a:off x="393700" y="4324350"/>
              <a:ext cx="95250" cy="95250"/>
            </a:xfrm>
            <a:prstGeom prst="ellipse">
              <a:avLst/>
            </a:prstGeom>
            <a:solidFill>
              <a:srgbClr val="AEABA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 name="Brandline_LVC">
            <a:extLst>
              <a:ext uri="{FF2B5EF4-FFF2-40B4-BE49-F238E27FC236}">
                <a16:creationId xmlns:a16="http://schemas.microsoft.com/office/drawing/2014/main" id="{2356C896-5EC4-5A46-FC05-C47C329DFBC6}"/>
              </a:ext>
            </a:extLst>
          </p:cNvPr>
          <p:cNvSpPr/>
          <p:nvPr/>
        </p:nvSpPr>
        <p:spPr>
          <a:xfrm>
            <a:off x="6134100" y="837914"/>
            <a:ext cx="399859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grpSp>
        <p:nvGrpSpPr>
          <p:cNvPr id="684" name="Google Shape;684;p54"/>
          <p:cNvGrpSpPr/>
          <p:nvPr/>
        </p:nvGrpSpPr>
        <p:grpSpPr>
          <a:xfrm rot="10800000">
            <a:off x="5591571" y="2577612"/>
            <a:ext cx="4877832" cy="2504256"/>
            <a:chOff x="2763837" y="1895702"/>
            <a:chExt cx="3616325" cy="1893888"/>
          </a:xfrm>
        </p:grpSpPr>
        <p:grpSp>
          <p:nvGrpSpPr>
            <p:cNvPr id="685" name="Google Shape;685;p54"/>
            <p:cNvGrpSpPr/>
            <p:nvPr/>
          </p:nvGrpSpPr>
          <p:grpSpPr>
            <a:xfrm>
              <a:off x="3168650" y="1895702"/>
              <a:ext cx="2801938" cy="673100"/>
              <a:chOff x="3313113" y="2349727"/>
              <a:chExt cx="2801938" cy="673100"/>
            </a:xfrm>
          </p:grpSpPr>
          <p:sp>
            <p:nvSpPr>
              <p:cNvPr id="686" name="Google Shape;686;p54"/>
              <p:cNvSpPr/>
              <p:nvPr/>
            </p:nvSpPr>
            <p:spPr>
              <a:xfrm>
                <a:off x="5759450" y="2349727"/>
                <a:ext cx="138113" cy="339725"/>
              </a:xfrm>
              <a:custGeom>
                <a:avLst/>
                <a:gdLst/>
                <a:ahLst/>
                <a:cxnLst/>
                <a:rect l="l" t="t" r="r" b="b"/>
                <a:pathLst>
                  <a:path w="87" h="214" extrusionOk="0">
                    <a:moveTo>
                      <a:pt x="87" y="109"/>
                    </a:moveTo>
                    <a:lnTo>
                      <a:pt x="87" y="214"/>
                    </a:lnTo>
                    <a:lnTo>
                      <a:pt x="0" y="104"/>
                    </a:lnTo>
                    <a:lnTo>
                      <a:pt x="0" y="0"/>
                    </a:lnTo>
                    <a:lnTo>
                      <a:pt x="87" y="109"/>
                    </a:lnTo>
                    <a:close/>
                  </a:path>
                </a:pathLst>
              </a:custGeom>
              <a:solidFill>
                <a:srgbClr val="16544E"/>
              </a:solidFill>
              <a:ln w="9525" cap="flat" cmpd="sng">
                <a:solidFill>
                  <a:srgbClr val="16544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7" name="Google Shape;687;p54"/>
              <p:cNvSpPr/>
              <p:nvPr/>
            </p:nvSpPr>
            <p:spPr>
              <a:xfrm>
                <a:off x="3532188" y="2419577"/>
                <a:ext cx="144463" cy="339725"/>
              </a:xfrm>
              <a:custGeom>
                <a:avLst/>
                <a:gdLst/>
                <a:ahLst/>
                <a:cxnLst/>
                <a:rect l="l" t="t" r="r" b="b"/>
                <a:pathLst>
                  <a:path w="91" h="214" extrusionOk="0">
                    <a:moveTo>
                      <a:pt x="91" y="0"/>
                    </a:moveTo>
                    <a:lnTo>
                      <a:pt x="91" y="106"/>
                    </a:lnTo>
                    <a:lnTo>
                      <a:pt x="0" y="214"/>
                    </a:lnTo>
                    <a:lnTo>
                      <a:pt x="0" y="110"/>
                    </a:lnTo>
                    <a:lnTo>
                      <a:pt x="91" y="0"/>
                    </a:lnTo>
                    <a:close/>
                  </a:path>
                </a:pathLst>
              </a:custGeom>
              <a:solidFill>
                <a:srgbClr val="16544E"/>
              </a:solidFill>
              <a:ln w="9525" cap="flat" cmpd="sng">
                <a:solidFill>
                  <a:srgbClr val="16544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8" name="Google Shape;688;p54"/>
              <p:cNvSpPr/>
              <p:nvPr/>
            </p:nvSpPr>
            <p:spPr>
              <a:xfrm>
                <a:off x="5973763" y="2614839"/>
                <a:ext cx="141288" cy="339725"/>
              </a:xfrm>
              <a:custGeom>
                <a:avLst/>
                <a:gdLst/>
                <a:ahLst/>
                <a:cxnLst/>
                <a:rect l="l" t="t" r="r" b="b"/>
                <a:pathLst>
                  <a:path w="89" h="214" extrusionOk="0">
                    <a:moveTo>
                      <a:pt x="89" y="108"/>
                    </a:moveTo>
                    <a:lnTo>
                      <a:pt x="89" y="214"/>
                    </a:lnTo>
                    <a:lnTo>
                      <a:pt x="0" y="106"/>
                    </a:lnTo>
                    <a:lnTo>
                      <a:pt x="0" y="0"/>
                    </a:lnTo>
                    <a:lnTo>
                      <a:pt x="89" y="108"/>
                    </a:lnTo>
                    <a:close/>
                  </a:path>
                </a:pathLst>
              </a:custGeom>
              <a:solidFill>
                <a:srgbClr val="16544E"/>
              </a:solidFill>
              <a:ln w="9525" cap="flat" cmpd="sng">
                <a:solidFill>
                  <a:srgbClr val="16544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9" name="Google Shape;689;p54"/>
              <p:cNvSpPr/>
              <p:nvPr/>
            </p:nvSpPr>
            <p:spPr>
              <a:xfrm>
                <a:off x="3313113" y="2691039"/>
                <a:ext cx="138113" cy="331788"/>
              </a:xfrm>
              <a:custGeom>
                <a:avLst/>
                <a:gdLst/>
                <a:ahLst/>
                <a:cxnLst/>
                <a:rect l="l" t="t" r="r" b="b"/>
                <a:pathLst>
                  <a:path w="87" h="209" extrusionOk="0">
                    <a:moveTo>
                      <a:pt x="87" y="0"/>
                    </a:moveTo>
                    <a:lnTo>
                      <a:pt x="87" y="105"/>
                    </a:lnTo>
                    <a:lnTo>
                      <a:pt x="0" y="209"/>
                    </a:lnTo>
                    <a:lnTo>
                      <a:pt x="0" y="105"/>
                    </a:lnTo>
                    <a:lnTo>
                      <a:pt x="87" y="0"/>
                    </a:lnTo>
                    <a:close/>
                  </a:path>
                </a:pathLst>
              </a:custGeom>
              <a:solidFill>
                <a:srgbClr val="16544E"/>
              </a:solidFill>
              <a:ln w="9525" cap="flat" cmpd="sng">
                <a:solidFill>
                  <a:srgbClr val="16544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690" name="Google Shape;690;p54"/>
            <p:cNvGrpSpPr/>
            <p:nvPr/>
          </p:nvGrpSpPr>
          <p:grpSpPr>
            <a:xfrm>
              <a:off x="2763837" y="1916339"/>
              <a:ext cx="3616325" cy="1873251"/>
              <a:chOff x="2908300" y="2370364"/>
              <a:chExt cx="3616325" cy="1873251"/>
            </a:xfrm>
          </p:grpSpPr>
          <p:sp>
            <p:nvSpPr>
              <p:cNvPr id="691" name="Google Shape;691;p54"/>
              <p:cNvSpPr/>
              <p:nvPr/>
            </p:nvSpPr>
            <p:spPr>
              <a:xfrm>
                <a:off x="6115050" y="2370364"/>
                <a:ext cx="409575" cy="584200"/>
              </a:xfrm>
              <a:custGeom>
                <a:avLst/>
                <a:gdLst/>
                <a:ahLst/>
                <a:cxnLst/>
                <a:rect l="l" t="t" r="r" b="b"/>
                <a:pathLst>
                  <a:path w="258" h="368" extrusionOk="0">
                    <a:moveTo>
                      <a:pt x="258" y="0"/>
                    </a:moveTo>
                    <a:lnTo>
                      <a:pt x="258" y="105"/>
                    </a:lnTo>
                    <a:lnTo>
                      <a:pt x="0" y="368"/>
                    </a:lnTo>
                    <a:lnTo>
                      <a:pt x="0" y="262"/>
                    </a:lnTo>
                    <a:lnTo>
                      <a:pt x="258" y="0"/>
                    </a:lnTo>
                    <a:close/>
                  </a:path>
                </a:pathLst>
              </a:custGeom>
              <a:solidFill>
                <a:srgbClr val="217E75"/>
              </a:solidFill>
              <a:ln w="9525" cap="flat" cmpd="sng">
                <a:solidFill>
                  <a:srgbClr val="217E7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2" name="Google Shape;692;p54"/>
              <p:cNvSpPr/>
              <p:nvPr/>
            </p:nvSpPr>
            <p:spPr>
              <a:xfrm>
                <a:off x="2908300" y="2435452"/>
                <a:ext cx="404813" cy="587375"/>
              </a:xfrm>
              <a:custGeom>
                <a:avLst/>
                <a:gdLst/>
                <a:ahLst/>
                <a:cxnLst/>
                <a:rect l="l" t="t" r="r" b="b"/>
                <a:pathLst>
                  <a:path w="255" h="370" extrusionOk="0">
                    <a:moveTo>
                      <a:pt x="255" y="266"/>
                    </a:moveTo>
                    <a:lnTo>
                      <a:pt x="255" y="370"/>
                    </a:lnTo>
                    <a:lnTo>
                      <a:pt x="0" y="105"/>
                    </a:lnTo>
                    <a:lnTo>
                      <a:pt x="0" y="0"/>
                    </a:lnTo>
                    <a:lnTo>
                      <a:pt x="255" y="266"/>
                    </a:lnTo>
                    <a:close/>
                  </a:path>
                </a:pathLst>
              </a:custGeom>
              <a:solidFill>
                <a:srgbClr val="217E75"/>
              </a:solidFill>
              <a:ln w="9525" cap="flat" cmpd="sng">
                <a:solidFill>
                  <a:srgbClr val="217E7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3" name="Google Shape;693;p54"/>
              <p:cNvSpPr/>
              <p:nvPr/>
            </p:nvSpPr>
            <p:spPr>
              <a:xfrm>
                <a:off x="3451225" y="2691039"/>
                <a:ext cx="912813" cy="1408113"/>
              </a:xfrm>
              <a:custGeom>
                <a:avLst/>
                <a:gdLst/>
                <a:ahLst/>
                <a:cxnLst/>
                <a:rect l="l" t="t" r="r" b="b"/>
                <a:pathLst>
                  <a:path w="336" h="518" extrusionOk="0">
                    <a:moveTo>
                      <a:pt x="336" y="457"/>
                    </a:moveTo>
                    <a:cubicBezTo>
                      <a:pt x="336" y="518"/>
                      <a:pt x="336" y="518"/>
                      <a:pt x="336" y="518"/>
                    </a:cubicBezTo>
                    <a:cubicBezTo>
                      <a:pt x="336" y="486"/>
                      <a:pt x="332" y="455"/>
                      <a:pt x="325" y="423"/>
                    </a:cubicBezTo>
                    <a:cubicBezTo>
                      <a:pt x="319" y="399"/>
                      <a:pt x="311" y="375"/>
                      <a:pt x="300" y="351"/>
                    </a:cubicBezTo>
                    <a:cubicBezTo>
                      <a:pt x="290" y="327"/>
                      <a:pt x="277" y="303"/>
                      <a:pt x="261" y="280"/>
                    </a:cubicBezTo>
                    <a:cubicBezTo>
                      <a:pt x="245" y="257"/>
                      <a:pt x="227" y="235"/>
                      <a:pt x="207" y="213"/>
                    </a:cubicBezTo>
                    <a:cubicBezTo>
                      <a:pt x="186" y="192"/>
                      <a:pt x="163" y="171"/>
                      <a:pt x="138" y="151"/>
                    </a:cubicBezTo>
                    <a:cubicBezTo>
                      <a:pt x="98" y="118"/>
                      <a:pt x="51" y="88"/>
                      <a:pt x="0" y="61"/>
                    </a:cubicBezTo>
                    <a:cubicBezTo>
                      <a:pt x="0" y="0"/>
                      <a:pt x="0" y="0"/>
                      <a:pt x="0" y="0"/>
                    </a:cubicBezTo>
                    <a:cubicBezTo>
                      <a:pt x="51" y="27"/>
                      <a:pt x="98" y="57"/>
                      <a:pt x="138" y="90"/>
                    </a:cubicBezTo>
                    <a:cubicBezTo>
                      <a:pt x="163" y="110"/>
                      <a:pt x="186" y="130"/>
                      <a:pt x="207" y="152"/>
                    </a:cubicBezTo>
                    <a:cubicBezTo>
                      <a:pt x="227" y="174"/>
                      <a:pt x="245" y="196"/>
                      <a:pt x="261" y="219"/>
                    </a:cubicBezTo>
                    <a:cubicBezTo>
                      <a:pt x="277" y="242"/>
                      <a:pt x="290" y="265"/>
                      <a:pt x="300" y="289"/>
                    </a:cubicBezTo>
                    <a:cubicBezTo>
                      <a:pt x="311" y="313"/>
                      <a:pt x="319" y="338"/>
                      <a:pt x="325" y="362"/>
                    </a:cubicBezTo>
                    <a:cubicBezTo>
                      <a:pt x="332" y="393"/>
                      <a:pt x="336" y="425"/>
                      <a:pt x="336" y="457"/>
                    </a:cubicBezTo>
                    <a:close/>
                  </a:path>
                </a:pathLst>
              </a:custGeom>
              <a:solidFill>
                <a:srgbClr val="217E75"/>
              </a:solidFill>
              <a:ln w="9525" cap="flat" cmpd="sng">
                <a:solidFill>
                  <a:srgbClr val="217E7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4" name="Google Shape;694;p54"/>
              <p:cNvSpPr/>
              <p:nvPr/>
            </p:nvSpPr>
            <p:spPr>
              <a:xfrm>
                <a:off x="4876800" y="2614839"/>
                <a:ext cx="1096963" cy="1506538"/>
              </a:xfrm>
              <a:custGeom>
                <a:avLst/>
                <a:gdLst/>
                <a:ahLst/>
                <a:cxnLst/>
                <a:rect l="l" t="t" r="r" b="b"/>
                <a:pathLst>
                  <a:path w="404" h="554" extrusionOk="0">
                    <a:moveTo>
                      <a:pt x="0" y="554"/>
                    </a:moveTo>
                    <a:cubicBezTo>
                      <a:pt x="0" y="492"/>
                      <a:pt x="0" y="492"/>
                      <a:pt x="0" y="492"/>
                    </a:cubicBezTo>
                    <a:cubicBezTo>
                      <a:pt x="0" y="481"/>
                      <a:pt x="0" y="470"/>
                      <a:pt x="1" y="459"/>
                    </a:cubicBezTo>
                    <a:cubicBezTo>
                      <a:pt x="4" y="433"/>
                      <a:pt x="9" y="406"/>
                      <a:pt x="17" y="380"/>
                    </a:cubicBezTo>
                    <a:cubicBezTo>
                      <a:pt x="24" y="354"/>
                      <a:pt x="35" y="329"/>
                      <a:pt x="49" y="303"/>
                    </a:cubicBezTo>
                    <a:cubicBezTo>
                      <a:pt x="62" y="278"/>
                      <a:pt x="79" y="254"/>
                      <a:pt x="98" y="229"/>
                    </a:cubicBezTo>
                    <a:cubicBezTo>
                      <a:pt x="118" y="205"/>
                      <a:pt x="140" y="182"/>
                      <a:pt x="164" y="160"/>
                    </a:cubicBezTo>
                    <a:cubicBezTo>
                      <a:pt x="188" y="137"/>
                      <a:pt x="215" y="116"/>
                      <a:pt x="244" y="95"/>
                    </a:cubicBezTo>
                    <a:cubicBezTo>
                      <a:pt x="273" y="74"/>
                      <a:pt x="304" y="55"/>
                      <a:pt x="337" y="36"/>
                    </a:cubicBezTo>
                    <a:cubicBezTo>
                      <a:pt x="359" y="24"/>
                      <a:pt x="381" y="12"/>
                      <a:pt x="404" y="0"/>
                    </a:cubicBezTo>
                    <a:cubicBezTo>
                      <a:pt x="404" y="62"/>
                      <a:pt x="404" y="62"/>
                      <a:pt x="404" y="62"/>
                    </a:cubicBezTo>
                    <a:cubicBezTo>
                      <a:pt x="381" y="73"/>
                      <a:pt x="359" y="85"/>
                      <a:pt x="337" y="97"/>
                    </a:cubicBezTo>
                    <a:cubicBezTo>
                      <a:pt x="304" y="116"/>
                      <a:pt x="273" y="136"/>
                      <a:pt x="244" y="156"/>
                    </a:cubicBezTo>
                    <a:cubicBezTo>
                      <a:pt x="215" y="177"/>
                      <a:pt x="188" y="198"/>
                      <a:pt x="164" y="221"/>
                    </a:cubicBezTo>
                    <a:cubicBezTo>
                      <a:pt x="140" y="243"/>
                      <a:pt x="118" y="267"/>
                      <a:pt x="98" y="291"/>
                    </a:cubicBezTo>
                    <a:cubicBezTo>
                      <a:pt x="79" y="315"/>
                      <a:pt x="62" y="340"/>
                      <a:pt x="49" y="365"/>
                    </a:cubicBezTo>
                    <a:cubicBezTo>
                      <a:pt x="35" y="390"/>
                      <a:pt x="24" y="416"/>
                      <a:pt x="17" y="442"/>
                    </a:cubicBezTo>
                    <a:cubicBezTo>
                      <a:pt x="9" y="468"/>
                      <a:pt x="4" y="494"/>
                      <a:pt x="1" y="520"/>
                    </a:cubicBezTo>
                    <a:cubicBezTo>
                      <a:pt x="0" y="531"/>
                      <a:pt x="0" y="543"/>
                      <a:pt x="0" y="554"/>
                    </a:cubicBezTo>
                    <a:close/>
                  </a:path>
                </a:pathLst>
              </a:custGeom>
              <a:solidFill>
                <a:srgbClr val="217E75"/>
              </a:solidFill>
              <a:ln w="9525" cap="flat" cmpd="sng">
                <a:solidFill>
                  <a:srgbClr val="217E7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5" name="Google Shape;695;p54"/>
              <p:cNvSpPr/>
              <p:nvPr/>
            </p:nvSpPr>
            <p:spPr>
              <a:xfrm>
                <a:off x="4356100" y="4076927"/>
                <a:ext cx="528638" cy="166688"/>
              </a:xfrm>
              <a:prstGeom prst="rect">
                <a:avLst/>
              </a:prstGeom>
              <a:solidFill>
                <a:srgbClr val="217E75"/>
              </a:solidFill>
              <a:ln w="9525" cap="flat" cmpd="sng">
                <a:solidFill>
                  <a:srgbClr val="217E7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6" name="Google Shape;696;p54"/>
            <p:cNvSpPr/>
            <p:nvPr/>
          </p:nvSpPr>
          <p:spPr>
            <a:xfrm>
              <a:off x="2763837" y="1895702"/>
              <a:ext cx="3616325" cy="1727200"/>
            </a:xfrm>
            <a:custGeom>
              <a:avLst/>
              <a:gdLst/>
              <a:ahLst/>
              <a:cxnLst/>
              <a:rect l="l" t="t" r="r" b="b"/>
              <a:pathLst>
                <a:path w="1332" h="636" extrusionOk="0">
                  <a:moveTo>
                    <a:pt x="1050" y="0"/>
                  </a:moveTo>
                  <a:cubicBezTo>
                    <a:pt x="1332" y="8"/>
                    <a:pt x="1332" y="8"/>
                    <a:pt x="1332" y="8"/>
                  </a:cubicBezTo>
                  <a:cubicBezTo>
                    <a:pt x="1181" y="161"/>
                    <a:pt x="1181" y="161"/>
                    <a:pt x="1181" y="161"/>
                  </a:cubicBezTo>
                  <a:cubicBezTo>
                    <a:pt x="1129" y="98"/>
                    <a:pt x="1129" y="98"/>
                    <a:pt x="1129" y="98"/>
                  </a:cubicBezTo>
                  <a:cubicBezTo>
                    <a:pt x="1106" y="110"/>
                    <a:pt x="1084" y="122"/>
                    <a:pt x="1062" y="134"/>
                  </a:cubicBezTo>
                  <a:cubicBezTo>
                    <a:pt x="1029" y="153"/>
                    <a:pt x="998" y="172"/>
                    <a:pt x="969" y="193"/>
                  </a:cubicBezTo>
                  <a:cubicBezTo>
                    <a:pt x="940" y="214"/>
                    <a:pt x="913" y="235"/>
                    <a:pt x="889" y="258"/>
                  </a:cubicBezTo>
                  <a:cubicBezTo>
                    <a:pt x="865" y="280"/>
                    <a:pt x="843" y="303"/>
                    <a:pt x="823" y="327"/>
                  </a:cubicBezTo>
                  <a:cubicBezTo>
                    <a:pt x="804" y="352"/>
                    <a:pt x="787" y="376"/>
                    <a:pt x="774" y="401"/>
                  </a:cubicBezTo>
                  <a:cubicBezTo>
                    <a:pt x="760" y="427"/>
                    <a:pt x="749" y="452"/>
                    <a:pt x="742" y="478"/>
                  </a:cubicBezTo>
                  <a:cubicBezTo>
                    <a:pt x="734" y="504"/>
                    <a:pt x="729" y="531"/>
                    <a:pt x="726" y="557"/>
                  </a:cubicBezTo>
                  <a:cubicBezTo>
                    <a:pt x="724" y="582"/>
                    <a:pt x="725" y="606"/>
                    <a:pt x="727" y="631"/>
                  </a:cubicBezTo>
                  <a:cubicBezTo>
                    <a:pt x="727" y="633"/>
                    <a:pt x="727" y="634"/>
                    <a:pt x="728" y="636"/>
                  </a:cubicBezTo>
                  <a:cubicBezTo>
                    <a:pt x="533" y="636"/>
                    <a:pt x="533" y="636"/>
                    <a:pt x="533" y="636"/>
                  </a:cubicBezTo>
                  <a:cubicBezTo>
                    <a:pt x="533" y="632"/>
                    <a:pt x="533" y="629"/>
                    <a:pt x="534" y="625"/>
                  </a:cubicBezTo>
                  <a:cubicBezTo>
                    <a:pt x="538" y="579"/>
                    <a:pt x="535" y="533"/>
                    <a:pt x="525" y="488"/>
                  </a:cubicBezTo>
                  <a:cubicBezTo>
                    <a:pt x="519" y="464"/>
                    <a:pt x="511" y="439"/>
                    <a:pt x="500" y="415"/>
                  </a:cubicBezTo>
                  <a:cubicBezTo>
                    <a:pt x="490" y="391"/>
                    <a:pt x="477" y="368"/>
                    <a:pt x="461" y="345"/>
                  </a:cubicBezTo>
                  <a:cubicBezTo>
                    <a:pt x="445" y="322"/>
                    <a:pt x="427" y="300"/>
                    <a:pt x="407" y="278"/>
                  </a:cubicBezTo>
                  <a:cubicBezTo>
                    <a:pt x="386" y="256"/>
                    <a:pt x="363" y="236"/>
                    <a:pt x="338" y="216"/>
                  </a:cubicBezTo>
                  <a:cubicBezTo>
                    <a:pt x="298" y="183"/>
                    <a:pt x="251" y="153"/>
                    <a:pt x="200" y="126"/>
                  </a:cubicBezTo>
                  <a:cubicBezTo>
                    <a:pt x="149" y="187"/>
                    <a:pt x="149" y="187"/>
                    <a:pt x="149" y="187"/>
                  </a:cubicBezTo>
                  <a:cubicBezTo>
                    <a:pt x="0" y="32"/>
                    <a:pt x="0" y="32"/>
                    <a:pt x="0" y="32"/>
                  </a:cubicBezTo>
                  <a:cubicBezTo>
                    <a:pt x="283" y="26"/>
                    <a:pt x="283" y="26"/>
                    <a:pt x="283" y="26"/>
                  </a:cubicBezTo>
                  <a:cubicBezTo>
                    <a:pt x="230" y="90"/>
                    <a:pt x="230" y="90"/>
                    <a:pt x="230" y="90"/>
                  </a:cubicBezTo>
                  <a:cubicBezTo>
                    <a:pt x="292" y="114"/>
                    <a:pt x="351" y="143"/>
                    <a:pt x="405" y="176"/>
                  </a:cubicBezTo>
                  <a:cubicBezTo>
                    <a:pt x="437" y="195"/>
                    <a:pt x="467" y="215"/>
                    <a:pt x="495" y="237"/>
                  </a:cubicBezTo>
                  <a:cubicBezTo>
                    <a:pt x="523" y="259"/>
                    <a:pt x="549" y="283"/>
                    <a:pt x="572" y="307"/>
                  </a:cubicBezTo>
                  <a:cubicBezTo>
                    <a:pt x="595" y="330"/>
                    <a:pt x="614" y="355"/>
                    <a:pt x="632" y="380"/>
                  </a:cubicBezTo>
                  <a:cubicBezTo>
                    <a:pt x="636" y="375"/>
                    <a:pt x="639" y="370"/>
                    <a:pt x="643" y="365"/>
                  </a:cubicBezTo>
                  <a:cubicBezTo>
                    <a:pt x="665" y="338"/>
                    <a:pt x="689" y="311"/>
                    <a:pt x="716" y="286"/>
                  </a:cubicBezTo>
                  <a:cubicBezTo>
                    <a:pt x="744" y="261"/>
                    <a:pt x="774" y="237"/>
                    <a:pt x="805" y="214"/>
                  </a:cubicBezTo>
                  <a:cubicBezTo>
                    <a:pt x="837" y="192"/>
                    <a:pt x="871" y="171"/>
                    <a:pt x="907" y="151"/>
                  </a:cubicBezTo>
                  <a:cubicBezTo>
                    <a:pt x="942" y="132"/>
                    <a:pt x="979" y="114"/>
                    <a:pt x="1018" y="97"/>
                  </a:cubicBezTo>
                  <a:cubicBezTo>
                    <a:pt x="1045" y="85"/>
                    <a:pt x="1073" y="74"/>
                    <a:pt x="1101" y="64"/>
                  </a:cubicBezTo>
                  <a:lnTo>
                    <a:pt x="105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100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7" name="Google Shape;697;p54"/>
          <p:cNvSpPr txBox="1"/>
          <p:nvPr/>
        </p:nvSpPr>
        <p:spPr>
          <a:xfrm>
            <a:off x="2055079" y="5169436"/>
            <a:ext cx="3174840" cy="1127448"/>
          </a:xfrm>
          <a:prstGeom prst="rect">
            <a:avLst/>
          </a:prstGeom>
          <a:noFill/>
          <a:ln>
            <a:noFill/>
          </a:ln>
        </p:spPr>
        <p:txBody>
          <a:bodyPr spcFirstLastPara="1" wrap="square" lIns="91425" tIns="45700" rIns="91425" bIns="45700" anchor="t" anchorCtr="0">
            <a:spAutoFit/>
          </a:bodyPr>
          <a:lstStyle/>
          <a:p>
            <a:pPr marL="0" marR="0" lvl="0" indent="0" algn="r"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Scheduler</a:t>
            </a:r>
            <a:endParaRPr/>
          </a:p>
          <a:p>
            <a:pPr marL="0" marR="0" lvl="0" indent="0" algn="r" rtl="0">
              <a:lnSpc>
                <a:spcPct val="115000"/>
              </a:lnSpc>
              <a:spcBef>
                <a:spcPts val="1000"/>
              </a:spcBef>
              <a:spcAft>
                <a:spcPts val="0"/>
              </a:spcAft>
              <a:buNone/>
            </a:pPr>
            <a:endParaRPr sz="2200" b="0" i="0" u="none" strike="noStrike" cap="none">
              <a:solidFill>
                <a:schemeClr val="dk1"/>
              </a:solidFill>
              <a:latin typeface="Calibri"/>
              <a:ea typeface="Calibri"/>
              <a:cs typeface="Calibri"/>
              <a:sym typeface="Calibri"/>
            </a:endParaRPr>
          </a:p>
        </p:txBody>
      </p:sp>
      <p:sp>
        <p:nvSpPr>
          <p:cNvPr id="698" name="Google Shape;698;p54"/>
          <p:cNvSpPr txBox="1"/>
          <p:nvPr/>
        </p:nvSpPr>
        <p:spPr>
          <a:xfrm>
            <a:off x="10884579" y="5081869"/>
            <a:ext cx="4369709" cy="112744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Application manager</a:t>
            </a:r>
            <a:endParaRPr/>
          </a:p>
          <a:p>
            <a:pPr marL="0" marR="0" lvl="0" indent="0" algn="l" rtl="0">
              <a:lnSpc>
                <a:spcPct val="115000"/>
              </a:lnSpc>
              <a:spcBef>
                <a:spcPts val="1000"/>
              </a:spcBef>
              <a:spcAft>
                <a:spcPts val="0"/>
              </a:spcAft>
              <a:buNone/>
            </a:pPr>
            <a:endParaRPr sz="2200" b="0" i="0" u="none" strike="noStrike" cap="none">
              <a:solidFill>
                <a:schemeClr val="dk1"/>
              </a:solidFill>
              <a:latin typeface="Calibri"/>
              <a:ea typeface="Calibri"/>
              <a:cs typeface="Calibri"/>
              <a:sym typeface="Calibri"/>
            </a:endParaRPr>
          </a:p>
        </p:txBody>
      </p:sp>
      <p:sp>
        <p:nvSpPr>
          <p:cNvPr id="699" name="Google Shape;699;p54"/>
          <p:cNvSpPr/>
          <p:nvPr/>
        </p:nvSpPr>
        <p:spPr>
          <a:xfrm>
            <a:off x="3173932" y="1494789"/>
            <a:ext cx="10047887" cy="505812"/>
          </a:xfrm>
          <a:prstGeom prst="roundRect">
            <a:avLst>
              <a:gd name="adj" fmla="val 16667"/>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ResourceManager is consists of the following two parts: </a:t>
            </a:r>
            <a:endParaRPr/>
          </a:p>
        </p:txBody>
      </p:sp>
      <p:sp>
        <p:nvSpPr>
          <p:cNvPr id="700" name="Google Shape;700;p54"/>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dirty="0" err="1">
                <a:solidFill>
                  <a:srgbClr val="3F3F3F"/>
                </a:solidFill>
                <a:latin typeface="Open Sans"/>
                <a:ea typeface="Open Sans"/>
                <a:cs typeface="Open Sans"/>
                <a:sym typeface="Open Sans"/>
              </a:rPr>
              <a:t>ResourceManager</a:t>
            </a:r>
            <a:endParaRPr sz="2800">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D3C8793B-BDB4-F4BB-6240-6C9632D27B38}"/>
              </a:ext>
            </a:extLst>
          </p:cNvPr>
          <p:cNvSpPr/>
          <p:nvPr/>
        </p:nvSpPr>
        <p:spPr>
          <a:xfrm>
            <a:off x="6134100" y="837914"/>
            <a:ext cx="399859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55"/>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Scheduler</a:t>
            </a:r>
            <a:endParaRPr sz="2800">
              <a:solidFill>
                <a:srgbClr val="3F3F3F"/>
              </a:solidFill>
            </a:endParaRPr>
          </a:p>
        </p:txBody>
      </p:sp>
      <p:grpSp>
        <p:nvGrpSpPr>
          <p:cNvPr id="709" name="Google Shape;709;p55"/>
          <p:cNvGrpSpPr/>
          <p:nvPr/>
        </p:nvGrpSpPr>
        <p:grpSpPr>
          <a:xfrm>
            <a:off x="1748195" y="3090710"/>
            <a:ext cx="12873260" cy="1223684"/>
            <a:chOff x="8619772" y="2602730"/>
            <a:chExt cx="6290028" cy="827064"/>
          </a:xfrm>
        </p:grpSpPr>
        <p:sp>
          <p:nvSpPr>
            <p:cNvPr id="710" name="Google Shape;710;p55"/>
            <p:cNvSpPr/>
            <p:nvPr/>
          </p:nvSpPr>
          <p:spPr>
            <a:xfrm>
              <a:off x="8720871" y="2602730"/>
              <a:ext cx="6188929" cy="827064"/>
            </a:xfrm>
            <a:prstGeom prst="roundRect">
              <a:avLst>
                <a:gd name="adj" fmla="val 16667"/>
              </a:avLst>
            </a:prstGeom>
            <a:solidFill>
              <a:schemeClr val="lt1"/>
            </a:solidFill>
            <a:ln w="9525" cap="flat" cmpd="sng">
              <a:solidFill>
                <a:srgbClr val="757070"/>
              </a:solidFill>
              <a:prstDash val="solid"/>
              <a:round/>
              <a:headEnd type="none" w="sm" len="sm"/>
              <a:tailEnd type="none" w="sm" len="sm"/>
            </a:ln>
          </p:spPr>
          <p:txBody>
            <a:bodyPr spcFirstLastPara="1" wrap="square" lIns="91425" tIns="45700" rIns="91425" bIns="45700" anchor="ctr" anchorCtr="0">
              <a:noAutofit/>
            </a:bodyPr>
            <a:lstStyle/>
            <a:p>
              <a:pPr marL="266647"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Scheduler performs scheduling based on the application and the available resources.</a:t>
              </a:r>
              <a:endParaRPr/>
            </a:p>
          </p:txBody>
        </p:sp>
        <p:grpSp>
          <p:nvGrpSpPr>
            <p:cNvPr id="711" name="Google Shape;711;p55"/>
            <p:cNvGrpSpPr/>
            <p:nvPr/>
          </p:nvGrpSpPr>
          <p:grpSpPr>
            <a:xfrm rot="5400000">
              <a:off x="8289193" y="2933310"/>
              <a:ext cx="827063" cy="165905"/>
              <a:chOff x="990151" y="6238391"/>
              <a:chExt cx="2052053" cy="411630"/>
            </a:xfrm>
          </p:grpSpPr>
          <p:sp>
            <p:nvSpPr>
              <p:cNvPr id="712" name="Google Shape;712;p55"/>
              <p:cNvSpPr/>
              <p:nvPr/>
            </p:nvSpPr>
            <p:spPr>
              <a:xfrm>
                <a:off x="1829646" y="6399197"/>
                <a:ext cx="373062" cy="250824"/>
              </a:xfrm>
              <a:prstGeom prst="roundRect">
                <a:avLst>
                  <a:gd name="adj" fmla="val 16667"/>
                </a:avLst>
              </a:prstGeom>
              <a:solidFill>
                <a:srgbClr val="757070"/>
              </a:solidFill>
              <a:ln>
                <a:noFill/>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13" name="Google Shape;713;p55"/>
              <p:cNvSpPr/>
              <p:nvPr/>
            </p:nvSpPr>
            <p:spPr>
              <a:xfrm>
                <a:off x="990151" y="6238391"/>
                <a:ext cx="2052053" cy="160822"/>
              </a:xfrm>
              <a:prstGeom prst="roundRect">
                <a:avLst>
                  <a:gd name="adj" fmla="val 16667"/>
                </a:avLst>
              </a:prstGeom>
              <a:solidFill>
                <a:srgbClr val="757070"/>
              </a:solidFill>
              <a:ln w="25400" cap="flat" cmpd="sng">
                <a:solidFill>
                  <a:srgbClr val="75707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grpSp>
      <p:grpSp>
        <p:nvGrpSpPr>
          <p:cNvPr id="714" name="Google Shape;714;p55"/>
          <p:cNvGrpSpPr/>
          <p:nvPr/>
        </p:nvGrpSpPr>
        <p:grpSpPr>
          <a:xfrm>
            <a:off x="1748211" y="5083413"/>
            <a:ext cx="12873245" cy="1223684"/>
            <a:chOff x="8619779" y="2602730"/>
            <a:chExt cx="6367725" cy="827064"/>
          </a:xfrm>
        </p:grpSpPr>
        <p:sp>
          <p:nvSpPr>
            <p:cNvPr id="715" name="Google Shape;715;p55"/>
            <p:cNvSpPr/>
            <p:nvPr/>
          </p:nvSpPr>
          <p:spPr>
            <a:xfrm>
              <a:off x="8720871" y="2602730"/>
              <a:ext cx="6266633" cy="827064"/>
            </a:xfrm>
            <a:prstGeom prst="roundRect">
              <a:avLst>
                <a:gd name="adj" fmla="val 16667"/>
              </a:avLst>
            </a:prstGeom>
            <a:solidFill>
              <a:schemeClr val="lt1"/>
            </a:solidFill>
            <a:ln w="9525"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266647"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is a pure scheduler, which means it does not do anything else like monitoring or tracking, and it does not guarantee a task restart if it fails.</a:t>
              </a:r>
              <a:endParaRPr/>
            </a:p>
          </p:txBody>
        </p:sp>
        <p:grpSp>
          <p:nvGrpSpPr>
            <p:cNvPr id="716" name="Google Shape;716;p55"/>
            <p:cNvGrpSpPr/>
            <p:nvPr/>
          </p:nvGrpSpPr>
          <p:grpSpPr>
            <a:xfrm rot="5400000">
              <a:off x="8289203" y="2933307"/>
              <a:ext cx="827063" cy="165911"/>
              <a:chOff x="990151" y="6238391"/>
              <a:chExt cx="2052053" cy="411647"/>
            </a:xfrm>
          </p:grpSpPr>
          <p:sp>
            <p:nvSpPr>
              <p:cNvPr id="717" name="Google Shape;717;p55"/>
              <p:cNvSpPr/>
              <p:nvPr/>
            </p:nvSpPr>
            <p:spPr>
              <a:xfrm>
                <a:off x="1829646" y="6399213"/>
                <a:ext cx="373063" cy="250825"/>
              </a:xfrm>
              <a:prstGeom prst="roundRect">
                <a:avLst>
                  <a:gd name="adj" fmla="val 16667"/>
                </a:avLst>
              </a:prstGeom>
              <a:solidFill>
                <a:srgbClr val="F4B081"/>
              </a:solidFill>
              <a:ln w="9525" cap="flat" cmpd="sng">
                <a:solidFill>
                  <a:srgbClr val="F4B081"/>
                </a:solidFill>
                <a:prstDash val="solid"/>
                <a:round/>
                <a:headEnd type="none" w="sm" len="sm"/>
                <a:tailEnd type="none" w="sm" len="sm"/>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18" name="Google Shape;718;p55"/>
              <p:cNvSpPr/>
              <p:nvPr/>
            </p:nvSpPr>
            <p:spPr>
              <a:xfrm>
                <a:off x="990151" y="6238391"/>
                <a:ext cx="2052053" cy="160822"/>
              </a:xfrm>
              <a:prstGeom prst="roundRect">
                <a:avLst>
                  <a:gd name="adj" fmla="val 16667"/>
                </a:avLst>
              </a:prstGeom>
              <a:solidFill>
                <a:srgbClr val="F4B081"/>
              </a:solidFill>
              <a:ln w="25400" cap="flat" cmpd="sng">
                <a:solidFill>
                  <a:srgbClr val="F4B0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grpSp>
      <p:grpSp>
        <p:nvGrpSpPr>
          <p:cNvPr id="2" name="Group 1">
            <a:extLst>
              <a:ext uri="{FF2B5EF4-FFF2-40B4-BE49-F238E27FC236}">
                <a16:creationId xmlns:a16="http://schemas.microsoft.com/office/drawing/2014/main" id="{65DD7435-4A7D-5467-4325-CF86373DF240}"/>
              </a:ext>
            </a:extLst>
          </p:cNvPr>
          <p:cNvGrpSpPr/>
          <p:nvPr/>
        </p:nvGrpSpPr>
        <p:grpSpPr>
          <a:xfrm>
            <a:off x="1318420" y="2926080"/>
            <a:ext cx="295973" cy="3551023"/>
            <a:chOff x="1318420" y="2926080"/>
            <a:chExt cx="295973" cy="3551023"/>
          </a:xfrm>
        </p:grpSpPr>
        <p:sp>
          <p:nvSpPr>
            <p:cNvPr id="719" name="Google Shape;719;p55"/>
            <p:cNvSpPr/>
            <p:nvPr/>
          </p:nvSpPr>
          <p:spPr>
            <a:xfrm>
              <a:off x="1400704" y="2926080"/>
              <a:ext cx="132659" cy="3551023"/>
            </a:xfrm>
            <a:prstGeom prst="roundRect">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20" name="Google Shape;720;p55"/>
            <p:cNvSpPr/>
            <p:nvPr/>
          </p:nvSpPr>
          <p:spPr>
            <a:xfrm>
              <a:off x="1318420" y="3578204"/>
              <a:ext cx="283681" cy="283681"/>
            </a:xfrm>
            <a:prstGeom prst="ellipse">
              <a:avLst/>
            </a:prstGeom>
            <a:solidFill>
              <a:srgbClr val="757070"/>
            </a:solidFill>
            <a:ln w="28575" cap="flat" cmpd="sng">
              <a:solidFill>
                <a:srgbClr val="757070"/>
              </a:solidFill>
              <a:prstDash val="solid"/>
              <a:round/>
              <a:headEnd type="none" w="sm" len="sm"/>
              <a:tailEnd type="none" w="sm" len="sm"/>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1" name="Google Shape;721;p55"/>
            <p:cNvSpPr/>
            <p:nvPr/>
          </p:nvSpPr>
          <p:spPr>
            <a:xfrm>
              <a:off x="1330712" y="5522807"/>
              <a:ext cx="283681" cy="283681"/>
            </a:xfrm>
            <a:prstGeom prst="ellipse">
              <a:avLst/>
            </a:prstGeom>
            <a:solidFill>
              <a:srgbClr val="F4B081"/>
            </a:solidFill>
            <a:ln>
              <a:noFill/>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 name="Brandline_LVC">
            <a:extLst>
              <a:ext uri="{FF2B5EF4-FFF2-40B4-BE49-F238E27FC236}">
                <a16:creationId xmlns:a16="http://schemas.microsoft.com/office/drawing/2014/main" id="{7368936A-3ACB-BC8F-5812-4DD2C20EAE08}"/>
              </a:ext>
            </a:extLst>
          </p:cNvPr>
          <p:cNvSpPr/>
          <p:nvPr/>
        </p:nvSpPr>
        <p:spPr>
          <a:xfrm>
            <a:off x="7035801" y="837914"/>
            <a:ext cx="21987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56"/>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Scheduler</a:t>
            </a:r>
            <a:endParaRPr sz="2800">
              <a:solidFill>
                <a:srgbClr val="3F3F3F"/>
              </a:solidFill>
            </a:endParaRPr>
          </a:p>
        </p:txBody>
      </p:sp>
      <p:grpSp>
        <p:nvGrpSpPr>
          <p:cNvPr id="728" name="Google Shape;728;p56"/>
          <p:cNvGrpSpPr/>
          <p:nvPr/>
        </p:nvGrpSpPr>
        <p:grpSpPr>
          <a:xfrm>
            <a:off x="1700713" y="3168281"/>
            <a:ext cx="13823768" cy="1223683"/>
            <a:chOff x="8619779" y="2602731"/>
            <a:chExt cx="6263174" cy="827063"/>
          </a:xfrm>
        </p:grpSpPr>
        <p:sp>
          <p:nvSpPr>
            <p:cNvPr id="729" name="Google Shape;729;p56"/>
            <p:cNvSpPr/>
            <p:nvPr/>
          </p:nvSpPr>
          <p:spPr>
            <a:xfrm>
              <a:off x="8781173" y="2609358"/>
              <a:ext cx="6101780" cy="820436"/>
            </a:xfrm>
            <a:prstGeom prst="roundRect">
              <a:avLst>
                <a:gd name="adj" fmla="val 16667"/>
              </a:avLst>
            </a:prstGeom>
            <a:solidFill>
              <a:schemeClr val="lt1"/>
            </a:solidFill>
            <a:ln w="9525" cap="flat" cmpd="sng">
              <a:solidFill>
                <a:srgbClr val="0094BE"/>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  The scheduler assigns resources for running applications based on capacity and queue.</a:t>
              </a:r>
              <a:endParaRPr/>
            </a:p>
          </p:txBody>
        </p:sp>
        <p:grpSp>
          <p:nvGrpSpPr>
            <p:cNvPr id="730" name="Google Shape;730;p56"/>
            <p:cNvGrpSpPr/>
            <p:nvPr/>
          </p:nvGrpSpPr>
          <p:grpSpPr>
            <a:xfrm rot="5400000">
              <a:off x="8289203" y="2933307"/>
              <a:ext cx="827063" cy="165911"/>
              <a:chOff x="990151" y="6238391"/>
              <a:chExt cx="2052053" cy="411647"/>
            </a:xfrm>
          </p:grpSpPr>
          <p:sp>
            <p:nvSpPr>
              <p:cNvPr id="731" name="Google Shape;731;p56"/>
              <p:cNvSpPr/>
              <p:nvPr/>
            </p:nvSpPr>
            <p:spPr>
              <a:xfrm>
                <a:off x="1829646" y="6399213"/>
                <a:ext cx="373063" cy="250825"/>
              </a:xfrm>
              <a:prstGeom prst="roundRect">
                <a:avLst>
                  <a:gd name="adj" fmla="val 16667"/>
                </a:avLst>
              </a:prstGeom>
              <a:solidFill>
                <a:srgbClr val="0094BE"/>
              </a:solidFill>
              <a:ln>
                <a:noFill/>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32" name="Google Shape;732;p56"/>
              <p:cNvSpPr/>
              <p:nvPr/>
            </p:nvSpPr>
            <p:spPr>
              <a:xfrm>
                <a:off x="990151" y="6238391"/>
                <a:ext cx="2052053" cy="160822"/>
              </a:xfrm>
              <a:prstGeom prst="roundRect">
                <a:avLst>
                  <a:gd name="adj" fmla="val 16667"/>
                </a:avLst>
              </a:prstGeom>
              <a:solidFill>
                <a:srgbClr val="0094BE"/>
              </a:solidFill>
              <a:ln w="25400" cap="flat" cmpd="sng">
                <a:solidFill>
                  <a:srgbClr val="0094B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grpSp>
      <p:sp>
        <p:nvSpPr>
          <p:cNvPr id="733" name="Google Shape;733;p56"/>
          <p:cNvSpPr/>
          <p:nvPr/>
        </p:nvSpPr>
        <p:spPr>
          <a:xfrm>
            <a:off x="1355504" y="2737940"/>
            <a:ext cx="148257" cy="3668120"/>
          </a:xfrm>
          <a:prstGeom prst="roundRect">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734" name="Google Shape;734;p56"/>
          <p:cNvGrpSpPr/>
          <p:nvPr/>
        </p:nvGrpSpPr>
        <p:grpSpPr>
          <a:xfrm>
            <a:off x="1700713" y="5024653"/>
            <a:ext cx="13823768" cy="1223684"/>
            <a:chOff x="8619779" y="2602730"/>
            <a:chExt cx="6212626" cy="827064"/>
          </a:xfrm>
        </p:grpSpPr>
        <p:sp>
          <p:nvSpPr>
            <p:cNvPr id="735" name="Google Shape;735;p56"/>
            <p:cNvSpPr/>
            <p:nvPr/>
          </p:nvSpPr>
          <p:spPr>
            <a:xfrm>
              <a:off x="8720871" y="2602730"/>
              <a:ext cx="6111534" cy="827064"/>
            </a:xfrm>
            <a:prstGeom prst="roundRect">
              <a:avLst>
                <a:gd name="adj" fmla="val 16667"/>
              </a:avLst>
            </a:prstGeom>
            <a:solidFill>
              <a:schemeClr val="lt1"/>
            </a:solidFill>
            <a:ln w="9525" cap="flat" cmpd="sng">
              <a:solidFill>
                <a:srgbClr val="35C2C5"/>
              </a:solidFill>
              <a:prstDash val="solid"/>
              <a:round/>
              <a:headEnd type="none" w="sm" len="sm"/>
              <a:tailEnd type="none" w="sm" len="sm"/>
            </a:ln>
          </p:spPr>
          <p:txBody>
            <a:bodyPr spcFirstLastPara="1" wrap="square" lIns="91425" tIns="45700" rIns="91425" bIns="45700" anchor="ctr" anchorCtr="0">
              <a:noAutofit/>
            </a:bodyPr>
            <a:lstStyle/>
            <a:p>
              <a:pPr marL="266647"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To partition cluster resources, the YARN Scheduler includes plugins like a Capacity Scheduler and a Fair Scheduler.</a:t>
              </a:r>
              <a:endParaRPr/>
            </a:p>
          </p:txBody>
        </p:sp>
        <p:grpSp>
          <p:nvGrpSpPr>
            <p:cNvPr id="736" name="Google Shape;736;p56"/>
            <p:cNvGrpSpPr/>
            <p:nvPr/>
          </p:nvGrpSpPr>
          <p:grpSpPr>
            <a:xfrm rot="5400000">
              <a:off x="8289203" y="2933307"/>
              <a:ext cx="827063" cy="165911"/>
              <a:chOff x="990151" y="6238391"/>
              <a:chExt cx="2052053" cy="411647"/>
            </a:xfrm>
          </p:grpSpPr>
          <p:sp>
            <p:nvSpPr>
              <p:cNvPr id="737" name="Google Shape;737;p56"/>
              <p:cNvSpPr/>
              <p:nvPr/>
            </p:nvSpPr>
            <p:spPr>
              <a:xfrm>
                <a:off x="1829646" y="6399213"/>
                <a:ext cx="373063" cy="250825"/>
              </a:xfrm>
              <a:prstGeom prst="roundRect">
                <a:avLst>
                  <a:gd name="adj" fmla="val 16667"/>
                </a:avLst>
              </a:prstGeom>
              <a:solidFill>
                <a:srgbClr val="35C2C5"/>
              </a:solidFill>
              <a:ln>
                <a:noFill/>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38" name="Google Shape;738;p56"/>
              <p:cNvSpPr/>
              <p:nvPr/>
            </p:nvSpPr>
            <p:spPr>
              <a:xfrm>
                <a:off x="990151" y="6238391"/>
                <a:ext cx="2052053" cy="160822"/>
              </a:xfrm>
              <a:prstGeom prst="roundRect">
                <a:avLst>
                  <a:gd name="adj" fmla="val 16667"/>
                </a:avLst>
              </a:prstGeom>
              <a:solidFill>
                <a:srgbClr val="35C2C5"/>
              </a:solidFill>
              <a:ln w="25400" cap="flat" cmpd="sng">
                <a:solidFill>
                  <a:srgbClr val="35C2C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grpSp>
      <p:sp>
        <p:nvSpPr>
          <p:cNvPr id="740" name="Google Shape;740;p56"/>
          <p:cNvSpPr/>
          <p:nvPr/>
        </p:nvSpPr>
        <p:spPr>
          <a:xfrm>
            <a:off x="1329748" y="3581022"/>
            <a:ext cx="275972" cy="283681"/>
          </a:xfrm>
          <a:prstGeom prst="ellipse">
            <a:avLst/>
          </a:prstGeom>
          <a:solidFill>
            <a:schemeClr val="accent1"/>
          </a:solidFill>
          <a:ln>
            <a:noFill/>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1" name="Google Shape;741;p56"/>
          <p:cNvSpPr/>
          <p:nvPr/>
        </p:nvSpPr>
        <p:spPr>
          <a:xfrm>
            <a:off x="1291647" y="5545454"/>
            <a:ext cx="275972" cy="283681"/>
          </a:xfrm>
          <a:prstGeom prst="ellipse">
            <a:avLst/>
          </a:prstGeom>
          <a:solidFill>
            <a:srgbClr val="8DCBD7"/>
          </a:solidFill>
          <a:ln>
            <a:noFill/>
          </a:ln>
        </p:spPr>
        <p:txBody>
          <a:bodyPr spcFirstLastPara="1" wrap="square" lIns="91400" tIns="45700" rIns="91400" bIns="45700" anchor="t" anchorCtr="0">
            <a:noAutofit/>
          </a:bodyPr>
          <a:lstStyle/>
          <a:p>
            <a:pPr marL="0" marR="0" lvl="0" indent="0" algn="l"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2BC709E4-9A9A-FCEA-051F-ED90CD8A4253}"/>
              </a:ext>
            </a:extLst>
          </p:cNvPr>
          <p:cNvSpPr/>
          <p:nvPr/>
        </p:nvSpPr>
        <p:spPr>
          <a:xfrm>
            <a:off x="7035801" y="837914"/>
            <a:ext cx="219876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57"/>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Application Manager</a:t>
            </a:r>
            <a:endParaRPr sz="2800">
              <a:solidFill>
                <a:srgbClr val="3F3F3F"/>
              </a:solidFill>
            </a:endParaRPr>
          </a:p>
        </p:txBody>
      </p:sp>
      <p:grpSp>
        <p:nvGrpSpPr>
          <p:cNvPr id="748" name="Google Shape;748;p57"/>
          <p:cNvGrpSpPr/>
          <p:nvPr/>
        </p:nvGrpSpPr>
        <p:grpSpPr>
          <a:xfrm>
            <a:off x="2514031" y="3938668"/>
            <a:ext cx="11201970" cy="897492"/>
            <a:chOff x="4702175" y="2133408"/>
            <a:chExt cx="7613650" cy="638742"/>
          </a:xfrm>
        </p:grpSpPr>
        <p:sp>
          <p:nvSpPr>
            <p:cNvPr id="749" name="Google Shape;749;p57"/>
            <p:cNvSpPr/>
            <p:nvPr/>
          </p:nvSpPr>
          <p:spPr>
            <a:xfrm>
              <a:off x="4702175" y="2133408"/>
              <a:ext cx="7613650" cy="638742"/>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50" name="Google Shape;750;p57"/>
            <p:cNvSpPr/>
            <p:nvPr/>
          </p:nvSpPr>
          <p:spPr>
            <a:xfrm>
              <a:off x="5321930" y="2255764"/>
              <a:ext cx="132405" cy="337958"/>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sp>
        <p:nvSpPr>
          <p:cNvPr id="751" name="Google Shape;751;p57"/>
          <p:cNvSpPr/>
          <p:nvPr/>
        </p:nvSpPr>
        <p:spPr>
          <a:xfrm>
            <a:off x="1476810" y="5730555"/>
            <a:ext cx="1093998" cy="897492"/>
          </a:xfrm>
          <a:prstGeom prst="rightArrow">
            <a:avLst>
              <a:gd name="adj1" fmla="val 50000"/>
              <a:gd name="adj2" fmla="val 50000"/>
            </a:avLst>
          </a:prstGeom>
          <a:solidFill>
            <a:srgbClr val="FC7878"/>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nvGrpSpPr>
          <p:cNvPr id="752" name="Google Shape;752;p57"/>
          <p:cNvGrpSpPr/>
          <p:nvPr/>
        </p:nvGrpSpPr>
        <p:grpSpPr>
          <a:xfrm>
            <a:off x="2514032" y="5569883"/>
            <a:ext cx="11316270" cy="897492"/>
            <a:chOff x="4702175" y="3026863"/>
            <a:chExt cx="7613650" cy="638742"/>
          </a:xfrm>
        </p:grpSpPr>
        <p:sp>
          <p:nvSpPr>
            <p:cNvPr id="753" name="Google Shape;753;p57"/>
            <p:cNvSpPr/>
            <p:nvPr/>
          </p:nvSpPr>
          <p:spPr>
            <a:xfrm>
              <a:off x="4702175" y="3026863"/>
              <a:ext cx="7613650" cy="638742"/>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54" name="Google Shape;754;p57"/>
            <p:cNvSpPr/>
            <p:nvPr/>
          </p:nvSpPr>
          <p:spPr>
            <a:xfrm>
              <a:off x="5328433" y="3149219"/>
              <a:ext cx="131067" cy="337958"/>
            </a:xfrm>
            <a:prstGeom prst="roundRect">
              <a:avLst>
                <a:gd name="adj" fmla="val 16667"/>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grpSp>
      <p:sp>
        <p:nvSpPr>
          <p:cNvPr id="755" name="Google Shape;755;p57"/>
          <p:cNvSpPr/>
          <p:nvPr/>
        </p:nvSpPr>
        <p:spPr>
          <a:xfrm>
            <a:off x="1476810" y="2601413"/>
            <a:ext cx="1093998" cy="897492"/>
          </a:xfrm>
          <a:prstGeom prst="rightArrow">
            <a:avLst>
              <a:gd name="adj1" fmla="val 50000"/>
              <a:gd name="adj2" fmla="val 50000"/>
            </a:avLst>
          </a:prstGeom>
          <a:solidFill>
            <a:srgbClr val="DF77BA"/>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56" name="Google Shape;756;p57"/>
          <p:cNvSpPr/>
          <p:nvPr/>
        </p:nvSpPr>
        <p:spPr>
          <a:xfrm>
            <a:off x="1476810" y="4061204"/>
            <a:ext cx="1093998" cy="981749"/>
          </a:xfrm>
          <a:prstGeom prst="rightArrow">
            <a:avLst>
              <a:gd name="adj1" fmla="val 50000"/>
              <a:gd name="adj2" fmla="val 50000"/>
            </a:avLst>
          </a:prstGeom>
          <a:solidFill>
            <a:srgbClr val="8C9BE8"/>
          </a:solid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57" name="Google Shape;757;p57"/>
          <p:cNvSpPr/>
          <p:nvPr/>
        </p:nvSpPr>
        <p:spPr>
          <a:xfrm>
            <a:off x="3139058" y="2614200"/>
            <a:ext cx="11471022" cy="851297"/>
          </a:xfrm>
          <a:prstGeom prst="roundRect">
            <a:avLst>
              <a:gd name="adj" fmla="val 16667"/>
            </a:avLst>
          </a:prstGeom>
          <a:solidFill>
            <a:schemeClr val="lt1"/>
          </a:solidFill>
          <a:ln w="25400" cap="flat" cmpd="sng">
            <a:solidFill>
              <a:srgbClr val="8B2165"/>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responsibilities of an Application Manager include accepting job submissions and negotiating the first container with resource management.</a:t>
            </a:r>
            <a:endParaRPr/>
          </a:p>
        </p:txBody>
      </p:sp>
      <p:sp>
        <p:nvSpPr>
          <p:cNvPr id="758" name="Google Shape;758;p57"/>
          <p:cNvSpPr/>
          <p:nvPr/>
        </p:nvSpPr>
        <p:spPr>
          <a:xfrm>
            <a:off x="3139058" y="4085773"/>
            <a:ext cx="11471022" cy="936568"/>
          </a:xfrm>
          <a:prstGeom prst="roundRect">
            <a:avLst>
              <a:gd name="adj" fmla="val 16667"/>
            </a:avLst>
          </a:prstGeom>
          <a:solidFill>
            <a:schemeClr val="lt1"/>
          </a:solidFill>
          <a:ln w="25400" cap="flat" cmpd="sng">
            <a:solidFill>
              <a:srgbClr val="1D308F"/>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If a job fails, the Application Manager additionally restarts the ApplicationMaster container.</a:t>
            </a:r>
            <a:endParaRPr sz="2200" b="0" i="0" u="none" strike="noStrike" cap="none">
              <a:solidFill>
                <a:srgbClr val="3F3F3F"/>
              </a:solidFill>
              <a:latin typeface="Open Sans"/>
              <a:ea typeface="Open Sans"/>
              <a:cs typeface="Open Sans"/>
              <a:sym typeface="Open Sans"/>
            </a:endParaRPr>
          </a:p>
        </p:txBody>
      </p:sp>
      <p:sp>
        <p:nvSpPr>
          <p:cNvPr id="759" name="Google Shape;759;p57"/>
          <p:cNvSpPr/>
          <p:nvPr/>
        </p:nvSpPr>
        <p:spPr>
          <a:xfrm>
            <a:off x="3139058" y="5513636"/>
            <a:ext cx="11471022" cy="1367325"/>
          </a:xfrm>
          <a:prstGeom prst="roundRect">
            <a:avLst>
              <a:gd name="adj" fmla="val 16667"/>
            </a:avLst>
          </a:prstGeom>
          <a:solidFill>
            <a:schemeClr val="lt1"/>
          </a:solidFill>
          <a:ln w="25400" cap="flat" cmpd="sng">
            <a:solidFill>
              <a:srgbClr val="C00000"/>
            </a:solidFill>
            <a:prstDash val="solid"/>
            <a:round/>
            <a:headEnd type="none" w="sm" len="sm"/>
            <a:tailEnd type="none" w="sm" len="sm"/>
          </a:ln>
        </p:spPr>
        <p:txBody>
          <a:bodyPr spcFirstLastPara="1" wrap="square" lIns="91425" tIns="45700" rIns="91425" bIns="45700" anchor="ctr"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Application Manager oversees the operation of the ApplicationMasters in a cluster and offers support for restarting the ApplicationMaster container in the event of a failure.</a:t>
            </a:r>
            <a:endParaRPr/>
          </a:p>
        </p:txBody>
      </p:sp>
      <p:sp>
        <p:nvSpPr>
          <p:cNvPr id="3" name="Brandline_LVC">
            <a:extLst>
              <a:ext uri="{FF2B5EF4-FFF2-40B4-BE49-F238E27FC236}">
                <a16:creationId xmlns:a16="http://schemas.microsoft.com/office/drawing/2014/main" id="{E2E4E3AB-9C88-8091-41AE-5077FFD19DA2}"/>
              </a:ext>
            </a:extLst>
          </p:cNvPr>
          <p:cNvSpPr/>
          <p:nvPr/>
        </p:nvSpPr>
        <p:spPr>
          <a:xfrm>
            <a:off x="5829300" y="837914"/>
            <a:ext cx="460978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58"/>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NodeManager</a:t>
            </a:r>
            <a:endParaRPr sz="2800">
              <a:solidFill>
                <a:srgbClr val="3F3F3F"/>
              </a:solidFill>
              <a:latin typeface="Open Sans"/>
              <a:ea typeface="Open Sans"/>
              <a:cs typeface="Open Sans"/>
              <a:sym typeface="Open Sans"/>
            </a:endParaRPr>
          </a:p>
        </p:txBody>
      </p:sp>
      <p:sp>
        <p:nvSpPr>
          <p:cNvPr id="768" name="Google Shape;768;p58"/>
          <p:cNvSpPr/>
          <p:nvPr/>
        </p:nvSpPr>
        <p:spPr>
          <a:xfrm>
            <a:off x="2060914" y="4977453"/>
            <a:ext cx="12207197" cy="1474252"/>
          </a:xfrm>
          <a:prstGeom prst="roundRect">
            <a:avLst>
              <a:gd name="adj" fmla="val 16667"/>
            </a:avLst>
          </a:prstGeom>
          <a:solidFill>
            <a:srgbClr val="E2EBF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is the primary responsibility is to keep track of the ResourceManager. </a:t>
            </a:r>
            <a:endParaRPr/>
          </a:p>
        </p:txBody>
      </p:sp>
      <p:sp>
        <p:nvSpPr>
          <p:cNvPr id="769" name="Google Shape;769;p58"/>
          <p:cNvSpPr/>
          <p:nvPr/>
        </p:nvSpPr>
        <p:spPr>
          <a:xfrm>
            <a:off x="2060914" y="6243885"/>
            <a:ext cx="12207197" cy="207820"/>
          </a:xfrm>
          <a:custGeom>
            <a:avLst/>
            <a:gdLst/>
            <a:ahLst/>
            <a:cxnLst/>
            <a:rect l="l" t="t" r="r" b="b"/>
            <a:pathLst>
              <a:path w="3216744" h="147389" extrusionOk="0">
                <a:moveTo>
                  <a:pt x="0" y="0"/>
                </a:moveTo>
                <a:lnTo>
                  <a:pt x="3216745" y="0"/>
                </a:lnTo>
                <a:lnTo>
                  <a:pt x="3216745" y="147390"/>
                </a:lnTo>
                <a:lnTo>
                  <a:pt x="0" y="147390"/>
                </a:lnTo>
                <a:close/>
              </a:path>
            </a:pathLst>
          </a:custGeom>
          <a:solidFill>
            <a:srgbClr val="76D8FF"/>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70" name="Google Shape;770;p58"/>
          <p:cNvSpPr/>
          <p:nvPr/>
        </p:nvSpPr>
        <p:spPr>
          <a:xfrm>
            <a:off x="2060914" y="2914949"/>
            <a:ext cx="12207197" cy="1474171"/>
          </a:xfrm>
          <a:prstGeom prst="roundRect">
            <a:avLst>
              <a:gd name="adj" fmla="val 16667"/>
            </a:avLst>
          </a:prstGeom>
          <a:solidFill>
            <a:srgbClr val="E2EBF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NodeManager is responsible for each node in the Hadoop cluster and administers the application and workflow for that node.</a:t>
            </a:r>
            <a:endParaRPr/>
          </a:p>
        </p:txBody>
      </p:sp>
      <p:sp>
        <p:nvSpPr>
          <p:cNvPr id="771" name="Google Shape;771;p58"/>
          <p:cNvSpPr/>
          <p:nvPr/>
        </p:nvSpPr>
        <p:spPr>
          <a:xfrm>
            <a:off x="2060914" y="4181300"/>
            <a:ext cx="12207197" cy="207820"/>
          </a:xfrm>
          <a:custGeom>
            <a:avLst/>
            <a:gdLst/>
            <a:ahLst/>
            <a:cxnLst/>
            <a:rect l="l" t="t" r="r" b="b"/>
            <a:pathLst>
              <a:path w="3216744" h="147389" extrusionOk="0">
                <a:moveTo>
                  <a:pt x="0" y="0"/>
                </a:moveTo>
                <a:lnTo>
                  <a:pt x="3216745" y="0"/>
                </a:lnTo>
                <a:lnTo>
                  <a:pt x="3216745" y="147390"/>
                </a:lnTo>
                <a:lnTo>
                  <a:pt x="0" y="147390"/>
                </a:lnTo>
                <a:close/>
              </a:path>
            </a:pathLst>
          </a:custGeom>
          <a:solidFill>
            <a:srgbClr val="84F4E7"/>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476A0E12-3D7C-14C7-ECCC-1059212CBAC5}"/>
              </a:ext>
            </a:extLst>
          </p:cNvPr>
          <p:cNvSpPr/>
          <p:nvPr/>
        </p:nvSpPr>
        <p:spPr>
          <a:xfrm>
            <a:off x="6553200" y="837914"/>
            <a:ext cx="31433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9"/>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NodeManager</a:t>
            </a:r>
            <a:endParaRPr sz="2800">
              <a:solidFill>
                <a:srgbClr val="3F3F3F"/>
              </a:solidFill>
              <a:latin typeface="Open Sans"/>
              <a:ea typeface="Open Sans"/>
              <a:cs typeface="Open Sans"/>
              <a:sym typeface="Open Sans"/>
            </a:endParaRPr>
          </a:p>
        </p:txBody>
      </p:sp>
      <p:sp>
        <p:nvSpPr>
          <p:cNvPr id="779" name="Google Shape;779;p59"/>
          <p:cNvSpPr/>
          <p:nvPr/>
        </p:nvSpPr>
        <p:spPr>
          <a:xfrm>
            <a:off x="1629764" y="4070893"/>
            <a:ext cx="13091454" cy="1266432"/>
          </a:xfrm>
          <a:prstGeom prst="roundRect">
            <a:avLst>
              <a:gd name="adj" fmla="val 16667"/>
            </a:avLst>
          </a:prstGeom>
          <a:solidFill>
            <a:srgbClr val="E2EBF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a:p>
            <a:pPr marL="0" marR="0" lvl="0" indent="0" algn="ctr"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It tracks resource utilization, manages logs, and destroys Containers at the request of ResourceManager.</a:t>
            </a:r>
            <a:endParaRPr sz="2200" b="0" i="0" u="none" strike="noStrike" cap="none">
              <a:solidFill>
                <a:srgbClr val="3F3F3F"/>
              </a:solidFill>
              <a:latin typeface="Open Sans"/>
              <a:ea typeface="Open Sans"/>
              <a:cs typeface="Open Sans"/>
              <a:sym typeface="Open Sans"/>
            </a:endParaRPr>
          </a:p>
          <a:p>
            <a:pPr marL="0" marR="0" lvl="0" indent="0" algn="ctr" rtl="0">
              <a:lnSpc>
                <a:spcPct val="115000"/>
              </a:lnSpc>
              <a:spcBef>
                <a:spcPts val="100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80" name="Google Shape;780;p59"/>
          <p:cNvSpPr/>
          <p:nvPr/>
        </p:nvSpPr>
        <p:spPr>
          <a:xfrm>
            <a:off x="1653711" y="5233415"/>
            <a:ext cx="13091454" cy="207820"/>
          </a:xfrm>
          <a:custGeom>
            <a:avLst/>
            <a:gdLst/>
            <a:ahLst/>
            <a:cxnLst/>
            <a:rect l="l" t="t" r="r" b="b"/>
            <a:pathLst>
              <a:path w="3216744" h="147389" extrusionOk="0">
                <a:moveTo>
                  <a:pt x="0" y="0"/>
                </a:moveTo>
                <a:lnTo>
                  <a:pt x="3216745" y="0"/>
                </a:lnTo>
                <a:lnTo>
                  <a:pt x="3216745" y="147390"/>
                </a:lnTo>
                <a:lnTo>
                  <a:pt x="0" y="147390"/>
                </a:lnTo>
                <a:close/>
              </a:path>
            </a:pathLst>
          </a:custGeom>
          <a:solidFill>
            <a:srgbClr val="76D8FF"/>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1" name="Google Shape;781;p59"/>
          <p:cNvSpPr/>
          <p:nvPr/>
        </p:nvSpPr>
        <p:spPr>
          <a:xfrm>
            <a:off x="1629764" y="2008387"/>
            <a:ext cx="13091454" cy="1474171"/>
          </a:xfrm>
          <a:prstGeom prst="roundRect">
            <a:avLst>
              <a:gd name="adj" fmla="val 16667"/>
            </a:avLst>
          </a:prstGeom>
          <a:solidFill>
            <a:srgbClr val="E2EBF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connects to the ResourceManager and sends heartbeats with the node's health status.</a:t>
            </a:r>
            <a:endParaRPr/>
          </a:p>
          <a:p>
            <a:pPr marL="0" marR="0" lvl="0" indent="0" algn="ctr" rtl="0">
              <a:lnSpc>
                <a:spcPct val="115000"/>
              </a:lnSpc>
              <a:spcBef>
                <a:spcPts val="100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782" name="Google Shape;782;p59"/>
          <p:cNvSpPr/>
          <p:nvPr/>
        </p:nvSpPr>
        <p:spPr>
          <a:xfrm>
            <a:off x="1629764" y="3274742"/>
            <a:ext cx="13091454" cy="207820"/>
          </a:xfrm>
          <a:custGeom>
            <a:avLst/>
            <a:gdLst/>
            <a:ahLst/>
            <a:cxnLst/>
            <a:rect l="l" t="t" r="r" b="b"/>
            <a:pathLst>
              <a:path w="3216744" h="147389" extrusionOk="0">
                <a:moveTo>
                  <a:pt x="0" y="0"/>
                </a:moveTo>
                <a:lnTo>
                  <a:pt x="3216745" y="0"/>
                </a:lnTo>
                <a:lnTo>
                  <a:pt x="3216745" y="147390"/>
                </a:lnTo>
                <a:lnTo>
                  <a:pt x="0" y="147390"/>
                </a:lnTo>
                <a:close/>
              </a:path>
            </a:pathLst>
          </a:custGeom>
          <a:solidFill>
            <a:srgbClr val="84F4E7"/>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3" name="Google Shape;783;p59"/>
          <p:cNvSpPr/>
          <p:nvPr/>
        </p:nvSpPr>
        <p:spPr>
          <a:xfrm>
            <a:off x="1629764" y="6133478"/>
            <a:ext cx="13091454" cy="1474252"/>
          </a:xfrm>
          <a:prstGeom prst="roundRect">
            <a:avLst>
              <a:gd name="adj" fmla="val 16667"/>
            </a:avLst>
          </a:prstGeom>
          <a:solidFill>
            <a:srgbClr val="E2EBF2"/>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is also in charge of starting the Container process when the ApplicationMaster requests it.</a:t>
            </a:r>
            <a:endParaRPr/>
          </a:p>
        </p:txBody>
      </p:sp>
      <p:sp>
        <p:nvSpPr>
          <p:cNvPr id="784" name="Google Shape;784;p59"/>
          <p:cNvSpPr/>
          <p:nvPr/>
        </p:nvSpPr>
        <p:spPr>
          <a:xfrm>
            <a:off x="1629764" y="7399910"/>
            <a:ext cx="13091454" cy="207820"/>
          </a:xfrm>
          <a:custGeom>
            <a:avLst/>
            <a:gdLst/>
            <a:ahLst/>
            <a:cxnLst/>
            <a:rect l="l" t="t" r="r" b="b"/>
            <a:pathLst>
              <a:path w="3216744" h="147389" extrusionOk="0">
                <a:moveTo>
                  <a:pt x="0" y="0"/>
                </a:moveTo>
                <a:lnTo>
                  <a:pt x="3216745" y="0"/>
                </a:lnTo>
                <a:lnTo>
                  <a:pt x="3216745" y="147390"/>
                </a:lnTo>
                <a:lnTo>
                  <a:pt x="0" y="147390"/>
                </a:lnTo>
                <a:close/>
              </a:path>
            </a:pathLst>
          </a:custGeom>
          <a:solidFill>
            <a:srgbClr val="9CC2E5"/>
          </a:solid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 name="Brandline_LVC">
            <a:extLst>
              <a:ext uri="{FF2B5EF4-FFF2-40B4-BE49-F238E27FC236}">
                <a16:creationId xmlns:a16="http://schemas.microsoft.com/office/drawing/2014/main" id="{5C2F6E8F-3F8A-CE63-F85B-72D5DDF8EF36}"/>
              </a:ext>
            </a:extLst>
          </p:cNvPr>
          <p:cNvSpPr/>
          <p:nvPr/>
        </p:nvSpPr>
        <p:spPr>
          <a:xfrm>
            <a:off x="6553200" y="837914"/>
            <a:ext cx="31433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60"/>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dirty="0" err="1">
                <a:solidFill>
                  <a:srgbClr val="3F3F3F"/>
                </a:solidFill>
                <a:latin typeface="Open Sans"/>
                <a:ea typeface="Open Sans"/>
                <a:cs typeface="Open Sans"/>
                <a:sym typeface="Open Sans"/>
              </a:rPr>
              <a:t>ApplicationMaster</a:t>
            </a:r>
            <a:endParaRPr sz="2800">
              <a:solidFill>
                <a:srgbClr val="3F3F3F"/>
              </a:solidFill>
              <a:latin typeface="Open Sans"/>
              <a:ea typeface="Open Sans"/>
              <a:cs typeface="Open Sans"/>
              <a:sym typeface="Open Sans"/>
            </a:endParaRPr>
          </a:p>
        </p:txBody>
      </p:sp>
      <p:sp>
        <p:nvSpPr>
          <p:cNvPr id="792" name="Google Shape;792;p60"/>
          <p:cNvSpPr/>
          <p:nvPr/>
        </p:nvSpPr>
        <p:spPr>
          <a:xfrm>
            <a:off x="5879310" y="2468359"/>
            <a:ext cx="318290" cy="318290"/>
          </a:xfrm>
          <a:prstGeom prst="ellipse">
            <a:avLst/>
          </a:prstGeom>
          <a:solidFill>
            <a:schemeClr val="accent1"/>
          </a:solidFill>
          <a:ln w="25400" cap="flat" cmpd="sng">
            <a:solidFill>
              <a:srgbClr val="BBD6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b="0" i="0" u="none" strike="noStrike" cap="none">
              <a:solidFill>
                <a:srgbClr val="FFFFFF"/>
              </a:solidFill>
              <a:latin typeface="Arial"/>
              <a:ea typeface="Arial"/>
              <a:cs typeface="Arial"/>
              <a:sym typeface="Arial"/>
            </a:endParaRPr>
          </a:p>
        </p:txBody>
      </p:sp>
      <p:sp>
        <p:nvSpPr>
          <p:cNvPr id="793" name="Google Shape;793;p60"/>
          <p:cNvSpPr txBox="1"/>
          <p:nvPr/>
        </p:nvSpPr>
        <p:spPr>
          <a:xfrm>
            <a:off x="6603749" y="2406911"/>
            <a:ext cx="8075764" cy="457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A single job is submitted to a framework as an application. </a:t>
            </a:r>
            <a:endParaRPr/>
          </a:p>
        </p:txBody>
      </p:sp>
      <p:sp>
        <p:nvSpPr>
          <p:cNvPr id="794" name="Google Shape;794;p60"/>
          <p:cNvSpPr/>
          <p:nvPr/>
        </p:nvSpPr>
        <p:spPr>
          <a:xfrm>
            <a:off x="5879310" y="3782128"/>
            <a:ext cx="318290" cy="318290"/>
          </a:xfrm>
          <a:prstGeom prst="ellipse">
            <a:avLst/>
          </a:prstGeom>
          <a:solidFill>
            <a:schemeClr val="accent2"/>
          </a:solidFill>
          <a:ln w="25400" cap="flat" cmpd="sng">
            <a:solidFill>
              <a:srgbClr val="F7CA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b="0" i="0" u="none" strike="noStrike" cap="none">
              <a:solidFill>
                <a:srgbClr val="FFFFFF"/>
              </a:solidFill>
              <a:latin typeface="Arial"/>
              <a:ea typeface="Arial"/>
              <a:cs typeface="Arial"/>
              <a:sym typeface="Arial"/>
            </a:endParaRPr>
          </a:p>
        </p:txBody>
      </p:sp>
      <p:sp>
        <p:nvSpPr>
          <p:cNvPr id="795" name="Google Shape;795;p60"/>
          <p:cNvSpPr txBox="1"/>
          <p:nvPr/>
        </p:nvSpPr>
        <p:spPr>
          <a:xfrm>
            <a:off x="6603749" y="3688075"/>
            <a:ext cx="8343298" cy="136409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Each of these applications has its own ApplicationMaster, which is a framework-specific entity.</a:t>
            </a:r>
            <a:endParaRPr sz="2200" b="0" i="0" u="none" strike="noStrike" cap="none">
              <a:solidFill>
                <a:srgbClr val="3F3F3F"/>
              </a:solidFill>
              <a:latin typeface="Open Sans"/>
              <a:ea typeface="Open Sans"/>
              <a:cs typeface="Open Sans"/>
              <a:sym typeface="Open Sans"/>
            </a:endParaRPr>
          </a:p>
          <a:p>
            <a:pPr marL="0" marR="0" lvl="0" indent="0" algn="l" rtl="0">
              <a:lnSpc>
                <a:spcPct val="115000"/>
              </a:lnSpc>
              <a:spcBef>
                <a:spcPts val="1000"/>
              </a:spcBef>
              <a:spcAft>
                <a:spcPts val="0"/>
              </a:spcAft>
              <a:buNone/>
            </a:pPr>
            <a:endParaRPr sz="2200" b="0" i="0" u="none" strike="noStrike" cap="none">
              <a:solidFill>
                <a:srgbClr val="44494E"/>
              </a:solidFill>
              <a:latin typeface="Open Sans"/>
              <a:ea typeface="Open Sans"/>
              <a:cs typeface="Open Sans"/>
              <a:sym typeface="Open Sans"/>
            </a:endParaRPr>
          </a:p>
        </p:txBody>
      </p:sp>
      <p:sp>
        <p:nvSpPr>
          <p:cNvPr id="796" name="Google Shape;796;p60"/>
          <p:cNvSpPr/>
          <p:nvPr/>
        </p:nvSpPr>
        <p:spPr>
          <a:xfrm>
            <a:off x="5879310" y="5341116"/>
            <a:ext cx="318290" cy="318290"/>
          </a:xfrm>
          <a:prstGeom prst="ellipse">
            <a:avLst/>
          </a:prstGeom>
          <a:solidFill>
            <a:schemeClr val="accent3"/>
          </a:solidFill>
          <a:ln w="25400" cap="flat" cmpd="sng">
            <a:solidFill>
              <a:srgbClr val="DBDB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b="0" i="0" u="none" strike="noStrike" cap="none">
              <a:solidFill>
                <a:srgbClr val="FFFFFF"/>
              </a:solidFill>
              <a:latin typeface="Arial"/>
              <a:ea typeface="Arial"/>
              <a:cs typeface="Arial"/>
              <a:sym typeface="Arial"/>
            </a:endParaRPr>
          </a:p>
        </p:txBody>
      </p:sp>
      <p:sp>
        <p:nvSpPr>
          <p:cNvPr id="797" name="Google Shape;797;p60"/>
          <p:cNvSpPr txBox="1"/>
          <p:nvPr/>
        </p:nvSpPr>
        <p:spPr>
          <a:xfrm>
            <a:off x="6603749" y="5255305"/>
            <a:ext cx="8700582" cy="136409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is the procedure that controls faults and coordinates an application's execution in a cluster.</a:t>
            </a:r>
            <a:endParaRPr/>
          </a:p>
          <a:p>
            <a:pPr marL="0" marR="0" lvl="0" indent="0" algn="l" rtl="0">
              <a:lnSpc>
                <a:spcPct val="115000"/>
              </a:lnSpc>
              <a:spcBef>
                <a:spcPts val="1000"/>
              </a:spcBef>
              <a:spcAft>
                <a:spcPts val="0"/>
              </a:spcAft>
              <a:buNone/>
            </a:pPr>
            <a:endParaRPr sz="2200" b="0" i="0" u="none" strike="noStrike" cap="none">
              <a:solidFill>
                <a:srgbClr val="44494E"/>
              </a:solidFill>
              <a:latin typeface="Open Sans"/>
              <a:ea typeface="Open Sans"/>
              <a:cs typeface="Open Sans"/>
              <a:sym typeface="Open Sans"/>
            </a:endParaRPr>
          </a:p>
        </p:txBody>
      </p:sp>
      <p:sp>
        <p:nvSpPr>
          <p:cNvPr id="798" name="Google Shape;798;p60"/>
          <p:cNvSpPr/>
          <p:nvPr/>
        </p:nvSpPr>
        <p:spPr>
          <a:xfrm>
            <a:off x="5879310" y="6900104"/>
            <a:ext cx="318290" cy="318290"/>
          </a:xfrm>
          <a:prstGeom prst="ellipse">
            <a:avLst/>
          </a:prstGeom>
          <a:solidFill>
            <a:schemeClr val="accent4"/>
          </a:solidFill>
          <a:ln w="25400" cap="flat" cmpd="sng">
            <a:solidFill>
              <a:srgbClr val="FEE5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3200" b="0" i="0" u="none" strike="noStrike" cap="none">
              <a:solidFill>
                <a:srgbClr val="FFFFFF"/>
              </a:solidFill>
              <a:latin typeface="Arial"/>
              <a:ea typeface="Arial"/>
              <a:cs typeface="Arial"/>
              <a:sym typeface="Arial"/>
            </a:endParaRPr>
          </a:p>
        </p:txBody>
      </p:sp>
      <p:sp>
        <p:nvSpPr>
          <p:cNvPr id="799" name="Google Shape;799;p60"/>
          <p:cNvSpPr txBox="1"/>
          <p:nvPr/>
        </p:nvSpPr>
        <p:spPr>
          <a:xfrm>
            <a:off x="6603749" y="6739378"/>
            <a:ext cx="8897620" cy="123585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44494E"/>
                </a:solidFill>
                <a:latin typeface="Open Sans"/>
                <a:ea typeface="Open Sans"/>
                <a:cs typeface="Open Sans"/>
                <a:sym typeface="Open Sans"/>
              </a:rPr>
              <a:t>The ApplicationMaster is responsible for negotiating resources with the ResourceManager, tracking the status of a specific application, and monitoring its progress.</a:t>
            </a:r>
            <a:endParaRPr/>
          </a:p>
        </p:txBody>
      </p:sp>
      <p:grpSp>
        <p:nvGrpSpPr>
          <p:cNvPr id="800" name="Google Shape;800;p60"/>
          <p:cNvGrpSpPr/>
          <p:nvPr/>
        </p:nvGrpSpPr>
        <p:grpSpPr>
          <a:xfrm>
            <a:off x="1905002" y="2530924"/>
            <a:ext cx="3009898" cy="4239347"/>
            <a:chOff x="3667125" y="1247775"/>
            <a:chExt cx="1809751" cy="2647950"/>
          </a:xfrm>
        </p:grpSpPr>
        <p:sp>
          <p:nvSpPr>
            <p:cNvPr id="801" name="Google Shape;801;p60"/>
            <p:cNvSpPr/>
            <p:nvPr/>
          </p:nvSpPr>
          <p:spPr>
            <a:xfrm>
              <a:off x="4232275" y="3473450"/>
              <a:ext cx="679450" cy="422275"/>
            </a:xfrm>
            <a:custGeom>
              <a:avLst/>
              <a:gdLst/>
              <a:ahLst/>
              <a:cxnLst/>
              <a:rect l="l" t="t" r="r" b="b"/>
              <a:pathLst>
                <a:path w="180" h="112" extrusionOk="0">
                  <a:moveTo>
                    <a:pt x="179" y="67"/>
                  </a:moveTo>
                  <a:cubicBezTo>
                    <a:pt x="179" y="64"/>
                    <a:pt x="176" y="62"/>
                    <a:pt x="172" y="62"/>
                  </a:cubicBezTo>
                  <a:cubicBezTo>
                    <a:pt x="72" y="62"/>
                    <a:pt x="72" y="62"/>
                    <a:pt x="72" y="62"/>
                  </a:cubicBezTo>
                  <a:cubicBezTo>
                    <a:pt x="174" y="42"/>
                    <a:pt x="174" y="42"/>
                    <a:pt x="174" y="42"/>
                  </a:cubicBezTo>
                  <a:cubicBezTo>
                    <a:pt x="177" y="41"/>
                    <a:pt x="180" y="39"/>
                    <a:pt x="179" y="35"/>
                  </a:cubicBezTo>
                  <a:cubicBezTo>
                    <a:pt x="179" y="32"/>
                    <a:pt x="176" y="30"/>
                    <a:pt x="172" y="30"/>
                  </a:cubicBezTo>
                  <a:cubicBezTo>
                    <a:pt x="77" y="30"/>
                    <a:pt x="77" y="30"/>
                    <a:pt x="77" y="30"/>
                  </a:cubicBezTo>
                  <a:cubicBezTo>
                    <a:pt x="174" y="12"/>
                    <a:pt x="174" y="12"/>
                    <a:pt x="174" y="12"/>
                  </a:cubicBezTo>
                  <a:cubicBezTo>
                    <a:pt x="177" y="11"/>
                    <a:pt x="180" y="8"/>
                    <a:pt x="179" y="5"/>
                  </a:cubicBezTo>
                  <a:cubicBezTo>
                    <a:pt x="179" y="2"/>
                    <a:pt x="176" y="0"/>
                    <a:pt x="172" y="0"/>
                  </a:cubicBezTo>
                  <a:cubicBezTo>
                    <a:pt x="8" y="0"/>
                    <a:pt x="8" y="0"/>
                    <a:pt x="8" y="0"/>
                  </a:cubicBezTo>
                  <a:cubicBezTo>
                    <a:pt x="4" y="0"/>
                    <a:pt x="0" y="2"/>
                    <a:pt x="0" y="6"/>
                  </a:cubicBezTo>
                  <a:cubicBezTo>
                    <a:pt x="0" y="9"/>
                    <a:pt x="4" y="12"/>
                    <a:pt x="8" y="12"/>
                  </a:cubicBezTo>
                  <a:cubicBezTo>
                    <a:pt x="103" y="12"/>
                    <a:pt x="103" y="12"/>
                    <a:pt x="103" y="12"/>
                  </a:cubicBezTo>
                  <a:cubicBezTo>
                    <a:pt x="6" y="30"/>
                    <a:pt x="6" y="30"/>
                    <a:pt x="6" y="30"/>
                  </a:cubicBezTo>
                  <a:cubicBezTo>
                    <a:pt x="3" y="31"/>
                    <a:pt x="0" y="34"/>
                    <a:pt x="1" y="37"/>
                  </a:cubicBezTo>
                  <a:cubicBezTo>
                    <a:pt x="1" y="40"/>
                    <a:pt x="4" y="42"/>
                    <a:pt x="8" y="42"/>
                  </a:cubicBezTo>
                  <a:cubicBezTo>
                    <a:pt x="108" y="42"/>
                    <a:pt x="108" y="42"/>
                    <a:pt x="108" y="42"/>
                  </a:cubicBezTo>
                  <a:cubicBezTo>
                    <a:pt x="6" y="62"/>
                    <a:pt x="6" y="62"/>
                    <a:pt x="6" y="62"/>
                  </a:cubicBezTo>
                  <a:cubicBezTo>
                    <a:pt x="3" y="63"/>
                    <a:pt x="0" y="66"/>
                    <a:pt x="1" y="69"/>
                  </a:cubicBezTo>
                  <a:cubicBezTo>
                    <a:pt x="1" y="72"/>
                    <a:pt x="4" y="75"/>
                    <a:pt x="8" y="75"/>
                  </a:cubicBezTo>
                  <a:cubicBezTo>
                    <a:pt x="125" y="75"/>
                    <a:pt x="125" y="75"/>
                    <a:pt x="125" y="75"/>
                  </a:cubicBezTo>
                  <a:cubicBezTo>
                    <a:pt x="34" y="99"/>
                    <a:pt x="34" y="99"/>
                    <a:pt x="34" y="99"/>
                  </a:cubicBezTo>
                  <a:cubicBezTo>
                    <a:pt x="31" y="100"/>
                    <a:pt x="29" y="103"/>
                    <a:pt x="29" y="106"/>
                  </a:cubicBezTo>
                  <a:cubicBezTo>
                    <a:pt x="30" y="109"/>
                    <a:pt x="33" y="112"/>
                    <a:pt x="37" y="112"/>
                  </a:cubicBezTo>
                  <a:cubicBezTo>
                    <a:pt x="144" y="112"/>
                    <a:pt x="144" y="112"/>
                    <a:pt x="144" y="112"/>
                  </a:cubicBezTo>
                  <a:cubicBezTo>
                    <a:pt x="147" y="112"/>
                    <a:pt x="151" y="109"/>
                    <a:pt x="151" y="105"/>
                  </a:cubicBezTo>
                  <a:cubicBezTo>
                    <a:pt x="151" y="102"/>
                    <a:pt x="147" y="99"/>
                    <a:pt x="144" y="99"/>
                  </a:cubicBezTo>
                  <a:cubicBezTo>
                    <a:pt x="83" y="99"/>
                    <a:pt x="83" y="99"/>
                    <a:pt x="83" y="99"/>
                  </a:cubicBezTo>
                  <a:cubicBezTo>
                    <a:pt x="174" y="74"/>
                    <a:pt x="174" y="74"/>
                    <a:pt x="174" y="74"/>
                  </a:cubicBezTo>
                  <a:cubicBezTo>
                    <a:pt x="178" y="73"/>
                    <a:pt x="180" y="70"/>
                    <a:pt x="179" y="67"/>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2" name="Google Shape;802;p60"/>
            <p:cNvSpPr/>
            <p:nvPr/>
          </p:nvSpPr>
          <p:spPr>
            <a:xfrm>
              <a:off x="4240213" y="2822575"/>
              <a:ext cx="520700" cy="519113"/>
            </a:xfrm>
            <a:custGeom>
              <a:avLst/>
              <a:gdLst/>
              <a:ahLst/>
              <a:cxnLst/>
              <a:rect l="l" t="t" r="r" b="b"/>
              <a:pathLst>
                <a:path w="138" h="138" extrusionOk="0">
                  <a:moveTo>
                    <a:pt x="124" y="58"/>
                  </a:moveTo>
                  <a:cubicBezTo>
                    <a:pt x="123" y="55"/>
                    <a:pt x="122" y="53"/>
                    <a:pt x="121" y="50"/>
                  </a:cubicBezTo>
                  <a:cubicBezTo>
                    <a:pt x="133" y="43"/>
                    <a:pt x="133" y="43"/>
                    <a:pt x="133" y="43"/>
                  </a:cubicBezTo>
                  <a:cubicBezTo>
                    <a:pt x="132" y="40"/>
                    <a:pt x="130" y="37"/>
                    <a:pt x="129" y="34"/>
                  </a:cubicBezTo>
                  <a:cubicBezTo>
                    <a:pt x="127" y="31"/>
                    <a:pt x="125" y="28"/>
                    <a:pt x="123" y="26"/>
                  </a:cubicBezTo>
                  <a:cubicBezTo>
                    <a:pt x="111" y="32"/>
                    <a:pt x="111" y="32"/>
                    <a:pt x="111" y="32"/>
                  </a:cubicBezTo>
                  <a:cubicBezTo>
                    <a:pt x="109" y="30"/>
                    <a:pt x="107" y="28"/>
                    <a:pt x="105" y="26"/>
                  </a:cubicBezTo>
                  <a:cubicBezTo>
                    <a:pt x="112" y="15"/>
                    <a:pt x="112" y="15"/>
                    <a:pt x="112" y="15"/>
                  </a:cubicBezTo>
                  <a:cubicBezTo>
                    <a:pt x="109" y="12"/>
                    <a:pt x="106" y="11"/>
                    <a:pt x="103" y="9"/>
                  </a:cubicBezTo>
                  <a:cubicBezTo>
                    <a:pt x="100" y="7"/>
                    <a:pt x="97" y="6"/>
                    <a:pt x="94" y="4"/>
                  </a:cubicBezTo>
                  <a:cubicBezTo>
                    <a:pt x="87" y="16"/>
                    <a:pt x="87" y="16"/>
                    <a:pt x="87" y="16"/>
                  </a:cubicBezTo>
                  <a:cubicBezTo>
                    <a:pt x="85" y="15"/>
                    <a:pt x="82" y="14"/>
                    <a:pt x="79" y="14"/>
                  </a:cubicBezTo>
                  <a:cubicBezTo>
                    <a:pt x="79" y="0"/>
                    <a:pt x="79" y="0"/>
                    <a:pt x="79" y="0"/>
                  </a:cubicBezTo>
                  <a:cubicBezTo>
                    <a:pt x="76" y="0"/>
                    <a:pt x="72" y="0"/>
                    <a:pt x="69" y="0"/>
                  </a:cubicBezTo>
                  <a:cubicBezTo>
                    <a:pt x="65" y="0"/>
                    <a:pt x="62" y="0"/>
                    <a:pt x="59" y="0"/>
                  </a:cubicBezTo>
                  <a:cubicBezTo>
                    <a:pt x="59" y="14"/>
                    <a:pt x="59" y="14"/>
                    <a:pt x="59" y="14"/>
                  </a:cubicBezTo>
                  <a:cubicBezTo>
                    <a:pt x="56" y="14"/>
                    <a:pt x="53" y="15"/>
                    <a:pt x="50" y="16"/>
                  </a:cubicBezTo>
                  <a:cubicBezTo>
                    <a:pt x="43" y="4"/>
                    <a:pt x="43" y="4"/>
                    <a:pt x="43" y="4"/>
                  </a:cubicBezTo>
                  <a:cubicBezTo>
                    <a:pt x="40" y="6"/>
                    <a:pt x="37" y="7"/>
                    <a:pt x="34" y="9"/>
                  </a:cubicBezTo>
                  <a:cubicBezTo>
                    <a:pt x="31" y="11"/>
                    <a:pt x="28" y="12"/>
                    <a:pt x="26" y="15"/>
                  </a:cubicBezTo>
                  <a:cubicBezTo>
                    <a:pt x="32" y="26"/>
                    <a:pt x="32" y="26"/>
                    <a:pt x="32" y="26"/>
                  </a:cubicBezTo>
                  <a:cubicBezTo>
                    <a:pt x="30" y="28"/>
                    <a:pt x="28" y="30"/>
                    <a:pt x="26" y="32"/>
                  </a:cubicBezTo>
                  <a:cubicBezTo>
                    <a:pt x="15" y="26"/>
                    <a:pt x="15" y="26"/>
                    <a:pt x="15" y="26"/>
                  </a:cubicBezTo>
                  <a:cubicBezTo>
                    <a:pt x="13" y="28"/>
                    <a:pt x="11" y="31"/>
                    <a:pt x="9" y="34"/>
                  </a:cubicBezTo>
                  <a:cubicBezTo>
                    <a:pt x="7" y="37"/>
                    <a:pt x="6" y="40"/>
                    <a:pt x="5" y="43"/>
                  </a:cubicBezTo>
                  <a:cubicBezTo>
                    <a:pt x="16" y="50"/>
                    <a:pt x="16" y="50"/>
                    <a:pt x="16" y="50"/>
                  </a:cubicBezTo>
                  <a:cubicBezTo>
                    <a:pt x="15" y="53"/>
                    <a:pt x="14" y="55"/>
                    <a:pt x="14" y="58"/>
                  </a:cubicBezTo>
                  <a:cubicBezTo>
                    <a:pt x="0" y="58"/>
                    <a:pt x="0" y="58"/>
                    <a:pt x="0" y="58"/>
                  </a:cubicBezTo>
                  <a:cubicBezTo>
                    <a:pt x="0" y="62"/>
                    <a:pt x="0" y="65"/>
                    <a:pt x="0" y="69"/>
                  </a:cubicBezTo>
                  <a:cubicBezTo>
                    <a:pt x="0" y="72"/>
                    <a:pt x="0" y="75"/>
                    <a:pt x="0" y="79"/>
                  </a:cubicBezTo>
                  <a:cubicBezTo>
                    <a:pt x="14" y="79"/>
                    <a:pt x="14" y="79"/>
                    <a:pt x="14" y="79"/>
                  </a:cubicBezTo>
                  <a:cubicBezTo>
                    <a:pt x="14" y="82"/>
                    <a:pt x="15" y="84"/>
                    <a:pt x="16" y="87"/>
                  </a:cubicBezTo>
                  <a:cubicBezTo>
                    <a:pt x="5" y="94"/>
                    <a:pt x="5" y="94"/>
                    <a:pt x="5" y="94"/>
                  </a:cubicBezTo>
                  <a:cubicBezTo>
                    <a:pt x="6" y="97"/>
                    <a:pt x="7" y="100"/>
                    <a:pt x="9" y="103"/>
                  </a:cubicBezTo>
                  <a:cubicBezTo>
                    <a:pt x="11" y="106"/>
                    <a:pt x="13" y="109"/>
                    <a:pt x="15" y="112"/>
                  </a:cubicBezTo>
                  <a:cubicBezTo>
                    <a:pt x="26" y="105"/>
                    <a:pt x="26" y="105"/>
                    <a:pt x="26" y="105"/>
                  </a:cubicBezTo>
                  <a:cubicBezTo>
                    <a:pt x="28" y="107"/>
                    <a:pt x="30" y="109"/>
                    <a:pt x="32" y="111"/>
                  </a:cubicBezTo>
                  <a:cubicBezTo>
                    <a:pt x="26" y="123"/>
                    <a:pt x="26" y="123"/>
                    <a:pt x="26" y="123"/>
                  </a:cubicBezTo>
                  <a:cubicBezTo>
                    <a:pt x="28" y="125"/>
                    <a:pt x="31" y="127"/>
                    <a:pt x="34" y="128"/>
                  </a:cubicBezTo>
                  <a:cubicBezTo>
                    <a:pt x="37" y="130"/>
                    <a:pt x="40" y="132"/>
                    <a:pt x="43" y="133"/>
                  </a:cubicBezTo>
                  <a:cubicBezTo>
                    <a:pt x="50" y="121"/>
                    <a:pt x="50" y="121"/>
                    <a:pt x="50" y="121"/>
                  </a:cubicBezTo>
                  <a:cubicBezTo>
                    <a:pt x="53" y="122"/>
                    <a:pt x="56" y="123"/>
                    <a:pt x="59" y="123"/>
                  </a:cubicBezTo>
                  <a:cubicBezTo>
                    <a:pt x="59" y="137"/>
                    <a:pt x="59" y="137"/>
                    <a:pt x="59" y="137"/>
                  </a:cubicBezTo>
                  <a:cubicBezTo>
                    <a:pt x="62" y="137"/>
                    <a:pt x="65" y="138"/>
                    <a:pt x="69" y="138"/>
                  </a:cubicBezTo>
                  <a:cubicBezTo>
                    <a:pt x="72" y="138"/>
                    <a:pt x="76" y="137"/>
                    <a:pt x="79" y="137"/>
                  </a:cubicBezTo>
                  <a:cubicBezTo>
                    <a:pt x="79" y="123"/>
                    <a:pt x="79" y="123"/>
                    <a:pt x="79" y="123"/>
                  </a:cubicBezTo>
                  <a:cubicBezTo>
                    <a:pt x="82" y="123"/>
                    <a:pt x="85" y="122"/>
                    <a:pt x="87" y="121"/>
                  </a:cubicBezTo>
                  <a:cubicBezTo>
                    <a:pt x="94" y="133"/>
                    <a:pt x="94" y="133"/>
                    <a:pt x="94" y="133"/>
                  </a:cubicBezTo>
                  <a:cubicBezTo>
                    <a:pt x="97" y="132"/>
                    <a:pt x="100" y="130"/>
                    <a:pt x="103" y="128"/>
                  </a:cubicBezTo>
                  <a:cubicBezTo>
                    <a:pt x="106" y="127"/>
                    <a:pt x="109" y="125"/>
                    <a:pt x="112" y="123"/>
                  </a:cubicBezTo>
                  <a:cubicBezTo>
                    <a:pt x="105" y="111"/>
                    <a:pt x="105" y="111"/>
                    <a:pt x="105" y="111"/>
                  </a:cubicBezTo>
                  <a:cubicBezTo>
                    <a:pt x="107" y="109"/>
                    <a:pt x="109" y="107"/>
                    <a:pt x="111" y="105"/>
                  </a:cubicBezTo>
                  <a:cubicBezTo>
                    <a:pt x="123" y="112"/>
                    <a:pt x="123" y="112"/>
                    <a:pt x="123" y="112"/>
                  </a:cubicBezTo>
                  <a:cubicBezTo>
                    <a:pt x="125" y="109"/>
                    <a:pt x="127" y="106"/>
                    <a:pt x="129" y="103"/>
                  </a:cubicBezTo>
                  <a:cubicBezTo>
                    <a:pt x="130" y="100"/>
                    <a:pt x="132" y="97"/>
                    <a:pt x="133" y="94"/>
                  </a:cubicBezTo>
                  <a:cubicBezTo>
                    <a:pt x="121" y="87"/>
                    <a:pt x="121" y="87"/>
                    <a:pt x="121" y="87"/>
                  </a:cubicBezTo>
                  <a:cubicBezTo>
                    <a:pt x="122" y="84"/>
                    <a:pt x="123" y="82"/>
                    <a:pt x="124" y="79"/>
                  </a:cubicBezTo>
                  <a:cubicBezTo>
                    <a:pt x="137" y="79"/>
                    <a:pt x="137" y="79"/>
                    <a:pt x="137" y="79"/>
                  </a:cubicBezTo>
                  <a:cubicBezTo>
                    <a:pt x="138" y="75"/>
                    <a:pt x="138" y="72"/>
                    <a:pt x="138" y="69"/>
                  </a:cubicBezTo>
                  <a:cubicBezTo>
                    <a:pt x="138" y="65"/>
                    <a:pt x="138" y="62"/>
                    <a:pt x="137" y="58"/>
                  </a:cubicBezTo>
                  <a:lnTo>
                    <a:pt x="124" y="58"/>
                  </a:lnTo>
                  <a:close/>
                  <a:moveTo>
                    <a:pt x="108" y="68"/>
                  </a:moveTo>
                  <a:cubicBezTo>
                    <a:pt x="108" y="68"/>
                    <a:pt x="108" y="68"/>
                    <a:pt x="108" y="68"/>
                  </a:cubicBezTo>
                  <a:cubicBezTo>
                    <a:pt x="108" y="68"/>
                    <a:pt x="108" y="68"/>
                    <a:pt x="108" y="68"/>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69"/>
                    <a:pt x="108" y="69"/>
                    <a:pt x="108" y="69"/>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0"/>
                    <a:pt x="108" y="70"/>
                    <a:pt x="108" y="70"/>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1"/>
                    <a:pt x="108" y="71"/>
                    <a:pt x="108" y="71"/>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2"/>
                    <a:pt x="108" y="72"/>
                    <a:pt x="108" y="72"/>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3"/>
                    <a:pt x="108" y="73"/>
                    <a:pt x="108" y="73"/>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4"/>
                    <a:pt x="108" y="74"/>
                    <a:pt x="108" y="74"/>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5"/>
                    <a:pt x="108" y="75"/>
                    <a:pt x="108" y="75"/>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8" y="76"/>
                    <a:pt x="108" y="76"/>
                    <a:pt x="108" y="76"/>
                  </a:cubicBezTo>
                  <a:cubicBezTo>
                    <a:pt x="107" y="76"/>
                    <a:pt x="107" y="76"/>
                    <a:pt x="107" y="76"/>
                  </a:cubicBezTo>
                  <a:cubicBezTo>
                    <a:pt x="107" y="76"/>
                    <a:pt x="107" y="76"/>
                    <a:pt x="107" y="76"/>
                  </a:cubicBezTo>
                  <a:cubicBezTo>
                    <a:pt x="107" y="76"/>
                    <a:pt x="107" y="76"/>
                    <a:pt x="107" y="76"/>
                  </a:cubicBezTo>
                  <a:cubicBezTo>
                    <a:pt x="107" y="76"/>
                    <a:pt x="107" y="76"/>
                    <a:pt x="107" y="76"/>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7"/>
                    <a:pt x="107" y="77"/>
                    <a:pt x="107" y="77"/>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8"/>
                    <a:pt x="107" y="78"/>
                    <a:pt x="107" y="78"/>
                  </a:cubicBezTo>
                  <a:cubicBezTo>
                    <a:pt x="107" y="79"/>
                    <a:pt x="107" y="79"/>
                    <a:pt x="107" y="79"/>
                  </a:cubicBezTo>
                  <a:cubicBezTo>
                    <a:pt x="107" y="79"/>
                    <a:pt x="107" y="79"/>
                    <a:pt x="107" y="79"/>
                  </a:cubicBezTo>
                  <a:cubicBezTo>
                    <a:pt x="107" y="79"/>
                    <a:pt x="107" y="79"/>
                    <a:pt x="107" y="79"/>
                  </a:cubicBezTo>
                  <a:cubicBezTo>
                    <a:pt x="107" y="79"/>
                    <a:pt x="107" y="79"/>
                    <a:pt x="107" y="79"/>
                  </a:cubicBezTo>
                  <a:cubicBezTo>
                    <a:pt x="106" y="82"/>
                    <a:pt x="105" y="85"/>
                    <a:pt x="103" y="88"/>
                  </a:cubicBezTo>
                  <a:cubicBezTo>
                    <a:pt x="102" y="89"/>
                    <a:pt x="102" y="90"/>
                    <a:pt x="101" y="91"/>
                  </a:cubicBezTo>
                  <a:cubicBezTo>
                    <a:pt x="101" y="91"/>
                    <a:pt x="101" y="91"/>
                    <a:pt x="101" y="91"/>
                  </a:cubicBezTo>
                  <a:cubicBezTo>
                    <a:pt x="101" y="91"/>
                    <a:pt x="101" y="91"/>
                    <a:pt x="101" y="91"/>
                  </a:cubicBezTo>
                  <a:cubicBezTo>
                    <a:pt x="101" y="91"/>
                    <a:pt x="101" y="91"/>
                    <a:pt x="101" y="91"/>
                  </a:cubicBezTo>
                  <a:cubicBezTo>
                    <a:pt x="101" y="91"/>
                    <a:pt x="101" y="91"/>
                    <a:pt x="101" y="91"/>
                  </a:cubicBezTo>
                  <a:cubicBezTo>
                    <a:pt x="101" y="92"/>
                    <a:pt x="101" y="92"/>
                    <a:pt x="101" y="92"/>
                  </a:cubicBezTo>
                  <a:cubicBezTo>
                    <a:pt x="98" y="95"/>
                    <a:pt x="95" y="98"/>
                    <a:pt x="92" y="100"/>
                  </a:cubicBezTo>
                  <a:cubicBezTo>
                    <a:pt x="92" y="101"/>
                    <a:pt x="92" y="101"/>
                    <a:pt x="92" y="101"/>
                  </a:cubicBezTo>
                  <a:cubicBezTo>
                    <a:pt x="92" y="101"/>
                    <a:pt x="92" y="101"/>
                    <a:pt x="92" y="101"/>
                  </a:cubicBezTo>
                  <a:cubicBezTo>
                    <a:pt x="92" y="101"/>
                    <a:pt x="92" y="101"/>
                    <a:pt x="92" y="101"/>
                  </a:cubicBezTo>
                  <a:cubicBezTo>
                    <a:pt x="92" y="101"/>
                    <a:pt x="92" y="101"/>
                    <a:pt x="92" y="101"/>
                  </a:cubicBezTo>
                  <a:cubicBezTo>
                    <a:pt x="92" y="101"/>
                    <a:pt x="92" y="101"/>
                    <a:pt x="92" y="101"/>
                  </a:cubicBezTo>
                  <a:cubicBezTo>
                    <a:pt x="91" y="101"/>
                    <a:pt x="91" y="101"/>
                    <a:pt x="91" y="101"/>
                  </a:cubicBezTo>
                  <a:cubicBezTo>
                    <a:pt x="90" y="102"/>
                    <a:pt x="90" y="102"/>
                    <a:pt x="88" y="103"/>
                  </a:cubicBezTo>
                  <a:cubicBezTo>
                    <a:pt x="85" y="105"/>
                    <a:pt x="82" y="106"/>
                    <a:pt x="79" y="107"/>
                  </a:cubicBezTo>
                  <a:cubicBezTo>
                    <a:pt x="79" y="107"/>
                    <a:pt x="79" y="107"/>
                    <a:pt x="79" y="107"/>
                  </a:cubicBezTo>
                  <a:cubicBezTo>
                    <a:pt x="79" y="107"/>
                    <a:pt x="79" y="107"/>
                    <a:pt x="79" y="107"/>
                  </a:cubicBezTo>
                  <a:cubicBezTo>
                    <a:pt x="78" y="107"/>
                    <a:pt x="77" y="107"/>
                    <a:pt x="75" y="107"/>
                  </a:cubicBezTo>
                  <a:cubicBezTo>
                    <a:pt x="75" y="108"/>
                    <a:pt x="75" y="108"/>
                    <a:pt x="75" y="108"/>
                  </a:cubicBezTo>
                  <a:cubicBezTo>
                    <a:pt x="75" y="108"/>
                    <a:pt x="75" y="108"/>
                    <a:pt x="75" y="108"/>
                  </a:cubicBezTo>
                  <a:cubicBezTo>
                    <a:pt x="74" y="108"/>
                    <a:pt x="74" y="108"/>
                    <a:pt x="74" y="108"/>
                  </a:cubicBezTo>
                  <a:cubicBezTo>
                    <a:pt x="74" y="108"/>
                    <a:pt x="74" y="108"/>
                    <a:pt x="74" y="108"/>
                  </a:cubicBezTo>
                  <a:cubicBezTo>
                    <a:pt x="74" y="108"/>
                    <a:pt x="74" y="108"/>
                    <a:pt x="74" y="108"/>
                  </a:cubicBezTo>
                  <a:cubicBezTo>
                    <a:pt x="74" y="108"/>
                    <a:pt x="74" y="108"/>
                    <a:pt x="74"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2" y="108"/>
                    <a:pt x="72" y="108"/>
                    <a:pt x="72"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1" y="108"/>
                    <a:pt x="71" y="108"/>
                    <a:pt x="71" y="108"/>
                  </a:cubicBezTo>
                  <a:cubicBezTo>
                    <a:pt x="70" y="108"/>
                    <a:pt x="70" y="108"/>
                    <a:pt x="70" y="108"/>
                  </a:cubicBezTo>
                  <a:cubicBezTo>
                    <a:pt x="70" y="108"/>
                    <a:pt x="70" y="108"/>
                    <a:pt x="70" y="108"/>
                  </a:cubicBezTo>
                  <a:cubicBezTo>
                    <a:pt x="70" y="108"/>
                    <a:pt x="70" y="108"/>
                    <a:pt x="70" y="108"/>
                  </a:cubicBezTo>
                  <a:cubicBezTo>
                    <a:pt x="70" y="108"/>
                    <a:pt x="70" y="108"/>
                    <a:pt x="70" y="108"/>
                  </a:cubicBezTo>
                  <a:cubicBezTo>
                    <a:pt x="70" y="108"/>
                    <a:pt x="70" y="108"/>
                    <a:pt x="70" y="108"/>
                  </a:cubicBezTo>
                  <a:cubicBezTo>
                    <a:pt x="69" y="108"/>
                    <a:pt x="69" y="108"/>
                    <a:pt x="69" y="108"/>
                  </a:cubicBezTo>
                  <a:cubicBezTo>
                    <a:pt x="69" y="108"/>
                    <a:pt x="69" y="108"/>
                    <a:pt x="69" y="108"/>
                  </a:cubicBezTo>
                  <a:cubicBezTo>
                    <a:pt x="69" y="108"/>
                    <a:pt x="69" y="108"/>
                    <a:pt x="69" y="108"/>
                  </a:cubicBezTo>
                  <a:cubicBezTo>
                    <a:pt x="69" y="108"/>
                    <a:pt x="69" y="108"/>
                    <a:pt x="69" y="108"/>
                  </a:cubicBezTo>
                  <a:cubicBezTo>
                    <a:pt x="68" y="108"/>
                    <a:pt x="68" y="108"/>
                    <a:pt x="68" y="108"/>
                  </a:cubicBezTo>
                  <a:cubicBezTo>
                    <a:pt x="68" y="108"/>
                    <a:pt x="68" y="108"/>
                    <a:pt x="68" y="108"/>
                  </a:cubicBezTo>
                  <a:cubicBezTo>
                    <a:pt x="68" y="108"/>
                    <a:pt x="68" y="108"/>
                    <a:pt x="68" y="108"/>
                  </a:cubicBezTo>
                  <a:cubicBezTo>
                    <a:pt x="67" y="108"/>
                    <a:pt x="67" y="108"/>
                    <a:pt x="67" y="108"/>
                  </a:cubicBezTo>
                  <a:cubicBezTo>
                    <a:pt x="67" y="108"/>
                    <a:pt x="67" y="108"/>
                    <a:pt x="67" y="108"/>
                  </a:cubicBezTo>
                  <a:cubicBezTo>
                    <a:pt x="66" y="108"/>
                    <a:pt x="66" y="108"/>
                    <a:pt x="66" y="108"/>
                  </a:cubicBezTo>
                  <a:cubicBezTo>
                    <a:pt x="66" y="108"/>
                    <a:pt x="66" y="108"/>
                    <a:pt x="66" y="108"/>
                  </a:cubicBezTo>
                  <a:cubicBezTo>
                    <a:pt x="66" y="108"/>
                    <a:pt x="66" y="108"/>
                    <a:pt x="66" y="108"/>
                  </a:cubicBezTo>
                  <a:cubicBezTo>
                    <a:pt x="65" y="108"/>
                    <a:pt x="65" y="108"/>
                    <a:pt x="65" y="108"/>
                  </a:cubicBezTo>
                  <a:cubicBezTo>
                    <a:pt x="65" y="108"/>
                    <a:pt x="65" y="108"/>
                    <a:pt x="65" y="108"/>
                  </a:cubicBezTo>
                  <a:cubicBezTo>
                    <a:pt x="64" y="108"/>
                    <a:pt x="64" y="108"/>
                    <a:pt x="64" y="108"/>
                  </a:cubicBezTo>
                  <a:cubicBezTo>
                    <a:pt x="64" y="108"/>
                    <a:pt x="64" y="108"/>
                    <a:pt x="64" y="108"/>
                  </a:cubicBezTo>
                  <a:cubicBezTo>
                    <a:pt x="63" y="108"/>
                    <a:pt x="63" y="108"/>
                    <a:pt x="63" y="108"/>
                  </a:cubicBezTo>
                  <a:cubicBezTo>
                    <a:pt x="63" y="108"/>
                    <a:pt x="63" y="108"/>
                    <a:pt x="63" y="108"/>
                  </a:cubicBezTo>
                  <a:cubicBezTo>
                    <a:pt x="62" y="108"/>
                    <a:pt x="62" y="107"/>
                    <a:pt x="62" y="107"/>
                  </a:cubicBezTo>
                  <a:cubicBezTo>
                    <a:pt x="62" y="107"/>
                    <a:pt x="62" y="107"/>
                    <a:pt x="62" y="107"/>
                  </a:cubicBezTo>
                  <a:cubicBezTo>
                    <a:pt x="61" y="107"/>
                    <a:pt x="61" y="107"/>
                    <a:pt x="61" y="107"/>
                  </a:cubicBezTo>
                  <a:cubicBezTo>
                    <a:pt x="61" y="107"/>
                    <a:pt x="61" y="107"/>
                    <a:pt x="61" y="107"/>
                  </a:cubicBezTo>
                  <a:cubicBezTo>
                    <a:pt x="61" y="107"/>
                    <a:pt x="61" y="107"/>
                    <a:pt x="61" y="107"/>
                  </a:cubicBezTo>
                  <a:cubicBezTo>
                    <a:pt x="60" y="107"/>
                    <a:pt x="60" y="107"/>
                    <a:pt x="60" y="107"/>
                  </a:cubicBezTo>
                  <a:cubicBezTo>
                    <a:pt x="60" y="107"/>
                    <a:pt x="60" y="107"/>
                    <a:pt x="60" y="107"/>
                  </a:cubicBezTo>
                  <a:cubicBezTo>
                    <a:pt x="60" y="107"/>
                    <a:pt x="60" y="107"/>
                    <a:pt x="60" y="107"/>
                  </a:cubicBezTo>
                  <a:cubicBezTo>
                    <a:pt x="60" y="107"/>
                    <a:pt x="60"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9" y="107"/>
                    <a:pt x="59" y="107"/>
                    <a:pt x="59" y="107"/>
                  </a:cubicBezTo>
                  <a:cubicBezTo>
                    <a:pt x="58" y="107"/>
                    <a:pt x="58" y="107"/>
                    <a:pt x="58" y="107"/>
                  </a:cubicBezTo>
                  <a:cubicBezTo>
                    <a:pt x="58" y="106"/>
                    <a:pt x="58" y="106"/>
                    <a:pt x="58" y="106"/>
                  </a:cubicBezTo>
                  <a:cubicBezTo>
                    <a:pt x="58" y="106"/>
                    <a:pt x="58" y="106"/>
                    <a:pt x="58" y="106"/>
                  </a:cubicBezTo>
                  <a:cubicBezTo>
                    <a:pt x="57" y="106"/>
                    <a:pt x="57" y="106"/>
                    <a:pt x="57" y="106"/>
                  </a:cubicBezTo>
                  <a:cubicBezTo>
                    <a:pt x="57" y="106"/>
                    <a:pt x="57" y="106"/>
                    <a:pt x="57" y="106"/>
                  </a:cubicBezTo>
                  <a:cubicBezTo>
                    <a:pt x="57" y="106"/>
                    <a:pt x="57" y="106"/>
                    <a:pt x="57" y="106"/>
                  </a:cubicBezTo>
                  <a:cubicBezTo>
                    <a:pt x="57" y="106"/>
                    <a:pt x="57" y="106"/>
                    <a:pt x="57" y="106"/>
                  </a:cubicBezTo>
                  <a:cubicBezTo>
                    <a:pt x="56" y="106"/>
                    <a:pt x="56" y="106"/>
                    <a:pt x="56" y="106"/>
                  </a:cubicBezTo>
                  <a:cubicBezTo>
                    <a:pt x="54" y="105"/>
                    <a:pt x="51" y="104"/>
                    <a:pt x="49" y="103"/>
                  </a:cubicBezTo>
                  <a:cubicBezTo>
                    <a:pt x="48" y="102"/>
                    <a:pt x="48" y="102"/>
                    <a:pt x="47" y="102"/>
                  </a:cubicBezTo>
                  <a:cubicBezTo>
                    <a:pt x="47" y="102"/>
                    <a:pt x="47" y="102"/>
                    <a:pt x="47" y="102"/>
                  </a:cubicBezTo>
                  <a:cubicBezTo>
                    <a:pt x="47" y="102"/>
                    <a:pt x="47" y="102"/>
                    <a:pt x="47" y="102"/>
                  </a:cubicBezTo>
                  <a:cubicBezTo>
                    <a:pt x="47" y="101"/>
                    <a:pt x="47" y="101"/>
                    <a:pt x="47" y="101"/>
                  </a:cubicBezTo>
                  <a:cubicBezTo>
                    <a:pt x="46" y="101"/>
                    <a:pt x="46" y="101"/>
                    <a:pt x="46" y="101"/>
                  </a:cubicBezTo>
                  <a:cubicBezTo>
                    <a:pt x="46" y="101"/>
                    <a:pt x="46" y="101"/>
                    <a:pt x="46" y="101"/>
                  </a:cubicBezTo>
                  <a:cubicBezTo>
                    <a:pt x="43" y="98"/>
                    <a:pt x="39" y="95"/>
                    <a:pt x="37" y="92"/>
                  </a:cubicBezTo>
                  <a:cubicBezTo>
                    <a:pt x="37" y="92"/>
                    <a:pt x="37" y="92"/>
                    <a:pt x="37" y="92"/>
                  </a:cubicBezTo>
                  <a:cubicBezTo>
                    <a:pt x="37" y="91"/>
                    <a:pt x="37" y="91"/>
                    <a:pt x="37" y="91"/>
                  </a:cubicBezTo>
                  <a:cubicBezTo>
                    <a:pt x="36" y="91"/>
                    <a:pt x="36" y="91"/>
                    <a:pt x="36" y="91"/>
                  </a:cubicBezTo>
                  <a:cubicBezTo>
                    <a:pt x="36" y="90"/>
                    <a:pt x="35" y="89"/>
                    <a:pt x="35" y="88"/>
                  </a:cubicBezTo>
                  <a:cubicBezTo>
                    <a:pt x="33" y="85"/>
                    <a:pt x="31" y="82"/>
                    <a:pt x="31" y="79"/>
                  </a:cubicBezTo>
                  <a:cubicBezTo>
                    <a:pt x="31" y="79"/>
                    <a:pt x="31" y="79"/>
                    <a:pt x="31" y="79"/>
                  </a:cubicBezTo>
                  <a:cubicBezTo>
                    <a:pt x="31" y="79"/>
                    <a:pt x="31" y="79"/>
                    <a:pt x="31" y="79"/>
                  </a:cubicBezTo>
                  <a:cubicBezTo>
                    <a:pt x="31" y="79"/>
                    <a:pt x="31" y="79"/>
                    <a:pt x="31" y="79"/>
                  </a:cubicBezTo>
                  <a:cubicBezTo>
                    <a:pt x="30" y="77"/>
                    <a:pt x="30" y="75"/>
                    <a:pt x="29" y="72"/>
                  </a:cubicBezTo>
                  <a:cubicBezTo>
                    <a:pt x="29" y="72"/>
                    <a:pt x="29" y="72"/>
                    <a:pt x="29" y="72"/>
                  </a:cubicBezTo>
                  <a:cubicBezTo>
                    <a:pt x="29" y="72"/>
                    <a:pt x="29" y="72"/>
                    <a:pt x="29" y="72"/>
                  </a:cubicBezTo>
                  <a:cubicBezTo>
                    <a:pt x="29" y="71"/>
                    <a:pt x="29" y="71"/>
                    <a:pt x="29" y="71"/>
                  </a:cubicBezTo>
                  <a:cubicBezTo>
                    <a:pt x="29" y="71"/>
                    <a:pt x="29" y="71"/>
                    <a:pt x="29" y="71"/>
                  </a:cubicBezTo>
                  <a:cubicBezTo>
                    <a:pt x="29" y="71"/>
                    <a:pt x="29" y="71"/>
                    <a:pt x="29" y="71"/>
                  </a:cubicBezTo>
                  <a:cubicBezTo>
                    <a:pt x="29" y="71"/>
                    <a:pt x="29" y="71"/>
                    <a:pt x="29" y="70"/>
                  </a:cubicBezTo>
                  <a:cubicBezTo>
                    <a:pt x="29" y="70"/>
                    <a:pt x="29" y="70"/>
                    <a:pt x="29" y="70"/>
                  </a:cubicBezTo>
                  <a:cubicBezTo>
                    <a:pt x="29" y="70"/>
                    <a:pt x="29" y="70"/>
                    <a:pt x="29" y="70"/>
                  </a:cubicBezTo>
                  <a:cubicBezTo>
                    <a:pt x="29" y="70"/>
                    <a:pt x="29" y="70"/>
                    <a:pt x="29" y="70"/>
                  </a:cubicBezTo>
                  <a:cubicBezTo>
                    <a:pt x="29" y="70"/>
                    <a:pt x="29" y="70"/>
                    <a:pt x="29" y="70"/>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9"/>
                    <a:pt x="29" y="69"/>
                    <a:pt x="29" y="69"/>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8"/>
                    <a:pt x="29" y="68"/>
                    <a:pt x="29" y="68"/>
                  </a:cubicBezTo>
                  <a:cubicBezTo>
                    <a:pt x="29" y="67"/>
                    <a:pt x="29" y="67"/>
                    <a:pt x="29" y="67"/>
                  </a:cubicBezTo>
                  <a:cubicBezTo>
                    <a:pt x="29" y="67"/>
                    <a:pt x="29" y="67"/>
                    <a:pt x="29" y="67"/>
                  </a:cubicBezTo>
                  <a:cubicBezTo>
                    <a:pt x="29" y="67"/>
                    <a:pt x="29" y="67"/>
                    <a:pt x="29" y="67"/>
                  </a:cubicBezTo>
                  <a:cubicBezTo>
                    <a:pt x="29" y="67"/>
                    <a:pt x="29" y="67"/>
                    <a:pt x="29" y="67"/>
                  </a:cubicBezTo>
                  <a:cubicBezTo>
                    <a:pt x="29" y="67"/>
                    <a:pt x="29" y="67"/>
                    <a:pt x="29" y="67"/>
                  </a:cubicBezTo>
                  <a:cubicBezTo>
                    <a:pt x="29" y="67"/>
                    <a:pt x="29" y="67"/>
                    <a:pt x="29" y="67"/>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6"/>
                    <a:pt x="29" y="66"/>
                    <a:pt x="29" y="66"/>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9" y="64"/>
                    <a:pt x="29" y="64"/>
                    <a:pt x="29" y="64"/>
                  </a:cubicBezTo>
                  <a:cubicBezTo>
                    <a:pt x="29" y="64"/>
                    <a:pt x="29" y="64"/>
                    <a:pt x="29" y="64"/>
                  </a:cubicBezTo>
                  <a:cubicBezTo>
                    <a:pt x="30" y="64"/>
                    <a:pt x="30" y="64"/>
                    <a:pt x="30" y="64"/>
                  </a:cubicBezTo>
                  <a:cubicBezTo>
                    <a:pt x="30" y="64"/>
                    <a:pt x="30" y="64"/>
                    <a:pt x="30" y="64"/>
                  </a:cubicBezTo>
                  <a:cubicBezTo>
                    <a:pt x="30" y="64"/>
                    <a:pt x="30" y="64"/>
                    <a:pt x="30" y="64"/>
                  </a:cubicBezTo>
                  <a:cubicBezTo>
                    <a:pt x="30" y="64"/>
                    <a:pt x="30" y="64"/>
                    <a:pt x="30" y="64"/>
                  </a:cubicBezTo>
                  <a:cubicBezTo>
                    <a:pt x="30" y="64"/>
                    <a:pt x="30" y="64"/>
                    <a:pt x="30" y="64"/>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3"/>
                    <a:pt x="30" y="63"/>
                    <a:pt x="30" y="63"/>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2"/>
                    <a:pt x="30" y="62"/>
                    <a:pt x="30" y="62"/>
                  </a:cubicBezTo>
                  <a:cubicBezTo>
                    <a:pt x="30" y="61"/>
                    <a:pt x="30" y="61"/>
                    <a:pt x="30" y="61"/>
                  </a:cubicBezTo>
                  <a:cubicBezTo>
                    <a:pt x="30" y="61"/>
                    <a:pt x="30" y="61"/>
                    <a:pt x="30" y="61"/>
                  </a:cubicBezTo>
                  <a:cubicBezTo>
                    <a:pt x="30" y="61"/>
                    <a:pt x="30" y="61"/>
                    <a:pt x="30" y="61"/>
                  </a:cubicBezTo>
                  <a:cubicBezTo>
                    <a:pt x="30" y="61"/>
                    <a:pt x="30" y="61"/>
                    <a:pt x="30" y="61"/>
                  </a:cubicBezTo>
                  <a:cubicBezTo>
                    <a:pt x="30" y="61"/>
                    <a:pt x="30" y="61"/>
                    <a:pt x="30" y="61"/>
                  </a:cubicBezTo>
                  <a:cubicBezTo>
                    <a:pt x="30" y="61"/>
                    <a:pt x="30" y="61"/>
                    <a:pt x="30" y="61"/>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60"/>
                    <a:pt x="30" y="60"/>
                    <a:pt x="30" y="60"/>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0" y="59"/>
                    <a:pt x="30" y="59"/>
                    <a:pt x="30" y="59"/>
                  </a:cubicBezTo>
                  <a:cubicBezTo>
                    <a:pt x="31" y="59"/>
                    <a:pt x="31" y="59"/>
                    <a:pt x="31" y="59"/>
                  </a:cubicBezTo>
                  <a:cubicBezTo>
                    <a:pt x="31" y="59"/>
                    <a:pt x="31" y="59"/>
                    <a:pt x="31" y="59"/>
                  </a:cubicBezTo>
                  <a:cubicBezTo>
                    <a:pt x="31" y="58"/>
                    <a:pt x="31" y="58"/>
                    <a:pt x="31" y="58"/>
                  </a:cubicBezTo>
                  <a:cubicBezTo>
                    <a:pt x="31" y="58"/>
                    <a:pt x="31" y="58"/>
                    <a:pt x="31" y="58"/>
                  </a:cubicBezTo>
                  <a:cubicBezTo>
                    <a:pt x="31" y="58"/>
                    <a:pt x="31" y="58"/>
                    <a:pt x="31" y="58"/>
                  </a:cubicBezTo>
                  <a:cubicBezTo>
                    <a:pt x="31" y="58"/>
                    <a:pt x="31" y="58"/>
                    <a:pt x="31" y="58"/>
                  </a:cubicBezTo>
                  <a:cubicBezTo>
                    <a:pt x="32" y="55"/>
                    <a:pt x="33" y="52"/>
                    <a:pt x="35" y="49"/>
                  </a:cubicBezTo>
                  <a:cubicBezTo>
                    <a:pt x="35" y="48"/>
                    <a:pt x="36" y="47"/>
                    <a:pt x="36" y="46"/>
                  </a:cubicBezTo>
                  <a:cubicBezTo>
                    <a:pt x="36" y="46"/>
                    <a:pt x="36" y="46"/>
                    <a:pt x="36" y="46"/>
                  </a:cubicBezTo>
                  <a:cubicBezTo>
                    <a:pt x="36" y="46"/>
                    <a:pt x="36" y="46"/>
                    <a:pt x="36" y="46"/>
                  </a:cubicBezTo>
                  <a:cubicBezTo>
                    <a:pt x="36" y="46"/>
                    <a:pt x="36" y="46"/>
                    <a:pt x="36" y="46"/>
                  </a:cubicBezTo>
                  <a:cubicBezTo>
                    <a:pt x="36" y="46"/>
                    <a:pt x="36" y="46"/>
                    <a:pt x="36" y="46"/>
                  </a:cubicBezTo>
                  <a:cubicBezTo>
                    <a:pt x="37" y="46"/>
                    <a:pt x="37" y="46"/>
                    <a:pt x="37" y="46"/>
                  </a:cubicBezTo>
                  <a:cubicBezTo>
                    <a:pt x="39" y="42"/>
                    <a:pt x="42" y="39"/>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7" y="36"/>
                    <a:pt x="47" y="36"/>
                    <a:pt x="47" y="36"/>
                  </a:cubicBezTo>
                  <a:cubicBezTo>
                    <a:pt x="47" y="36"/>
                    <a:pt x="47" y="36"/>
                    <a:pt x="47" y="36"/>
                  </a:cubicBezTo>
                  <a:cubicBezTo>
                    <a:pt x="47" y="36"/>
                    <a:pt x="47" y="36"/>
                    <a:pt x="47" y="36"/>
                  </a:cubicBezTo>
                  <a:cubicBezTo>
                    <a:pt x="47" y="35"/>
                    <a:pt x="48" y="35"/>
                    <a:pt x="49" y="34"/>
                  </a:cubicBezTo>
                  <a:cubicBezTo>
                    <a:pt x="52" y="33"/>
                    <a:pt x="55" y="31"/>
                    <a:pt x="59" y="30"/>
                  </a:cubicBezTo>
                  <a:cubicBezTo>
                    <a:pt x="59" y="30"/>
                    <a:pt x="59" y="30"/>
                    <a:pt x="59" y="30"/>
                  </a:cubicBezTo>
                  <a:cubicBezTo>
                    <a:pt x="59" y="30"/>
                    <a:pt x="59" y="30"/>
                    <a:pt x="59" y="30"/>
                  </a:cubicBezTo>
                  <a:cubicBezTo>
                    <a:pt x="59" y="30"/>
                    <a:pt x="59" y="30"/>
                    <a:pt x="59" y="30"/>
                  </a:cubicBezTo>
                  <a:cubicBezTo>
                    <a:pt x="60" y="30"/>
                    <a:pt x="61" y="30"/>
                    <a:pt x="62" y="30"/>
                  </a:cubicBezTo>
                  <a:cubicBezTo>
                    <a:pt x="62" y="30"/>
                    <a:pt x="62" y="30"/>
                    <a:pt x="62" y="30"/>
                  </a:cubicBezTo>
                  <a:cubicBezTo>
                    <a:pt x="63" y="29"/>
                    <a:pt x="63" y="29"/>
                    <a:pt x="63" y="29"/>
                  </a:cubicBezTo>
                  <a:cubicBezTo>
                    <a:pt x="63" y="29"/>
                    <a:pt x="63" y="29"/>
                    <a:pt x="63" y="29"/>
                  </a:cubicBezTo>
                  <a:cubicBezTo>
                    <a:pt x="64" y="29"/>
                    <a:pt x="64" y="29"/>
                    <a:pt x="64" y="29"/>
                  </a:cubicBezTo>
                  <a:cubicBezTo>
                    <a:pt x="64" y="29"/>
                    <a:pt x="64" y="29"/>
                    <a:pt x="64" y="29"/>
                  </a:cubicBezTo>
                  <a:cubicBezTo>
                    <a:pt x="64" y="29"/>
                    <a:pt x="64" y="29"/>
                    <a:pt x="64" y="29"/>
                  </a:cubicBezTo>
                  <a:cubicBezTo>
                    <a:pt x="64" y="29"/>
                    <a:pt x="64" y="29"/>
                    <a:pt x="64" y="29"/>
                  </a:cubicBezTo>
                  <a:cubicBezTo>
                    <a:pt x="64" y="29"/>
                    <a:pt x="64" y="29"/>
                    <a:pt x="64" y="29"/>
                  </a:cubicBezTo>
                  <a:cubicBezTo>
                    <a:pt x="64" y="29"/>
                    <a:pt x="64" y="29"/>
                    <a:pt x="64" y="29"/>
                  </a:cubicBezTo>
                  <a:cubicBezTo>
                    <a:pt x="65" y="29"/>
                    <a:pt x="65" y="29"/>
                    <a:pt x="65" y="29"/>
                  </a:cubicBezTo>
                  <a:cubicBezTo>
                    <a:pt x="65" y="29"/>
                    <a:pt x="65" y="29"/>
                    <a:pt x="65" y="29"/>
                  </a:cubicBezTo>
                  <a:cubicBezTo>
                    <a:pt x="65" y="29"/>
                    <a:pt x="65" y="29"/>
                    <a:pt x="65" y="29"/>
                  </a:cubicBezTo>
                  <a:cubicBezTo>
                    <a:pt x="65" y="29"/>
                    <a:pt x="65" y="29"/>
                    <a:pt x="65" y="29"/>
                  </a:cubicBezTo>
                  <a:cubicBezTo>
                    <a:pt x="65" y="29"/>
                    <a:pt x="65" y="29"/>
                    <a:pt x="65" y="29"/>
                  </a:cubicBezTo>
                  <a:cubicBezTo>
                    <a:pt x="65" y="29"/>
                    <a:pt x="65" y="29"/>
                    <a:pt x="65"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6" y="29"/>
                    <a:pt x="66" y="29"/>
                    <a:pt x="66" y="29"/>
                  </a:cubicBezTo>
                  <a:cubicBezTo>
                    <a:pt x="67" y="29"/>
                    <a:pt x="67" y="29"/>
                    <a:pt x="67" y="29"/>
                  </a:cubicBezTo>
                  <a:cubicBezTo>
                    <a:pt x="67" y="29"/>
                    <a:pt x="67" y="29"/>
                    <a:pt x="67" y="29"/>
                  </a:cubicBezTo>
                  <a:cubicBezTo>
                    <a:pt x="67" y="29"/>
                    <a:pt x="67" y="29"/>
                    <a:pt x="67" y="29"/>
                  </a:cubicBezTo>
                  <a:cubicBezTo>
                    <a:pt x="67" y="29"/>
                    <a:pt x="67" y="29"/>
                    <a:pt x="67" y="29"/>
                  </a:cubicBezTo>
                  <a:cubicBezTo>
                    <a:pt x="67" y="29"/>
                    <a:pt x="67" y="29"/>
                    <a:pt x="67" y="29"/>
                  </a:cubicBezTo>
                  <a:cubicBezTo>
                    <a:pt x="67" y="29"/>
                    <a:pt x="67" y="29"/>
                    <a:pt x="67" y="29"/>
                  </a:cubicBezTo>
                  <a:cubicBezTo>
                    <a:pt x="68" y="29"/>
                    <a:pt x="68" y="29"/>
                    <a:pt x="68" y="29"/>
                  </a:cubicBezTo>
                  <a:cubicBezTo>
                    <a:pt x="68" y="29"/>
                    <a:pt x="68" y="29"/>
                    <a:pt x="68" y="29"/>
                  </a:cubicBezTo>
                  <a:cubicBezTo>
                    <a:pt x="68" y="29"/>
                    <a:pt x="68" y="29"/>
                    <a:pt x="68" y="29"/>
                  </a:cubicBezTo>
                  <a:cubicBezTo>
                    <a:pt x="68" y="29"/>
                    <a:pt x="68" y="29"/>
                    <a:pt x="68" y="29"/>
                  </a:cubicBezTo>
                  <a:cubicBezTo>
                    <a:pt x="68" y="29"/>
                    <a:pt x="68" y="29"/>
                    <a:pt x="68" y="29"/>
                  </a:cubicBezTo>
                  <a:cubicBezTo>
                    <a:pt x="69" y="29"/>
                    <a:pt x="69" y="29"/>
                    <a:pt x="69" y="29"/>
                  </a:cubicBezTo>
                  <a:cubicBezTo>
                    <a:pt x="69" y="29"/>
                    <a:pt x="69" y="29"/>
                    <a:pt x="70" y="29"/>
                  </a:cubicBezTo>
                  <a:cubicBezTo>
                    <a:pt x="70" y="29"/>
                    <a:pt x="70" y="29"/>
                    <a:pt x="70" y="29"/>
                  </a:cubicBezTo>
                  <a:cubicBezTo>
                    <a:pt x="70" y="29"/>
                    <a:pt x="70" y="29"/>
                    <a:pt x="70" y="29"/>
                  </a:cubicBezTo>
                  <a:cubicBezTo>
                    <a:pt x="70" y="29"/>
                    <a:pt x="70" y="29"/>
                    <a:pt x="71" y="29"/>
                  </a:cubicBezTo>
                  <a:cubicBezTo>
                    <a:pt x="71" y="29"/>
                    <a:pt x="71" y="29"/>
                    <a:pt x="71" y="29"/>
                  </a:cubicBezTo>
                  <a:cubicBezTo>
                    <a:pt x="71" y="29"/>
                    <a:pt x="71" y="29"/>
                    <a:pt x="72" y="29"/>
                  </a:cubicBezTo>
                  <a:cubicBezTo>
                    <a:pt x="72" y="29"/>
                    <a:pt x="72" y="29"/>
                    <a:pt x="72" y="29"/>
                  </a:cubicBezTo>
                  <a:cubicBezTo>
                    <a:pt x="72" y="29"/>
                    <a:pt x="72" y="29"/>
                    <a:pt x="72" y="29"/>
                  </a:cubicBezTo>
                  <a:cubicBezTo>
                    <a:pt x="72" y="29"/>
                    <a:pt x="72" y="29"/>
                    <a:pt x="73" y="29"/>
                  </a:cubicBezTo>
                  <a:cubicBezTo>
                    <a:pt x="73" y="29"/>
                    <a:pt x="73" y="29"/>
                    <a:pt x="73" y="29"/>
                  </a:cubicBezTo>
                  <a:cubicBezTo>
                    <a:pt x="73" y="29"/>
                    <a:pt x="73" y="29"/>
                    <a:pt x="74" y="29"/>
                  </a:cubicBezTo>
                  <a:cubicBezTo>
                    <a:pt x="74" y="29"/>
                    <a:pt x="74" y="29"/>
                    <a:pt x="74" y="29"/>
                  </a:cubicBezTo>
                  <a:cubicBezTo>
                    <a:pt x="75" y="29"/>
                    <a:pt x="75" y="29"/>
                    <a:pt x="75" y="29"/>
                  </a:cubicBezTo>
                  <a:cubicBezTo>
                    <a:pt x="75" y="30"/>
                    <a:pt x="75" y="30"/>
                    <a:pt x="75" y="30"/>
                  </a:cubicBezTo>
                  <a:cubicBezTo>
                    <a:pt x="75" y="30"/>
                    <a:pt x="75" y="30"/>
                    <a:pt x="76" y="30"/>
                  </a:cubicBezTo>
                  <a:cubicBezTo>
                    <a:pt x="76" y="30"/>
                    <a:pt x="76" y="30"/>
                    <a:pt x="76" y="30"/>
                  </a:cubicBezTo>
                  <a:cubicBezTo>
                    <a:pt x="76" y="30"/>
                    <a:pt x="76" y="30"/>
                    <a:pt x="76" y="30"/>
                  </a:cubicBezTo>
                  <a:cubicBezTo>
                    <a:pt x="76" y="30"/>
                    <a:pt x="76" y="30"/>
                    <a:pt x="76" y="30"/>
                  </a:cubicBezTo>
                  <a:cubicBezTo>
                    <a:pt x="77" y="30"/>
                    <a:pt x="77" y="30"/>
                    <a:pt x="77" y="30"/>
                  </a:cubicBezTo>
                  <a:cubicBezTo>
                    <a:pt x="77" y="30"/>
                    <a:pt x="77" y="30"/>
                    <a:pt x="77" y="30"/>
                  </a:cubicBezTo>
                  <a:cubicBezTo>
                    <a:pt x="77" y="30"/>
                    <a:pt x="77" y="30"/>
                    <a:pt x="77" y="30"/>
                  </a:cubicBezTo>
                  <a:cubicBezTo>
                    <a:pt x="77" y="30"/>
                    <a:pt x="77" y="30"/>
                    <a:pt x="77" y="30"/>
                  </a:cubicBezTo>
                  <a:cubicBezTo>
                    <a:pt x="78" y="30"/>
                    <a:pt x="78" y="30"/>
                    <a:pt x="78" y="30"/>
                  </a:cubicBezTo>
                  <a:cubicBezTo>
                    <a:pt x="78" y="30"/>
                    <a:pt x="78" y="30"/>
                    <a:pt x="78" y="30"/>
                  </a:cubicBezTo>
                  <a:cubicBezTo>
                    <a:pt x="78" y="30"/>
                    <a:pt x="78" y="30"/>
                    <a:pt x="78" y="30"/>
                  </a:cubicBezTo>
                  <a:cubicBezTo>
                    <a:pt x="79" y="30"/>
                    <a:pt x="79" y="30"/>
                    <a:pt x="79" y="30"/>
                  </a:cubicBezTo>
                  <a:cubicBezTo>
                    <a:pt x="79" y="30"/>
                    <a:pt x="79" y="30"/>
                    <a:pt x="79" y="30"/>
                  </a:cubicBezTo>
                  <a:cubicBezTo>
                    <a:pt x="79" y="30"/>
                    <a:pt x="79" y="30"/>
                    <a:pt x="79" y="30"/>
                  </a:cubicBezTo>
                  <a:cubicBezTo>
                    <a:pt x="79" y="30"/>
                    <a:pt x="79" y="30"/>
                    <a:pt x="79" y="30"/>
                  </a:cubicBezTo>
                  <a:cubicBezTo>
                    <a:pt x="80" y="31"/>
                    <a:pt x="80" y="31"/>
                    <a:pt x="80" y="31"/>
                  </a:cubicBezTo>
                  <a:cubicBezTo>
                    <a:pt x="80" y="31"/>
                    <a:pt x="80" y="31"/>
                    <a:pt x="80" y="31"/>
                  </a:cubicBezTo>
                  <a:cubicBezTo>
                    <a:pt x="80" y="31"/>
                    <a:pt x="80" y="31"/>
                    <a:pt x="80" y="31"/>
                  </a:cubicBezTo>
                  <a:cubicBezTo>
                    <a:pt x="80" y="31"/>
                    <a:pt x="80" y="31"/>
                    <a:pt x="80" y="31"/>
                  </a:cubicBezTo>
                  <a:cubicBezTo>
                    <a:pt x="81" y="31"/>
                    <a:pt x="81" y="31"/>
                    <a:pt x="81" y="31"/>
                  </a:cubicBezTo>
                  <a:cubicBezTo>
                    <a:pt x="81" y="31"/>
                    <a:pt x="81" y="31"/>
                    <a:pt x="81" y="31"/>
                  </a:cubicBezTo>
                  <a:cubicBezTo>
                    <a:pt x="81" y="31"/>
                    <a:pt x="81" y="31"/>
                    <a:pt x="81" y="31"/>
                  </a:cubicBezTo>
                  <a:cubicBezTo>
                    <a:pt x="81" y="31"/>
                    <a:pt x="81" y="31"/>
                    <a:pt x="81" y="31"/>
                  </a:cubicBezTo>
                  <a:cubicBezTo>
                    <a:pt x="84" y="32"/>
                    <a:pt x="86" y="33"/>
                    <a:pt x="88" y="34"/>
                  </a:cubicBezTo>
                  <a:cubicBezTo>
                    <a:pt x="89" y="35"/>
                    <a:pt x="90" y="35"/>
                    <a:pt x="90" y="35"/>
                  </a:cubicBezTo>
                  <a:cubicBezTo>
                    <a:pt x="90" y="35"/>
                    <a:pt x="90" y="35"/>
                    <a:pt x="90" y="35"/>
                  </a:cubicBezTo>
                  <a:cubicBezTo>
                    <a:pt x="90" y="36"/>
                    <a:pt x="90" y="36"/>
                    <a:pt x="90" y="36"/>
                  </a:cubicBezTo>
                  <a:cubicBezTo>
                    <a:pt x="91" y="36"/>
                    <a:pt x="91" y="36"/>
                    <a:pt x="91" y="36"/>
                  </a:cubicBezTo>
                  <a:cubicBezTo>
                    <a:pt x="91" y="36"/>
                    <a:pt x="91" y="36"/>
                    <a:pt x="91" y="36"/>
                  </a:cubicBezTo>
                  <a:cubicBezTo>
                    <a:pt x="91" y="36"/>
                    <a:pt x="91" y="36"/>
                    <a:pt x="91" y="36"/>
                  </a:cubicBezTo>
                  <a:cubicBezTo>
                    <a:pt x="95" y="39"/>
                    <a:pt x="98" y="42"/>
                    <a:pt x="101" y="45"/>
                  </a:cubicBezTo>
                  <a:cubicBezTo>
                    <a:pt x="101" y="45"/>
                    <a:pt x="101" y="45"/>
                    <a:pt x="101" y="45"/>
                  </a:cubicBezTo>
                  <a:cubicBezTo>
                    <a:pt x="101" y="46"/>
                    <a:pt x="101" y="46"/>
                    <a:pt x="101" y="46"/>
                  </a:cubicBezTo>
                  <a:cubicBezTo>
                    <a:pt x="101" y="46"/>
                    <a:pt x="101" y="46"/>
                    <a:pt x="101" y="46"/>
                  </a:cubicBezTo>
                  <a:cubicBezTo>
                    <a:pt x="101" y="46"/>
                    <a:pt x="101" y="46"/>
                    <a:pt x="101" y="46"/>
                  </a:cubicBezTo>
                  <a:cubicBezTo>
                    <a:pt x="102" y="47"/>
                    <a:pt x="102" y="48"/>
                    <a:pt x="103" y="49"/>
                  </a:cubicBezTo>
                  <a:cubicBezTo>
                    <a:pt x="105" y="52"/>
                    <a:pt x="106" y="55"/>
                    <a:pt x="107" y="58"/>
                  </a:cubicBezTo>
                  <a:cubicBezTo>
                    <a:pt x="107" y="58"/>
                    <a:pt x="107" y="58"/>
                    <a:pt x="107" y="58"/>
                  </a:cubicBezTo>
                  <a:cubicBezTo>
                    <a:pt x="107" y="60"/>
                    <a:pt x="108" y="62"/>
                    <a:pt x="108" y="65"/>
                  </a:cubicBezTo>
                  <a:cubicBezTo>
                    <a:pt x="108" y="65"/>
                    <a:pt x="108" y="65"/>
                    <a:pt x="108" y="65"/>
                  </a:cubicBezTo>
                  <a:cubicBezTo>
                    <a:pt x="108" y="66"/>
                    <a:pt x="108" y="66"/>
                    <a:pt x="108" y="66"/>
                  </a:cubicBezTo>
                  <a:cubicBezTo>
                    <a:pt x="108" y="66"/>
                    <a:pt x="108" y="66"/>
                    <a:pt x="108" y="66"/>
                  </a:cubicBezTo>
                  <a:cubicBezTo>
                    <a:pt x="108" y="66"/>
                    <a:pt x="108" y="66"/>
                    <a:pt x="108" y="67"/>
                  </a:cubicBezTo>
                  <a:cubicBezTo>
                    <a:pt x="108" y="67"/>
                    <a:pt x="108" y="67"/>
                    <a:pt x="108" y="67"/>
                  </a:cubicBezTo>
                  <a:cubicBezTo>
                    <a:pt x="108" y="67"/>
                    <a:pt x="108" y="67"/>
                    <a:pt x="108" y="67"/>
                  </a:cubicBezTo>
                  <a:cubicBezTo>
                    <a:pt x="108" y="67"/>
                    <a:pt x="108" y="67"/>
                    <a:pt x="108" y="67"/>
                  </a:cubicBezTo>
                  <a:cubicBezTo>
                    <a:pt x="108" y="68"/>
                    <a:pt x="108" y="68"/>
                    <a:pt x="108" y="68"/>
                  </a:cubicBezTo>
                  <a:cubicBezTo>
                    <a:pt x="108" y="68"/>
                    <a:pt x="108" y="68"/>
                    <a:pt x="108" y="68"/>
                  </a:cubicBezTo>
                  <a:cubicBezTo>
                    <a:pt x="108" y="68"/>
                    <a:pt x="108" y="68"/>
                    <a:pt x="108" y="68"/>
                  </a:cubicBezTo>
                  <a:cubicBezTo>
                    <a:pt x="108" y="68"/>
                    <a:pt x="108" y="68"/>
                    <a:pt x="108" y="68"/>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3" name="Google Shape;803;p60"/>
            <p:cNvSpPr/>
            <p:nvPr/>
          </p:nvSpPr>
          <p:spPr>
            <a:xfrm>
              <a:off x="4591050" y="1247775"/>
              <a:ext cx="169863" cy="169863"/>
            </a:xfrm>
            <a:custGeom>
              <a:avLst/>
              <a:gdLst/>
              <a:ahLst/>
              <a:cxnLst/>
              <a:rect l="l" t="t" r="r" b="b"/>
              <a:pathLst>
                <a:path w="45" h="45" extrusionOk="0">
                  <a:moveTo>
                    <a:pt x="0" y="27"/>
                  </a:moveTo>
                  <a:cubicBezTo>
                    <a:pt x="0" y="27"/>
                    <a:pt x="0" y="28"/>
                    <a:pt x="0" y="29"/>
                  </a:cubicBezTo>
                  <a:cubicBezTo>
                    <a:pt x="6" y="28"/>
                    <a:pt x="6" y="28"/>
                    <a:pt x="6" y="28"/>
                  </a:cubicBezTo>
                  <a:cubicBezTo>
                    <a:pt x="6" y="28"/>
                    <a:pt x="6" y="29"/>
                    <a:pt x="6" y="29"/>
                  </a:cubicBezTo>
                  <a:cubicBezTo>
                    <a:pt x="2" y="32"/>
                    <a:pt x="2" y="32"/>
                    <a:pt x="2" y="32"/>
                  </a:cubicBezTo>
                  <a:cubicBezTo>
                    <a:pt x="2" y="33"/>
                    <a:pt x="2" y="33"/>
                    <a:pt x="3" y="34"/>
                  </a:cubicBezTo>
                  <a:cubicBezTo>
                    <a:pt x="3" y="35"/>
                    <a:pt x="3" y="35"/>
                    <a:pt x="4" y="36"/>
                  </a:cubicBezTo>
                  <a:cubicBezTo>
                    <a:pt x="9" y="33"/>
                    <a:pt x="9" y="33"/>
                    <a:pt x="9" y="33"/>
                  </a:cubicBezTo>
                  <a:cubicBezTo>
                    <a:pt x="9" y="33"/>
                    <a:pt x="9" y="34"/>
                    <a:pt x="10" y="34"/>
                  </a:cubicBezTo>
                  <a:cubicBezTo>
                    <a:pt x="6" y="39"/>
                    <a:pt x="6" y="39"/>
                    <a:pt x="6" y="39"/>
                  </a:cubicBezTo>
                  <a:cubicBezTo>
                    <a:pt x="7" y="39"/>
                    <a:pt x="7" y="40"/>
                    <a:pt x="8" y="40"/>
                  </a:cubicBezTo>
                  <a:cubicBezTo>
                    <a:pt x="8" y="41"/>
                    <a:pt x="9" y="41"/>
                    <a:pt x="9" y="41"/>
                  </a:cubicBezTo>
                  <a:cubicBezTo>
                    <a:pt x="13" y="37"/>
                    <a:pt x="13" y="37"/>
                    <a:pt x="13" y="37"/>
                  </a:cubicBezTo>
                  <a:cubicBezTo>
                    <a:pt x="13" y="37"/>
                    <a:pt x="14" y="38"/>
                    <a:pt x="14" y="38"/>
                  </a:cubicBezTo>
                  <a:cubicBezTo>
                    <a:pt x="12" y="43"/>
                    <a:pt x="12" y="43"/>
                    <a:pt x="12" y="43"/>
                  </a:cubicBezTo>
                  <a:cubicBezTo>
                    <a:pt x="13" y="43"/>
                    <a:pt x="14" y="44"/>
                    <a:pt x="14" y="44"/>
                  </a:cubicBezTo>
                  <a:cubicBezTo>
                    <a:pt x="15" y="44"/>
                    <a:pt x="16" y="44"/>
                    <a:pt x="17" y="45"/>
                  </a:cubicBezTo>
                  <a:cubicBezTo>
                    <a:pt x="18" y="39"/>
                    <a:pt x="18" y="39"/>
                    <a:pt x="18" y="39"/>
                  </a:cubicBezTo>
                  <a:cubicBezTo>
                    <a:pt x="19" y="40"/>
                    <a:pt x="20" y="40"/>
                    <a:pt x="20" y="40"/>
                  </a:cubicBezTo>
                  <a:cubicBezTo>
                    <a:pt x="20" y="45"/>
                    <a:pt x="20" y="45"/>
                    <a:pt x="20" y="45"/>
                  </a:cubicBezTo>
                  <a:cubicBezTo>
                    <a:pt x="21" y="45"/>
                    <a:pt x="22" y="45"/>
                    <a:pt x="22" y="45"/>
                  </a:cubicBezTo>
                  <a:cubicBezTo>
                    <a:pt x="23" y="45"/>
                    <a:pt x="24" y="45"/>
                    <a:pt x="24" y="45"/>
                  </a:cubicBezTo>
                  <a:cubicBezTo>
                    <a:pt x="24" y="40"/>
                    <a:pt x="24" y="40"/>
                    <a:pt x="24" y="40"/>
                  </a:cubicBezTo>
                  <a:cubicBezTo>
                    <a:pt x="25" y="40"/>
                    <a:pt x="26" y="40"/>
                    <a:pt x="26" y="39"/>
                  </a:cubicBezTo>
                  <a:cubicBezTo>
                    <a:pt x="28" y="45"/>
                    <a:pt x="28" y="45"/>
                    <a:pt x="28" y="45"/>
                  </a:cubicBezTo>
                  <a:cubicBezTo>
                    <a:pt x="29" y="44"/>
                    <a:pt x="29" y="44"/>
                    <a:pt x="30" y="44"/>
                  </a:cubicBezTo>
                  <a:cubicBezTo>
                    <a:pt x="31" y="44"/>
                    <a:pt x="31" y="43"/>
                    <a:pt x="32" y="43"/>
                  </a:cubicBezTo>
                  <a:cubicBezTo>
                    <a:pt x="30" y="38"/>
                    <a:pt x="30" y="38"/>
                    <a:pt x="30" y="38"/>
                  </a:cubicBezTo>
                  <a:cubicBezTo>
                    <a:pt x="31" y="38"/>
                    <a:pt x="31" y="37"/>
                    <a:pt x="32" y="37"/>
                  </a:cubicBezTo>
                  <a:cubicBezTo>
                    <a:pt x="35" y="41"/>
                    <a:pt x="35" y="41"/>
                    <a:pt x="35" y="41"/>
                  </a:cubicBezTo>
                  <a:cubicBezTo>
                    <a:pt x="36" y="41"/>
                    <a:pt x="36" y="41"/>
                    <a:pt x="37" y="40"/>
                  </a:cubicBezTo>
                  <a:cubicBezTo>
                    <a:pt x="37" y="40"/>
                    <a:pt x="38" y="39"/>
                    <a:pt x="38" y="39"/>
                  </a:cubicBezTo>
                  <a:cubicBezTo>
                    <a:pt x="35" y="34"/>
                    <a:pt x="35" y="34"/>
                    <a:pt x="35" y="34"/>
                  </a:cubicBezTo>
                  <a:cubicBezTo>
                    <a:pt x="35" y="34"/>
                    <a:pt x="36" y="33"/>
                    <a:pt x="36" y="33"/>
                  </a:cubicBezTo>
                  <a:cubicBezTo>
                    <a:pt x="41" y="36"/>
                    <a:pt x="41" y="36"/>
                    <a:pt x="41" y="36"/>
                  </a:cubicBezTo>
                  <a:cubicBezTo>
                    <a:pt x="41" y="35"/>
                    <a:pt x="42" y="35"/>
                    <a:pt x="42" y="34"/>
                  </a:cubicBezTo>
                  <a:cubicBezTo>
                    <a:pt x="42" y="33"/>
                    <a:pt x="43" y="33"/>
                    <a:pt x="43" y="32"/>
                  </a:cubicBezTo>
                  <a:cubicBezTo>
                    <a:pt x="38" y="29"/>
                    <a:pt x="38" y="29"/>
                    <a:pt x="38" y="29"/>
                  </a:cubicBezTo>
                  <a:cubicBezTo>
                    <a:pt x="38" y="29"/>
                    <a:pt x="39" y="28"/>
                    <a:pt x="39" y="28"/>
                  </a:cubicBezTo>
                  <a:cubicBezTo>
                    <a:pt x="44" y="29"/>
                    <a:pt x="44" y="29"/>
                    <a:pt x="44" y="29"/>
                  </a:cubicBezTo>
                  <a:cubicBezTo>
                    <a:pt x="44" y="28"/>
                    <a:pt x="45" y="27"/>
                    <a:pt x="45" y="27"/>
                  </a:cubicBezTo>
                  <a:cubicBezTo>
                    <a:pt x="45" y="26"/>
                    <a:pt x="45" y="25"/>
                    <a:pt x="45" y="24"/>
                  </a:cubicBezTo>
                  <a:cubicBezTo>
                    <a:pt x="39" y="23"/>
                    <a:pt x="39" y="23"/>
                    <a:pt x="39" y="23"/>
                  </a:cubicBezTo>
                  <a:cubicBezTo>
                    <a:pt x="39" y="23"/>
                    <a:pt x="39" y="23"/>
                    <a:pt x="39" y="23"/>
                  </a:cubicBezTo>
                  <a:cubicBezTo>
                    <a:pt x="39" y="22"/>
                    <a:pt x="39" y="22"/>
                    <a:pt x="39" y="22"/>
                  </a:cubicBezTo>
                  <a:cubicBezTo>
                    <a:pt x="45" y="21"/>
                    <a:pt x="45" y="21"/>
                    <a:pt x="45" y="21"/>
                  </a:cubicBezTo>
                  <a:cubicBezTo>
                    <a:pt x="45" y="20"/>
                    <a:pt x="45" y="19"/>
                    <a:pt x="45" y="19"/>
                  </a:cubicBezTo>
                  <a:cubicBezTo>
                    <a:pt x="45" y="18"/>
                    <a:pt x="44" y="17"/>
                    <a:pt x="44" y="17"/>
                  </a:cubicBezTo>
                  <a:cubicBezTo>
                    <a:pt x="39" y="18"/>
                    <a:pt x="39" y="18"/>
                    <a:pt x="39" y="18"/>
                  </a:cubicBezTo>
                  <a:cubicBezTo>
                    <a:pt x="39" y="17"/>
                    <a:pt x="38" y="16"/>
                    <a:pt x="38" y="16"/>
                  </a:cubicBezTo>
                  <a:cubicBezTo>
                    <a:pt x="43" y="13"/>
                    <a:pt x="43" y="13"/>
                    <a:pt x="43" y="13"/>
                  </a:cubicBezTo>
                  <a:cubicBezTo>
                    <a:pt x="43" y="13"/>
                    <a:pt x="42" y="12"/>
                    <a:pt x="42" y="11"/>
                  </a:cubicBezTo>
                  <a:cubicBezTo>
                    <a:pt x="42" y="11"/>
                    <a:pt x="41" y="10"/>
                    <a:pt x="41" y="9"/>
                  </a:cubicBezTo>
                  <a:cubicBezTo>
                    <a:pt x="36" y="12"/>
                    <a:pt x="36" y="12"/>
                    <a:pt x="36" y="12"/>
                  </a:cubicBezTo>
                  <a:cubicBezTo>
                    <a:pt x="36" y="12"/>
                    <a:pt x="35" y="11"/>
                    <a:pt x="35" y="11"/>
                  </a:cubicBezTo>
                  <a:cubicBezTo>
                    <a:pt x="38" y="7"/>
                    <a:pt x="38" y="7"/>
                    <a:pt x="38" y="7"/>
                  </a:cubicBezTo>
                  <a:cubicBezTo>
                    <a:pt x="38" y="6"/>
                    <a:pt x="37" y="6"/>
                    <a:pt x="37" y="5"/>
                  </a:cubicBezTo>
                  <a:cubicBezTo>
                    <a:pt x="36" y="5"/>
                    <a:pt x="36" y="4"/>
                    <a:pt x="35" y="4"/>
                  </a:cubicBezTo>
                  <a:cubicBezTo>
                    <a:pt x="32" y="8"/>
                    <a:pt x="32" y="8"/>
                    <a:pt x="32" y="8"/>
                  </a:cubicBezTo>
                  <a:cubicBezTo>
                    <a:pt x="31" y="8"/>
                    <a:pt x="31" y="8"/>
                    <a:pt x="30" y="7"/>
                  </a:cubicBezTo>
                  <a:cubicBezTo>
                    <a:pt x="32" y="2"/>
                    <a:pt x="32" y="2"/>
                    <a:pt x="32" y="2"/>
                  </a:cubicBezTo>
                  <a:cubicBezTo>
                    <a:pt x="31" y="2"/>
                    <a:pt x="31" y="1"/>
                    <a:pt x="30" y="1"/>
                  </a:cubicBezTo>
                  <a:cubicBezTo>
                    <a:pt x="29" y="1"/>
                    <a:pt x="29" y="1"/>
                    <a:pt x="28" y="1"/>
                  </a:cubicBezTo>
                  <a:cubicBezTo>
                    <a:pt x="26" y="6"/>
                    <a:pt x="26" y="6"/>
                    <a:pt x="26" y="6"/>
                  </a:cubicBezTo>
                  <a:cubicBezTo>
                    <a:pt x="26" y="6"/>
                    <a:pt x="25" y="6"/>
                    <a:pt x="24" y="6"/>
                  </a:cubicBezTo>
                  <a:cubicBezTo>
                    <a:pt x="24" y="0"/>
                    <a:pt x="24" y="0"/>
                    <a:pt x="24" y="0"/>
                  </a:cubicBezTo>
                  <a:cubicBezTo>
                    <a:pt x="24" y="0"/>
                    <a:pt x="23" y="0"/>
                    <a:pt x="22" y="0"/>
                  </a:cubicBezTo>
                  <a:cubicBezTo>
                    <a:pt x="22" y="0"/>
                    <a:pt x="21" y="0"/>
                    <a:pt x="20" y="0"/>
                  </a:cubicBezTo>
                  <a:cubicBezTo>
                    <a:pt x="20" y="6"/>
                    <a:pt x="20" y="6"/>
                    <a:pt x="20" y="6"/>
                  </a:cubicBezTo>
                  <a:cubicBezTo>
                    <a:pt x="20" y="6"/>
                    <a:pt x="19" y="6"/>
                    <a:pt x="18" y="6"/>
                  </a:cubicBezTo>
                  <a:cubicBezTo>
                    <a:pt x="17" y="1"/>
                    <a:pt x="17" y="1"/>
                    <a:pt x="17" y="1"/>
                  </a:cubicBezTo>
                  <a:cubicBezTo>
                    <a:pt x="16" y="1"/>
                    <a:pt x="15" y="1"/>
                    <a:pt x="14" y="1"/>
                  </a:cubicBezTo>
                  <a:cubicBezTo>
                    <a:pt x="14" y="1"/>
                    <a:pt x="13" y="2"/>
                    <a:pt x="12" y="2"/>
                  </a:cubicBezTo>
                  <a:cubicBezTo>
                    <a:pt x="14" y="7"/>
                    <a:pt x="14" y="7"/>
                    <a:pt x="14" y="7"/>
                  </a:cubicBezTo>
                  <a:cubicBezTo>
                    <a:pt x="14" y="8"/>
                    <a:pt x="13" y="8"/>
                    <a:pt x="13" y="8"/>
                  </a:cubicBezTo>
                  <a:cubicBezTo>
                    <a:pt x="9" y="4"/>
                    <a:pt x="9" y="4"/>
                    <a:pt x="9" y="4"/>
                  </a:cubicBezTo>
                  <a:cubicBezTo>
                    <a:pt x="9" y="4"/>
                    <a:pt x="8" y="5"/>
                    <a:pt x="8" y="5"/>
                  </a:cubicBezTo>
                  <a:cubicBezTo>
                    <a:pt x="7" y="6"/>
                    <a:pt x="7" y="6"/>
                    <a:pt x="6" y="7"/>
                  </a:cubicBezTo>
                  <a:cubicBezTo>
                    <a:pt x="10" y="11"/>
                    <a:pt x="10" y="11"/>
                    <a:pt x="10" y="11"/>
                  </a:cubicBezTo>
                  <a:cubicBezTo>
                    <a:pt x="9" y="11"/>
                    <a:pt x="9" y="12"/>
                    <a:pt x="9" y="12"/>
                  </a:cubicBezTo>
                  <a:cubicBezTo>
                    <a:pt x="4" y="9"/>
                    <a:pt x="4" y="9"/>
                    <a:pt x="4" y="9"/>
                  </a:cubicBezTo>
                  <a:cubicBezTo>
                    <a:pt x="3" y="10"/>
                    <a:pt x="3" y="11"/>
                    <a:pt x="3" y="11"/>
                  </a:cubicBezTo>
                  <a:cubicBezTo>
                    <a:pt x="2" y="12"/>
                    <a:pt x="2" y="13"/>
                    <a:pt x="2" y="13"/>
                  </a:cubicBezTo>
                  <a:cubicBezTo>
                    <a:pt x="6" y="16"/>
                    <a:pt x="6" y="16"/>
                    <a:pt x="6" y="16"/>
                  </a:cubicBezTo>
                  <a:cubicBezTo>
                    <a:pt x="6" y="16"/>
                    <a:pt x="6" y="17"/>
                    <a:pt x="6" y="18"/>
                  </a:cubicBezTo>
                  <a:cubicBezTo>
                    <a:pt x="0" y="17"/>
                    <a:pt x="0" y="17"/>
                    <a:pt x="0" y="17"/>
                  </a:cubicBezTo>
                  <a:cubicBezTo>
                    <a:pt x="0" y="17"/>
                    <a:pt x="0" y="18"/>
                    <a:pt x="0" y="19"/>
                  </a:cubicBezTo>
                  <a:cubicBezTo>
                    <a:pt x="0" y="19"/>
                    <a:pt x="0" y="20"/>
                    <a:pt x="0" y="21"/>
                  </a:cubicBezTo>
                  <a:cubicBezTo>
                    <a:pt x="5" y="22"/>
                    <a:pt x="5" y="22"/>
                    <a:pt x="5" y="22"/>
                  </a:cubicBezTo>
                  <a:cubicBezTo>
                    <a:pt x="5" y="22"/>
                    <a:pt x="5" y="22"/>
                    <a:pt x="5" y="23"/>
                  </a:cubicBezTo>
                  <a:cubicBezTo>
                    <a:pt x="5" y="23"/>
                    <a:pt x="5" y="23"/>
                    <a:pt x="5" y="23"/>
                  </a:cubicBezTo>
                  <a:cubicBezTo>
                    <a:pt x="0" y="24"/>
                    <a:pt x="0" y="24"/>
                    <a:pt x="0" y="24"/>
                  </a:cubicBezTo>
                  <a:cubicBezTo>
                    <a:pt x="0" y="25"/>
                    <a:pt x="0" y="26"/>
                    <a:pt x="0" y="27"/>
                  </a:cubicBezTo>
                  <a:close/>
                  <a:moveTo>
                    <a:pt x="22" y="12"/>
                  </a:moveTo>
                  <a:cubicBezTo>
                    <a:pt x="28" y="12"/>
                    <a:pt x="33" y="17"/>
                    <a:pt x="33" y="23"/>
                  </a:cubicBezTo>
                  <a:cubicBezTo>
                    <a:pt x="33" y="28"/>
                    <a:pt x="28" y="33"/>
                    <a:pt x="22" y="33"/>
                  </a:cubicBezTo>
                  <a:cubicBezTo>
                    <a:pt x="17" y="33"/>
                    <a:pt x="12" y="28"/>
                    <a:pt x="12" y="23"/>
                  </a:cubicBezTo>
                  <a:cubicBezTo>
                    <a:pt x="12" y="17"/>
                    <a:pt x="17" y="12"/>
                    <a:pt x="22" y="12"/>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4" name="Google Shape;804;p60"/>
            <p:cNvSpPr/>
            <p:nvPr/>
          </p:nvSpPr>
          <p:spPr>
            <a:xfrm>
              <a:off x="3863975" y="1466850"/>
              <a:ext cx="466725" cy="466725"/>
            </a:xfrm>
            <a:custGeom>
              <a:avLst/>
              <a:gdLst/>
              <a:ahLst/>
              <a:cxnLst/>
              <a:rect l="l" t="t" r="r" b="b"/>
              <a:pathLst>
                <a:path w="124" h="124" extrusionOk="0">
                  <a:moveTo>
                    <a:pt x="13" y="71"/>
                  </a:moveTo>
                  <a:cubicBezTo>
                    <a:pt x="13" y="74"/>
                    <a:pt x="14" y="77"/>
                    <a:pt x="15" y="79"/>
                  </a:cubicBezTo>
                  <a:cubicBezTo>
                    <a:pt x="4" y="85"/>
                    <a:pt x="4" y="85"/>
                    <a:pt x="4" y="85"/>
                  </a:cubicBezTo>
                  <a:cubicBezTo>
                    <a:pt x="5" y="88"/>
                    <a:pt x="7" y="91"/>
                    <a:pt x="8" y="93"/>
                  </a:cubicBezTo>
                  <a:cubicBezTo>
                    <a:pt x="10" y="96"/>
                    <a:pt x="12" y="99"/>
                    <a:pt x="13" y="101"/>
                  </a:cubicBezTo>
                  <a:cubicBezTo>
                    <a:pt x="24" y="95"/>
                    <a:pt x="24" y="95"/>
                    <a:pt x="24" y="95"/>
                  </a:cubicBezTo>
                  <a:cubicBezTo>
                    <a:pt x="26" y="97"/>
                    <a:pt x="27" y="99"/>
                    <a:pt x="29" y="100"/>
                  </a:cubicBezTo>
                  <a:cubicBezTo>
                    <a:pt x="23" y="111"/>
                    <a:pt x="23" y="111"/>
                    <a:pt x="23" y="111"/>
                  </a:cubicBezTo>
                  <a:cubicBezTo>
                    <a:pt x="26" y="113"/>
                    <a:pt x="28" y="114"/>
                    <a:pt x="31" y="116"/>
                  </a:cubicBezTo>
                  <a:cubicBezTo>
                    <a:pt x="31" y="116"/>
                    <a:pt x="32" y="117"/>
                    <a:pt x="32" y="117"/>
                  </a:cubicBezTo>
                  <a:cubicBezTo>
                    <a:pt x="35" y="118"/>
                    <a:pt x="37" y="119"/>
                    <a:pt x="39" y="120"/>
                  </a:cubicBezTo>
                  <a:cubicBezTo>
                    <a:pt x="45" y="110"/>
                    <a:pt x="45" y="110"/>
                    <a:pt x="45" y="110"/>
                  </a:cubicBezTo>
                  <a:cubicBezTo>
                    <a:pt x="48" y="110"/>
                    <a:pt x="50" y="111"/>
                    <a:pt x="53" y="112"/>
                  </a:cubicBezTo>
                  <a:cubicBezTo>
                    <a:pt x="53" y="124"/>
                    <a:pt x="53" y="124"/>
                    <a:pt x="53" y="124"/>
                  </a:cubicBezTo>
                  <a:cubicBezTo>
                    <a:pt x="56" y="124"/>
                    <a:pt x="59" y="124"/>
                    <a:pt x="62" y="124"/>
                  </a:cubicBezTo>
                  <a:cubicBezTo>
                    <a:pt x="65" y="124"/>
                    <a:pt x="68" y="124"/>
                    <a:pt x="71" y="124"/>
                  </a:cubicBezTo>
                  <a:cubicBezTo>
                    <a:pt x="71" y="112"/>
                    <a:pt x="71" y="112"/>
                    <a:pt x="71" y="112"/>
                  </a:cubicBezTo>
                  <a:cubicBezTo>
                    <a:pt x="74" y="111"/>
                    <a:pt x="76" y="110"/>
                    <a:pt x="79" y="110"/>
                  </a:cubicBezTo>
                  <a:cubicBezTo>
                    <a:pt x="85" y="120"/>
                    <a:pt x="85" y="120"/>
                    <a:pt x="85" y="120"/>
                  </a:cubicBezTo>
                  <a:cubicBezTo>
                    <a:pt x="87" y="119"/>
                    <a:pt x="89" y="118"/>
                    <a:pt x="91" y="117"/>
                  </a:cubicBezTo>
                  <a:cubicBezTo>
                    <a:pt x="92" y="117"/>
                    <a:pt x="92" y="116"/>
                    <a:pt x="93" y="116"/>
                  </a:cubicBezTo>
                  <a:cubicBezTo>
                    <a:pt x="96" y="114"/>
                    <a:pt x="98" y="113"/>
                    <a:pt x="100" y="111"/>
                  </a:cubicBezTo>
                  <a:cubicBezTo>
                    <a:pt x="94" y="100"/>
                    <a:pt x="94" y="100"/>
                    <a:pt x="94" y="100"/>
                  </a:cubicBezTo>
                  <a:cubicBezTo>
                    <a:pt x="96" y="99"/>
                    <a:pt x="98" y="97"/>
                    <a:pt x="100" y="95"/>
                  </a:cubicBezTo>
                  <a:cubicBezTo>
                    <a:pt x="110" y="101"/>
                    <a:pt x="110" y="101"/>
                    <a:pt x="110" y="101"/>
                  </a:cubicBezTo>
                  <a:cubicBezTo>
                    <a:pt x="112" y="99"/>
                    <a:pt x="114" y="96"/>
                    <a:pt x="116" y="93"/>
                  </a:cubicBezTo>
                  <a:cubicBezTo>
                    <a:pt x="117" y="91"/>
                    <a:pt x="118" y="88"/>
                    <a:pt x="120" y="85"/>
                  </a:cubicBezTo>
                  <a:cubicBezTo>
                    <a:pt x="109" y="79"/>
                    <a:pt x="109" y="79"/>
                    <a:pt x="109" y="79"/>
                  </a:cubicBezTo>
                  <a:cubicBezTo>
                    <a:pt x="110" y="77"/>
                    <a:pt x="111" y="74"/>
                    <a:pt x="111" y="71"/>
                  </a:cubicBezTo>
                  <a:cubicBezTo>
                    <a:pt x="123" y="71"/>
                    <a:pt x="123" y="71"/>
                    <a:pt x="123" y="71"/>
                  </a:cubicBezTo>
                  <a:cubicBezTo>
                    <a:pt x="124" y="68"/>
                    <a:pt x="124" y="65"/>
                    <a:pt x="124" y="62"/>
                  </a:cubicBezTo>
                  <a:cubicBezTo>
                    <a:pt x="124" y="59"/>
                    <a:pt x="124" y="56"/>
                    <a:pt x="123" y="53"/>
                  </a:cubicBezTo>
                  <a:cubicBezTo>
                    <a:pt x="111" y="53"/>
                    <a:pt x="111" y="53"/>
                    <a:pt x="111" y="53"/>
                  </a:cubicBezTo>
                  <a:cubicBezTo>
                    <a:pt x="111" y="51"/>
                    <a:pt x="110" y="48"/>
                    <a:pt x="109" y="46"/>
                  </a:cubicBezTo>
                  <a:cubicBezTo>
                    <a:pt x="120" y="40"/>
                    <a:pt x="120" y="40"/>
                    <a:pt x="120" y="40"/>
                  </a:cubicBezTo>
                  <a:cubicBezTo>
                    <a:pt x="118" y="37"/>
                    <a:pt x="117" y="34"/>
                    <a:pt x="116" y="31"/>
                  </a:cubicBezTo>
                  <a:cubicBezTo>
                    <a:pt x="114" y="29"/>
                    <a:pt x="112" y="26"/>
                    <a:pt x="110" y="24"/>
                  </a:cubicBezTo>
                  <a:cubicBezTo>
                    <a:pt x="100" y="30"/>
                    <a:pt x="100" y="30"/>
                    <a:pt x="100" y="30"/>
                  </a:cubicBezTo>
                  <a:cubicBezTo>
                    <a:pt x="98" y="28"/>
                    <a:pt x="96" y="26"/>
                    <a:pt x="94" y="24"/>
                  </a:cubicBezTo>
                  <a:cubicBezTo>
                    <a:pt x="100" y="14"/>
                    <a:pt x="100" y="14"/>
                    <a:pt x="100" y="14"/>
                  </a:cubicBezTo>
                  <a:cubicBezTo>
                    <a:pt x="98" y="12"/>
                    <a:pt x="96" y="10"/>
                    <a:pt x="93" y="9"/>
                  </a:cubicBezTo>
                  <a:cubicBezTo>
                    <a:pt x="92" y="8"/>
                    <a:pt x="92" y="8"/>
                    <a:pt x="91" y="8"/>
                  </a:cubicBezTo>
                  <a:cubicBezTo>
                    <a:pt x="89" y="7"/>
                    <a:pt x="87" y="6"/>
                    <a:pt x="85" y="5"/>
                  </a:cubicBezTo>
                  <a:cubicBezTo>
                    <a:pt x="79" y="15"/>
                    <a:pt x="79" y="15"/>
                    <a:pt x="79" y="15"/>
                  </a:cubicBezTo>
                  <a:cubicBezTo>
                    <a:pt x="76" y="14"/>
                    <a:pt x="74" y="14"/>
                    <a:pt x="71" y="13"/>
                  </a:cubicBezTo>
                  <a:cubicBezTo>
                    <a:pt x="71" y="1"/>
                    <a:pt x="71" y="1"/>
                    <a:pt x="71" y="1"/>
                  </a:cubicBezTo>
                  <a:cubicBezTo>
                    <a:pt x="68" y="1"/>
                    <a:pt x="65" y="0"/>
                    <a:pt x="62" y="0"/>
                  </a:cubicBezTo>
                  <a:cubicBezTo>
                    <a:pt x="59" y="0"/>
                    <a:pt x="56" y="1"/>
                    <a:pt x="53" y="1"/>
                  </a:cubicBezTo>
                  <a:cubicBezTo>
                    <a:pt x="53" y="13"/>
                    <a:pt x="53" y="13"/>
                    <a:pt x="53" y="13"/>
                  </a:cubicBezTo>
                  <a:cubicBezTo>
                    <a:pt x="50" y="14"/>
                    <a:pt x="48" y="14"/>
                    <a:pt x="45" y="15"/>
                  </a:cubicBezTo>
                  <a:cubicBezTo>
                    <a:pt x="39" y="5"/>
                    <a:pt x="39" y="5"/>
                    <a:pt x="39" y="5"/>
                  </a:cubicBezTo>
                  <a:cubicBezTo>
                    <a:pt x="37" y="6"/>
                    <a:pt x="35" y="7"/>
                    <a:pt x="32" y="8"/>
                  </a:cubicBezTo>
                  <a:cubicBezTo>
                    <a:pt x="32" y="8"/>
                    <a:pt x="31" y="8"/>
                    <a:pt x="31" y="9"/>
                  </a:cubicBezTo>
                  <a:cubicBezTo>
                    <a:pt x="28" y="10"/>
                    <a:pt x="26" y="12"/>
                    <a:pt x="23" y="14"/>
                  </a:cubicBezTo>
                  <a:cubicBezTo>
                    <a:pt x="29" y="24"/>
                    <a:pt x="29" y="24"/>
                    <a:pt x="29" y="24"/>
                  </a:cubicBezTo>
                  <a:cubicBezTo>
                    <a:pt x="27" y="26"/>
                    <a:pt x="26" y="28"/>
                    <a:pt x="24" y="30"/>
                  </a:cubicBezTo>
                  <a:cubicBezTo>
                    <a:pt x="13" y="24"/>
                    <a:pt x="13" y="24"/>
                    <a:pt x="13" y="24"/>
                  </a:cubicBezTo>
                  <a:cubicBezTo>
                    <a:pt x="12" y="26"/>
                    <a:pt x="10" y="29"/>
                    <a:pt x="8" y="31"/>
                  </a:cubicBezTo>
                  <a:cubicBezTo>
                    <a:pt x="7" y="34"/>
                    <a:pt x="5" y="37"/>
                    <a:pt x="4" y="40"/>
                  </a:cubicBezTo>
                  <a:cubicBezTo>
                    <a:pt x="15" y="46"/>
                    <a:pt x="15" y="46"/>
                    <a:pt x="15" y="46"/>
                  </a:cubicBezTo>
                  <a:cubicBezTo>
                    <a:pt x="14" y="48"/>
                    <a:pt x="13" y="51"/>
                    <a:pt x="13" y="53"/>
                  </a:cubicBezTo>
                  <a:cubicBezTo>
                    <a:pt x="1" y="53"/>
                    <a:pt x="1" y="53"/>
                    <a:pt x="1" y="53"/>
                  </a:cubicBezTo>
                  <a:cubicBezTo>
                    <a:pt x="0" y="56"/>
                    <a:pt x="0" y="59"/>
                    <a:pt x="0" y="62"/>
                  </a:cubicBezTo>
                  <a:cubicBezTo>
                    <a:pt x="0" y="65"/>
                    <a:pt x="0" y="68"/>
                    <a:pt x="1" y="71"/>
                  </a:cubicBezTo>
                  <a:lnTo>
                    <a:pt x="13" y="71"/>
                  </a:lnTo>
                  <a:close/>
                  <a:moveTo>
                    <a:pt x="91" y="50"/>
                  </a:moveTo>
                  <a:cubicBezTo>
                    <a:pt x="98" y="50"/>
                    <a:pt x="104" y="55"/>
                    <a:pt x="104" y="62"/>
                  </a:cubicBezTo>
                  <a:cubicBezTo>
                    <a:pt x="104" y="69"/>
                    <a:pt x="98" y="75"/>
                    <a:pt x="91" y="75"/>
                  </a:cubicBezTo>
                  <a:cubicBezTo>
                    <a:pt x="85" y="75"/>
                    <a:pt x="79" y="69"/>
                    <a:pt x="79" y="62"/>
                  </a:cubicBezTo>
                  <a:cubicBezTo>
                    <a:pt x="79" y="55"/>
                    <a:pt x="85" y="50"/>
                    <a:pt x="91" y="50"/>
                  </a:cubicBezTo>
                  <a:close/>
                  <a:moveTo>
                    <a:pt x="62" y="20"/>
                  </a:moveTo>
                  <a:cubicBezTo>
                    <a:pt x="69" y="20"/>
                    <a:pt x="74" y="26"/>
                    <a:pt x="74" y="33"/>
                  </a:cubicBezTo>
                  <a:cubicBezTo>
                    <a:pt x="74" y="40"/>
                    <a:pt x="69" y="45"/>
                    <a:pt x="62" y="45"/>
                  </a:cubicBezTo>
                  <a:cubicBezTo>
                    <a:pt x="55" y="45"/>
                    <a:pt x="50" y="40"/>
                    <a:pt x="50" y="33"/>
                  </a:cubicBezTo>
                  <a:cubicBezTo>
                    <a:pt x="50" y="26"/>
                    <a:pt x="55" y="20"/>
                    <a:pt x="62" y="20"/>
                  </a:cubicBezTo>
                  <a:close/>
                  <a:moveTo>
                    <a:pt x="70" y="62"/>
                  </a:moveTo>
                  <a:cubicBezTo>
                    <a:pt x="70" y="67"/>
                    <a:pt x="66" y="71"/>
                    <a:pt x="62" y="71"/>
                  </a:cubicBezTo>
                  <a:cubicBezTo>
                    <a:pt x="57" y="71"/>
                    <a:pt x="54" y="67"/>
                    <a:pt x="54" y="62"/>
                  </a:cubicBezTo>
                  <a:cubicBezTo>
                    <a:pt x="54" y="58"/>
                    <a:pt x="57" y="54"/>
                    <a:pt x="62" y="54"/>
                  </a:cubicBezTo>
                  <a:cubicBezTo>
                    <a:pt x="66" y="54"/>
                    <a:pt x="70" y="58"/>
                    <a:pt x="70" y="62"/>
                  </a:cubicBezTo>
                  <a:close/>
                  <a:moveTo>
                    <a:pt x="62" y="80"/>
                  </a:moveTo>
                  <a:cubicBezTo>
                    <a:pt x="69" y="80"/>
                    <a:pt x="74" y="85"/>
                    <a:pt x="74" y="92"/>
                  </a:cubicBezTo>
                  <a:cubicBezTo>
                    <a:pt x="74" y="99"/>
                    <a:pt x="69" y="104"/>
                    <a:pt x="62" y="104"/>
                  </a:cubicBezTo>
                  <a:cubicBezTo>
                    <a:pt x="55" y="104"/>
                    <a:pt x="50" y="99"/>
                    <a:pt x="50" y="92"/>
                  </a:cubicBezTo>
                  <a:cubicBezTo>
                    <a:pt x="50" y="85"/>
                    <a:pt x="55" y="80"/>
                    <a:pt x="62" y="80"/>
                  </a:cubicBezTo>
                  <a:close/>
                  <a:moveTo>
                    <a:pt x="32" y="50"/>
                  </a:moveTo>
                  <a:cubicBezTo>
                    <a:pt x="32" y="50"/>
                    <a:pt x="32" y="50"/>
                    <a:pt x="32" y="50"/>
                  </a:cubicBezTo>
                  <a:cubicBezTo>
                    <a:pt x="39" y="50"/>
                    <a:pt x="45" y="55"/>
                    <a:pt x="45" y="62"/>
                  </a:cubicBezTo>
                  <a:cubicBezTo>
                    <a:pt x="45" y="69"/>
                    <a:pt x="39" y="75"/>
                    <a:pt x="32" y="75"/>
                  </a:cubicBezTo>
                  <a:cubicBezTo>
                    <a:pt x="32" y="75"/>
                    <a:pt x="32" y="75"/>
                    <a:pt x="32" y="75"/>
                  </a:cubicBezTo>
                  <a:cubicBezTo>
                    <a:pt x="26" y="75"/>
                    <a:pt x="20" y="69"/>
                    <a:pt x="20" y="62"/>
                  </a:cubicBezTo>
                  <a:cubicBezTo>
                    <a:pt x="20" y="55"/>
                    <a:pt x="26" y="50"/>
                    <a:pt x="32" y="50"/>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5" name="Google Shape;805;p60"/>
            <p:cNvSpPr/>
            <p:nvPr/>
          </p:nvSpPr>
          <p:spPr>
            <a:xfrm>
              <a:off x="4297363" y="1612900"/>
              <a:ext cx="896938" cy="896938"/>
            </a:xfrm>
            <a:custGeom>
              <a:avLst/>
              <a:gdLst/>
              <a:ahLst/>
              <a:cxnLst/>
              <a:rect l="l" t="t" r="r" b="b"/>
              <a:pathLst>
                <a:path w="238" h="238" extrusionOk="0">
                  <a:moveTo>
                    <a:pt x="19" y="88"/>
                  </a:moveTo>
                  <a:cubicBezTo>
                    <a:pt x="5" y="86"/>
                    <a:pt x="5" y="86"/>
                    <a:pt x="5" y="86"/>
                  </a:cubicBezTo>
                  <a:cubicBezTo>
                    <a:pt x="2" y="94"/>
                    <a:pt x="1" y="103"/>
                    <a:pt x="0" y="112"/>
                  </a:cubicBezTo>
                  <a:cubicBezTo>
                    <a:pt x="14" y="114"/>
                    <a:pt x="14" y="114"/>
                    <a:pt x="14" y="114"/>
                  </a:cubicBezTo>
                  <a:cubicBezTo>
                    <a:pt x="14" y="116"/>
                    <a:pt x="14" y="117"/>
                    <a:pt x="14" y="119"/>
                  </a:cubicBezTo>
                  <a:cubicBezTo>
                    <a:pt x="14" y="121"/>
                    <a:pt x="14" y="123"/>
                    <a:pt x="14" y="124"/>
                  </a:cubicBezTo>
                  <a:cubicBezTo>
                    <a:pt x="0" y="127"/>
                    <a:pt x="0" y="127"/>
                    <a:pt x="0" y="127"/>
                  </a:cubicBezTo>
                  <a:cubicBezTo>
                    <a:pt x="1" y="136"/>
                    <a:pt x="2" y="144"/>
                    <a:pt x="5" y="153"/>
                  </a:cubicBezTo>
                  <a:cubicBezTo>
                    <a:pt x="19" y="150"/>
                    <a:pt x="19" y="150"/>
                    <a:pt x="19" y="150"/>
                  </a:cubicBezTo>
                  <a:cubicBezTo>
                    <a:pt x="20" y="154"/>
                    <a:pt x="21" y="157"/>
                    <a:pt x="22" y="160"/>
                  </a:cubicBezTo>
                  <a:cubicBezTo>
                    <a:pt x="10" y="167"/>
                    <a:pt x="10" y="167"/>
                    <a:pt x="10" y="167"/>
                  </a:cubicBezTo>
                  <a:cubicBezTo>
                    <a:pt x="14" y="175"/>
                    <a:pt x="18" y="183"/>
                    <a:pt x="23" y="190"/>
                  </a:cubicBezTo>
                  <a:cubicBezTo>
                    <a:pt x="35" y="183"/>
                    <a:pt x="35" y="183"/>
                    <a:pt x="35" y="183"/>
                  </a:cubicBezTo>
                  <a:cubicBezTo>
                    <a:pt x="37" y="186"/>
                    <a:pt x="40" y="188"/>
                    <a:pt x="42" y="191"/>
                  </a:cubicBezTo>
                  <a:cubicBezTo>
                    <a:pt x="33" y="201"/>
                    <a:pt x="33" y="201"/>
                    <a:pt x="33" y="201"/>
                  </a:cubicBezTo>
                  <a:cubicBezTo>
                    <a:pt x="39" y="208"/>
                    <a:pt x="46" y="213"/>
                    <a:pt x="53" y="218"/>
                  </a:cubicBezTo>
                  <a:cubicBezTo>
                    <a:pt x="59" y="211"/>
                    <a:pt x="59" y="211"/>
                    <a:pt x="59" y="211"/>
                  </a:cubicBezTo>
                  <a:cubicBezTo>
                    <a:pt x="62" y="208"/>
                    <a:pt x="62" y="208"/>
                    <a:pt x="62" y="208"/>
                  </a:cubicBezTo>
                  <a:cubicBezTo>
                    <a:pt x="65" y="210"/>
                    <a:pt x="68" y="211"/>
                    <a:pt x="71" y="213"/>
                  </a:cubicBezTo>
                  <a:cubicBezTo>
                    <a:pt x="66" y="226"/>
                    <a:pt x="66" y="226"/>
                    <a:pt x="66" y="226"/>
                  </a:cubicBezTo>
                  <a:cubicBezTo>
                    <a:pt x="72" y="229"/>
                    <a:pt x="78" y="231"/>
                    <a:pt x="85" y="233"/>
                  </a:cubicBezTo>
                  <a:cubicBezTo>
                    <a:pt x="87" y="234"/>
                    <a:pt x="89" y="234"/>
                    <a:pt x="91" y="235"/>
                  </a:cubicBezTo>
                  <a:cubicBezTo>
                    <a:pt x="96" y="222"/>
                    <a:pt x="96" y="222"/>
                    <a:pt x="96" y="222"/>
                  </a:cubicBezTo>
                  <a:cubicBezTo>
                    <a:pt x="96" y="222"/>
                    <a:pt x="96" y="222"/>
                    <a:pt x="96" y="222"/>
                  </a:cubicBezTo>
                  <a:cubicBezTo>
                    <a:pt x="99" y="223"/>
                    <a:pt x="103" y="223"/>
                    <a:pt x="106" y="224"/>
                  </a:cubicBezTo>
                  <a:cubicBezTo>
                    <a:pt x="106" y="238"/>
                    <a:pt x="106" y="238"/>
                    <a:pt x="106" y="238"/>
                  </a:cubicBezTo>
                  <a:cubicBezTo>
                    <a:pt x="110" y="238"/>
                    <a:pt x="115" y="238"/>
                    <a:pt x="119" y="238"/>
                  </a:cubicBezTo>
                  <a:cubicBezTo>
                    <a:pt x="124" y="238"/>
                    <a:pt x="128" y="238"/>
                    <a:pt x="132" y="238"/>
                  </a:cubicBezTo>
                  <a:cubicBezTo>
                    <a:pt x="132" y="224"/>
                    <a:pt x="132" y="224"/>
                    <a:pt x="132" y="224"/>
                  </a:cubicBezTo>
                  <a:cubicBezTo>
                    <a:pt x="136" y="223"/>
                    <a:pt x="139" y="223"/>
                    <a:pt x="143" y="222"/>
                  </a:cubicBezTo>
                  <a:cubicBezTo>
                    <a:pt x="143" y="222"/>
                    <a:pt x="143" y="222"/>
                    <a:pt x="143" y="222"/>
                  </a:cubicBezTo>
                  <a:cubicBezTo>
                    <a:pt x="147" y="235"/>
                    <a:pt x="147" y="235"/>
                    <a:pt x="147" y="235"/>
                  </a:cubicBezTo>
                  <a:cubicBezTo>
                    <a:pt x="149" y="234"/>
                    <a:pt x="152" y="234"/>
                    <a:pt x="154" y="233"/>
                  </a:cubicBezTo>
                  <a:cubicBezTo>
                    <a:pt x="160" y="231"/>
                    <a:pt x="166" y="229"/>
                    <a:pt x="172" y="226"/>
                  </a:cubicBezTo>
                  <a:cubicBezTo>
                    <a:pt x="167" y="213"/>
                    <a:pt x="167" y="213"/>
                    <a:pt x="167" y="213"/>
                  </a:cubicBezTo>
                  <a:cubicBezTo>
                    <a:pt x="170" y="211"/>
                    <a:pt x="173" y="210"/>
                    <a:pt x="176" y="208"/>
                  </a:cubicBezTo>
                  <a:cubicBezTo>
                    <a:pt x="179" y="211"/>
                    <a:pt x="179" y="211"/>
                    <a:pt x="179" y="211"/>
                  </a:cubicBezTo>
                  <a:cubicBezTo>
                    <a:pt x="185" y="218"/>
                    <a:pt x="185" y="218"/>
                    <a:pt x="185" y="218"/>
                  </a:cubicBezTo>
                  <a:cubicBezTo>
                    <a:pt x="193" y="213"/>
                    <a:pt x="199" y="208"/>
                    <a:pt x="205" y="201"/>
                  </a:cubicBezTo>
                  <a:cubicBezTo>
                    <a:pt x="197" y="191"/>
                    <a:pt x="197" y="191"/>
                    <a:pt x="197" y="191"/>
                  </a:cubicBezTo>
                  <a:cubicBezTo>
                    <a:pt x="199" y="188"/>
                    <a:pt x="201" y="186"/>
                    <a:pt x="203" y="183"/>
                  </a:cubicBezTo>
                  <a:cubicBezTo>
                    <a:pt x="215" y="190"/>
                    <a:pt x="215" y="190"/>
                    <a:pt x="215" y="190"/>
                  </a:cubicBezTo>
                  <a:cubicBezTo>
                    <a:pt x="220" y="183"/>
                    <a:pt x="225" y="175"/>
                    <a:pt x="228" y="167"/>
                  </a:cubicBezTo>
                  <a:cubicBezTo>
                    <a:pt x="216" y="160"/>
                    <a:pt x="216" y="160"/>
                    <a:pt x="216" y="160"/>
                  </a:cubicBezTo>
                  <a:cubicBezTo>
                    <a:pt x="218" y="157"/>
                    <a:pt x="219" y="154"/>
                    <a:pt x="220" y="150"/>
                  </a:cubicBezTo>
                  <a:cubicBezTo>
                    <a:pt x="234" y="153"/>
                    <a:pt x="234" y="153"/>
                    <a:pt x="234" y="153"/>
                  </a:cubicBezTo>
                  <a:cubicBezTo>
                    <a:pt x="236" y="144"/>
                    <a:pt x="238" y="136"/>
                    <a:pt x="238" y="127"/>
                  </a:cubicBezTo>
                  <a:cubicBezTo>
                    <a:pt x="224" y="124"/>
                    <a:pt x="224" y="124"/>
                    <a:pt x="224" y="124"/>
                  </a:cubicBezTo>
                  <a:cubicBezTo>
                    <a:pt x="225" y="123"/>
                    <a:pt x="225" y="121"/>
                    <a:pt x="225" y="119"/>
                  </a:cubicBezTo>
                  <a:cubicBezTo>
                    <a:pt x="225" y="117"/>
                    <a:pt x="225" y="116"/>
                    <a:pt x="224" y="114"/>
                  </a:cubicBezTo>
                  <a:cubicBezTo>
                    <a:pt x="238" y="112"/>
                    <a:pt x="238" y="112"/>
                    <a:pt x="238" y="112"/>
                  </a:cubicBezTo>
                  <a:cubicBezTo>
                    <a:pt x="238" y="103"/>
                    <a:pt x="236" y="94"/>
                    <a:pt x="234" y="86"/>
                  </a:cubicBezTo>
                  <a:cubicBezTo>
                    <a:pt x="220" y="88"/>
                    <a:pt x="220" y="88"/>
                    <a:pt x="220" y="88"/>
                  </a:cubicBezTo>
                  <a:cubicBezTo>
                    <a:pt x="219" y="85"/>
                    <a:pt x="218" y="81"/>
                    <a:pt x="216" y="78"/>
                  </a:cubicBezTo>
                  <a:cubicBezTo>
                    <a:pt x="228" y="71"/>
                    <a:pt x="228" y="71"/>
                    <a:pt x="228" y="71"/>
                  </a:cubicBezTo>
                  <a:cubicBezTo>
                    <a:pt x="225" y="63"/>
                    <a:pt x="220" y="56"/>
                    <a:pt x="215" y="49"/>
                  </a:cubicBezTo>
                  <a:cubicBezTo>
                    <a:pt x="203" y="55"/>
                    <a:pt x="203" y="55"/>
                    <a:pt x="203" y="55"/>
                  </a:cubicBezTo>
                  <a:cubicBezTo>
                    <a:pt x="201" y="53"/>
                    <a:pt x="199" y="50"/>
                    <a:pt x="197" y="47"/>
                  </a:cubicBezTo>
                  <a:cubicBezTo>
                    <a:pt x="205" y="37"/>
                    <a:pt x="205" y="37"/>
                    <a:pt x="205" y="37"/>
                  </a:cubicBezTo>
                  <a:cubicBezTo>
                    <a:pt x="199" y="31"/>
                    <a:pt x="193" y="25"/>
                    <a:pt x="185" y="20"/>
                  </a:cubicBezTo>
                  <a:cubicBezTo>
                    <a:pt x="179" y="27"/>
                    <a:pt x="179" y="27"/>
                    <a:pt x="179" y="27"/>
                  </a:cubicBezTo>
                  <a:cubicBezTo>
                    <a:pt x="176" y="31"/>
                    <a:pt x="176" y="31"/>
                    <a:pt x="176" y="31"/>
                  </a:cubicBezTo>
                  <a:cubicBezTo>
                    <a:pt x="173" y="29"/>
                    <a:pt x="170" y="27"/>
                    <a:pt x="167" y="25"/>
                  </a:cubicBezTo>
                  <a:cubicBezTo>
                    <a:pt x="172" y="12"/>
                    <a:pt x="172" y="12"/>
                    <a:pt x="172" y="12"/>
                  </a:cubicBezTo>
                  <a:cubicBezTo>
                    <a:pt x="166" y="9"/>
                    <a:pt x="160" y="7"/>
                    <a:pt x="154" y="5"/>
                  </a:cubicBezTo>
                  <a:cubicBezTo>
                    <a:pt x="152" y="4"/>
                    <a:pt x="149" y="4"/>
                    <a:pt x="147" y="3"/>
                  </a:cubicBezTo>
                  <a:cubicBezTo>
                    <a:pt x="143" y="16"/>
                    <a:pt x="143" y="16"/>
                    <a:pt x="143" y="16"/>
                  </a:cubicBezTo>
                  <a:cubicBezTo>
                    <a:pt x="143" y="16"/>
                    <a:pt x="143" y="16"/>
                    <a:pt x="143" y="16"/>
                  </a:cubicBezTo>
                  <a:cubicBezTo>
                    <a:pt x="139" y="16"/>
                    <a:pt x="136" y="15"/>
                    <a:pt x="132" y="15"/>
                  </a:cubicBezTo>
                  <a:cubicBezTo>
                    <a:pt x="132" y="1"/>
                    <a:pt x="132" y="1"/>
                    <a:pt x="132" y="1"/>
                  </a:cubicBezTo>
                  <a:cubicBezTo>
                    <a:pt x="128" y="0"/>
                    <a:pt x="124" y="0"/>
                    <a:pt x="119" y="0"/>
                  </a:cubicBezTo>
                  <a:cubicBezTo>
                    <a:pt x="115" y="0"/>
                    <a:pt x="110" y="0"/>
                    <a:pt x="106" y="1"/>
                  </a:cubicBezTo>
                  <a:cubicBezTo>
                    <a:pt x="106" y="15"/>
                    <a:pt x="106" y="15"/>
                    <a:pt x="106" y="15"/>
                  </a:cubicBezTo>
                  <a:cubicBezTo>
                    <a:pt x="103" y="15"/>
                    <a:pt x="99" y="16"/>
                    <a:pt x="96" y="16"/>
                  </a:cubicBezTo>
                  <a:cubicBezTo>
                    <a:pt x="96" y="16"/>
                    <a:pt x="96" y="16"/>
                    <a:pt x="96" y="16"/>
                  </a:cubicBezTo>
                  <a:cubicBezTo>
                    <a:pt x="91" y="3"/>
                    <a:pt x="91" y="3"/>
                    <a:pt x="91" y="3"/>
                  </a:cubicBezTo>
                  <a:cubicBezTo>
                    <a:pt x="89" y="4"/>
                    <a:pt x="87" y="4"/>
                    <a:pt x="85" y="5"/>
                  </a:cubicBezTo>
                  <a:cubicBezTo>
                    <a:pt x="78" y="7"/>
                    <a:pt x="72" y="9"/>
                    <a:pt x="66" y="12"/>
                  </a:cubicBezTo>
                  <a:cubicBezTo>
                    <a:pt x="71" y="25"/>
                    <a:pt x="71" y="25"/>
                    <a:pt x="71" y="25"/>
                  </a:cubicBezTo>
                  <a:cubicBezTo>
                    <a:pt x="68" y="27"/>
                    <a:pt x="65" y="29"/>
                    <a:pt x="62" y="31"/>
                  </a:cubicBezTo>
                  <a:cubicBezTo>
                    <a:pt x="59" y="27"/>
                    <a:pt x="59" y="27"/>
                    <a:pt x="59" y="27"/>
                  </a:cubicBezTo>
                  <a:cubicBezTo>
                    <a:pt x="53" y="20"/>
                    <a:pt x="53" y="20"/>
                    <a:pt x="53" y="20"/>
                  </a:cubicBezTo>
                  <a:cubicBezTo>
                    <a:pt x="46" y="25"/>
                    <a:pt x="39" y="31"/>
                    <a:pt x="33" y="37"/>
                  </a:cubicBezTo>
                  <a:cubicBezTo>
                    <a:pt x="42" y="47"/>
                    <a:pt x="42" y="47"/>
                    <a:pt x="42" y="47"/>
                  </a:cubicBezTo>
                  <a:cubicBezTo>
                    <a:pt x="40" y="50"/>
                    <a:pt x="37" y="53"/>
                    <a:pt x="35" y="55"/>
                  </a:cubicBezTo>
                  <a:cubicBezTo>
                    <a:pt x="23" y="49"/>
                    <a:pt x="23" y="49"/>
                    <a:pt x="23" y="49"/>
                  </a:cubicBezTo>
                  <a:cubicBezTo>
                    <a:pt x="18" y="56"/>
                    <a:pt x="14" y="63"/>
                    <a:pt x="10" y="71"/>
                  </a:cubicBezTo>
                  <a:cubicBezTo>
                    <a:pt x="22" y="78"/>
                    <a:pt x="22" y="78"/>
                    <a:pt x="22" y="78"/>
                  </a:cubicBezTo>
                  <a:cubicBezTo>
                    <a:pt x="21" y="81"/>
                    <a:pt x="20" y="85"/>
                    <a:pt x="19" y="88"/>
                  </a:cubicBezTo>
                  <a:close/>
                  <a:moveTo>
                    <a:pt x="68" y="197"/>
                  </a:moveTo>
                  <a:cubicBezTo>
                    <a:pt x="65" y="195"/>
                    <a:pt x="62" y="193"/>
                    <a:pt x="59" y="190"/>
                  </a:cubicBezTo>
                  <a:cubicBezTo>
                    <a:pt x="52" y="185"/>
                    <a:pt x="46" y="178"/>
                    <a:pt x="42" y="171"/>
                  </a:cubicBezTo>
                  <a:cubicBezTo>
                    <a:pt x="59" y="160"/>
                    <a:pt x="59" y="160"/>
                    <a:pt x="59" y="160"/>
                  </a:cubicBezTo>
                  <a:cubicBezTo>
                    <a:pt x="85" y="146"/>
                    <a:pt x="85" y="146"/>
                    <a:pt x="85" y="146"/>
                  </a:cubicBezTo>
                  <a:cubicBezTo>
                    <a:pt x="96" y="139"/>
                    <a:pt x="96" y="139"/>
                    <a:pt x="96" y="139"/>
                  </a:cubicBezTo>
                  <a:cubicBezTo>
                    <a:pt x="98" y="138"/>
                    <a:pt x="98" y="138"/>
                    <a:pt x="98" y="138"/>
                  </a:cubicBezTo>
                  <a:cubicBezTo>
                    <a:pt x="98" y="139"/>
                    <a:pt x="99" y="140"/>
                    <a:pt x="100" y="141"/>
                  </a:cubicBezTo>
                  <a:cubicBezTo>
                    <a:pt x="96" y="149"/>
                    <a:pt x="96" y="149"/>
                    <a:pt x="96" y="149"/>
                  </a:cubicBezTo>
                  <a:cubicBezTo>
                    <a:pt x="85" y="167"/>
                    <a:pt x="85" y="167"/>
                    <a:pt x="85" y="167"/>
                  </a:cubicBezTo>
                  <a:lnTo>
                    <a:pt x="68" y="197"/>
                  </a:lnTo>
                  <a:close/>
                  <a:moveTo>
                    <a:pt x="114" y="212"/>
                  </a:moveTo>
                  <a:cubicBezTo>
                    <a:pt x="107" y="212"/>
                    <a:pt x="101" y="211"/>
                    <a:pt x="96" y="209"/>
                  </a:cubicBezTo>
                  <a:cubicBezTo>
                    <a:pt x="92" y="208"/>
                    <a:pt x="88" y="207"/>
                    <a:pt x="85" y="206"/>
                  </a:cubicBezTo>
                  <a:cubicBezTo>
                    <a:pt x="82" y="205"/>
                    <a:pt x="80" y="204"/>
                    <a:pt x="78" y="202"/>
                  </a:cubicBezTo>
                  <a:cubicBezTo>
                    <a:pt x="85" y="190"/>
                    <a:pt x="85" y="190"/>
                    <a:pt x="85" y="190"/>
                  </a:cubicBezTo>
                  <a:cubicBezTo>
                    <a:pt x="96" y="171"/>
                    <a:pt x="96" y="171"/>
                    <a:pt x="96" y="171"/>
                  </a:cubicBezTo>
                  <a:cubicBezTo>
                    <a:pt x="110" y="146"/>
                    <a:pt x="110" y="146"/>
                    <a:pt x="110" y="146"/>
                  </a:cubicBezTo>
                  <a:cubicBezTo>
                    <a:pt x="111" y="147"/>
                    <a:pt x="112" y="147"/>
                    <a:pt x="114" y="147"/>
                  </a:cubicBezTo>
                  <a:lnTo>
                    <a:pt x="114" y="212"/>
                  </a:lnTo>
                  <a:close/>
                  <a:moveTo>
                    <a:pt x="154" y="206"/>
                  </a:moveTo>
                  <a:cubicBezTo>
                    <a:pt x="150" y="207"/>
                    <a:pt x="147" y="208"/>
                    <a:pt x="143" y="209"/>
                  </a:cubicBezTo>
                  <a:cubicBezTo>
                    <a:pt x="137" y="211"/>
                    <a:pt x="131" y="212"/>
                    <a:pt x="125" y="212"/>
                  </a:cubicBezTo>
                  <a:cubicBezTo>
                    <a:pt x="125" y="147"/>
                    <a:pt x="125" y="147"/>
                    <a:pt x="125" y="147"/>
                  </a:cubicBezTo>
                  <a:cubicBezTo>
                    <a:pt x="126" y="147"/>
                    <a:pt x="127" y="147"/>
                    <a:pt x="128" y="146"/>
                  </a:cubicBezTo>
                  <a:cubicBezTo>
                    <a:pt x="143" y="171"/>
                    <a:pt x="143" y="171"/>
                    <a:pt x="143" y="171"/>
                  </a:cubicBezTo>
                  <a:cubicBezTo>
                    <a:pt x="154" y="190"/>
                    <a:pt x="154" y="190"/>
                    <a:pt x="154" y="190"/>
                  </a:cubicBezTo>
                  <a:cubicBezTo>
                    <a:pt x="161" y="202"/>
                    <a:pt x="161" y="202"/>
                    <a:pt x="161" y="202"/>
                  </a:cubicBezTo>
                  <a:cubicBezTo>
                    <a:pt x="158" y="204"/>
                    <a:pt x="156" y="205"/>
                    <a:pt x="154" y="206"/>
                  </a:cubicBezTo>
                  <a:close/>
                  <a:moveTo>
                    <a:pt x="179" y="190"/>
                  </a:moveTo>
                  <a:cubicBezTo>
                    <a:pt x="177" y="193"/>
                    <a:pt x="174" y="195"/>
                    <a:pt x="171" y="197"/>
                  </a:cubicBezTo>
                  <a:cubicBezTo>
                    <a:pt x="154" y="167"/>
                    <a:pt x="154" y="167"/>
                    <a:pt x="154" y="167"/>
                  </a:cubicBezTo>
                  <a:cubicBezTo>
                    <a:pt x="143" y="149"/>
                    <a:pt x="143" y="149"/>
                    <a:pt x="143" y="149"/>
                  </a:cubicBezTo>
                  <a:cubicBezTo>
                    <a:pt x="138" y="141"/>
                    <a:pt x="138" y="141"/>
                    <a:pt x="138" y="141"/>
                  </a:cubicBezTo>
                  <a:cubicBezTo>
                    <a:pt x="139" y="140"/>
                    <a:pt x="140" y="139"/>
                    <a:pt x="141" y="138"/>
                  </a:cubicBezTo>
                  <a:cubicBezTo>
                    <a:pt x="143" y="139"/>
                    <a:pt x="143" y="139"/>
                    <a:pt x="143" y="139"/>
                  </a:cubicBezTo>
                  <a:cubicBezTo>
                    <a:pt x="154" y="146"/>
                    <a:pt x="154" y="146"/>
                    <a:pt x="154" y="146"/>
                  </a:cubicBezTo>
                  <a:cubicBezTo>
                    <a:pt x="179" y="160"/>
                    <a:pt x="179" y="160"/>
                    <a:pt x="179" y="160"/>
                  </a:cubicBezTo>
                  <a:cubicBezTo>
                    <a:pt x="197" y="171"/>
                    <a:pt x="197" y="171"/>
                    <a:pt x="197" y="171"/>
                  </a:cubicBezTo>
                  <a:cubicBezTo>
                    <a:pt x="192" y="178"/>
                    <a:pt x="186" y="185"/>
                    <a:pt x="179" y="190"/>
                  </a:cubicBezTo>
                  <a:close/>
                  <a:moveTo>
                    <a:pt x="203" y="161"/>
                  </a:moveTo>
                  <a:cubicBezTo>
                    <a:pt x="179" y="147"/>
                    <a:pt x="179" y="147"/>
                    <a:pt x="179" y="147"/>
                  </a:cubicBezTo>
                  <a:cubicBezTo>
                    <a:pt x="154" y="132"/>
                    <a:pt x="154" y="132"/>
                    <a:pt x="154" y="132"/>
                  </a:cubicBezTo>
                  <a:cubicBezTo>
                    <a:pt x="146" y="128"/>
                    <a:pt x="146" y="128"/>
                    <a:pt x="146" y="128"/>
                  </a:cubicBezTo>
                  <a:cubicBezTo>
                    <a:pt x="147" y="127"/>
                    <a:pt x="147" y="126"/>
                    <a:pt x="147" y="125"/>
                  </a:cubicBezTo>
                  <a:cubicBezTo>
                    <a:pt x="154" y="125"/>
                    <a:pt x="154" y="125"/>
                    <a:pt x="154" y="125"/>
                  </a:cubicBezTo>
                  <a:cubicBezTo>
                    <a:pt x="179" y="125"/>
                    <a:pt x="179" y="125"/>
                    <a:pt x="179" y="125"/>
                  </a:cubicBezTo>
                  <a:cubicBezTo>
                    <a:pt x="212" y="125"/>
                    <a:pt x="212" y="125"/>
                    <a:pt x="212" y="125"/>
                  </a:cubicBezTo>
                  <a:cubicBezTo>
                    <a:pt x="211" y="138"/>
                    <a:pt x="208" y="150"/>
                    <a:pt x="203" y="161"/>
                  </a:cubicBezTo>
                  <a:close/>
                  <a:moveTo>
                    <a:pt x="212" y="113"/>
                  </a:moveTo>
                  <a:cubicBezTo>
                    <a:pt x="179" y="113"/>
                    <a:pt x="179" y="113"/>
                    <a:pt x="179" y="113"/>
                  </a:cubicBezTo>
                  <a:cubicBezTo>
                    <a:pt x="154" y="113"/>
                    <a:pt x="154" y="113"/>
                    <a:pt x="154" y="113"/>
                  </a:cubicBezTo>
                  <a:cubicBezTo>
                    <a:pt x="147" y="113"/>
                    <a:pt x="147" y="113"/>
                    <a:pt x="147" y="113"/>
                  </a:cubicBezTo>
                  <a:cubicBezTo>
                    <a:pt x="147" y="112"/>
                    <a:pt x="147" y="111"/>
                    <a:pt x="146" y="110"/>
                  </a:cubicBezTo>
                  <a:cubicBezTo>
                    <a:pt x="154" y="106"/>
                    <a:pt x="154" y="106"/>
                    <a:pt x="154" y="106"/>
                  </a:cubicBezTo>
                  <a:cubicBezTo>
                    <a:pt x="179" y="91"/>
                    <a:pt x="179" y="91"/>
                    <a:pt x="179" y="91"/>
                  </a:cubicBezTo>
                  <a:cubicBezTo>
                    <a:pt x="203" y="78"/>
                    <a:pt x="203" y="78"/>
                    <a:pt x="203" y="78"/>
                  </a:cubicBezTo>
                  <a:cubicBezTo>
                    <a:pt x="208" y="88"/>
                    <a:pt x="211" y="101"/>
                    <a:pt x="212" y="113"/>
                  </a:cubicBezTo>
                  <a:close/>
                  <a:moveTo>
                    <a:pt x="171" y="41"/>
                  </a:moveTo>
                  <a:cubicBezTo>
                    <a:pt x="174" y="43"/>
                    <a:pt x="177" y="46"/>
                    <a:pt x="179" y="48"/>
                  </a:cubicBezTo>
                  <a:cubicBezTo>
                    <a:pt x="186" y="54"/>
                    <a:pt x="192" y="60"/>
                    <a:pt x="197" y="68"/>
                  </a:cubicBezTo>
                  <a:cubicBezTo>
                    <a:pt x="179" y="78"/>
                    <a:pt x="179" y="78"/>
                    <a:pt x="179" y="78"/>
                  </a:cubicBezTo>
                  <a:cubicBezTo>
                    <a:pt x="154" y="93"/>
                    <a:pt x="154" y="93"/>
                    <a:pt x="154" y="93"/>
                  </a:cubicBezTo>
                  <a:cubicBezTo>
                    <a:pt x="143" y="99"/>
                    <a:pt x="143" y="99"/>
                    <a:pt x="143" y="99"/>
                  </a:cubicBezTo>
                  <a:cubicBezTo>
                    <a:pt x="141" y="100"/>
                    <a:pt x="141" y="100"/>
                    <a:pt x="141" y="100"/>
                  </a:cubicBezTo>
                  <a:cubicBezTo>
                    <a:pt x="140" y="99"/>
                    <a:pt x="139" y="98"/>
                    <a:pt x="138" y="98"/>
                  </a:cubicBezTo>
                  <a:cubicBezTo>
                    <a:pt x="143" y="90"/>
                    <a:pt x="143" y="90"/>
                    <a:pt x="143" y="90"/>
                  </a:cubicBezTo>
                  <a:cubicBezTo>
                    <a:pt x="154" y="71"/>
                    <a:pt x="154" y="71"/>
                    <a:pt x="154" y="71"/>
                  </a:cubicBezTo>
                  <a:lnTo>
                    <a:pt x="171" y="41"/>
                  </a:lnTo>
                  <a:close/>
                  <a:moveTo>
                    <a:pt x="125" y="26"/>
                  </a:moveTo>
                  <a:cubicBezTo>
                    <a:pt x="131" y="27"/>
                    <a:pt x="137" y="28"/>
                    <a:pt x="143" y="29"/>
                  </a:cubicBezTo>
                  <a:cubicBezTo>
                    <a:pt x="147" y="30"/>
                    <a:pt x="150" y="31"/>
                    <a:pt x="154" y="33"/>
                  </a:cubicBezTo>
                  <a:cubicBezTo>
                    <a:pt x="156" y="34"/>
                    <a:pt x="158" y="35"/>
                    <a:pt x="161" y="36"/>
                  </a:cubicBezTo>
                  <a:cubicBezTo>
                    <a:pt x="154" y="48"/>
                    <a:pt x="154" y="48"/>
                    <a:pt x="154" y="48"/>
                  </a:cubicBezTo>
                  <a:cubicBezTo>
                    <a:pt x="143" y="67"/>
                    <a:pt x="143" y="67"/>
                    <a:pt x="143" y="67"/>
                  </a:cubicBezTo>
                  <a:cubicBezTo>
                    <a:pt x="128" y="92"/>
                    <a:pt x="128" y="92"/>
                    <a:pt x="128" y="92"/>
                  </a:cubicBezTo>
                  <a:cubicBezTo>
                    <a:pt x="127" y="92"/>
                    <a:pt x="126" y="91"/>
                    <a:pt x="125" y="91"/>
                  </a:cubicBezTo>
                  <a:lnTo>
                    <a:pt x="125" y="26"/>
                  </a:lnTo>
                  <a:close/>
                  <a:moveTo>
                    <a:pt x="138" y="119"/>
                  </a:moveTo>
                  <a:cubicBezTo>
                    <a:pt x="138" y="130"/>
                    <a:pt x="130" y="138"/>
                    <a:pt x="119" y="138"/>
                  </a:cubicBezTo>
                  <a:cubicBezTo>
                    <a:pt x="109" y="138"/>
                    <a:pt x="100" y="130"/>
                    <a:pt x="100" y="119"/>
                  </a:cubicBezTo>
                  <a:cubicBezTo>
                    <a:pt x="100" y="109"/>
                    <a:pt x="109" y="100"/>
                    <a:pt x="119" y="100"/>
                  </a:cubicBezTo>
                  <a:cubicBezTo>
                    <a:pt x="130" y="100"/>
                    <a:pt x="138" y="109"/>
                    <a:pt x="138" y="119"/>
                  </a:cubicBezTo>
                  <a:close/>
                  <a:moveTo>
                    <a:pt x="85" y="33"/>
                  </a:moveTo>
                  <a:cubicBezTo>
                    <a:pt x="88" y="31"/>
                    <a:pt x="92" y="30"/>
                    <a:pt x="96" y="29"/>
                  </a:cubicBezTo>
                  <a:cubicBezTo>
                    <a:pt x="101" y="28"/>
                    <a:pt x="107" y="27"/>
                    <a:pt x="114" y="26"/>
                  </a:cubicBezTo>
                  <a:cubicBezTo>
                    <a:pt x="114" y="91"/>
                    <a:pt x="114" y="91"/>
                    <a:pt x="114" y="91"/>
                  </a:cubicBezTo>
                  <a:cubicBezTo>
                    <a:pt x="112" y="91"/>
                    <a:pt x="111" y="92"/>
                    <a:pt x="110" y="92"/>
                  </a:cubicBezTo>
                  <a:cubicBezTo>
                    <a:pt x="96" y="67"/>
                    <a:pt x="96" y="67"/>
                    <a:pt x="96" y="67"/>
                  </a:cubicBezTo>
                  <a:cubicBezTo>
                    <a:pt x="85" y="48"/>
                    <a:pt x="85" y="48"/>
                    <a:pt x="85" y="48"/>
                  </a:cubicBezTo>
                  <a:cubicBezTo>
                    <a:pt x="78" y="36"/>
                    <a:pt x="78" y="36"/>
                    <a:pt x="78" y="36"/>
                  </a:cubicBezTo>
                  <a:cubicBezTo>
                    <a:pt x="80" y="35"/>
                    <a:pt x="82" y="34"/>
                    <a:pt x="85" y="33"/>
                  </a:cubicBezTo>
                  <a:close/>
                  <a:moveTo>
                    <a:pt x="59" y="48"/>
                  </a:moveTo>
                  <a:cubicBezTo>
                    <a:pt x="62" y="46"/>
                    <a:pt x="65" y="43"/>
                    <a:pt x="68" y="41"/>
                  </a:cubicBezTo>
                  <a:cubicBezTo>
                    <a:pt x="85" y="71"/>
                    <a:pt x="85" y="71"/>
                    <a:pt x="85" y="71"/>
                  </a:cubicBezTo>
                  <a:cubicBezTo>
                    <a:pt x="96" y="90"/>
                    <a:pt x="96" y="90"/>
                    <a:pt x="96" y="90"/>
                  </a:cubicBezTo>
                  <a:cubicBezTo>
                    <a:pt x="100" y="98"/>
                    <a:pt x="100" y="98"/>
                    <a:pt x="100" y="98"/>
                  </a:cubicBezTo>
                  <a:cubicBezTo>
                    <a:pt x="99" y="98"/>
                    <a:pt x="98" y="99"/>
                    <a:pt x="98" y="100"/>
                  </a:cubicBezTo>
                  <a:cubicBezTo>
                    <a:pt x="96" y="99"/>
                    <a:pt x="96" y="99"/>
                    <a:pt x="96" y="99"/>
                  </a:cubicBezTo>
                  <a:cubicBezTo>
                    <a:pt x="85" y="93"/>
                    <a:pt x="85" y="93"/>
                    <a:pt x="85" y="93"/>
                  </a:cubicBezTo>
                  <a:cubicBezTo>
                    <a:pt x="59" y="78"/>
                    <a:pt x="59" y="78"/>
                    <a:pt x="59" y="78"/>
                  </a:cubicBezTo>
                  <a:cubicBezTo>
                    <a:pt x="42" y="68"/>
                    <a:pt x="42" y="68"/>
                    <a:pt x="42" y="68"/>
                  </a:cubicBezTo>
                  <a:cubicBezTo>
                    <a:pt x="46" y="60"/>
                    <a:pt x="52" y="54"/>
                    <a:pt x="59" y="48"/>
                  </a:cubicBezTo>
                  <a:close/>
                  <a:moveTo>
                    <a:pt x="36" y="78"/>
                  </a:moveTo>
                  <a:cubicBezTo>
                    <a:pt x="59" y="91"/>
                    <a:pt x="59" y="91"/>
                    <a:pt x="59" y="91"/>
                  </a:cubicBezTo>
                  <a:cubicBezTo>
                    <a:pt x="85" y="106"/>
                    <a:pt x="85" y="106"/>
                    <a:pt x="85" y="106"/>
                  </a:cubicBezTo>
                  <a:cubicBezTo>
                    <a:pt x="92" y="110"/>
                    <a:pt x="92" y="110"/>
                    <a:pt x="92" y="110"/>
                  </a:cubicBezTo>
                  <a:cubicBezTo>
                    <a:pt x="92" y="111"/>
                    <a:pt x="91" y="112"/>
                    <a:pt x="91" y="113"/>
                  </a:cubicBezTo>
                  <a:cubicBezTo>
                    <a:pt x="85" y="113"/>
                    <a:pt x="85" y="113"/>
                    <a:pt x="85" y="113"/>
                  </a:cubicBezTo>
                  <a:cubicBezTo>
                    <a:pt x="59" y="113"/>
                    <a:pt x="59" y="113"/>
                    <a:pt x="59" y="113"/>
                  </a:cubicBezTo>
                  <a:cubicBezTo>
                    <a:pt x="26" y="113"/>
                    <a:pt x="26" y="113"/>
                    <a:pt x="26" y="113"/>
                  </a:cubicBezTo>
                  <a:cubicBezTo>
                    <a:pt x="27" y="101"/>
                    <a:pt x="30" y="88"/>
                    <a:pt x="36" y="78"/>
                  </a:cubicBezTo>
                  <a:close/>
                  <a:moveTo>
                    <a:pt x="59" y="125"/>
                  </a:moveTo>
                  <a:cubicBezTo>
                    <a:pt x="85" y="125"/>
                    <a:pt x="85" y="125"/>
                    <a:pt x="85" y="125"/>
                  </a:cubicBezTo>
                  <a:cubicBezTo>
                    <a:pt x="91" y="125"/>
                    <a:pt x="91" y="125"/>
                    <a:pt x="91" y="125"/>
                  </a:cubicBezTo>
                  <a:cubicBezTo>
                    <a:pt x="91" y="126"/>
                    <a:pt x="92" y="127"/>
                    <a:pt x="92" y="128"/>
                  </a:cubicBezTo>
                  <a:cubicBezTo>
                    <a:pt x="85" y="132"/>
                    <a:pt x="85" y="132"/>
                    <a:pt x="85" y="132"/>
                  </a:cubicBezTo>
                  <a:cubicBezTo>
                    <a:pt x="59" y="147"/>
                    <a:pt x="59" y="147"/>
                    <a:pt x="59" y="147"/>
                  </a:cubicBezTo>
                  <a:cubicBezTo>
                    <a:pt x="36" y="161"/>
                    <a:pt x="36" y="161"/>
                    <a:pt x="36" y="161"/>
                  </a:cubicBezTo>
                  <a:cubicBezTo>
                    <a:pt x="30" y="150"/>
                    <a:pt x="27" y="138"/>
                    <a:pt x="26" y="125"/>
                  </a:cubicBezTo>
                  <a:lnTo>
                    <a:pt x="59" y="125"/>
                  </a:ln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6" name="Google Shape;806;p60"/>
            <p:cNvSpPr/>
            <p:nvPr/>
          </p:nvSpPr>
          <p:spPr>
            <a:xfrm>
              <a:off x="3889375" y="2009775"/>
              <a:ext cx="377825" cy="395288"/>
            </a:xfrm>
            <a:custGeom>
              <a:avLst/>
              <a:gdLst/>
              <a:ahLst/>
              <a:cxnLst/>
              <a:rect l="l" t="t" r="r" b="b"/>
              <a:pathLst>
                <a:path w="100" h="105" extrusionOk="0">
                  <a:moveTo>
                    <a:pt x="95" y="79"/>
                  </a:moveTo>
                  <a:cubicBezTo>
                    <a:pt x="97" y="75"/>
                    <a:pt x="98" y="72"/>
                    <a:pt x="100" y="69"/>
                  </a:cubicBezTo>
                  <a:cubicBezTo>
                    <a:pt x="89" y="62"/>
                    <a:pt x="89" y="62"/>
                    <a:pt x="89" y="62"/>
                  </a:cubicBezTo>
                  <a:cubicBezTo>
                    <a:pt x="90" y="59"/>
                    <a:pt x="90" y="56"/>
                    <a:pt x="90" y="53"/>
                  </a:cubicBezTo>
                  <a:cubicBezTo>
                    <a:pt x="90" y="49"/>
                    <a:pt x="90" y="46"/>
                    <a:pt x="89" y="43"/>
                  </a:cubicBezTo>
                  <a:cubicBezTo>
                    <a:pt x="100" y="37"/>
                    <a:pt x="100" y="37"/>
                    <a:pt x="100" y="37"/>
                  </a:cubicBezTo>
                  <a:cubicBezTo>
                    <a:pt x="98" y="33"/>
                    <a:pt x="97" y="30"/>
                    <a:pt x="95" y="27"/>
                  </a:cubicBezTo>
                  <a:cubicBezTo>
                    <a:pt x="93" y="23"/>
                    <a:pt x="91" y="20"/>
                    <a:pt x="89" y="18"/>
                  </a:cubicBezTo>
                  <a:cubicBezTo>
                    <a:pt x="78" y="24"/>
                    <a:pt x="78" y="24"/>
                    <a:pt x="78" y="24"/>
                  </a:cubicBezTo>
                  <a:cubicBezTo>
                    <a:pt x="77" y="23"/>
                    <a:pt x="77" y="23"/>
                    <a:pt x="76" y="22"/>
                  </a:cubicBezTo>
                  <a:cubicBezTo>
                    <a:pt x="75" y="21"/>
                    <a:pt x="74" y="20"/>
                    <a:pt x="73" y="19"/>
                  </a:cubicBezTo>
                  <a:cubicBezTo>
                    <a:pt x="70" y="17"/>
                    <a:pt x="66" y="16"/>
                    <a:pt x="63" y="14"/>
                  </a:cubicBezTo>
                  <a:cubicBezTo>
                    <a:pt x="62" y="14"/>
                    <a:pt x="61" y="14"/>
                    <a:pt x="61" y="14"/>
                  </a:cubicBezTo>
                  <a:cubicBezTo>
                    <a:pt x="61" y="2"/>
                    <a:pt x="61" y="2"/>
                    <a:pt x="61" y="2"/>
                  </a:cubicBezTo>
                  <a:cubicBezTo>
                    <a:pt x="57" y="1"/>
                    <a:pt x="54" y="0"/>
                    <a:pt x="50" y="0"/>
                  </a:cubicBezTo>
                  <a:cubicBezTo>
                    <a:pt x="46" y="0"/>
                    <a:pt x="43" y="1"/>
                    <a:pt x="39" y="2"/>
                  </a:cubicBezTo>
                  <a:cubicBezTo>
                    <a:pt x="39" y="14"/>
                    <a:pt x="39" y="14"/>
                    <a:pt x="39" y="14"/>
                  </a:cubicBezTo>
                  <a:cubicBezTo>
                    <a:pt x="38" y="14"/>
                    <a:pt x="38" y="14"/>
                    <a:pt x="37" y="14"/>
                  </a:cubicBezTo>
                  <a:cubicBezTo>
                    <a:pt x="34" y="16"/>
                    <a:pt x="30" y="17"/>
                    <a:pt x="27" y="19"/>
                  </a:cubicBezTo>
                  <a:cubicBezTo>
                    <a:pt x="26" y="20"/>
                    <a:pt x="25" y="21"/>
                    <a:pt x="24" y="22"/>
                  </a:cubicBezTo>
                  <a:cubicBezTo>
                    <a:pt x="23" y="23"/>
                    <a:pt x="22" y="23"/>
                    <a:pt x="22" y="24"/>
                  </a:cubicBezTo>
                  <a:cubicBezTo>
                    <a:pt x="11" y="18"/>
                    <a:pt x="11" y="18"/>
                    <a:pt x="11" y="18"/>
                  </a:cubicBezTo>
                  <a:cubicBezTo>
                    <a:pt x="9" y="20"/>
                    <a:pt x="7" y="23"/>
                    <a:pt x="5" y="27"/>
                  </a:cubicBezTo>
                  <a:cubicBezTo>
                    <a:pt x="3" y="30"/>
                    <a:pt x="1" y="33"/>
                    <a:pt x="0" y="37"/>
                  </a:cubicBezTo>
                  <a:cubicBezTo>
                    <a:pt x="11" y="43"/>
                    <a:pt x="11" y="43"/>
                    <a:pt x="11" y="43"/>
                  </a:cubicBezTo>
                  <a:cubicBezTo>
                    <a:pt x="10" y="46"/>
                    <a:pt x="10" y="49"/>
                    <a:pt x="10" y="53"/>
                  </a:cubicBezTo>
                  <a:cubicBezTo>
                    <a:pt x="10" y="56"/>
                    <a:pt x="10" y="59"/>
                    <a:pt x="11" y="62"/>
                  </a:cubicBezTo>
                  <a:cubicBezTo>
                    <a:pt x="0" y="69"/>
                    <a:pt x="0" y="69"/>
                    <a:pt x="0" y="69"/>
                  </a:cubicBezTo>
                  <a:cubicBezTo>
                    <a:pt x="1" y="72"/>
                    <a:pt x="3" y="75"/>
                    <a:pt x="5" y="79"/>
                  </a:cubicBezTo>
                  <a:cubicBezTo>
                    <a:pt x="7" y="82"/>
                    <a:pt x="9" y="85"/>
                    <a:pt x="11" y="88"/>
                  </a:cubicBezTo>
                  <a:cubicBezTo>
                    <a:pt x="22" y="81"/>
                    <a:pt x="22" y="81"/>
                    <a:pt x="22" y="81"/>
                  </a:cubicBezTo>
                  <a:cubicBezTo>
                    <a:pt x="22" y="82"/>
                    <a:pt x="23" y="83"/>
                    <a:pt x="24" y="83"/>
                  </a:cubicBezTo>
                  <a:cubicBezTo>
                    <a:pt x="25" y="84"/>
                    <a:pt x="26" y="85"/>
                    <a:pt x="27" y="86"/>
                  </a:cubicBezTo>
                  <a:cubicBezTo>
                    <a:pt x="30" y="88"/>
                    <a:pt x="34" y="90"/>
                    <a:pt x="37" y="91"/>
                  </a:cubicBezTo>
                  <a:cubicBezTo>
                    <a:pt x="38" y="91"/>
                    <a:pt x="38" y="91"/>
                    <a:pt x="39" y="91"/>
                  </a:cubicBezTo>
                  <a:cubicBezTo>
                    <a:pt x="39" y="104"/>
                    <a:pt x="39" y="104"/>
                    <a:pt x="39" y="104"/>
                  </a:cubicBezTo>
                  <a:cubicBezTo>
                    <a:pt x="43" y="104"/>
                    <a:pt x="46" y="105"/>
                    <a:pt x="50" y="105"/>
                  </a:cubicBezTo>
                  <a:cubicBezTo>
                    <a:pt x="54" y="105"/>
                    <a:pt x="57" y="104"/>
                    <a:pt x="61" y="104"/>
                  </a:cubicBezTo>
                  <a:cubicBezTo>
                    <a:pt x="61" y="91"/>
                    <a:pt x="61" y="91"/>
                    <a:pt x="61" y="91"/>
                  </a:cubicBezTo>
                  <a:cubicBezTo>
                    <a:pt x="61" y="91"/>
                    <a:pt x="62" y="91"/>
                    <a:pt x="63" y="91"/>
                  </a:cubicBezTo>
                  <a:cubicBezTo>
                    <a:pt x="66" y="90"/>
                    <a:pt x="70" y="88"/>
                    <a:pt x="73" y="86"/>
                  </a:cubicBezTo>
                  <a:cubicBezTo>
                    <a:pt x="74" y="85"/>
                    <a:pt x="75" y="84"/>
                    <a:pt x="76" y="83"/>
                  </a:cubicBezTo>
                  <a:cubicBezTo>
                    <a:pt x="77" y="83"/>
                    <a:pt x="77" y="82"/>
                    <a:pt x="78" y="81"/>
                  </a:cubicBezTo>
                  <a:cubicBezTo>
                    <a:pt x="89" y="88"/>
                    <a:pt x="89" y="88"/>
                    <a:pt x="89" y="88"/>
                  </a:cubicBezTo>
                  <a:cubicBezTo>
                    <a:pt x="91" y="85"/>
                    <a:pt x="93" y="82"/>
                    <a:pt x="95" y="79"/>
                  </a:cubicBezTo>
                  <a:close/>
                  <a:moveTo>
                    <a:pt x="71" y="36"/>
                  </a:moveTo>
                  <a:cubicBezTo>
                    <a:pt x="71" y="36"/>
                    <a:pt x="72" y="36"/>
                    <a:pt x="73" y="36"/>
                  </a:cubicBezTo>
                  <a:cubicBezTo>
                    <a:pt x="74" y="36"/>
                    <a:pt x="75" y="37"/>
                    <a:pt x="76" y="38"/>
                  </a:cubicBezTo>
                  <a:cubicBezTo>
                    <a:pt x="76" y="38"/>
                    <a:pt x="76" y="39"/>
                    <a:pt x="76" y="39"/>
                  </a:cubicBezTo>
                  <a:cubicBezTo>
                    <a:pt x="76" y="39"/>
                    <a:pt x="76" y="40"/>
                    <a:pt x="76" y="40"/>
                  </a:cubicBezTo>
                  <a:cubicBezTo>
                    <a:pt x="76" y="41"/>
                    <a:pt x="75" y="42"/>
                    <a:pt x="74" y="43"/>
                  </a:cubicBezTo>
                  <a:cubicBezTo>
                    <a:pt x="74" y="43"/>
                    <a:pt x="73" y="43"/>
                    <a:pt x="73" y="43"/>
                  </a:cubicBezTo>
                  <a:cubicBezTo>
                    <a:pt x="71" y="43"/>
                    <a:pt x="70" y="42"/>
                    <a:pt x="70" y="41"/>
                  </a:cubicBezTo>
                  <a:cubicBezTo>
                    <a:pt x="69" y="40"/>
                    <a:pt x="69" y="37"/>
                    <a:pt x="71" y="36"/>
                  </a:cubicBezTo>
                  <a:close/>
                  <a:moveTo>
                    <a:pt x="61" y="29"/>
                  </a:moveTo>
                  <a:cubicBezTo>
                    <a:pt x="61" y="28"/>
                    <a:pt x="62" y="27"/>
                    <a:pt x="63" y="27"/>
                  </a:cubicBezTo>
                  <a:cubicBezTo>
                    <a:pt x="63" y="27"/>
                    <a:pt x="63" y="27"/>
                    <a:pt x="64" y="28"/>
                  </a:cubicBezTo>
                  <a:cubicBezTo>
                    <a:pt x="65" y="28"/>
                    <a:pt x="65" y="30"/>
                    <a:pt x="64" y="31"/>
                  </a:cubicBezTo>
                  <a:cubicBezTo>
                    <a:pt x="64" y="31"/>
                    <a:pt x="63" y="32"/>
                    <a:pt x="63" y="32"/>
                  </a:cubicBezTo>
                  <a:cubicBezTo>
                    <a:pt x="62" y="32"/>
                    <a:pt x="62" y="32"/>
                    <a:pt x="62" y="31"/>
                  </a:cubicBezTo>
                  <a:cubicBezTo>
                    <a:pt x="61" y="31"/>
                    <a:pt x="60" y="30"/>
                    <a:pt x="61" y="29"/>
                  </a:cubicBezTo>
                  <a:close/>
                  <a:moveTo>
                    <a:pt x="50" y="23"/>
                  </a:moveTo>
                  <a:cubicBezTo>
                    <a:pt x="52" y="23"/>
                    <a:pt x="53" y="24"/>
                    <a:pt x="53" y="26"/>
                  </a:cubicBezTo>
                  <a:cubicBezTo>
                    <a:pt x="53" y="28"/>
                    <a:pt x="52" y="30"/>
                    <a:pt x="50" y="30"/>
                  </a:cubicBezTo>
                  <a:cubicBezTo>
                    <a:pt x="48" y="30"/>
                    <a:pt x="46" y="28"/>
                    <a:pt x="46" y="26"/>
                  </a:cubicBezTo>
                  <a:cubicBezTo>
                    <a:pt x="46" y="24"/>
                    <a:pt x="48" y="23"/>
                    <a:pt x="50" y="23"/>
                  </a:cubicBezTo>
                  <a:close/>
                  <a:moveTo>
                    <a:pt x="23" y="55"/>
                  </a:moveTo>
                  <a:cubicBezTo>
                    <a:pt x="22" y="54"/>
                    <a:pt x="21" y="53"/>
                    <a:pt x="22" y="52"/>
                  </a:cubicBezTo>
                  <a:cubicBezTo>
                    <a:pt x="22" y="51"/>
                    <a:pt x="23" y="51"/>
                    <a:pt x="24" y="51"/>
                  </a:cubicBezTo>
                  <a:cubicBezTo>
                    <a:pt x="24" y="51"/>
                    <a:pt x="24" y="51"/>
                    <a:pt x="25" y="51"/>
                  </a:cubicBezTo>
                  <a:cubicBezTo>
                    <a:pt x="26" y="52"/>
                    <a:pt x="26" y="53"/>
                    <a:pt x="26" y="54"/>
                  </a:cubicBezTo>
                  <a:cubicBezTo>
                    <a:pt x="25" y="55"/>
                    <a:pt x="24" y="55"/>
                    <a:pt x="24" y="55"/>
                  </a:cubicBezTo>
                  <a:cubicBezTo>
                    <a:pt x="23" y="55"/>
                    <a:pt x="23" y="55"/>
                    <a:pt x="23" y="55"/>
                  </a:cubicBezTo>
                  <a:close/>
                  <a:moveTo>
                    <a:pt x="29" y="69"/>
                  </a:moveTo>
                  <a:cubicBezTo>
                    <a:pt x="28" y="69"/>
                    <a:pt x="28" y="69"/>
                    <a:pt x="27" y="69"/>
                  </a:cubicBezTo>
                  <a:cubicBezTo>
                    <a:pt x="26" y="69"/>
                    <a:pt x="25" y="69"/>
                    <a:pt x="24" y="67"/>
                  </a:cubicBezTo>
                  <a:cubicBezTo>
                    <a:pt x="24" y="67"/>
                    <a:pt x="24" y="67"/>
                    <a:pt x="24" y="66"/>
                  </a:cubicBezTo>
                  <a:cubicBezTo>
                    <a:pt x="24" y="66"/>
                    <a:pt x="24" y="66"/>
                    <a:pt x="24" y="65"/>
                  </a:cubicBezTo>
                  <a:cubicBezTo>
                    <a:pt x="24" y="64"/>
                    <a:pt x="24" y="63"/>
                    <a:pt x="25" y="63"/>
                  </a:cubicBezTo>
                  <a:cubicBezTo>
                    <a:pt x="26" y="62"/>
                    <a:pt x="27" y="62"/>
                    <a:pt x="27" y="62"/>
                  </a:cubicBezTo>
                  <a:cubicBezTo>
                    <a:pt x="28" y="62"/>
                    <a:pt x="30" y="63"/>
                    <a:pt x="30" y="64"/>
                  </a:cubicBezTo>
                  <a:cubicBezTo>
                    <a:pt x="31" y="66"/>
                    <a:pt x="31" y="68"/>
                    <a:pt x="29" y="69"/>
                  </a:cubicBezTo>
                  <a:close/>
                  <a:moveTo>
                    <a:pt x="30" y="41"/>
                  </a:moveTo>
                  <a:cubicBezTo>
                    <a:pt x="30" y="42"/>
                    <a:pt x="28" y="43"/>
                    <a:pt x="27" y="43"/>
                  </a:cubicBezTo>
                  <a:cubicBezTo>
                    <a:pt x="27" y="43"/>
                    <a:pt x="26" y="43"/>
                    <a:pt x="25" y="43"/>
                  </a:cubicBezTo>
                  <a:cubicBezTo>
                    <a:pt x="24" y="42"/>
                    <a:pt x="24" y="41"/>
                    <a:pt x="24" y="40"/>
                  </a:cubicBezTo>
                  <a:cubicBezTo>
                    <a:pt x="24" y="40"/>
                    <a:pt x="24" y="39"/>
                    <a:pt x="24" y="39"/>
                  </a:cubicBezTo>
                  <a:cubicBezTo>
                    <a:pt x="24" y="39"/>
                    <a:pt x="24" y="38"/>
                    <a:pt x="24" y="38"/>
                  </a:cubicBezTo>
                  <a:cubicBezTo>
                    <a:pt x="25" y="37"/>
                    <a:pt x="26" y="36"/>
                    <a:pt x="27" y="36"/>
                  </a:cubicBezTo>
                  <a:cubicBezTo>
                    <a:pt x="28" y="36"/>
                    <a:pt x="28" y="36"/>
                    <a:pt x="29" y="36"/>
                  </a:cubicBezTo>
                  <a:cubicBezTo>
                    <a:pt x="31" y="37"/>
                    <a:pt x="31" y="40"/>
                    <a:pt x="30" y="41"/>
                  </a:cubicBezTo>
                  <a:close/>
                  <a:moveTo>
                    <a:pt x="34" y="29"/>
                  </a:moveTo>
                  <a:cubicBezTo>
                    <a:pt x="35" y="28"/>
                    <a:pt x="36" y="28"/>
                    <a:pt x="37" y="28"/>
                  </a:cubicBezTo>
                  <a:cubicBezTo>
                    <a:pt x="37" y="28"/>
                    <a:pt x="37" y="28"/>
                    <a:pt x="37" y="28"/>
                  </a:cubicBezTo>
                  <a:cubicBezTo>
                    <a:pt x="38" y="29"/>
                    <a:pt x="39" y="30"/>
                    <a:pt x="38" y="31"/>
                  </a:cubicBezTo>
                  <a:cubicBezTo>
                    <a:pt x="38" y="32"/>
                    <a:pt x="38" y="32"/>
                    <a:pt x="37" y="32"/>
                  </a:cubicBezTo>
                  <a:cubicBezTo>
                    <a:pt x="37" y="32"/>
                    <a:pt x="36" y="32"/>
                    <a:pt x="35" y="32"/>
                  </a:cubicBezTo>
                  <a:cubicBezTo>
                    <a:pt x="34" y="31"/>
                    <a:pt x="34" y="30"/>
                    <a:pt x="34" y="29"/>
                  </a:cubicBezTo>
                  <a:close/>
                  <a:moveTo>
                    <a:pt x="39" y="77"/>
                  </a:moveTo>
                  <a:cubicBezTo>
                    <a:pt x="39" y="77"/>
                    <a:pt x="38" y="78"/>
                    <a:pt x="37" y="78"/>
                  </a:cubicBezTo>
                  <a:cubicBezTo>
                    <a:pt x="37" y="78"/>
                    <a:pt x="37" y="78"/>
                    <a:pt x="36" y="77"/>
                  </a:cubicBezTo>
                  <a:cubicBezTo>
                    <a:pt x="35" y="77"/>
                    <a:pt x="35" y="76"/>
                    <a:pt x="35" y="75"/>
                  </a:cubicBezTo>
                  <a:cubicBezTo>
                    <a:pt x="36" y="74"/>
                    <a:pt x="37" y="73"/>
                    <a:pt x="37" y="73"/>
                  </a:cubicBezTo>
                  <a:cubicBezTo>
                    <a:pt x="38" y="73"/>
                    <a:pt x="38" y="74"/>
                    <a:pt x="38" y="74"/>
                  </a:cubicBezTo>
                  <a:cubicBezTo>
                    <a:pt x="39" y="74"/>
                    <a:pt x="40" y="76"/>
                    <a:pt x="39" y="77"/>
                  </a:cubicBezTo>
                  <a:close/>
                  <a:moveTo>
                    <a:pt x="50" y="82"/>
                  </a:moveTo>
                  <a:cubicBezTo>
                    <a:pt x="48" y="82"/>
                    <a:pt x="46" y="81"/>
                    <a:pt x="46" y="79"/>
                  </a:cubicBezTo>
                  <a:cubicBezTo>
                    <a:pt x="46" y="77"/>
                    <a:pt x="48" y="75"/>
                    <a:pt x="50" y="75"/>
                  </a:cubicBezTo>
                  <a:cubicBezTo>
                    <a:pt x="52" y="75"/>
                    <a:pt x="53" y="77"/>
                    <a:pt x="53" y="79"/>
                  </a:cubicBezTo>
                  <a:cubicBezTo>
                    <a:pt x="53" y="81"/>
                    <a:pt x="52" y="82"/>
                    <a:pt x="50" y="82"/>
                  </a:cubicBezTo>
                  <a:close/>
                  <a:moveTo>
                    <a:pt x="50" y="65"/>
                  </a:moveTo>
                  <a:cubicBezTo>
                    <a:pt x="43" y="65"/>
                    <a:pt x="38" y="59"/>
                    <a:pt x="38" y="53"/>
                  </a:cubicBezTo>
                  <a:cubicBezTo>
                    <a:pt x="38" y="46"/>
                    <a:pt x="43" y="40"/>
                    <a:pt x="50" y="40"/>
                  </a:cubicBezTo>
                  <a:cubicBezTo>
                    <a:pt x="57" y="40"/>
                    <a:pt x="62" y="46"/>
                    <a:pt x="62" y="53"/>
                  </a:cubicBezTo>
                  <a:cubicBezTo>
                    <a:pt x="62" y="59"/>
                    <a:pt x="57" y="65"/>
                    <a:pt x="50" y="65"/>
                  </a:cubicBezTo>
                  <a:close/>
                  <a:moveTo>
                    <a:pt x="65" y="76"/>
                  </a:moveTo>
                  <a:cubicBezTo>
                    <a:pt x="65" y="77"/>
                    <a:pt x="64" y="77"/>
                    <a:pt x="63" y="77"/>
                  </a:cubicBezTo>
                  <a:cubicBezTo>
                    <a:pt x="63" y="77"/>
                    <a:pt x="63" y="77"/>
                    <a:pt x="63" y="77"/>
                  </a:cubicBezTo>
                  <a:cubicBezTo>
                    <a:pt x="61" y="76"/>
                    <a:pt x="61" y="75"/>
                    <a:pt x="62" y="74"/>
                  </a:cubicBezTo>
                  <a:cubicBezTo>
                    <a:pt x="62" y="74"/>
                    <a:pt x="62" y="73"/>
                    <a:pt x="63" y="73"/>
                  </a:cubicBezTo>
                  <a:cubicBezTo>
                    <a:pt x="63" y="73"/>
                    <a:pt x="64" y="73"/>
                    <a:pt x="65" y="73"/>
                  </a:cubicBezTo>
                  <a:cubicBezTo>
                    <a:pt x="66" y="74"/>
                    <a:pt x="66" y="75"/>
                    <a:pt x="65" y="76"/>
                  </a:cubicBezTo>
                  <a:close/>
                  <a:moveTo>
                    <a:pt x="76" y="66"/>
                  </a:moveTo>
                  <a:cubicBezTo>
                    <a:pt x="76" y="67"/>
                    <a:pt x="76" y="67"/>
                    <a:pt x="76" y="67"/>
                  </a:cubicBezTo>
                  <a:cubicBezTo>
                    <a:pt x="75" y="69"/>
                    <a:pt x="74" y="69"/>
                    <a:pt x="73" y="69"/>
                  </a:cubicBezTo>
                  <a:cubicBezTo>
                    <a:pt x="72" y="69"/>
                    <a:pt x="71" y="69"/>
                    <a:pt x="71" y="69"/>
                  </a:cubicBezTo>
                  <a:cubicBezTo>
                    <a:pt x="69" y="68"/>
                    <a:pt x="69" y="66"/>
                    <a:pt x="70" y="64"/>
                  </a:cubicBezTo>
                  <a:cubicBezTo>
                    <a:pt x="70" y="63"/>
                    <a:pt x="71" y="62"/>
                    <a:pt x="73" y="62"/>
                  </a:cubicBezTo>
                  <a:cubicBezTo>
                    <a:pt x="73" y="62"/>
                    <a:pt x="74" y="62"/>
                    <a:pt x="74" y="63"/>
                  </a:cubicBezTo>
                  <a:cubicBezTo>
                    <a:pt x="75" y="63"/>
                    <a:pt x="76" y="64"/>
                    <a:pt x="76" y="65"/>
                  </a:cubicBezTo>
                  <a:cubicBezTo>
                    <a:pt x="76" y="66"/>
                    <a:pt x="76" y="66"/>
                    <a:pt x="76" y="66"/>
                  </a:cubicBezTo>
                  <a:close/>
                  <a:moveTo>
                    <a:pt x="78" y="53"/>
                  </a:moveTo>
                  <a:cubicBezTo>
                    <a:pt x="78" y="54"/>
                    <a:pt x="77" y="54"/>
                    <a:pt x="76" y="54"/>
                  </a:cubicBezTo>
                  <a:cubicBezTo>
                    <a:pt x="76" y="54"/>
                    <a:pt x="75" y="54"/>
                    <a:pt x="75" y="54"/>
                  </a:cubicBezTo>
                  <a:cubicBezTo>
                    <a:pt x="74" y="53"/>
                    <a:pt x="74" y="52"/>
                    <a:pt x="74" y="51"/>
                  </a:cubicBezTo>
                  <a:cubicBezTo>
                    <a:pt x="75" y="50"/>
                    <a:pt x="75" y="50"/>
                    <a:pt x="76" y="50"/>
                  </a:cubicBezTo>
                  <a:cubicBezTo>
                    <a:pt x="77" y="50"/>
                    <a:pt x="77" y="50"/>
                    <a:pt x="77" y="50"/>
                  </a:cubicBezTo>
                  <a:cubicBezTo>
                    <a:pt x="78" y="51"/>
                    <a:pt x="79" y="52"/>
                    <a:pt x="78" y="53"/>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7" name="Google Shape;807;p60"/>
            <p:cNvSpPr/>
            <p:nvPr/>
          </p:nvSpPr>
          <p:spPr>
            <a:xfrm>
              <a:off x="5205413" y="1862138"/>
              <a:ext cx="271463" cy="266700"/>
            </a:xfrm>
            <a:custGeom>
              <a:avLst/>
              <a:gdLst/>
              <a:ahLst/>
              <a:cxnLst/>
              <a:rect l="l" t="t" r="r" b="b"/>
              <a:pathLst>
                <a:path w="72" h="71" extrusionOk="0">
                  <a:moveTo>
                    <a:pt x="31" y="7"/>
                  </a:moveTo>
                  <a:cubicBezTo>
                    <a:pt x="29" y="7"/>
                    <a:pt x="28" y="7"/>
                    <a:pt x="26" y="8"/>
                  </a:cubicBezTo>
                  <a:cubicBezTo>
                    <a:pt x="23" y="2"/>
                    <a:pt x="23" y="2"/>
                    <a:pt x="23" y="2"/>
                  </a:cubicBezTo>
                  <a:cubicBezTo>
                    <a:pt x="21" y="3"/>
                    <a:pt x="20" y="3"/>
                    <a:pt x="18" y="4"/>
                  </a:cubicBezTo>
                  <a:cubicBezTo>
                    <a:pt x="17" y="5"/>
                    <a:pt x="15" y="6"/>
                    <a:pt x="14" y="7"/>
                  </a:cubicBezTo>
                  <a:cubicBezTo>
                    <a:pt x="17" y="13"/>
                    <a:pt x="17" y="13"/>
                    <a:pt x="17" y="13"/>
                  </a:cubicBezTo>
                  <a:cubicBezTo>
                    <a:pt x="16" y="14"/>
                    <a:pt x="15" y="15"/>
                    <a:pt x="14" y="16"/>
                  </a:cubicBezTo>
                  <a:cubicBezTo>
                    <a:pt x="8" y="13"/>
                    <a:pt x="8" y="13"/>
                    <a:pt x="8" y="13"/>
                  </a:cubicBezTo>
                  <a:cubicBezTo>
                    <a:pt x="7" y="14"/>
                    <a:pt x="6" y="16"/>
                    <a:pt x="5" y="17"/>
                  </a:cubicBezTo>
                  <a:cubicBezTo>
                    <a:pt x="4" y="19"/>
                    <a:pt x="3" y="20"/>
                    <a:pt x="3" y="22"/>
                  </a:cubicBezTo>
                  <a:cubicBezTo>
                    <a:pt x="9" y="26"/>
                    <a:pt x="9" y="26"/>
                    <a:pt x="9" y="26"/>
                  </a:cubicBezTo>
                  <a:cubicBezTo>
                    <a:pt x="8" y="27"/>
                    <a:pt x="8" y="28"/>
                    <a:pt x="8" y="30"/>
                  </a:cubicBezTo>
                  <a:cubicBezTo>
                    <a:pt x="1" y="30"/>
                    <a:pt x="1" y="30"/>
                    <a:pt x="1" y="30"/>
                  </a:cubicBezTo>
                  <a:cubicBezTo>
                    <a:pt x="0" y="32"/>
                    <a:pt x="0" y="33"/>
                    <a:pt x="0" y="35"/>
                  </a:cubicBezTo>
                  <a:cubicBezTo>
                    <a:pt x="0" y="37"/>
                    <a:pt x="0" y="39"/>
                    <a:pt x="1" y="40"/>
                  </a:cubicBezTo>
                  <a:cubicBezTo>
                    <a:pt x="8" y="40"/>
                    <a:pt x="8" y="40"/>
                    <a:pt x="8" y="40"/>
                  </a:cubicBezTo>
                  <a:cubicBezTo>
                    <a:pt x="8" y="42"/>
                    <a:pt x="8" y="43"/>
                    <a:pt x="9" y="45"/>
                  </a:cubicBezTo>
                  <a:cubicBezTo>
                    <a:pt x="3" y="48"/>
                    <a:pt x="3" y="48"/>
                    <a:pt x="3" y="48"/>
                  </a:cubicBezTo>
                  <a:cubicBezTo>
                    <a:pt x="3" y="50"/>
                    <a:pt x="4" y="51"/>
                    <a:pt x="5" y="53"/>
                  </a:cubicBezTo>
                  <a:cubicBezTo>
                    <a:pt x="6" y="54"/>
                    <a:pt x="7" y="56"/>
                    <a:pt x="8" y="57"/>
                  </a:cubicBezTo>
                  <a:cubicBezTo>
                    <a:pt x="14" y="54"/>
                    <a:pt x="14" y="54"/>
                    <a:pt x="14" y="54"/>
                  </a:cubicBezTo>
                  <a:cubicBezTo>
                    <a:pt x="15" y="55"/>
                    <a:pt x="16" y="56"/>
                    <a:pt x="17" y="57"/>
                  </a:cubicBezTo>
                  <a:cubicBezTo>
                    <a:pt x="14" y="63"/>
                    <a:pt x="14" y="63"/>
                    <a:pt x="14" y="63"/>
                  </a:cubicBezTo>
                  <a:cubicBezTo>
                    <a:pt x="15" y="64"/>
                    <a:pt x="17" y="65"/>
                    <a:pt x="18" y="66"/>
                  </a:cubicBezTo>
                  <a:cubicBezTo>
                    <a:pt x="20" y="67"/>
                    <a:pt x="21" y="68"/>
                    <a:pt x="23" y="68"/>
                  </a:cubicBezTo>
                  <a:cubicBezTo>
                    <a:pt x="26" y="62"/>
                    <a:pt x="26" y="62"/>
                    <a:pt x="26" y="62"/>
                  </a:cubicBezTo>
                  <a:cubicBezTo>
                    <a:pt x="28" y="63"/>
                    <a:pt x="29" y="63"/>
                    <a:pt x="31" y="63"/>
                  </a:cubicBezTo>
                  <a:cubicBezTo>
                    <a:pt x="31" y="70"/>
                    <a:pt x="31" y="70"/>
                    <a:pt x="31" y="70"/>
                  </a:cubicBezTo>
                  <a:cubicBezTo>
                    <a:pt x="32" y="71"/>
                    <a:pt x="34" y="71"/>
                    <a:pt x="36" y="71"/>
                  </a:cubicBezTo>
                  <a:cubicBezTo>
                    <a:pt x="38" y="71"/>
                    <a:pt x="39" y="71"/>
                    <a:pt x="41" y="70"/>
                  </a:cubicBezTo>
                  <a:cubicBezTo>
                    <a:pt x="41" y="63"/>
                    <a:pt x="41" y="63"/>
                    <a:pt x="41" y="63"/>
                  </a:cubicBezTo>
                  <a:cubicBezTo>
                    <a:pt x="43" y="63"/>
                    <a:pt x="44" y="63"/>
                    <a:pt x="46" y="62"/>
                  </a:cubicBezTo>
                  <a:cubicBezTo>
                    <a:pt x="49" y="68"/>
                    <a:pt x="49" y="68"/>
                    <a:pt x="49" y="68"/>
                  </a:cubicBezTo>
                  <a:cubicBezTo>
                    <a:pt x="51" y="68"/>
                    <a:pt x="52" y="67"/>
                    <a:pt x="54" y="66"/>
                  </a:cubicBezTo>
                  <a:cubicBezTo>
                    <a:pt x="55" y="65"/>
                    <a:pt x="57" y="64"/>
                    <a:pt x="58" y="63"/>
                  </a:cubicBezTo>
                  <a:cubicBezTo>
                    <a:pt x="55" y="57"/>
                    <a:pt x="55" y="57"/>
                    <a:pt x="55" y="57"/>
                  </a:cubicBezTo>
                  <a:cubicBezTo>
                    <a:pt x="56" y="56"/>
                    <a:pt x="57" y="55"/>
                    <a:pt x="58" y="54"/>
                  </a:cubicBezTo>
                  <a:cubicBezTo>
                    <a:pt x="64" y="57"/>
                    <a:pt x="64" y="57"/>
                    <a:pt x="64" y="57"/>
                  </a:cubicBezTo>
                  <a:cubicBezTo>
                    <a:pt x="65" y="56"/>
                    <a:pt x="66" y="54"/>
                    <a:pt x="67" y="53"/>
                  </a:cubicBezTo>
                  <a:cubicBezTo>
                    <a:pt x="68" y="51"/>
                    <a:pt x="68" y="50"/>
                    <a:pt x="69" y="48"/>
                  </a:cubicBezTo>
                  <a:cubicBezTo>
                    <a:pt x="63" y="45"/>
                    <a:pt x="63" y="45"/>
                    <a:pt x="63" y="45"/>
                  </a:cubicBezTo>
                  <a:cubicBezTo>
                    <a:pt x="64" y="43"/>
                    <a:pt x="64" y="42"/>
                    <a:pt x="64" y="40"/>
                  </a:cubicBezTo>
                  <a:cubicBezTo>
                    <a:pt x="71" y="40"/>
                    <a:pt x="71" y="40"/>
                    <a:pt x="71" y="40"/>
                  </a:cubicBezTo>
                  <a:cubicBezTo>
                    <a:pt x="71" y="39"/>
                    <a:pt x="72" y="37"/>
                    <a:pt x="72" y="35"/>
                  </a:cubicBezTo>
                  <a:cubicBezTo>
                    <a:pt x="72" y="33"/>
                    <a:pt x="71" y="32"/>
                    <a:pt x="71" y="30"/>
                  </a:cubicBezTo>
                  <a:cubicBezTo>
                    <a:pt x="64" y="30"/>
                    <a:pt x="64" y="30"/>
                    <a:pt x="64" y="30"/>
                  </a:cubicBezTo>
                  <a:cubicBezTo>
                    <a:pt x="64" y="28"/>
                    <a:pt x="64" y="27"/>
                    <a:pt x="63" y="26"/>
                  </a:cubicBezTo>
                  <a:cubicBezTo>
                    <a:pt x="69" y="22"/>
                    <a:pt x="69" y="22"/>
                    <a:pt x="69" y="22"/>
                  </a:cubicBezTo>
                  <a:cubicBezTo>
                    <a:pt x="68" y="20"/>
                    <a:pt x="68" y="19"/>
                    <a:pt x="67" y="17"/>
                  </a:cubicBezTo>
                  <a:cubicBezTo>
                    <a:pt x="66" y="16"/>
                    <a:pt x="65" y="14"/>
                    <a:pt x="64" y="13"/>
                  </a:cubicBezTo>
                  <a:cubicBezTo>
                    <a:pt x="58" y="16"/>
                    <a:pt x="58" y="16"/>
                    <a:pt x="58" y="16"/>
                  </a:cubicBezTo>
                  <a:cubicBezTo>
                    <a:pt x="57" y="15"/>
                    <a:pt x="56" y="14"/>
                    <a:pt x="55" y="13"/>
                  </a:cubicBezTo>
                  <a:cubicBezTo>
                    <a:pt x="58" y="7"/>
                    <a:pt x="58" y="7"/>
                    <a:pt x="58" y="7"/>
                  </a:cubicBezTo>
                  <a:cubicBezTo>
                    <a:pt x="57" y="6"/>
                    <a:pt x="55" y="5"/>
                    <a:pt x="54" y="4"/>
                  </a:cubicBezTo>
                  <a:cubicBezTo>
                    <a:pt x="52" y="3"/>
                    <a:pt x="51" y="3"/>
                    <a:pt x="49" y="2"/>
                  </a:cubicBezTo>
                  <a:cubicBezTo>
                    <a:pt x="46" y="8"/>
                    <a:pt x="46" y="8"/>
                    <a:pt x="46" y="8"/>
                  </a:cubicBezTo>
                  <a:cubicBezTo>
                    <a:pt x="44" y="7"/>
                    <a:pt x="43" y="7"/>
                    <a:pt x="41" y="7"/>
                  </a:cubicBezTo>
                  <a:cubicBezTo>
                    <a:pt x="41" y="0"/>
                    <a:pt x="41" y="0"/>
                    <a:pt x="41" y="0"/>
                  </a:cubicBezTo>
                  <a:cubicBezTo>
                    <a:pt x="39" y="0"/>
                    <a:pt x="38" y="0"/>
                    <a:pt x="36" y="0"/>
                  </a:cubicBezTo>
                  <a:cubicBezTo>
                    <a:pt x="34" y="0"/>
                    <a:pt x="32" y="0"/>
                    <a:pt x="31" y="0"/>
                  </a:cubicBezTo>
                  <a:lnTo>
                    <a:pt x="31" y="7"/>
                  </a:lnTo>
                  <a:close/>
                  <a:moveTo>
                    <a:pt x="33" y="15"/>
                  </a:moveTo>
                  <a:cubicBezTo>
                    <a:pt x="33" y="15"/>
                    <a:pt x="33" y="15"/>
                    <a:pt x="33" y="15"/>
                  </a:cubicBezTo>
                  <a:cubicBezTo>
                    <a:pt x="33" y="15"/>
                    <a:pt x="33" y="15"/>
                    <a:pt x="33" y="15"/>
                  </a:cubicBezTo>
                  <a:cubicBezTo>
                    <a:pt x="33" y="15"/>
                    <a:pt x="33" y="15"/>
                    <a:pt x="33" y="15"/>
                  </a:cubicBezTo>
                  <a:cubicBezTo>
                    <a:pt x="33" y="15"/>
                    <a:pt x="33" y="15"/>
                    <a:pt x="33" y="15"/>
                  </a:cubicBezTo>
                  <a:cubicBezTo>
                    <a:pt x="33" y="15"/>
                    <a:pt x="33" y="15"/>
                    <a:pt x="33" y="15"/>
                  </a:cubicBezTo>
                  <a:cubicBezTo>
                    <a:pt x="33" y="15"/>
                    <a:pt x="33" y="15"/>
                    <a:pt x="33"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4" y="15"/>
                    <a:pt x="34" y="15"/>
                    <a:pt x="34"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5" y="15"/>
                    <a:pt x="35" y="15"/>
                    <a:pt x="35"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6" y="15"/>
                    <a:pt x="36" y="15"/>
                    <a:pt x="36" y="15"/>
                  </a:cubicBezTo>
                  <a:cubicBezTo>
                    <a:pt x="37" y="15"/>
                    <a:pt x="37" y="15"/>
                    <a:pt x="37" y="15"/>
                  </a:cubicBezTo>
                  <a:cubicBezTo>
                    <a:pt x="37" y="15"/>
                    <a:pt x="37" y="15"/>
                    <a:pt x="37" y="15"/>
                  </a:cubicBezTo>
                  <a:cubicBezTo>
                    <a:pt x="37" y="15"/>
                    <a:pt x="37" y="15"/>
                    <a:pt x="37" y="15"/>
                  </a:cubicBezTo>
                  <a:cubicBezTo>
                    <a:pt x="37" y="15"/>
                    <a:pt x="37" y="15"/>
                    <a:pt x="37" y="15"/>
                  </a:cubicBezTo>
                  <a:cubicBezTo>
                    <a:pt x="38" y="15"/>
                    <a:pt x="38" y="15"/>
                    <a:pt x="38" y="15"/>
                  </a:cubicBezTo>
                  <a:cubicBezTo>
                    <a:pt x="38" y="15"/>
                    <a:pt x="38" y="15"/>
                    <a:pt x="38" y="15"/>
                  </a:cubicBezTo>
                  <a:cubicBezTo>
                    <a:pt x="38" y="15"/>
                    <a:pt x="38" y="15"/>
                    <a:pt x="38" y="15"/>
                  </a:cubicBezTo>
                  <a:cubicBezTo>
                    <a:pt x="38" y="15"/>
                    <a:pt x="38" y="15"/>
                    <a:pt x="38" y="15"/>
                  </a:cubicBezTo>
                  <a:cubicBezTo>
                    <a:pt x="39" y="15"/>
                    <a:pt x="39" y="15"/>
                    <a:pt x="39" y="15"/>
                  </a:cubicBezTo>
                  <a:cubicBezTo>
                    <a:pt x="39" y="15"/>
                    <a:pt x="39" y="15"/>
                    <a:pt x="39" y="15"/>
                  </a:cubicBezTo>
                  <a:cubicBezTo>
                    <a:pt x="39" y="15"/>
                    <a:pt x="39" y="15"/>
                    <a:pt x="39" y="15"/>
                  </a:cubicBezTo>
                  <a:cubicBezTo>
                    <a:pt x="39" y="15"/>
                    <a:pt x="39" y="15"/>
                    <a:pt x="39"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0" y="15"/>
                    <a:pt x="40" y="15"/>
                  </a:cubicBezTo>
                  <a:cubicBezTo>
                    <a:pt x="40"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2" y="16"/>
                    <a:pt x="42" y="16"/>
                    <a:pt x="42" y="16"/>
                  </a:cubicBezTo>
                  <a:cubicBezTo>
                    <a:pt x="44" y="16"/>
                    <a:pt x="45" y="17"/>
                    <a:pt x="46" y="17"/>
                  </a:cubicBezTo>
                  <a:cubicBezTo>
                    <a:pt x="46" y="18"/>
                    <a:pt x="47" y="18"/>
                    <a:pt x="47" y="18"/>
                  </a:cubicBezTo>
                  <a:cubicBezTo>
                    <a:pt x="47" y="18"/>
                    <a:pt x="47" y="18"/>
                    <a:pt x="47" y="18"/>
                  </a:cubicBezTo>
                  <a:cubicBezTo>
                    <a:pt x="47" y="18"/>
                    <a:pt x="47" y="18"/>
                    <a:pt x="47" y="18"/>
                  </a:cubicBezTo>
                  <a:cubicBezTo>
                    <a:pt x="47" y="18"/>
                    <a:pt x="47" y="18"/>
                    <a:pt x="47" y="18"/>
                  </a:cubicBezTo>
                  <a:cubicBezTo>
                    <a:pt x="48" y="18"/>
                    <a:pt x="48" y="18"/>
                    <a:pt x="48" y="18"/>
                  </a:cubicBezTo>
                  <a:cubicBezTo>
                    <a:pt x="48" y="18"/>
                    <a:pt x="48" y="18"/>
                    <a:pt x="48" y="18"/>
                  </a:cubicBezTo>
                  <a:cubicBezTo>
                    <a:pt x="49" y="20"/>
                    <a:pt x="51" y="21"/>
                    <a:pt x="52" y="23"/>
                  </a:cubicBezTo>
                  <a:cubicBezTo>
                    <a:pt x="52" y="23"/>
                    <a:pt x="52" y="23"/>
                    <a:pt x="52" y="23"/>
                  </a:cubicBezTo>
                  <a:cubicBezTo>
                    <a:pt x="53" y="23"/>
                    <a:pt x="53" y="23"/>
                    <a:pt x="53" y="23"/>
                  </a:cubicBezTo>
                  <a:cubicBezTo>
                    <a:pt x="53" y="23"/>
                    <a:pt x="53" y="23"/>
                    <a:pt x="53" y="23"/>
                  </a:cubicBezTo>
                  <a:cubicBezTo>
                    <a:pt x="53" y="23"/>
                    <a:pt x="53" y="23"/>
                    <a:pt x="53" y="23"/>
                  </a:cubicBezTo>
                  <a:cubicBezTo>
                    <a:pt x="53" y="24"/>
                    <a:pt x="53" y="24"/>
                    <a:pt x="54" y="25"/>
                  </a:cubicBezTo>
                  <a:cubicBezTo>
                    <a:pt x="54" y="27"/>
                    <a:pt x="55" y="28"/>
                    <a:pt x="56" y="30"/>
                  </a:cubicBezTo>
                  <a:cubicBezTo>
                    <a:pt x="56" y="30"/>
                    <a:pt x="56" y="30"/>
                    <a:pt x="56" y="30"/>
                  </a:cubicBezTo>
                  <a:cubicBezTo>
                    <a:pt x="56" y="31"/>
                    <a:pt x="56" y="32"/>
                    <a:pt x="56" y="33"/>
                  </a:cubicBezTo>
                  <a:cubicBezTo>
                    <a:pt x="56" y="33"/>
                    <a:pt x="56" y="33"/>
                    <a:pt x="56" y="33"/>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6"/>
                    <a:pt x="56" y="36"/>
                    <a:pt x="56" y="36"/>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7"/>
                    <a:pt x="56" y="37"/>
                    <a:pt x="56" y="37"/>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8"/>
                    <a:pt x="56" y="38"/>
                    <a:pt x="56" y="38"/>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39"/>
                    <a:pt x="56" y="39"/>
                    <a:pt x="56" y="39"/>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6" y="40"/>
                    <a:pt x="56" y="40"/>
                    <a:pt x="56" y="40"/>
                  </a:cubicBezTo>
                  <a:cubicBezTo>
                    <a:pt x="55" y="42"/>
                    <a:pt x="54" y="44"/>
                    <a:pt x="54" y="45"/>
                  </a:cubicBezTo>
                  <a:cubicBezTo>
                    <a:pt x="53" y="46"/>
                    <a:pt x="53" y="46"/>
                    <a:pt x="53" y="47"/>
                  </a:cubicBezTo>
                  <a:cubicBezTo>
                    <a:pt x="53" y="47"/>
                    <a:pt x="53" y="47"/>
                    <a:pt x="53" y="47"/>
                  </a:cubicBezTo>
                  <a:cubicBezTo>
                    <a:pt x="53" y="47"/>
                    <a:pt x="53" y="47"/>
                    <a:pt x="53" y="47"/>
                  </a:cubicBezTo>
                  <a:cubicBezTo>
                    <a:pt x="53" y="47"/>
                    <a:pt x="53" y="47"/>
                    <a:pt x="53" y="47"/>
                  </a:cubicBezTo>
                  <a:cubicBezTo>
                    <a:pt x="53" y="47"/>
                    <a:pt x="53" y="47"/>
                    <a:pt x="53" y="47"/>
                  </a:cubicBezTo>
                  <a:cubicBezTo>
                    <a:pt x="52" y="47"/>
                    <a:pt x="52" y="47"/>
                    <a:pt x="52" y="47"/>
                  </a:cubicBezTo>
                  <a:cubicBezTo>
                    <a:pt x="51" y="49"/>
                    <a:pt x="50" y="50"/>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8" y="52"/>
                    <a:pt x="48" y="52"/>
                    <a:pt x="48" y="52"/>
                  </a:cubicBezTo>
                  <a:cubicBezTo>
                    <a:pt x="47" y="52"/>
                    <a:pt x="47" y="52"/>
                    <a:pt x="46" y="53"/>
                  </a:cubicBezTo>
                  <a:cubicBezTo>
                    <a:pt x="45" y="54"/>
                    <a:pt x="43" y="54"/>
                    <a:pt x="41" y="55"/>
                  </a:cubicBezTo>
                  <a:cubicBezTo>
                    <a:pt x="41" y="55"/>
                    <a:pt x="41" y="55"/>
                    <a:pt x="41" y="55"/>
                  </a:cubicBezTo>
                  <a:cubicBezTo>
                    <a:pt x="41" y="55"/>
                    <a:pt x="41" y="55"/>
                    <a:pt x="41" y="55"/>
                  </a:cubicBezTo>
                  <a:cubicBezTo>
                    <a:pt x="41" y="55"/>
                    <a:pt x="41" y="55"/>
                    <a:pt x="41" y="55"/>
                  </a:cubicBezTo>
                  <a:cubicBezTo>
                    <a:pt x="41" y="55"/>
                    <a:pt x="40"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9" y="55"/>
                    <a:pt x="39" y="55"/>
                    <a:pt x="39"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8" y="55"/>
                    <a:pt x="38" y="55"/>
                    <a:pt x="38"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7" y="55"/>
                    <a:pt x="37" y="55"/>
                    <a:pt x="37" y="55"/>
                  </a:cubicBezTo>
                  <a:cubicBezTo>
                    <a:pt x="36" y="55"/>
                    <a:pt x="36" y="55"/>
                    <a:pt x="36" y="55"/>
                  </a:cubicBezTo>
                  <a:cubicBezTo>
                    <a:pt x="36" y="55"/>
                    <a:pt x="36" y="55"/>
                    <a:pt x="36" y="55"/>
                  </a:cubicBezTo>
                  <a:cubicBezTo>
                    <a:pt x="36" y="55"/>
                    <a:pt x="36" y="55"/>
                    <a:pt x="36" y="55"/>
                  </a:cubicBezTo>
                  <a:cubicBezTo>
                    <a:pt x="36" y="55"/>
                    <a:pt x="36" y="55"/>
                    <a:pt x="36" y="55"/>
                  </a:cubicBezTo>
                  <a:cubicBezTo>
                    <a:pt x="36" y="55"/>
                    <a:pt x="36" y="55"/>
                    <a:pt x="35" y="55"/>
                  </a:cubicBezTo>
                  <a:cubicBezTo>
                    <a:pt x="35" y="55"/>
                    <a:pt x="35" y="55"/>
                    <a:pt x="35" y="55"/>
                  </a:cubicBezTo>
                  <a:cubicBezTo>
                    <a:pt x="35" y="55"/>
                    <a:pt x="35" y="55"/>
                    <a:pt x="35" y="55"/>
                  </a:cubicBezTo>
                  <a:cubicBezTo>
                    <a:pt x="35" y="55"/>
                    <a:pt x="35" y="55"/>
                    <a:pt x="35" y="55"/>
                  </a:cubicBezTo>
                  <a:cubicBezTo>
                    <a:pt x="35" y="55"/>
                    <a:pt x="35" y="55"/>
                    <a:pt x="35" y="55"/>
                  </a:cubicBezTo>
                  <a:cubicBezTo>
                    <a:pt x="35" y="55"/>
                    <a:pt x="35" y="55"/>
                    <a:pt x="34" y="55"/>
                  </a:cubicBezTo>
                  <a:cubicBezTo>
                    <a:pt x="34" y="55"/>
                    <a:pt x="34" y="55"/>
                    <a:pt x="34" y="55"/>
                  </a:cubicBezTo>
                  <a:cubicBezTo>
                    <a:pt x="34" y="55"/>
                    <a:pt x="34" y="55"/>
                    <a:pt x="34" y="55"/>
                  </a:cubicBezTo>
                  <a:cubicBezTo>
                    <a:pt x="34" y="55"/>
                    <a:pt x="34" y="55"/>
                    <a:pt x="34" y="55"/>
                  </a:cubicBezTo>
                  <a:cubicBezTo>
                    <a:pt x="34" y="55"/>
                    <a:pt x="34" y="55"/>
                    <a:pt x="34" y="55"/>
                  </a:cubicBezTo>
                  <a:cubicBezTo>
                    <a:pt x="34" y="55"/>
                    <a:pt x="34" y="55"/>
                    <a:pt x="33" y="55"/>
                  </a:cubicBezTo>
                  <a:cubicBezTo>
                    <a:pt x="33" y="55"/>
                    <a:pt x="33" y="55"/>
                    <a:pt x="33" y="55"/>
                  </a:cubicBezTo>
                  <a:cubicBezTo>
                    <a:pt x="33" y="55"/>
                    <a:pt x="33" y="55"/>
                    <a:pt x="33" y="55"/>
                  </a:cubicBezTo>
                  <a:cubicBezTo>
                    <a:pt x="33" y="55"/>
                    <a:pt x="33" y="55"/>
                    <a:pt x="33" y="55"/>
                  </a:cubicBezTo>
                  <a:cubicBezTo>
                    <a:pt x="33" y="55"/>
                    <a:pt x="33"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2" y="55"/>
                    <a:pt x="32" y="55"/>
                    <a:pt x="32" y="55"/>
                  </a:cubicBezTo>
                  <a:cubicBezTo>
                    <a:pt x="31" y="55"/>
                    <a:pt x="31" y="55"/>
                    <a:pt x="31" y="55"/>
                  </a:cubicBezTo>
                  <a:cubicBezTo>
                    <a:pt x="31" y="55"/>
                    <a:pt x="31" y="55"/>
                    <a:pt x="31" y="55"/>
                  </a:cubicBezTo>
                  <a:cubicBezTo>
                    <a:pt x="31" y="55"/>
                    <a:pt x="31" y="55"/>
                    <a:pt x="31" y="55"/>
                  </a:cubicBezTo>
                  <a:cubicBezTo>
                    <a:pt x="31" y="55"/>
                    <a:pt x="31" y="55"/>
                    <a:pt x="31" y="55"/>
                  </a:cubicBezTo>
                  <a:cubicBezTo>
                    <a:pt x="31" y="55"/>
                    <a:pt x="31" y="55"/>
                    <a:pt x="31" y="55"/>
                  </a:cubicBezTo>
                  <a:cubicBezTo>
                    <a:pt x="31" y="55"/>
                    <a:pt x="31" y="55"/>
                    <a:pt x="31" y="55"/>
                  </a:cubicBezTo>
                  <a:cubicBezTo>
                    <a:pt x="30" y="55"/>
                    <a:pt x="30" y="55"/>
                    <a:pt x="30" y="55"/>
                  </a:cubicBezTo>
                  <a:cubicBezTo>
                    <a:pt x="30" y="55"/>
                    <a:pt x="30" y="55"/>
                    <a:pt x="30" y="55"/>
                  </a:cubicBezTo>
                  <a:cubicBezTo>
                    <a:pt x="30" y="55"/>
                    <a:pt x="30" y="55"/>
                    <a:pt x="30" y="55"/>
                  </a:cubicBezTo>
                  <a:cubicBezTo>
                    <a:pt x="30" y="55"/>
                    <a:pt x="30" y="55"/>
                    <a:pt x="30" y="55"/>
                  </a:cubicBezTo>
                  <a:cubicBezTo>
                    <a:pt x="30" y="55"/>
                    <a:pt x="30" y="55"/>
                    <a:pt x="30" y="55"/>
                  </a:cubicBezTo>
                  <a:cubicBezTo>
                    <a:pt x="30" y="54"/>
                    <a:pt x="30" y="54"/>
                    <a:pt x="30" y="54"/>
                  </a:cubicBezTo>
                  <a:cubicBezTo>
                    <a:pt x="30" y="54"/>
                    <a:pt x="30" y="54"/>
                    <a:pt x="30" y="54"/>
                  </a:cubicBezTo>
                  <a:cubicBezTo>
                    <a:pt x="30" y="54"/>
                    <a:pt x="30" y="54"/>
                    <a:pt x="30" y="54"/>
                  </a:cubicBezTo>
                  <a:cubicBezTo>
                    <a:pt x="28" y="54"/>
                    <a:pt x="27" y="53"/>
                    <a:pt x="26" y="53"/>
                  </a:cubicBezTo>
                  <a:cubicBezTo>
                    <a:pt x="25" y="53"/>
                    <a:pt x="25" y="52"/>
                    <a:pt x="25" y="52"/>
                  </a:cubicBezTo>
                  <a:cubicBezTo>
                    <a:pt x="25" y="52"/>
                    <a:pt x="25" y="52"/>
                    <a:pt x="25" y="52"/>
                  </a:cubicBezTo>
                  <a:cubicBezTo>
                    <a:pt x="25" y="52"/>
                    <a:pt x="25" y="52"/>
                    <a:pt x="25" y="52"/>
                  </a:cubicBezTo>
                  <a:cubicBezTo>
                    <a:pt x="25" y="52"/>
                    <a:pt x="25" y="52"/>
                    <a:pt x="25" y="52"/>
                  </a:cubicBezTo>
                  <a:cubicBezTo>
                    <a:pt x="24" y="52"/>
                    <a:pt x="24" y="52"/>
                    <a:pt x="24" y="52"/>
                  </a:cubicBezTo>
                  <a:cubicBezTo>
                    <a:pt x="24" y="52"/>
                    <a:pt x="24" y="52"/>
                    <a:pt x="24" y="52"/>
                  </a:cubicBezTo>
                  <a:cubicBezTo>
                    <a:pt x="22" y="50"/>
                    <a:pt x="21" y="49"/>
                    <a:pt x="19" y="47"/>
                  </a:cubicBezTo>
                  <a:cubicBezTo>
                    <a:pt x="19" y="47"/>
                    <a:pt x="19" y="47"/>
                    <a:pt x="19" y="47"/>
                  </a:cubicBezTo>
                  <a:cubicBezTo>
                    <a:pt x="19" y="47"/>
                    <a:pt x="19" y="47"/>
                    <a:pt x="19" y="47"/>
                  </a:cubicBezTo>
                  <a:cubicBezTo>
                    <a:pt x="19" y="47"/>
                    <a:pt x="19" y="47"/>
                    <a:pt x="19" y="47"/>
                  </a:cubicBezTo>
                  <a:cubicBezTo>
                    <a:pt x="19" y="46"/>
                    <a:pt x="19" y="46"/>
                    <a:pt x="18" y="45"/>
                  </a:cubicBezTo>
                  <a:cubicBezTo>
                    <a:pt x="17" y="44"/>
                    <a:pt x="17" y="42"/>
                    <a:pt x="16" y="40"/>
                  </a:cubicBezTo>
                  <a:cubicBezTo>
                    <a:pt x="16" y="40"/>
                    <a:pt x="16" y="40"/>
                    <a:pt x="16" y="40"/>
                  </a:cubicBezTo>
                  <a:cubicBezTo>
                    <a:pt x="16" y="39"/>
                    <a:pt x="16" y="38"/>
                    <a:pt x="16" y="37"/>
                  </a:cubicBezTo>
                  <a:cubicBezTo>
                    <a:pt x="16" y="37"/>
                    <a:pt x="16" y="37"/>
                    <a:pt x="16" y="37"/>
                  </a:cubicBezTo>
                  <a:cubicBezTo>
                    <a:pt x="16" y="37"/>
                    <a:pt x="16" y="37"/>
                    <a:pt x="16" y="37"/>
                  </a:cubicBezTo>
                  <a:cubicBezTo>
                    <a:pt x="16" y="37"/>
                    <a:pt x="16" y="37"/>
                    <a:pt x="16" y="37"/>
                  </a:cubicBezTo>
                  <a:cubicBezTo>
                    <a:pt x="16" y="37"/>
                    <a:pt x="16" y="37"/>
                    <a:pt x="16" y="37"/>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6"/>
                    <a:pt x="16" y="36"/>
                    <a:pt x="16" y="36"/>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2"/>
                    <a:pt x="16" y="32"/>
                    <a:pt x="16" y="32"/>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1"/>
                    <a:pt x="16" y="31"/>
                    <a:pt x="16" y="31"/>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6" y="30"/>
                    <a:pt x="16" y="30"/>
                    <a:pt x="16" y="30"/>
                  </a:cubicBezTo>
                  <a:cubicBezTo>
                    <a:pt x="17" y="28"/>
                    <a:pt x="17" y="26"/>
                    <a:pt x="18" y="25"/>
                  </a:cubicBezTo>
                  <a:cubicBezTo>
                    <a:pt x="19" y="24"/>
                    <a:pt x="19" y="24"/>
                    <a:pt x="19" y="24"/>
                  </a:cubicBezTo>
                  <a:cubicBezTo>
                    <a:pt x="19" y="24"/>
                    <a:pt x="19" y="24"/>
                    <a:pt x="19" y="24"/>
                  </a:cubicBezTo>
                  <a:cubicBezTo>
                    <a:pt x="19" y="23"/>
                    <a:pt x="19" y="23"/>
                    <a:pt x="19" y="23"/>
                  </a:cubicBezTo>
                  <a:cubicBezTo>
                    <a:pt x="19" y="23"/>
                    <a:pt x="19" y="23"/>
                    <a:pt x="19" y="23"/>
                  </a:cubicBezTo>
                  <a:cubicBezTo>
                    <a:pt x="19" y="23"/>
                    <a:pt x="19" y="23"/>
                    <a:pt x="19" y="23"/>
                  </a:cubicBezTo>
                  <a:cubicBezTo>
                    <a:pt x="19" y="23"/>
                    <a:pt x="19" y="23"/>
                    <a:pt x="19" y="23"/>
                  </a:cubicBezTo>
                  <a:cubicBezTo>
                    <a:pt x="21" y="21"/>
                    <a:pt x="22" y="20"/>
                    <a:pt x="24" y="19"/>
                  </a:cubicBezTo>
                  <a:cubicBezTo>
                    <a:pt x="24" y="19"/>
                    <a:pt x="24" y="19"/>
                    <a:pt x="24" y="19"/>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5" y="18"/>
                    <a:pt x="25" y="18"/>
                    <a:pt x="25" y="18"/>
                  </a:cubicBezTo>
                  <a:cubicBezTo>
                    <a:pt x="25" y="18"/>
                    <a:pt x="25" y="18"/>
                    <a:pt x="25" y="18"/>
                  </a:cubicBezTo>
                  <a:cubicBezTo>
                    <a:pt x="25" y="18"/>
                    <a:pt x="25" y="18"/>
                    <a:pt x="26" y="17"/>
                  </a:cubicBezTo>
                  <a:cubicBezTo>
                    <a:pt x="27" y="17"/>
                    <a:pt x="29" y="16"/>
                    <a:pt x="31" y="15"/>
                  </a:cubicBezTo>
                  <a:cubicBezTo>
                    <a:pt x="31" y="15"/>
                    <a:pt x="32" y="15"/>
                    <a:pt x="33" y="15"/>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8" name="Google Shape;808;p60"/>
            <p:cNvSpPr/>
            <p:nvPr/>
          </p:nvSpPr>
          <p:spPr>
            <a:xfrm>
              <a:off x="4786313" y="1320800"/>
              <a:ext cx="306388" cy="300038"/>
            </a:xfrm>
            <a:custGeom>
              <a:avLst/>
              <a:gdLst/>
              <a:ahLst/>
              <a:cxnLst/>
              <a:rect l="l" t="t" r="r" b="b"/>
              <a:pathLst>
                <a:path w="81" h="80" extrusionOk="0">
                  <a:moveTo>
                    <a:pt x="9" y="46"/>
                  </a:moveTo>
                  <a:cubicBezTo>
                    <a:pt x="9" y="48"/>
                    <a:pt x="9" y="49"/>
                    <a:pt x="10" y="51"/>
                  </a:cubicBezTo>
                  <a:cubicBezTo>
                    <a:pt x="3" y="55"/>
                    <a:pt x="3" y="55"/>
                    <a:pt x="3" y="55"/>
                  </a:cubicBezTo>
                  <a:cubicBezTo>
                    <a:pt x="4" y="57"/>
                    <a:pt x="5" y="58"/>
                    <a:pt x="6" y="60"/>
                  </a:cubicBezTo>
                  <a:cubicBezTo>
                    <a:pt x="7" y="62"/>
                    <a:pt x="8" y="64"/>
                    <a:pt x="9" y="65"/>
                  </a:cubicBezTo>
                  <a:cubicBezTo>
                    <a:pt x="16" y="61"/>
                    <a:pt x="16" y="61"/>
                    <a:pt x="16" y="61"/>
                  </a:cubicBezTo>
                  <a:cubicBezTo>
                    <a:pt x="17" y="62"/>
                    <a:pt x="18" y="64"/>
                    <a:pt x="19" y="65"/>
                  </a:cubicBezTo>
                  <a:cubicBezTo>
                    <a:pt x="15" y="72"/>
                    <a:pt x="15" y="72"/>
                    <a:pt x="15" y="72"/>
                  </a:cubicBezTo>
                  <a:cubicBezTo>
                    <a:pt x="17" y="73"/>
                    <a:pt x="19" y="74"/>
                    <a:pt x="20" y="75"/>
                  </a:cubicBezTo>
                  <a:cubicBezTo>
                    <a:pt x="21" y="75"/>
                    <a:pt x="21" y="75"/>
                    <a:pt x="21" y="75"/>
                  </a:cubicBezTo>
                  <a:cubicBezTo>
                    <a:pt x="23" y="76"/>
                    <a:pt x="24" y="77"/>
                    <a:pt x="26" y="78"/>
                  </a:cubicBezTo>
                  <a:cubicBezTo>
                    <a:pt x="30" y="71"/>
                    <a:pt x="30" y="71"/>
                    <a:pt x="30" y="71"/>
                  </a:cubicBezTo>
                  <a:cubicBezTo>
                    <a:pt x="31" y="71"/>
                    <a:pt x="33" y="72"/>
                    <a:pt x="35" y="72"/>
                  </a:cubicBezTo>
                  <a:cubicBezTo>
                    <a:pt x="35" y="80"/>
                    <a:pt x="35" y="80"/>
                    <a:pt x="35" y="80"/>
                  </a:cubicBezTo>
                  <a:cubicBezTo>
                    <a:pt x="37" y="80"/>
                    <a:pt x="39" y="80"/>
                    <a:pt x="41" y="80"/>
                  </a:cubicBezTo>
                  <a:cubicBezTo>
                    <a:pt x="43" y="80"/>
                    <a:pt x="45" y="80"/>
                    <a:pt x="47" y="80"/>
                  </a:cubicBezTo>
                  <a:cubicBezTo>
                    <a:pt x="47" y="72"/>
                    <a:pt x="47" y="72"/>
                    <a:pt x="47" y="72"/>
                  </a:cubicBezTo>
                  <a:cubicBezTo>
                    <a:pt x="48" y="72"/>
                    <a:pt x="50" y="71"/>
                    <a:pt x="51" y="71"/>
                  </a:cubicBezTo>
                  <a:cubicBezTo>
                    <a:pt x="55" y="78"/>
                    <a:pt x="55" y="78"/>
                    <a:pt x="55" y="78"/>
                  </a:cubicBezTo>
                  <a:cubicBezTo>
                    <a:pt x="57" y="77"/>
                    <a:pt x="58" y="76"/>
                    <a:pt x="60" y="75"/>
                  </a:cubicBezTo>
                  <a:cubicBezTo>
                    <a:pt x="60" y="75"/>
                    <a:pt x="60" y="75"/>
                    <a:pt x="61" y="75"/>
                  </a:cubicBezTo>
                  <a:cubicBezTo>
                    <a:pt x="63" y="74"/>
                    <a:pt x="64" y="73"/>
                    <a:pt x="66" y="72"/>
                  </a:cubicBezTo>
                  <a:cubicBezTo>
                    <a:pt x="62" y="65"/>
                    <a:pt x="62" y="65"/>
                    <a:pt x="62" y="65"/>
                  </a:cubicBezTo>
                  <a:cubicBezTo>
                    <a:pt x="63" y="64"/>
                    <a:pt x="64" y="62"/>
                    <a:pt x="65" y="61"/>
                  </a:cubicBezTo>
                  <a:cubicBezTo>
                    <a:pt x="72" y="65"/>
                    <a:pt x="72" y="65"/>
                    <a:pt x="72" y="65"/>
                  </a:cubicBezTo>
                  <a:cubicBezTo>
                    <a:pt x="73" y="64"/>
                    <a:pt x="75" y="62"/>
                    <a:pt x="76" y="60"/>
                  </a:cubicBezTo>
                  <a:cubicBezTo>
                    <a:pt x="77" y="58"/>
                    <a:pt x="77" y="57"/>
                    <a:pt x="78" y="55"/>
                  </a:cubicBezTo>
                  <a:cubicBezTo>
                    <a:pt x="71" y="51"/>
                    <a:pt x="71" y="51"/>
                    <a:pt x="71" y="51"/>
                  </a:cubicBezTo>
                  <a:cubicBezTo>
                    <a:pt x="72" y="49"/>
                    <a:pt x="72" y="48"/>
                    <a:pt x="73" y="46"/>
                  </a:cubicBezTo>
                  <a:cubicBezTo>
                    <a:pt x="80" y="46"/>
                    <a:pt x="80" y="46"/>
                    <a:pt x="80" y="46"/>
                  </a:cubicBezTo>
                  <a:cubicBezTo>
                    <a:pt x="81" y="44"/>
                    <a:pt x="81" y="42"/>
                    <a:pt x="81" y="40"/>
                  </a:cubicBezTo>
                  <a:cubicBezTo>
                    <a:pt x="81" y="38"/>
                    <a:pt x="81" y="36"/>
                    <a:pt x="80" y="34"/>
                  </a:cubicBezTo>
                  <a:cubicBezTo>
                    <a:pt x="73" y="34"/>
                    <a:pt x="73" y="34"/>
                    <a:pt x="73" y="34"/>
                  </a:cubicBezTo>
                  <a:cubicBezTo>
                    <a:pt x="72" y="32"/>
                    <a:pt x="72" y="31"/>
                    <a:pt x="71" y="29"/>
                  </a:cubicBezTo>
                  <a:cubicBezTo>
                    <a:pt x="78" y="25"/>
                    <a:pt x="78" y="25"/>
                    <a:pt x="78" y="25"/>
                  </a:cubicBezTo>
                  <a:cubicBezTo>
                    <a:pt x="77" y="23"/>
                    <a:pt x="77" y="22"/>
                    <a:pt x="76" y="20"/>
                  </a:cubicBezTo>
                  <a:cubicBezTo>
                    <a:pt x="75" y="18"/>
                    <a:pt x="73" y="16"/>
                    <a:pt x="72" y="15"/>
                  </a:cubicBezTo>
                  <a:cubicBezTo>
                    <a:pt x="65" y="19"/>
                    <a:pt x="65" y="19"/>
                    <a:pt x="65" y="19"/>
                  </a:cubicBezTo>
                  <a:cubicBezTo>
                    <a:pt x="64" y="17"/>
                    <a:pt x="63" y="16"/>
                    <a:pt x="62" y="15"/>
                  </a:cubicBezTo>
                  <a:cubicBezTo>
                    <a:pt x="66" y="8"/>
                    <a:pt x="66" y="8"/>
                    <a:pt x="66" y="8"/>
                  </a:cubicBezTo>
                  <a:cubicBezTo>
                    <a:pt x="64" y="7"/>
                    <a:pt x="63" y="6"/>
                    <a:pt x="61" y="5"/>
                  </a:cubicBezTo>
                  <a:cubicBezTo>
                    <a:pt x="60" y="5"/>
                    <a:pt x="60" y="5"/>
                    <a:pt x="60" y="5"/>
                  </a:cubicBezTo>
                  <a:cubicBezTo>
                    <a:pt x="58" y="4"/>
                    <a:pt x="57" y="3"/>
                    <a:pt x="55" y="2"/>
                  </a:cubicBezTo>
                  <a:cubicBezTo>
                    <a:pt x="51" y="9"/>
                    <a:pt x="51" y="9"/>
                    <a:pt x="51" y="9"/>
                  </a:cubicBezTo>
                  <a:cubicBezTo>
                    <a:pt x="50" y="9"/>
                    <a:pt x="48" y="8"/>
                    <a:pt x="47" y="8"/>
                  </a:cubicBezTo>
                  <a:cubicBezTo>
                    <a:pt x="47" y="0"/>
                    <a:pt x="47" y="0"/>
                    <a:pt x="47" y="0"/>
                  </a:cubicBezTo>
                  <a:cubicBezTo>
                    <a:pt x="45" y="0"/>
                    <a:pt x="43" y="0"/>
                    <a:pt x="41" y="0"/>
                  </a:cubicBezTo>
                  <a:cubicBezTo>
                    <a:pt x="39" y="0"/>
                    <a:pt x="37" y="0"/>
                    <a:pt x="35" y="0"/>
                  </a:cubicBezTo>
                  <a:cubicBezTo>
                    <a:pt x="35" y="8"/>
                    <a:pt x="35" y="8"/>
                    <a:pt x="35" y="8"/>
                  </a:cubicBezTo>
                  <a:cubicBezTo>
                    <a:pt x="33" y="8"/>
                    <a:pt x="31" y="9"/>
                    <a:pt x="30" y="9"/>
                  </a:cubicBezTo>
                  <a:cubicBezTo>
                    <a:pt x="26" y="2"/>
                    <a:pt x="26" y="2"/>
                    <a:pt x="26" y="2"/>
                  </a:cubicBezTo>
                  <a:cubicBezTo>
                    <a:pt x="24" y="3"/>
                    <a:pt x="23" y="4"/>
                    <a:pt x="21" y="5"/>
                  </a:cubicBezTo>
                  <a:cubicBezTo>
                    <a:pt x="21" y="5"/>
                    <a:pt x="21" y="5"/>
                    <a:pt x="20" y="5"/>
                  </a:cubicBezTo>
                  <a:cubicBezTo>
                    <a:pt x="19" y="6"/>
                    <a:pt x="17" y="7"/>
                    <a:pt x="15" y="8"/>
                  </a:cubicBezTo>
                  <a:cubicBezTo>
                    <a:pt x="19" y="15"/>
                    <a:pt x="19" y="15"/>
                    <a:pt x="19" y="15"/>
                  </a:cubicBezTo>
                  <a:cubicBezTo>
                    <a:pt x="18" y="16"/>
                    <a:pt x="17" y="17"/>
                    <a:pt x="16" y="19"/>
                  </a:cubicBezTo>
                  <a:cubicBezTo>
                    <a:pt x="9" y="15"/>
                    <a:pt x="9" y="15"/>
                    <a:pt x="9" y="15"/>
                  </a:cubicBezTo>
                  <a:cubicBezTo>
                    <a:pt x="8" y="16"/>
                    <a:pt x="7" y="18"/>
                    <a:pt x="6" y="20"/>
                  </a:cubicBezTo>
                  <a:cubicBezTo>
                    <a:pt x="5" y="22"/>
                    <a:pt x="4" y="23"/>
                    <a:pt x="3" y="25"/>
                  </a:cubicBezTo>
                  <a:cubicBezTo>
                    <a:pt x="10" y="29"/>
                    <a:pt x="10" y="29"/>
                    <a:pt x="10" y="29"/>
                  </a:cubicBezTo>
                  <a:cubicBezTo>
                    <a:pt x="9" y="31"/>
                    <a:pt x="9" y="32"/>
                    <a:pt x="9" y="34"/>
                  </a:cubicBezTo>
                  <a:cubicBezTo>
                    <a:pt x="1" y="34"/>
                    <a:pt x="1" y="34"/>
                    <a:pt x="1" y="34"/>
                  </a:cubicBezTo>
                  <a:cubicBezTo>
                    <a:pt x="0" y="36"/>
                    <a:pt x="0" y="38"/>
                    <a:pt x="0" y="40"/>
                  </a:cubicBezTo>
                  <a:cubicBezTo>
                    <a:pt x="0" y="42"/>
                    <a:pt x="0" y="44"/>
                    <a:pt x="1" y="46"/>
                  </a:cubicBezTo>
                  <a:lnTo>
                    <a:pt x="9" y="46"/>
                  </a:lnTo>
                  <a:close/>
                  <a:moveTo>
                    <a:pt x="60" y="32"/>
                  </a:moveTo>
                  <a:cubicBezTo>
                    <a:pt x="64" y="32"/>
                    <a:pt x="68" y="36"/>
                    <a:pt x="68" y="40"/>
                  </a:cubicBezTo>
                  <a:cubicBezTo>
                    <a:pt x="68" y="44"/>
                    <a:pt x="64" y="48"/>
                    <a:pt x="60" y="48"/>
                  </a:cubicBezTo>
                  <a:cubicBezTo>
                    <a:pt x="55" y="48"/>
                    <a:pt x="52" y="44"/>
                    <a:pt x="52" y="40"/>
                  </a:cubicBezTo>
                  <a:cubicBezTo>
                    <a:pt x="52" y="36"/>
                    <a:pt x="55" y="32"/>
                    <a:pt x="60" y="32"/>
                  </a:cubicBezTo>
                  <a:close/>
                  <a:moveTo>
                    <a:pt x="41" y="13"/>
                  </a:moveTo>
                  <a:cubicBezTo>
                    <a:pt x="45" y="13"/>
                    <a:pt x="49" y="16"/>
                    <a:pt x="49" y="21"/>
                  </a:cubicBezTo>
                  <a:cubicBezTo>
                    <a:pt x="49" y="25"/>
                    <a:pt x="45" y="29"/>
                    <a:pt x="41" y="29"/>
                  </a:cubicBezTo>
                  <a:cubicBezTo>
                    <a:pt x="36" y="29"/>
                    <a:pt x="33" y="25"/>
                    <a:pt x="33" y="21"/>
                  </a:cubicBezTo>
                  <a:cubicBezTo>
                    <a:pt x="33" y="16"/>
                    <a:pt x="36" y="13"/>
                    <a:pt x="41" y="13"/>
                  </a:cubicBezTo>
                  <a:close/>
                  <a:moveTo>
                    <a:pt x="46" y="40"/>
                  </a:moveTo>
                  <a:cubicBezTo>
                    <a:pt x="46" y="43"/>
                    <a:pt x="44" y="45"/>
                    <a:pt x="41" y="45"/>
                  </a:cubicBezTo>
                  <a:cubicBezTo>
                    <a:pt x="38" y="45"/>
                    <a:pt x="35" y="43"/>
                    <a:pt x="35" y="40"/>
                  </a:cubicBezTo>
                  <a:cubicBezTo>
                    <a:pt x="35" y="37"/>
                    <a:pt x="38" y="35"/>
                    <a:pt x="41" y="35"/>
                  </a:cubicBezTo>
                  <a:cubicBezTo>
                    <a:pt x="44" y="35"/>
                    <a:pt x="46" y="37"/>
                    <a:pt x="46" y="40"/>
                  </a:cubicBezTo>
                  <a:close/>
                  <a:moveTo>
                    <a:pt x="41" y="51"/>
                  </a:moveTo>
                  <a:cubicBezTo>
                    <a:pt x="45" y="51"/>
                    <a:pt x="49" y="55"/>
                    <a:pt x="49" y="59"/>
                  </a:cubicBezTo>
                  <a:cubicBezTo>
                    <a:pt x="49" y="64"/>
                    <a:pt x="45" y="67"/>
                    <a:pt x="41" y="67"/>
                  </a:cubicBezTo>
                  <a:cubicBezTo>
                    <a:pt x="36" y="67"/>
                    <a:pt x="33" y="64"/>
                    <a:pt x="33" y="59"/>
                  </a:cubicBezTo>
                  <a:cubicBezTo>
                    <a:pt x="33" y="55"/>
                    <a:pt x="36" y="51"/>
                    <a:pt x="41" y="51"/>
                  </a:cubicBezTo>
                  <a:close/>
                  <a:moveTo>
                    <a:pt x="21" y="32"/>
                  </a:moveTo>
                  <a:cubicBezTo>
                    <a:pt x="26" y="32"/>
                    <a:pt x="29" y="36"/>
                    <a:pt x="29" y="40"/>
                  </a:cubicBezTo>
                  <a:cubicBezTo>
                    <a:pt x="29" y="44"/>
                    <a:pt x="26" y="48"/>
                    <a:pt x="21" y="48"/>
                  </a:cubicBezTo>
                  <a:cubicBezTo>
                    <a:pt x="17" y="48"/>
                    <a:pt x="13" y="44"/>
                    <a:pt x="13" y="40"/>
                  </a:cubicBezTo>
                  <a:cubicBezTo>
                    <a:pt x="13" y="36"/>
                    <a:pt x="17" y="32"/>
                    <a:pt x="21" y="32"/>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9" name="Google Shape;809;p60"/>
            <p:cNvSpPr/>
            <p:nvPr/>
          </p:nvSpPr>
          <p:spPr>
            <a:xfrm>
              <a:off x="5010150" y="2392363"/>
              <a:ext cx="354013" cy="358775"/>
            </a:xfrm>
            <a:custGeom>
              <a:avLst/>
              <a:gdLst/>
              <a:ahLst/>
              <a:cxnLst/>
              <a:rect l="l" t="t" r="r" b="b"/>
              <a:pathLst>
                <a:path w="94" h="95" extrusionOk="0">
                  <a:moveTo>
                    <a:pt x="93" y="39"/>
                  </a:moveTo>
                  <a:cubicBezTo>
                    <a:pt x="93" y="38"/>
                    <a:pt x="93" y="37"/>
                    <a:pt x="92" y="35"/>
                  </a:cubicBezTo>
                  <a:cubicBezTo>
                    <a:pt x="81" y="37"/>
                    <a:pt x="81" y="37"/>
                    <a:pt x="81" y="37"/>
                  </a:cubicBezTo>
                  <a:cubicBezTo>
                    <a:pt x="81" y="36"/>
                    <a:pt x="80" y="35"/>
                    <a:pt x="80" y="34"/>
                  </a:cubicBezTo>
                  <a:cubicBezTo>
                    <a:pt x="90" y="28"/>
                    <a:pt x="90" y="28"/>
                    <a:pt x="90" y="28"/>
                  </a:cubicBezTo>
                  <a:cubicBezTo>
                    <a:pt x="89" y="27"/>
                    <a:pt x="89" y="25"/>
                    <a:pt x="88" y="24"/>
                  </a:cubicBezTo>
                  <a:cubicBezTo>
                    <a:pt x="87" y="23"/>
                    <a:pt x="86" y="21"/>
                    <a:pt x="85" y="20"/>
                  </a:cubicBezTo>
                  <a:cubicBezTo>
                    <a:pt x="75" y="26"/>
                    <a:pt x="75" y="26"/>
                    <a:pt x="75" y="26"/>
                  </a:cubicBezTo>
                  <a:cubicBezTo>
                    <a:pt x="75" y="25"/>
                    <a:pt x="74" y="24"/>
                    <a:pt x="73" y="23"/>
                  </a:cubicBezTo>
                  <a:cubicBezTo>
                    <a:pt x="81" y="15"/>
                    <a:pt x="81" y="15"/>
                    <a:pt x="81" y="15"/>
                  </a:cubicBezTo>
                  <a:cubicBezTo>
                    <a:pt x="80" y="13"/>
                    <a:pt x="78" y="12"/>
                    <a:pt x="77" y="11"/>
                  </a:cubicBezTo>
                  <a:cubicBezTo>
                    <a:pt x="76" y="10"/>
                    <a:pt x="75" y="10"/>
                    <a:pt x="74" y="9"/>
                  </a:cubicBezTo>
                  <a:cubicBezTo>
                    <a:pt x="66" y="18"/>
                    <a:pt x="66" y="18"/>
                    <a:pt x="66" y="18"/>
                  </a:cubicBezTo>
                  <a:cubicBezTo>
                    <a:pt x="65" y="17"/>
                    <a:pt x="64" y="16"/>
                    <a:pt x="63" y="16"/>
                  </a:cubicBezTo>
                  <a:cubicBezTo>
                    <a:pt x="67" y="5"/>
                    <a:pt x="67" y="5"/>
                    <a:pt x="67" y="5"/>
                  </a:cubicBezTo>
                  <a:cubicBezTo>
                    <a:pt x="66" y="4"/>
                    <a:pt x="64" y="4"/>
                    <a:pt x="63" y="3"/>
                  </a:cubicBezTo>
                  <a:cubicBezTo>
                    <a:pt x="62" y="3"/>
                    <a:pt x="60" y="2"/>
                    <a:pt x="59" y="2"/>
                  </a:cubicBezTo>
                  <a:cubicBezTo>
                    <a:pt x="55" y="13"/>
                    <a:pt x="55" y="13"/>
                    <a:pt x="55" y="13"/>
                  </a:cubicBezTo>
                  <a:cubicBezTo>
                    <a:pt x="54" y="13"/>
                    <a:pt x="52" y="12"/>
                    <a:pt x="51" y="12"/>
                  </a:cubicBezTo>
                  <a:cubicBezTo>
                    <a:pt x="51" y="1"/>
                    <a:pt x="51" y="1"/>
                    <a:pt x="51" y="1"/>
                  </a:cubicBezTo>
                  <a:cubicBezTo>
                    <a:pt x="50" y="0"/>
                    <a:pt x="48" y="0"/>
                    <a:pt x="47" y="0"/>
                  </a:cubicBezTo>
                  <a:cubicBezTo>
                    <a:pt x="45" y="0"/>
                    <a:pt x="44" y="0"/>
                    <a:pt x="42" y="1"/>
                  </a:cubicBezTo>
                  <a:cubicBezTo>
                    <a:pt x="42" y="12"/>
                    <a:pt x="42" y="12"/>
                    <a:pt x="42" y="12"/>
                  </a:cubicBezTo>
                  <a:cubicBezTo>
                    <a:pt x="41" y="12"/>
                    <a:pt x="40" y="13"/>
                    <a:pt x="39" y="13"/>
                  </a:cubicBezTo>
                  <a:cubicBezTo>
                    <a:pt x="35" y="2"/>
                    <a:pt x="35" y="2"/>
                    <a:pt x="35" y="2"/>
                  </a:cubicBezTo>
                  <a:cubicBezTo>
                    <a:pt x="34" y="2"/>
                    <a:pt x="32" y="3"/>
                    <a:pt x="31" y="3"/>
                  </a:cubicBezTo>
                  <a:cubicBezTo>
                    <a:pt x="29" y="4"/>
                    <a:pt x="28" y="4"/>
                    <a:pt x="27" y="5"/>
                  </a:cubicBezTo>
                  <a:cubicBezTo>
                    <a:pt x="30" y="16"/>
                    <a:pt x="30" y="16"/>
                    <a:pt x="30" y="16"/>
                  </a:cubicBezTo>
                  <a:cubicBezTo>
                    <a:pt x="29" y="16"/>
                    <a:pt x="28" y="17"/>
                    <a:pt x="27" y="18"/>
                  </a:cubicBezTo>
                  <a:cubicBezTo>
                    <a:pt x="20" y="9"/>
                    <a:pt x="20" y="9"/>
                    <a:pt x="20" y="9"/>
                  </a:cubicBezTo>
                  <a:cubicBezTo>
                    <a:pt x="19" y="10"/>
                    <a:pt x="18" y="10"/>
                    <a:pt x="16" y="11"/>
                  </a:cubicBezTo>
                  <a:cubicBezTo>
                    <a:pt x="15" y="12"/>
                    <a:pt x="14" y="13"/>
                    <a:pt x="13" y="15"/>
                  </a:cubicBezTo>
                  <a:cubicBezTo>
                    <a:pt x="21" y="23"/>
                    <a:pt x="21" y="23"/>
                    <a:pt x="21" y="23"/>
                  </a:cubicBezTo>
                  <a:cubicBezTo>
                    <a:pt x="20" y="24"/>
                    <a:pt x="19" y="25"/>
                    <a:pt x="18" y="26"/>
                  </a:cubicBezTo>
                  <a:cubicBezTo>
                    <a:pt x="8" y="20"/>
                    <a:pt x="8" y="20"/>
                    <a:pt x="8" y="20"/>
                  </a:cubicBezTo>
                  <a:cubicBezTo>
                    <a:pt x="7" y="21"/>
                    <a:pt x="7" y="23"/>
                    <a:pt x="6" y="24"/>
                  </a:cubicBezTo>
                  <a:cubicBezTo>
                    <a:pt x="5" y="25"/>
                    <a:pt x="4" y="27"/>
                    <a:pt x="4" y="28"/>
                  </a:cubicBezTo>
                  <a:cubicBezTo>
                    <a:pt x="14" y="34"/>
                    <a:pt x="14" y="34"/>
                    <a:pt x="14" y="34"/>
                  </a:cubicBezTo>
                  <a:cubicBezTo>
                    <a:pt x="13" y="35"/>
                    <a:pt x="13" y="36"/>
                    <a:pt x="13" y="37"/>
                  </a:cubicBezTo>
                  <a:cubicBezTo>
                    <a:pt x="1" y="35"/>
                    <a:pt x="1" y="35"/>
                    <a:pt x="1" y="35"/>
                  </a:cubicBezTo>
                  <a:cubicBezTo>
                    <a:pt x="1" y="37"/>
                    <a:pt x="0" y="38"/>
                    <a:pt x="0" y="39"/>
                  </a:cubicBezTo>
                  <a:cubicBezTo>
                    <a:pt x="0" y="41"/>
                    <a:pt x="0" y="42"/>
                    <a:pt x="0" y="44"/>
                  </a:cubicBezTo>
                  <a:cubicBezTo>
                    <a:pt x="11" y="46"/>
                    <a:pt x="11" y="46"/>
                    <a:pt x="11" y="46"/>
                  </a:cubicBezTo>
                  <a:cubicBezTo>
                    <a:pt x="11" y="47"/>
                    <a:pt x="11" y="47"/>
                    <a:pt x="11" y="48"/>
                  </a:cubicBezTo>
                  <a:cubicBezTo>
                    <a:pt x="11" y="48"/>
                    <a:pt x="11" y="49"/>
                    <a:pt x="11" y="49"/>
                  </a:cubicBezTo>
                  <a:cubicBezTo>
                    <a:pt x="0" y="51"/>
                    <a:pt x="0" y="51"/>
                    <a:pt x="0" y="51"/>
                  </a:cubicBezTo>
                  <a:cubicBezTo>
                    <a:pt x="0" y="53"/>
                    <a:pt x="0" y="54"/>
                    <a:pt x="0" y="56"/>
                  </a:cubicBezTo>
                  <a:cubicBezTo>
                    <a:pt x="0" y="57"/>
                    <a:pt x="1" y="59"/>
                    <a:pt x="1" y="60"/>
                  </a:cubicBezTo>
                  <a:cubicBezTo>
                    <a:pt x="13" y="58"/>
                    <a:pt x="13" y="58"/>
                    <a:pt x="13" y="58"/>
                  </a:cubicBezTo>
                  <a:cubicBezTo>
                    <a:pt x="13" y="59"/>
                    <a:pt x="13" y="60"/>
                    <a:pt x="14" y="62"/>
                  </a:cubicBezTo>
                  <a:cubicBezTo>
                    <a:pt x="4" y="67"/>
                    <a:pt x="4" y="67"/>
                    <a:pt x="4" y="67"/>
                  </a:cubicBezTo>
                  <a:cubicBezTo>
                    <a:pt x="4" y="69"/>
                    <a:pt x="5" y="70"/>
                    <a:pt x="6" y="71"/>
                  </a:cubicBezTo>
                  <a:cubicBezTo>
                    <a:pt x="7" y="73"/>
                    <a:pt x="7" y="74"/>
                    <a:pt x="8" y="75"/>
                  </a:cubicBezTo>
                  <a:cubicBezTo>
                    <a:pt x="18" y="69"/>
                    <a:pt x="18" y="69"/>
                    <a:pt x="18" y="69"/>
                  </a:cubicBezTo>
                  <a:cubicBezTo>
                    <a:pt x="19" y="70"/>
                    <a:pt x="20" y="71"/>
                    <a:pt x="21" y="72"/>
                  </a:cubicBezTo>
                  <a:cubicBezTo>
                    <a:pt x="13" y="81"/>
                    <a:pt x="13" y="81"/>
                    <a:pt x="13" y="81"/>
                  </a:cubicBezTo>
                  <a:cubicBezTo>
                    <a:pt x="14" y="82"/>
                    <a:pt x="15" y="83"/>
                    <a:pt x="16" y="84"/>
                  </a:cubicBezTo>
                  <a:cubicBezTo>
                    <a:pt x="18" y="85"/>
                    <a:pt x="19" y="86"/>
                    <a:pt x="20" y="87"/>
                  </a:cubicBezTo>
                  <a:cubicBezTo>
                    <a:pt x="27" y="78"/>
                    <a:pt x="27" y="78"/>
                    <a:pt x="27" y="78"/>
                  </a:cubicBezTo>
                  <a:cubicBezTo>
                    <a:pt x="28" y="78"/>
                    <a:pt x="29" y="79"/>
                    <a:pt x="30" y="80"/>
                  </a:cubicBezTo>
                  <a:cubicBezTo>
                    <a:pt x="27" y="90"/>
                    <a:pt x="27" y="90"/>
                    <a:pt x="27" y="90"/>
                  </a:cubicBezTo>
                  <a:cubicBezTo>
                    <a:pt x="28" y="91"/>
                    <a:pt x="29" y="92"/>
                    <a:pt x="31" y="92"/>
                  </a:cubicBezTo>
                  <a:cubicBezTo>
                    <a:pt x="32" y="93"/>
                    <a:pt x="34" y="93"/>
                    <a:pt x="35" y="93"/>
                  </a:cubicBezTo>
                  <a:cubicBezTo>
                    <a:pt x="39" y="83"/>
                    <a:pt x="39" y="83"/>
                    <a:pt x="39" y="83"/>
                  </a:cubicBezTo>
                  <a:cubicBezTo>
                    <a:pt x="40" y="83"/>
                    <a:pt x="41" y="83"/>
                    <a:pt x="42" y="83"/>
                  </a:cubicBezTo>
                  <a:cubicBezTo>
                    <a:pt x="42" y="95"/>
                    <a:pt x="42" y="95"/>
                    <a:pt x="42" y="95"/>
                  </a:cubicBezTo>
                  <a:cubicBezTo>
                    <a:pt x="44" y="95"/>
                    <a:pt x="45" y="95"/>
                    <a:pt x="47" y="95"/>
                  </a:cubicBezTo>
                  <a:cubicBezTo>
                    <a:pt x="48" y="95"/>
                    <a:pt x="50" y="95"/>
                    <a:pt x="51" y="95"/>
                  </a:cubicBezTo>
                  <a:cubicBezTo>
                    <a:pt x="51" y="83"/>
                    <a:pt x="51" y="83"/>
                    <a:pt x="51" y="83"/>
                  </a:cubicBezTo>
                  <a:cubicBezTo>
                    <a:pt x="52" y="83"/>
                    <a:pt x="54" y="83"/>
                    <a:pt x="55" y="83"/>
                  </a:cubicBezTo>
                  <a:cubicBezTo>
                    <a:pt x="59" y="93"/>
                    <a:pt x="59" y="93"/>
                    <a:pt x="59" y="93"/>
                  </a:cubicBezTo>
                  <a:cubicBezTo>
                    <a:pt x="60" y="93"/>
                    <a:pt x="62" y="93"/>
                    <a:pt x="63" y="92"/>
                  </a:cubicBezTo>
                  <a:cubicBezTo>
                    <a:pt x="64" y="92"/>
                    <a:pt x="66" y="91"/>
                    <a:pt x="67" y="90"/>
                  </a:cubicBezTo>
                  <a:cubicBezTo>
                    <a:pt x="63" y="80"/>
                    <a:pt x="63" y="80"/>
                    <a:pt x="63" y="80"/>
                  </a:cubicBezTo>
                  <a:cubicBezTo>
                    <a:pt x="64" y="79"/>
                    <a:pt x="65" y="78"/>
                    <a:pt x="66" y="78"/>
                  </a:cubicBezTo>
                  <a:cubicBezTo>
                    <a:pt x="74" y="87"/>
                    <a:pt x="74" y="87"/>
                    <a:pt x="74" y="87"/>
                  </a:cubicBezTo>
                  <a:cubicBezTo>
                    <a:pt x="75" y="86"/>
                    <a:pt x="76" y="85"/>
                    <a:pt x="77" y="84"/>
                  </a:cubicBezTo>
                  <a:cubicBezTo>
                    <a:pt x="78" y="83"/>
                    <a:pt x="80" y="82"/>
                    <a:pt x="81" y="81"/>
                  </a:cubicBezTo>
                  <a:cubicBezTo>
                    <a:pt x="73" y="72"/>
                    <a:pt x="73" y="72"/>
                    <a:pt x="73" y="72"/>
                  </a:cubicBezTo>
                  <a:cubicBezTo>
                    <a:pt x="74" y="71"/>
                    <a:pt x="75" y="70"/>
                    <a:pt x="75" y="69"/>
                  </a:cubicBezTo>
                  <a:cubicBezTo>
                    <a:pt x="85" y="75"/>
                    <a:pt x="85" y="75"/>
                    <a:pt x="85" y="75"/>
                  </a:cubicBezTo>
                  <a:cubicBezTo>
                    <a:pt x="86" y="74"/>
                    <a:pt x="87" y="73"/>
                    <a:pt x="88" y="71"/>
                  </a:cubicBezTo>
                  <a:cubicBezTo>
                    <a:pt x="89" y="70"/>
                    <a:pt x="89" y="69"/>
                    <a:pt x="90" y="67"/>
                  </a:cubicBezTo>
                  <a:cubicBezTo>
                    <a:pt x="80" y="62"/>
                    <a:pt x="80" y="62"/>
                    <a:pt x="80" y="62"/>
                  </a:cubicBezTo>
                  <a:cubicBezTo>
                    <a:pt x="80" y="60"/>
                    <a:pt x="81" y="59"/>
                    <a:pt x="81" y="58"/>
                  </a:cubicBezTo>
                  <a:cubicBezTo>
                    <a:pt x="92" y="60"/>
                    <a:pt x="92" y="60"/>
                    <a:pt x="92" y="60"/>
                  </a:cubicBezTo>
                  <a:cubicBezTo>
                    <a:pt x="93" y="59"/>
                    <a:pt x="93" y="57"/>
                    <a:pt x="93" y="56"/>
                  </a:cubicBezTo>
                  <a:cubicBezTo>
                    <a:pt x="94" y="54"/>
                    <a:pt x="94" y="53"/>
                    <a:pt x="94" y="51"/>
                  </a:cubicBezTo>
                  <a:cubicBezTo>
                    <a:pt x="83" y="49"/>
                    <a:pt x="83" y="49"/>
                    <a:pt x="83" y="49"/>
                  </a:cubicBezTo>
                  <a:cubicBezTo>
                    <a:pt x="83" y="49"/>
                    <a:pt x="83" y="48"/>
                    <a:pt x="83" y="48"/>
                  </a:cubicBezTo>
                  <a:cubicBezTo>
                    <a:pt x="83" y="47"/>
                    <a:pt x="83" y="47"/>
                    <a:pt x="83" y="46"/>
                  </a:cubicBezTo>
                  <a:cubicBezTo>
                    <a:pt x="94" y="44"/>
                    <a:pt x="94" y="44"/>
                    <a:pt x="94" y="44"/>
                  </a:cubicBezTo>
                  <a:cubicBezTo>
                    <a:pt x="94" y="42"/>
                    <a:pt x="94" y="41"/>
                    <a:pt x="93" y="39"/>
                  </a:cubicBezTo>
                  <a:close/>
                  <a:moveTo>
                    <a:pt x="47" y="69"/>
                  </a:moveTo>
                  <a:cubicBezTo>
                    <a:pt x="35" y="69"/>
                    <a:pt x="25" y="60"/>
                    <a:pt x="25" y="48"/>
                  </a:cubicBezTo>
                  <a:cubicBezTo>
                    <a:pt x="25" y="36"/>
                    <a:pt x="35" y="26"/>
                    <a:pt x="47" y="26"/>
                  </a:cubicBezTo>
                  <a:cubicBezTo>
                    <a:pt x="59" y="26"/>
                    <a:pt x="68" y="36"/>
                    <a:pt x="68" y="48"/>
                  </a:cubicBezTo>
                  <a:cubicBezTo>
                    <a:pt x="68" y="60"/>
                    <a:pt x="59" y="69"/>
                    <a:pt x="47" y="69"/>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0" name="Google Shape;810;p60"/>
            <p:cNvSpPr/>
            <p:nvPr/>
          </p:nvSpPr>
          <p:spPr>
            <a:xfrm>
              <a:off x="3949700" y="2608263"/>
              <a:ext cx="347663" cy="341313"/>
            </a:xfrm>
            <a:custGeom>
              <a:avLst/>
              <a:gdLst/>
              <a:ahLst/>
              <a:cxnLst/>
              <a:rect l="l" t="t" r="r" b="b"/>
              <a:pathLst>
                <a:path w="92" h="91" extrusionOk="0">
                  <a:moveTo>
                    <a:pt x="82" y="73"/>
                  </a:moveTo>
                  <a:cubicBezTo>
                    <a:pt x="76" y="67"/>
                    <a:pt x="76" y="67"/>
                    <a:pt x="76" y="67"/>
                  </a:cubicBezTo>
                  <a:cubicBezTo>
                    <a:pt x="77" y="65"/>
                    <a:pt x="78" y="64"/>
                    <a:pt x="79" y="62"/>
                  </a:cubicBezTo>
                  <a:cubicBezTo>
                    <a:pt x="87" y="65"/>
                    <a:pt x="87" y="65"/>
                    <a:pt x="87" y="65"/>
                  </a:cubicBezTo>
                  <a:cubicBezTo>
                    <a:pt x="88" y="63"/>
                    <a:pt x="89" y="61"/>
                    <a:pt x="90" y="58"/>
                  </a:cubicBezTo>
                  <a:cubicBezTo>
                    <a:pt x="90" y="56"/>
                    <a:pt x="91" y="54"/>
                    <a:pt x="91" y="52"/>
                  </a:cubicBezTo>
                  <a:cubicBezTo>
                    <a:pt x="83" y="49"/>
                    <a:pt x="83" y="49"/>
                    <a:pt x="83" y="49"/>
                  </a:cubicBezTo>
                  <a:cubicBezTo>
                    <a:pt x="83" y="47"/>
                    <a:pt x="83" y="45"/>
                    <a:pt x="83" y="43"/>
                  </a:cubicBezTo>
                  <a:cubicBezTo>
                    <a:pt x="92" y="41"/>
                    <a:pt x="92" y="41"/>
                    <a:pt x="92" y="41"/>
                  </a:cubicBezTo>
                  <a:cubicBezTo>
                    <a:pt x="91" y="39"/>
                    <a:pt x="91" y="37"/>
                    <a:pt x="90" y="35"/>
                  </a:cubicBezTo>
                  <a:cubicBezTo>
                    <a:pt x="90" y="32"/>
                    <a:pt x="89" y="30"/>
                    <a:pt x="88" y="28"/>
                  </a:cubicBezTo>
                  <a:cubicBezTo>
                    <a:pt x="80" y="30"/>
                    <a:pt x="80" y="30"/>
                    <a:pt x="80" y="30"/>
                  </a:cubicBezTo>
                  <a:cubicBezTo>
                    <a:pt x="79" y="29"/>
                    <a:pt x="78" y="27"/>
                    <a:pt x="77" y="25"/>
                  </a:cubicBezTo>
                  <a:cubicBezTo>
                    <a:pt x="83" y="19"/>
                    <a:pt x="83" y="19"/>
                    <a:pt x="83" y="19"/>
                  </a:cubicBezTo>
                  <a:cubicBezTo>
                    <a:pt x="82" y="17"/>
                    <a:pt x="81" y="16"/>
                    <a:pt x="79" y="14"/>
                  </a:cubicBezTo>
                  <a:cubicBezTo>
                    <a:pt x="78" y="12"/>
                    <a:pt x="76" y="11"/>
                    <a:pt x="74" y="9"/>
                  </a:cubicBezTo>
                  <a:cubicBezTo>
                    <a:pt x="68" y="15"/>
                    <a:pt x="68" y="15"/>
                    <a:pt x="68" y="15"/>
                  </a:cubicBezTo>
                  <a:cubicBezTo>
                    <a:pt x="67" y="15"/>
                    <a:pt x="67" y="15"/>
                    <a:pt x="67" y="15"/>
                  </a:cubicBezTo>
                  <a:cubicBezTo>
                    <a:pt x="66" y="14"/>
                    <a:pt x="64" y="13"/>
                    <a:pt x="63" y="12"/>
                  </a:cubicBezTo>
                  <a:cubicBezTo>
                    <a:pt x="65" y="4"/>
                    <a:pt x="65" y="4"/>
                    <a:pt x="65" y="4"/>
                  </a:cubicBezTo>
                  <a:cubicBezTo>
                    <a:pt x="63" y="3"/>
                    <a:pt x="61" y="2"/>
                    <a:pt x="59" y="1"/>
                  </a:cubicBezTo>
                  <a:cubicBezTo>
                    <a:pt x="57" y="1"/>
                    <a:pt x="55" y="0"/>
                    <a:pt x="52" y="0"/>
                  </a:cubicBezTo>
                  <a:cubicBezTo>
                    <a:pt x="50" y="8"/>
                    <a:pt x="50" y="8"/>
                    <a:pt x="50" y="8"/>
                  </a:cubicBezTo>
                  <a:cubicBezTo>
                    <a:pt x="49" y="8"/>
                    <a:pt x="47" y="8"/>
                    <a:pt x="46" y="8"/>
                  </a:cubicBezTo>
                  <a:cubicBezTo>
                    <a:pt x="45" y="8"/>
                    <a:pt x="45" y="8"/>
                    <a:pt x="44" y="8"/>
                  </a:cubicBezTo>
                  <a:cubicBezTo>
                    <a:pt x="42" y="0"/>
                    <a:pt x="42" y="0"/>
                    <a:pt x="42" y="0"/>
                  </a:cubicBezTo>
                  <a:cubicBezTo>
                    <a:pt x="40" y="0"/>
                    <a:pt x="38" y="0"/>
                    <a:pt x="35" y="1"/>
                  </a:cubicBezTo>
                  <a:cubicBezTo>
                    <a:pt x="33" y="1"/>
                    <a:pt x="31" y="2"/>
                    <a:pt x="29" y="3"/>
                  </a:cubicBezTo>
                  <a:cubicBezTo>
                    <a:pt x="31" y="11"/>
                    <a:pt x="31" y="11"/>
                    <a:pt x="31" y="11"/>
                  </a:cubicBezTo>
                  <a:cubicBezTo>
                    <a:pt x="29" y="12"/>
                    <a:pt x="28" y="13"/>
                    <a:pt x="26" y="14"/>
                  </a:cubicBezTo>
                  <a:cubicBezTo>
                    <a:pt x="25" y="13"/>
                    <a:pt x="25" y="13"/>
                    <a:pt x="25" y="13"/>
                  </a:cubicBezTo>
                  <a:cubicBezTo>
                    <a:pt x="20" y="8"/>
                    <a:pt x="20" y="8"/>
                    <a:pt x="20" y="8"/>
                  </a:cubicBezTo>
                  <a:cubicBezTo>
                    <a:pt x="18" y="9"/>
                    <a:pt x="16" y="10"/>
                    <a:pt x="15" y="12"/>
                  </a:cubicBezTo>
                  <a:cubicBezTo>
                    <a:pt x="13" y="14"/>
                    <a:pt x="11" y="15"/>
                    <a:pt x="10" y="17"/>
                  </a:cubicBezTo>
                  <a:cubicBezTo>
                    <a:pt x="16" y="23"/>
                    <a:pt x="16" y="23"/>
                    <a:pt x="16" y="23"/>
                  </a:cubicBezTo>
                  <a:cubicBezTo>
                    <a:pt x="15" y="25"/>
                    <a:pt x="14" y="27"/>
                    <a:pt x="13" y="28"/>
                  </a:cubicBezTo>
                  <a:cubicBezTo>
                    <a:pt x="5" y="26"/>
                    <a:pt x="5" y="26"/>
                    <a:pt x="5" y="26"/>
                  </a:cubicBezTo>
                  <a:cubicBezTo>
                    <a:pt x="4" y="28"/>
                    <a:pt x="3" y="30"/>
                    <a:pt x="2" y="32"/>
                  </a:cubicBezTo>
                  <a:cubicBezTo>
                    <a:pt x="2" y="34"/>
                    <a:pt x="1" y="37"/>
                    <a:pt x="1" y="39"/>
                  </a:cubicBezTo>
                  <a:cubicBezTo>
                    <a:pt x="9" y="41"/>
                    <a:pt x="9" y="41"/>
                    <a:pt x="9" y="41"/>
                  </a:cubicBezTo>
                  <a:cubicBezTo>
                    <a:pt x="9" y="43"/>
                    <a:pt x="9" y="45"/>
                    <a:pt x="9" y="47"/>
                  </a:cubicBezTo>
                  <a:cubicBezTo>
                    <a:pt x="0" y="49"/>
                    <a:pt x="0" y="49"/>
                    <a:pt x="0" y="49"/>
                  </a:cubicBezTo>
                  <a:cubicBezTo>
                    <a:pt x="1" y="51"/>
                    <a:pt x="1" y="54"/>
                    <a:pt x="2" y="56"/>
                  </a:cubicBezTo>
                  <a:cubicBezTo>
                    <a:pt x="2" y="58"/>
                    <a:pt x="3" y="60"/>
                    <a:pt x="4" y="62"/>
                  </a:cubicBezTo>
                  <a:cubicBezTo>
                    <a:pt x="12" y="60"/>
                    <a:pt x="12" y="60"/>
                    <a:pt x="12" y="60"/>
                  </a:cubicBezTo>
                  <a:cubicBezTo>
                    <a:pt x="13" y="62"/>
                    <a:pt x="14" y="64"/>
                    <a:pt x="15" y="65"/>
                  </a:cubicBezTo>
                  <a:cubicBezTo>
                    <a:pt x="8" y="71"/>
                    <a:pt x="8" y="71"/>
                    <a:pt x="8" y="71"/>
                  </a:cubicBezTo>
                  <a:cubicBezTo>
                    <a:pt x="10" y="73"/>
                    <a:pt x="11" y="75"/>
                    <a:pt x="13" y="77"/>
                  </a:cubicBezTo>
                  <a:cubicBezTo>
                    <a:pt x="14" y="78"/>
                    <a:pt x="16" y="80"/>
                    <a:pt x="18" y="81"/>
                  </a:cubicBezTo>
                  <a:cubicBezTo>
                    <a:pt x="24" y="75"/>
                    <a:pt x="24" y="75"/>
                    <a:pt x="24" y="75"/>
                  </a:cubicBezTo>
                  <a:cubicBezTo>
                    <a:pt x="25" y="75"/>
                    <a:pt x="25" y="76"/>
                    <a:pt x="25" y="76"/>
                  </a:cubicBezTo>
                  <a:cubicBezTo>
                    <a:pt x="26" y="77"/>
                    <a:pt x="28" y="77"/>
                    <a:pt x="29" y="78"/>
                  </a:cubicBezTo>
                  <a:cubicBezTo>
                    <a:pt x="27" y="87"/>
                    <a:pt x="27" y="87"/>
                    <a:pt x="27" y="87"/>
                  </a:cubicBezTo>
                  <a:cubicBezTo>
                    <a:pt x="29" y="88"/>
                    <a:pt x="31" y="88"/>
                    <a:pt x="33" y="89"/>
                  </a:cubicBezTo>
                  <a:cubicBezTo>
                    <a:pt x="35" y="90"/>
                    <a:pt x="37" y="90"/>
                    <a:pt x="40" y="90"/>
                  </a:cubicBezTo>
                  <a:cubicBezTo>
                    <a:pt x="42" y="82"/>
                    <a:pt x="42" y="82"/>
                    <a:pt x="42" y="82"/>
                  </a:cubicBezTo>
                  <a:cubicBezTo>
                    <a:pt x="43" y="82"/>
                    <a:pt x="45" y="82"/>
                    <a:pt x="46" y="82"/>
                  </a:cubicBezTo>
                  <a:cubicBezTo>
                    <a:pt x="47" y="82"/>
                    <a:pt x="47" y="82"/>
                    <a:pt x="48" y="82"/>
                  </a:cubicBezTo>
                  <a:cubicBezTo>
                    <a:pt x="50" y="91"/>
                    <a:pt x="50" y="91"/>
                    <a:pt x="50" y="91"/>
                  </a:cubicBezTo>
                  <a:cubicBezTo>
                    <a:pt x="52" y="91"/>
                    <a:pt x="54" y="90"/>
                    <a:pt x="57" y="90"/>
                  </a:cubicBezTo>
                  <a:cubicBezTo>
                    <a:pt x="59" y="89"/>
                    <a:pt x="61" y="88"/>
                    <a:pt x="63" y="88"/>
                  </a:cubicBezTo>
                  <a:cubicBezTo>
                    <a:pt x="61" y="79"/>
                    <a:pt x="61" y="79"/>
                    <a:pt x="61" y="79"/>
                  </a:cubicBezTo>
                  <a:cubicBezTo>
                    <a:pt x="63" y="78"/>
                    <a:pt x="64" y="77"/>
                    <a:pt x="66" y="76"/>
                  </a:cubicBezTo>
                  <a:cubicBezTo>
                    <a:pt x="67" y="77"/>
                    <a:pt x="67" y="77"/>
                    <a:pt x="67" y="77"/>
                  </a:cubicBezTo>
                  <a:cubicBezTo>
                    <a:pt x="72" y="83"/>
                    <a:pt x="72" y="83"/>
                    <a:pt x="72" y="83"/>
                  </a:cubicBezTo>
                  <a:cubicBezTo>
                    <a:pt x="74" y="81"/>
                    <a:pt x="76" y="80"/>
                    <a:pt x="77" y="78"/>
                  </a:cubicBezTo>
                  <a:cubicBezTo>
                    <a:pt x="79" y="77"/>
                    <a:pt x="81" y="75"/>
                    <a:pt x="82" y="73"/>
                  </a:cubicBezTo>
                  <a:close/>
                  <a:moveTo>
                    <a:pt x="25" y="48"/>
                  </a:moveTo>
                  <a:cubicBezTo>
                    <a:pt x="24" y="48"/>
                    <a:pt x="23" y="48"/>
                    <a:pt x="23" y="48"/>
                  </a:cubicBezTo>
                  <a:cubicBezTo>
                    <a:pt x="18" y="46"/>
                    <a:pt x="15" y="41"/>
                    <a:pt x="16" y="36"/>
                  </a:cubicBezTo>
                  <a:cubicBezTo>
                    <a:pt x="18" y="32"/>
                    <a:pt x="21" y="30"/>
                    <a:pt x="25" y="30"/>
                  </a:cubicBezTo>
                  <a:cubicBezTo>
                    <a:pt x="26" y="30"/>
                    <a:pt x="27" y="30"/>
                    <a:pt x="28" y="30"/>
                  </a:cubicBezTo>
                  <a:cubicBezTo>
                    <a:pt x="33" y="32"/>
                    <a:pt x="35" y="37"/>
                    <a:pt x="34" y="42"/>
                  </a:cubicBezTo>
                  <a:cubicBezTo>
                    <a:pt x="33" y="46"/>
                    <a:pt x="29" y="48"/>
                    <a:pt x="25" y="48"/>
                  </a:cubicBezTo>
                  <a:close/>
                  <a:moveTo>
                    <a:pt x="48" y="69"/>
                  </a:moveTo>
                  <a:cubicBezTo>
                    <a:pt x="48" y="70"/>
                    <a:pt x="47" y="72"/>
                    <a:pt x="46" y="73"/>
                  </a:cubicBezTo>
                  <a:cubicBezTo>
                    <a:pt x="44" y="75"/>
                    <a:pt x="40" y="76"/>
                    <a:pt x="37" y="75"/>
                  </a:cubicBezTo>
                  <a:cubicBezTo>
                    <a:pt x="32" y="73"/>
                    <a:pt x="30" y="68"/>
                    <a:pt x="31" y="64"/>
                  </a:cubicBezTo>
                  <a:cubicBezTo>
                    <a:pt x="32" y="59"/>
                    <a:pt x="38" y="56"/>
                    <a:pt x="42" y="57"/>
                  </a:cubicBezTo>
                  <a:cubicBezTo>
                    <a:pt x="44" y="58"/>
                    <a:pt x="45" y="59"/>
                    <a:pt x="46" y="59"/>
                  </a:cubicBezTo>
                  <a:cubicBezTo>
                    <a:pt x="48" y="62"/>
                    <a:pt x="49" y="65"/>
                    <a:pt x="48" y="69"/>
                  </a:cubicBezTo>
                  <a:close/>
                  <a:moveTo>
                    <a:pt x="52" y="47"/>
                  </a:moveTo>
                  <a:cubicBezTo>
                    <a:pt x="51" y="50"/>
                    <a:pt x="49" y="51"/>
                    <a:pt x="46" y="51"/>
                  </a:cubicBezTo>
                  <a:cubicBezTo>
                    <a:pt x="45" y="51"/>
                    <a:pt x="45" y="51"/>
                    <a:pt x="44" y="51"/>
                  </a:cubicBezTo>
                  <a:cubicBezTo>
                    <a:pt x="41" y="50"/>
                    <a:pt x="39" y="47"/>
                    <a:pt x="40" y="43"/>
                  </a:cubicBezTo>
                  <a:cubicBezTo>
                    <a:pt x="41" y="41"/>
                    <a:pt x="43" y="39"/>
                    <a:pt x="46" y="39"/>
                  </a:cubicBezTo>
                  <a:cubicBezTo>
                    <a:pt x="47" y="39"/>
                    <a:pt x="47" y="39"/>
                    <a:pt x="48" y="39"/>
                  </a:cubicBezTo>
                  <a:cubicBezTo>
                    <a:pt x="51" y="40"/>
                    <a:pt x="53" y="44"/>
                    <a:pt x="52" y="47"/>
                  </a:cubicBezTo>
                  <a:close/>
                  <a:moveTo>
                    <a:pt x="50" y="33"/>
                  </a:moveTo>
                  <a:cubicBezTo>
                    <a:pt x="48" y="33"/>
                    <a:pt x="47" y="32"/>
                    <a:pt x="46" y="31"/>
                  </a:cubicBezTo>
                  <a:cubicBezTo>
                    <a:pt x="44" y="29"/>
                    <a:pt x="42" y="25"/>
                    <a:pt x="43" y="22"/>
                  </a:cubicBezTo>
                  <a:cubicBezTo>
                    <a:pt x="44" y="20"/>
                    <a:pt x="45" y="19"/>
                    <a:pt x="46" y="18"/>
                  </a:cubicBezTo>
                  <a:cubicBezTo>
                    <a:pt x="48" y="16"/>
                    <a:pt x="52" y="15"/>
                    <a:pt x="55" y="16"/>
                  </a:cubicBezTo>
                  <a:cubicBezTo>
                    <a:pt x="60" y="17"/>
                    <a:pt x="62" y="22"/>
                    <a:pt x="61" y="27"/>
                  </a:cubicBezTo>
                  <a:cubicBezTo>
                    <a:pt x="59" y="32"/>
                    <a:pt x="54" y="35"/>
                    <a:pt x="50" y="33"/>
                  </a:cubicBezTo>
                  <a:close/>
                  <a:moveTo>
                    <a:pt x="67" y="61"/>
                  </a:moveTo>
                  <a:cubicBezTo>
                    <a:pt x="66" y="61"/>
                    <a:pt x="65" y="60"/>
                    <a:pt x="64" y="60"/>
                  </a:cubicBezTo>
                  <a:cubicBezTo>
                    <a:pt x="59" y="59"/>
                    <a:pt x="57" y="54"/>
                    <a:pt x="58" y="49"/>
                  </a:cubicBezTo>
                  <a:cubicBezTo>
                    <a:pt x="59" y="45"/>
                    <a:pt x="63" y="42"/>
                    <a:pt x="67" y="42"/>
                  </a:cubicBezTo>
                  <a:cubicBezTo>
                    <a:pt x="68" y="42"/>
                    <a:pt x="69" y="42"/>
                    <a:pt x="69" y="43"/>
                  </a:cubicBezTo>
                  <a:cubicBezTo>
                    <a:pt x="74" y="44"/>
                    <a:pt x="77" y="49"/>
                    <a:pt x="76" y="54"/>
                  </a:cubicBezTo>
                  <a:cubicBezTo>
                    <a:pt x="74" y="58"/>
                    <a:pt x="71" y="61"/>
                    <a:pt x="67" y="61"/>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1" name="Google Shape;811;p60"/>
            <p:cNvSpPr/>
            <p:nvPr/>
          </p:nvSpPr>
          <p:spPr>
            <a:xfrm>
              <a:off x="4764088" y="2682875"/>
              <a:ext cx="347663" cy="350838"/>
            </a:xfrm>
            <a:custGeom>
              <a:avLst/>
              <a:gdLst/>
              <a:ahLst/>
              <a:cxnLst/>
              <a:rect l="l" t="t" r="r" b="b"/>
              <a:pathLst>
                <a:path w="92" h="93" extrusionOk="0">
                  <a:moveTo>
                    <a:pt x="83" y="40"/>
                  </a:moveTo>
                  <a:cubicBezTo>
                    <a:pt x="83" y="38"/>
                    <a:pt x="82" y="36"/>
                    <a:pt x="81" y="34"/>
                  </a:cubicBezTo>
                  <a:cubicBezTo>
                    <a:pt x="89" y="30"/>
                    <a:pt x="89" y="30"/>
                    <a:pt x="89" y="30"/>
                  </a:cubicBezTo>
                  <a:cubicBezTo>
                    <a:pt x="88" y="28"/>
                    <a:pt x="87" y="26"/>
                    <a:pt x="86" y="24"/>
                  </a:cubicBezTo>
                  <a:cubicBezTo>
                    <a:pt x="85" y="22"/>
                    <a:pt x="84" y="20"/>
                    <a:pt x="82" y="18"/>
                  </a:cubicBezTo>
                  <a:cubicBezTo>
                    <a:pt x="75" y="22"/>
                    <a:pt x="75" y="22"/>
                    <a:pt x="75" y="22"/>
                  </a:cubicBezTo>
                  <a:cubicBezTo>
                    <a:pt x="73" y="21"/>
                    <a:pt x="72" y="19"/>
                    <a:pt x="70" y="18"/>
                  </a:cubicBezTo>
                  <a:cubicBezTo>
                    <a:pt x="75" y="10"/>
                    <a:pt x="75" y="10"/>
                    <a:pt x="75" y="10"/>
                  </a:cubicBezTo>
                  <a:cubicBezTo>
                    <a:pt x="73" y="9"/>
                    <a:pt x="71" y="8"/>
                    <a:pt x="69" y="7"/>
                  </a:cubicBezTo>
                  <a:cubicBezTo>
                    <a:pt x="69" y="6"/>
                    <a:pt x="69" y="6"/>
                    <a:pt x="68" y="6"/>
                  </a:cubicBezTo>
                  <a:cubicBezTo>
                    <a:pt x="67" y="5"/>
                    <a:pt x="65" y="4"/>
                    <a:pt x="63" y="4"/>
                  </a:cubicBezTo>
                  <a:cubicBezTo>
                    <a:pt x="59" y="11"/>
                    <a:pt x="59" y="11"/>
                    <a:pt x="59" y="11"/>
                  </a:cubicBezTo>
                  <a:cubicBezTo>
                    <a:pt x="57" y="11"/>
                    <a:pt x="55" y="10"/>
                    <a:pt x="53" y="10"/>
                  </a:cubicBezTo>
                  <a:cubicBezTo>
                    <a:pt x="53" y="1"/>
                    <a:pt x="53" y="1"/>
                    <a:pt x="53" y="1"/>
                  </a:cubicBezTo>
                  <a:cubicBezTo>
                    <a:pt x="51" y="0"/>
                    <a:pt x="48" y="0"/>
                    <a:pt x="46" y="0"/>
                  </a:cubicBezTo>
                  <a:cubicBezTo>
                    <a:pt x="44" y="0"/>
                    <a:pt x="41" y="0"/>
                    <a:pt x="39" y="1"/>
                  </a:cubicBezTo>
                  <a:cubicBezTo>
                    <a:pt x="39" y="10"/>
                    <a:pt x="39" y="10"/>
                    <a:pt x="39" y="10"/>
                  </a:cubicBezTo>
                  <a:cubicBezTo>
                    <a:pt x="37" y="10"/>
                    <a:pt x="35" y="11"/>
                    <a:pt x="34" y="11"/>
                  </a:cubicBezTo>
                  <a:cubicBezTo>
                    <a:pt x="29" y="4"/>
                    <a:pt x="29" y="4"/>
                    <a:pt x="29" y="4"/>
                  </a:cubicBezTo>
                  <a:cubicBezTo>
                    <a:pt x="27" y="4"/>
                    <a:pt x="26" y="5"/>
                    <a:pt x="24" y="6"/>
                  </a:cubicBezTo>
                  <a:cubicBezTo>
                    <a:pt x="24" y="6"/>
                    <a:pt x="23" y="6"/>
                    <a:pt x="23" y="7"/>
                  </a:cubicBezTo>
                  <a:cubicBezTo>
                    <a:pt x="21" y="8"/>
                    <a:pt x="19" y="9"/>
                    <a:pt x="17" y="10"/>
                  </a:cubicBezTo>
                  <a:cubicBezTo>
                    <a:pt x="22" y="18"/>
                    <a:pt x="22" y="18"/>
                    <a:pt x="22" y="18"/>
                  </a:cubicBezTo>
                  <a:cubicBezTo>
                    <a:pt x="20" y="19"/>
                    <a:pt x="19" y="21"/>
                    <a:pt x="18" y="22"/>
                  </a:cubicBezTo>
                  <a:cubicBezTo>
                    <a:pt x="10" y="18"/>
                    <a:pt x="10" y="18"/>
                    <a:pt x="10" y="18"/>
                  </a:cubicBezTo>
                  <a:cubicBezTo>
                    <a:pt x="8" y="20"/>
                    <a:pt x="7" y="22"/>
                    <a:pt x="6" y="24"/>
                  </a:cubicBezTo>
                  <a:cubicBezTo>
                    <a:pt x="5" y="26"/>
                    <a:pt x="4" y="28"/>
                    <a:pt x="3" y="30"/>
                  </a:cubicBezTo>
                  <a:cubicBezTo>
                    <a:pt x="11" y="34"/>
                    <a:pt x="11" y="34"/>
                    <a:pt x="11" y="34"/>
                  </a:cubicBezTo>
                  <a:cubicBezTo>
                    <a:pt x="10" y="36"/>
                    <a:pt x="10" y="38"/>
                    <a:pt x="9" y="40"/>
                  </a:cubicBezTo>
                  <a:cubicBezTo>
                    <a:pt x="0" y="40"/>
                    <a:pt x="0" y="40"/>
                    <a:pt x="0" y="40"/>
                  </a:cubicBezTo>
                  <a:cubicBezTo>
                    <a:pt x="0" y="42"/>
                    <a:pt x="0" y="44"/>
                    <a:pt x="0" y="47"/>
                  </a:cubicBezTo>
                  <a:cubicBezTo>
                    <a:pt x="0" y="49"/>
                    <a:pt x="0" y="51"/>
                    <a:pt x="0" y="54"/>
                  </a:cubicBezTo>
                  <a:cubicBezTo>
                    <a:pt x="9" y="54"/>
                    <a:pt x="9" y="54"/>
                    <a:pt x="9" y="54"/>
                  </a:cubicBezTo>
                  <a:cubicBezTo>
                    <a:pt x="10" y="56"/>
                    <a:pt x="10" y="57"/>
                    <a:pt x="11" y="59"/>
                  </a:cubicBezTo>
                  <a:cubicBezTo>
                    <a:pt x="3" y="64"/>
                    <a:pt x="3" y="64"/>
                    <a:pt x="3" y="64"/>
                  </a:cubicBezTo>
                  <a:cubicBezTo>
                    <a:pt x="4" y="66"/>
                    <a:pt x="5" y="68"/>
                    <a:pt x="6" y="70"/>
                  </a:cubicBezTo>
                  <a:cubicBezTo>
                    <a:pt x="7" y="72"/>
                    <a:pt x="8" y="74"/>
                    <a:pt x="10" y="76"/>
                  </a:cubicBezTo>
                  <a:cubicBezTo>
                    <a:pt x="18" y="71"/>
                    <a:pt x="18" y="71"/>
                    <a:pt x="18" y="71"/>
                  </a:cubicBezTo>
                  <a:cubicBezTo>
                    <a:pt x="19" y="73"/>
                    <a:pt x="20" y="74"/>
                    <a:pt x="22" y="75"/>
                  </a:cubicBezTo>
                  <a:cubicBezTo>
                    <a:pt x="17" y="83"/>
                    <a:pt x="17" y="83"/>
                    <a:pt x="17" y="83"/>
                  </a:cubicBezTo>
                  <a:cubicBezTo>
                    <a:pt x="19" y="84"/>
                    <a:pt x="21" y="86"/>
                    <a:pt x="23" y="87"/>
                  </a:cubicBezTo>
                  <a:cubicBezTo>
                    <a:pt x="23" y="87"/>
                    <a:pt x="24" y="87"/>
                    <a:pt x="24" y="88"/>
                  </a:cubicBezTo>
                  <a:cubicBezTo>
                    <a:pt x="26" y="88"/>
                    <a:pt x="27" y="89"/>
                    <a:pt x="29" y="90"/>
                  </a:cubicBezTo>
                  <a:cubicBezTo>
                    <a:pt x="34" y="82"/>
                    <a:pt x="34" y="82"/>
                    <a:pt x="34" y="82"/>
                  </a:cubicBezTo>
                  <a:cubicBezTo>
                    <a:pt x="35" y="83"/>
                    <a:pt x="37" y="83"/>
                    <a:pt x="39" y="84"/>
                  </a:cubicBezTo>
                  <a:cubicBezTo>
                    <a:pt x="39" y="93"/>
                    <a:pt x="39" y="93"/>
                    <a:pt x="39" y="93"/>
                  </a:cubicBezTo>
                  <a:cubicBezTo>
                    <a:pt x="41" y="93"/>
                    <a:pt x="44" y="93"/>
                    <a:pt x="46" y="93"/>
                  </a:cubicBezTo>
                  <a:cubicBezTo>
                    <a:pt x="48" y="93"/>
                    <a:pt x="51" y="93"/>
                    <a:pt x="53" y="93"/>
                  </a:cubicBezTo>
                  <a:cubicBezTo>
                    <a:pt x="53" y="84"/>
                    <a:pt x="53" y="84"/>
                    <a:pt x="53" y="84"/>
                  </a:cubicBezTo>
                  <a:cubicBezTo>
                    <a:pt x="55" y="83"/>
                    <a:pt x="57" y="83"/>
                    <a:pt x="59" y="82"/>
                  </a:cubicBezTo>
                  <a:cubicBezTo>
                    <a:pt x="63" y="90"/>
                    <a:pt x="63" y="90"/>
                    <a:pt x="63" y="90"/>
                  </a:cubicBezTo>
                  <a:cubicBezTo>
                    <a:pt x="65" y="89"/>
                    <a:pt x="67" y="88"/>
                    <a:pt x="68" y="88"/>
                  </a:cubicBezTo>
                  <a:cubicBezTo>
                    <a:pt x="69" y="87"/>
                    <a:pt x="69" y="87"/>
                    <a:pt x="69" y="87"/>
                  </a:cubicBezTo>
                  <a:cubicBezTo>
                    <a:pt x="71" y="86"/>
                    <a:pt x="73" y="84"/>
                    <a:pt x="75" y="83"/>
                  </a:cubicBezTo>
                  <a:cubicBezTo>
                    <a:pt x="70" y="75"/>
                    <a:pt x="70" y="75"/>
                    <a:pt x="70" y="75"/>
                  </a:cubicBezTo>
                  <a:cubicBezTo>
                    <a:pt x="72" y="74"/>
                    <a:pt x="73" y="73"/>
                    <a:pt x="75" y="71"/>
                  </a:cubicBezTo>
                  <a:cubicBezTo>
                    <a:pt x="82" y="76"/>
                    <a:pt x="82" y="76"/>
                    <a:pt x="82" y="76"/>
                  </a:cubicBezTo>
                  <a:cubicBezTo>
                    <a:pt x="84" y="74"/>
                    <a:pt x="85" y="72"/>
                    <a:pt x="86" y="70"/>
                  </a:cubicBezTo>
                  <a:cubicBezTo>
                    <a:pt x="87" y="68"/>
                    <a:pt x="88" y="66"/>
                    <a:pt x="89" y="64"/>
                  </a:cubicBezTo>
                  <a:cubicBezTo>
                    <a:pt x="81" y="59"/>
                    <a:pt x="81" y="59"/>
                    <a:pt x="81" y="59"/>
                  </a:cubicBezTo>
                  <a:cubicBezTo>
                    <a:pt x="82" y="57"/>
                    <a:pt x="83" y="56"/>
                    <a:pt x="83" y="54"/>
                  </a:cubicBezTo>
                  <a:cubicBezTo>
                    <a:pt x="92" y="54"/>
                    <a:pt x="92" y="54"/>
                    <a:pt x="92" y="54"/>
                  </a:cubicBezTo>
                  <a:cubicBezTo>
                    <a:pt x="92" y="51"/>
                    <a:pt x="92" y="49"/>
                    <a:pt x="92" y="47"/>
                  </a:cubicBezTo>
                  <a:cubicBezTo>
                    <a:pt x="92" y="44"/>
                    <a:pt x="92" y="42"/>
                    <a:pt x="92" y="40"/>
                  </a:cubicBezTo>
                  <a:lnTo>
                    <a:pt x="83" y="40"/>
                  </a:lnTo>
                  <a:close/>
                  <a:moveTo>
                    <a:pt x="24" y="56"/>
                  </a:moveTo>
                  <a:cubicBezTo>
                    <a:pt x="19" y="56"/>
                    <a:pt x="15" y="52"/>
                    <a:pt x="15" y="47"/>
                  </a:cubicBezTo>
                  <a:cubicBezTo>
                    <a:pt x="15" y="42"/>
                    <a:pt x="19" y="37"/>
                    <a:pt x="24" y="37"/>
                  </a:cubicBezTo>
                  <a:cubicBezTo>
                    <a:pt x="29" y="37"/>
                    <a:pt x="33" y="42"/>
                    <a:pt x="33" y="47"/>
                  </a:cubicBezTo>
                  <a:cubicBezTo>
                    <a:pt x="33" y="52"/>
                    <a:pt x="29" y="56"/>
                    <a:pt x="24" y="56"/>
                  </a:cubicBezTo>
                  <a:close/>
                  <a:moveTo>
                    <a:pt x="46" y="78"/>
                  </a:moveTo>
                  <a:cubicBezTo>
                    <a:pt x="41" y="78"/>
                    <a:pt x="37" y="74"/>
                    <a:pt x="37" y="69"/>
                  </a:cubicBezTo>
                  <a:cubicBezTo>
                    <a:pt x="37" y="64"/>
                    <a:pt x="41" y="60"/>
                    <a:pt x="46" y="60"/>
                  </a:cubicBezTo>
                  <a:cubicBezTo>
                    <a:pt x="51" y="60"/>
                    <a:pt x="55" y="64"/>
                    <a:pt x="55" y="69"/>
                  </a:cubicBezTo>
                  <a:cubicBezTo>
                    <a:pt x="55" y="74"/>
                    <a:pt x="51" y="78"/>
                    <a:pt x="46" y="78"/>
                  </a:cubicBezTo>
                  <a:close/>
                  <a:moveTo>
                    <a:pt x="40" y="47"/>
                  </a:moveTo>
                  <a:cubicBezTo>
                    <a:pt x="40" y="43"/>
                    <a:pt x="43" y="41"/>
                    <a:pt x="46" y="41"/>
                  </a:cubicBezTo>
                  <a:cubicBezTo>
                    <a:pt x="49" y="41"/>
                    <a:pt x="52" y="43"/>
                    <a:pt x="52" y="47"/>
                  </a:cubicBezTo>
                  <a:cubicBezTo>
                    <a:pt x="52" y="50"/>
                    <a:pt x="49" y="53"/>
                    <a:pt x="46" y="53"/>
                  </a:cubicBezTo>
                  <a:cubicBezTo>
                    <a:pt x="43" y="53"/>
                    <a:pt x="40" y="50"/>
                    <a:pt x="40" y="47"/>
                  </a:cubicBezTo>
                  <a:close/>
                  <a:moveTo>
                    <a:pt x="46" y="34"/>
                  </a:moveTo>
                  <a:cubicBezTo>
                    <a:pt x="41" y="34"/>
                    <a:pt x="37" y="30"/>
                    <a:pt x="37" y="25"/>
                  </a:cubicBezTo>
                  <a:cubicBezTo>
                    <a:pt x="37" y="19"/>
                    <a:pt x="41" y="15"/>
                    <a:pt x="46" y="15"/>
                  </a:cubicBezTo>
                  <a:cubicBezTo>
                    <a:pt x="51" y="15"/>
                    <a:pt x="55" y="19"/>
                    <a:pt x="55" y="25"/>
                  </a:cubicBezTo>
                  <a:cubicBezTo>
                    <a:pt x="55" y="30"/>
                    <a:pt x="51" y="34"/>
                    <a:pt x="46" y="34"/>
                  </a:cubicBezTo>
                  <a:close/>
                  <a:moveTo>
                    <a:pt x="68" y="56"/>
                  </a:moveTo>
                  <a:cubicBezTo>
                    <a:pt x="63" y="56"/>
                    <a:pt x="59" y="52"/>
                    <a:pt x="59" y="47"/>
                  </a:cubicBezTo>
                  <a:cubicBezTo>
                    <a:pt x="59" y="42"/>
                    <a:pt x="63" y="37"/>
                    <a:pt x="68" y="37"/>
                  </a:cubicBezTo>
                  <a:cubicBezTo>
                    <a:pt x="73" y="37"/>
                    <a:pt x="77" y="42"/>
                    <a:pt x="77" y="47"/>
                  </a:cubicBezTo>
                  <a:cubicBezTo>
                    <a:pt x="77" y="52"/>
                    <a:pt x="73" y="56"/>
                    <a:pt x="68" y="56"/>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2" name="Google Shape;812;p60"/>
            <p:cNvSpPr/>
            <p:nvPr/>
          </p:nvSpPr>
          <p:spPr>
            <a:xfrm>
              <a:off x="5106988" y="1576388"/>
              <a:ext cx="227013" cy="236538"/>
            </a:xfrm>
            <a:custGeom>
              <a:avLst/>
              <a:gdLst/>
              <a:ahLst/>
              <a:cxnLst/>
              <a:rect l="l" t="t" r="r" b="b"/>
              <a:pathLst>
                <a:path w="60" h="63" extrusionOk="0">
                  <a:moveTo>
                    <a:pt x="3" y="47"/>
                  </a:moveTo>
                  <a:cubicBezTo>
                    <a:pt x="4" y="49"/>
                    <a:pt x="5" y="51"/>
                    <a:pt x="7" y="52"/>
                  </a:cubicBezTo>
                  <a:cubicBezTo>
                    <a:pt x="13" y="49"/>
                    <a:pt x="13" y="49"/>
                    <a:pt x="13" y="49"/>
                  </a:cubicBezTo>
                  <a:cubicBezTo>
                    <a:pt x="14" y="49"/>
                    <a:pt x="14" y="49"/>
                    <a:pt x="14" y="50"/>
                  </a:cubicBezTo>
                  <a:cubicBezTo>
                    <a:pt x="15" y="50"/>
                    <a:pt x="16" y="51"/>
                    <a:pt x="16" y="51"/>
                  </a:cubicBezTo>
                  <a:cubicBezTo>
                    <a:pt x="18" y="52"/>
                    <a:pt x="20" y="53"/>
                    <a:pt x="23" y="54"/>
                  </a:cubicBezTo>
                  <a:cubicBezTo>
                    <a:pt x="23" y="54"/>
                    <a:pt x="23" y="54"/>
                    <a:pt x="24" y="54"/>
                  </a:cubicBezTo>
                  <a:cubicBezTo>
                    <a:pt x="24" y="62"/>
                    <a:pt x="24" y="62"/>
                    <a:pt x="24" y="62"/>
                  </a:cubicBezTo>
                  <a:cubicBezTo>
                    <a:pt x="26" y="62"/>
                    <a:pt x="28" y="63"/>
                    <a:pt x="30" y="63"/>
                  </a:cubicBezTo>
                  <a:cubicBezTo>
                    <a:pt x="32" y="63"/>
                    <a:pt x="35" y="62"/>
                    <a:pt x="37" y="62"/>
                  </a:cubicBezTo>
                  <a:cubicBezTo>
                    <a:pt x="37" y="54"/>
                    <a:pt x="37" y="54"/>
                    <a:pt x="37" y="54"/>
                  </a:cubicBezTo>
                  <a:cubicBezTo>
                    <a:pt x="37" y="54"/>
                    <a:pt x="37" y="54"/>
                    <a:pt x="38" y="54"/>
                  </a:cubicBezTo>
                  <a:cubicBezTo>
                    <a:pt x="40" y="53"/>
                    <a:pt x="42" y="52"/>
                    <a:pt x="44" y="51"/>
                  </a:cubicBezTo>
                  <a:cubicBezTo>
                    <a:pt x="45" y="51"/>
                    <a:pt x="45" y="50"/>
                    <a:pt x="46" y="50"/>
                  </a:cubicBezTo>
                  <a:cubicBezTo>
                    <a:pt x="46" y="49"/>
                    <a:pt x="47" y="49"/>
                    <a:pt x="47" y="49"/>
                  </a:cubicBezTo>
                  <a:cubicBezTo>
                    <a:pt x="53" y="52"/>
                    <a:pt x="53" y="52"/>
                    <a:pt x="53" y="52"/>
                  </a:cubicBezTo>
                  <a:cubicBezTo>
                    <a:pt x="55" y="51"/>
                    <a:pt x="56" y="49"/>
                    <a:pt x="57" y="47"/>
                  </a:cubicBezTo>
                  <a:cubicBezTo>
                    <a:pt x="59" y="45"/>
                    <a:pt x="59" y="43"/>
                    <a:pt x="60" y="41"/>
                  </a:cubicBezTo>
                  <a:cubicBezTo>
                    <a:pt x="54" y="37"/>
                    <a:pt x="54" y="37"/>
                    <a:pt x="54" y="37"/>
                  </a:cubicBezTo>
                  <a:cubicBezTo>
                    <a:pt x="54" y="35"/>
                    <a:pt x="54" y="33"/>
                    <a:pt x="54" y="31"/>
                  </a:cubicBezTo>
                  <a:cubicBezTo>
                    <a:pt x="54" y="29"/>
                    <a:pt x="54" y="27"/>
                    <a:pt x="54" y="25"/>
                  </a:cubicBezTo>
                  <a:cubicBezTo>
                    <a:pt x="60" y="22"/>
                    <a:pt x="60" y="22"/>
                    <a:pt x="60" y="22"/>
                  </a:cubicBezTo>
                  <a:cubicBezTo>
                    <a:pt x="59" y="19"/>
                    <a:pt x="59" y="17"/>
                    <a:pt x="57" y="15"/>
                  </a:cubicBezTo>
                  <a:cubicBezTo>
                    <a:pt x="56" y="13"/>
                    <a:pt x="55" y="12"/>
                    <a:pt x="53" y="10"/>
                  </a:cubicBezTo>
                  <a:cubicBezTo>
                    <a:pt x="47" y="14"/>
                    <a:pt x="47" y="14"/>
                    <a:pt x="47" y="14"/>
                  </a:cubicBezTo>
                  <a:cubicBezTo>
                    <a:pt x="47" y="13"/>
                    <a:pt x="46" y="13"/>
                    <a:pt x="46" y="13"/>
                  </a:cubicBezTo>
                  <a:cubicBezTo>
                    <a:pt x="45" y="12"/>
                    <a:pt x="45" y="12"/>
                    <a:pt x="44" y="11"/>
                  </a:cubicBezTo>
                  <a:cubicBezTo>
                    <a:pt x="42" y="10"/>
                    <a:pt x="40" y="9"/>
                    <a:pt x="38" y="8"/>
                  </a:cubicBezTo>
                  <a:cubicBezTo>
                    <a:pt x="37" y="8"/>
                    <a:pt x="37" y="8"/>
                    <a:pt x="37" y="8"/>
                  </a:cubicBezTo>
                  <a:cubicBezTo>
                    <a:pt x="37" y="0"/>
                    <a:pt x="37" y="0"/>
                    <a:pt x="37" y="0"/>
                  </a:cubicBezTo>
                  <a:cubicBezTo>
                    <a:pt x="35" y="0"/>
                    <a:pt x="32" y="0"/>
                    <a:pt x="30" y="0"/>
                  </a:cubicBezTo>
                  <a:cubicBezTo>
                    <a:pt x="28" y="0"/>
                    <a:pt x="26" y="0"/>
                    <a:pt x="24" y="0"/>
                  </a:cubicBezTo>
                  <a:cubicBezTo>
                    <a:pt x="24" y="8"/>
                    <a:pt x="24" y="8"/>
                    <a:pt x="24" y="8"/>
                  </a:cubicBezTo>
                  <a:cubicBezTo>
                    <a:pt x="23" y="8"/>
                    <a:pt x="23" y="8"/>
                    <a:pt x="23" y="8"/>
                  </a:cubicBezTo>
                  <a:cubicBezTo>
                    <a:pt x="20" y="9"/>
                    <a:pt x="18" y="10"/>
                    <a:pt x="16" y="11"/>
                  </a:cubicBezTo>
                  <a:cubicBezTo>
                    <a:pt x="16" y="12"/>
                    <a:pt x="15" y="12"/>
                    <a:pt x="14" y="13"/>
                  </a:cubicBezTo>
                  <a:cubicBezTo>
                    <a:pt x="14" y="13"/>
                    <a:pt x="14" y="13"/>
                    <a:pt x="13" y="14"/>
                  </a:cubicBezTo>
                  <a:cubicBezTo>
                    <a:pt x="7" y="10"/>
                    <a:pt x="7" y="10"/>
                    <a:pt x="7" y="10"/>
                  </a:cubicBezTo>
                  <a:cubicBezTo>
                    <a:pt x="5" y="12"/>
                    <a:pt x="4" y="13"/>
                    <a:pt x="3" y="15"/>
                  </a:cubicBezTo>
                  <a:cubicBezTo>
                    <a:pt x="2" y="17"/>
                    <a:pt x="1" y="19"/>
                    <a:pt x="0" y="22"/>
                  </a:cubicBezTo>
                  <a:cubicBezTo>
                    <a:pt x="7" y="25"/>
                    <a:pt x="7" y="25"/>
                    <a:pt x="7" y="25"/>
                  </a:cubicBezTo>
                  <a:cubicBezTo>
                    <a:pt x="6" y="27"/>
                    <a:pt x="6" y="29"/>
                    <a:pt x="6" y="31"/>
                  </a:cubicBezTo>
                  <a:cubicBezTo>
                    <a:pt x="6" y="33"/>
                    <a:pt x="6" y="35"/>
                    <a:pt x="7" y="37"/>
                  </a:cubicBezTo>
                  <a:cubicBezTo>
                    <a:pt x="0" y="41"/>
                    <a:pt x="0" y="41"/>
                    <a:pt x="0" y="41"/>
                  </a:cubicBezTo>
                  <a:cubicBezTo>
                    <a:pt x="1" y="43"/>
                    <a:pt x="2" y="45"/>
                    <a:pt x="3" y="47"/>
                  </a:cubicBezTo>
                  <a:close/>
                  <a:moveTo>
                    <a:pt x="18" y="41"/>
                  </a:moveTo>
                  <a:cubicBezTo>
                    <a:pt x="17" y="41"/>
                    <a:pt x="17" y="41"/>
                    <a:pt x="16" y="41"/>
                  </a:cubicBezTo>
                  <a:cubicBezTo>
                    <a:pt x="16" y="41"/>
                    <a:pt x="15" y="41"/>
                    <a:pt x="15" y="40"/>
                  </a:cubicBezTo>
                  <a:cubicBezTo>
                    <a:pt x="14" y="40"/>
                    <a:pt x="14" y="40"/>
                    <a:pt x="14" y="39"/>
                  </a:cubicBezTo>
                  <a:cubicBezTo>
                    <a:pt x="14" y="39"/>
                    <a:pt x="14" y="39"/>
                    <a:pt x="14" y="39"/>
                  </a:cubicBezTo>
                  <a:cubicBezTo>
                    <a:pt x="14" y="38"/>
                    <a:pt x="15" y="38"/>
                    <a:pt x="15" y="37"/>
                  </a:cubicBezTo>
                  <a:cubicBezTo>
                    <a:pt x="16" y="37"/>
                    <a:pt x="16" y="37"/>
                    <a:pt x="16" y="37"/>
                  </a:cubicBezTo>
                  <a:cubicBezTo>
                    <a:pt x="17" y="37"/>
                    <a:pt x="18" y="37"/>
                    <a:pt x="18" y="38"/>
                  </a:cubicBezTo>
                  <a:cubicBezTo>
                    <a:pt x="19" y="39"/>
                    <a:pt x="19" y="40"/>
                    <a:pt x="18" y="41"/>
                  </a:cubicBezTo>
                  <a:close/>
                  <a:moveTo>
                    <a:pt x="24" y="46"/>
                  </a:moveTo>
                  <a:cubicBezTo>
                    <a:pt x="23" y="46"/>
                    <a:pt x="23" y="46"/>
                    <a:pt x="23" y="46"/>
                  </a:cubicBezTo>
                  <a:cubicBezTo>
                    <a:pt x="22" y="46"/>
                    <a:pt x="22" y="46"/>
                    <a:pt x="22" y="46"/>
                  </a:cubicBezTo>
                  <a:cubicBezTo>
                    <a:pt x="21" y="46"/>
                    <a:pt x="21" y="45"/>
                    <a:pt x="21" y="44"/>
                  </a:cubicBezTo>
                  <a:cubicBezTo>
                    <a:pt x="22" y="44"/>
                    <a:pt x="22" y="44"/>
                    <a:pt x="23" y="44"/>
                  </a:cubicBezTo>
                  <a:cubicBezTo>
                    <a:pt x="23" y="44"/>
                    <a:pt x="23" y="44"/>
                    <a:pt x="23" y="44"/>
                  </a:cubicBezTo>
                  <a:cubicBezTo>
                    <a:pt x="24" y="44"/>
                    <a:pt x="24" y="45"/>
                    <a:pt x="24" y="46"/>
                  </a:cubicBezTo>
                  <a:close/>
                  <a:moveTo>
                    <a:pt x="30" y="49"/>
                  </a:moveTo>
                  <a:cubicBezTo>
                    <a:pt x="29" y="49"/>
                    <a:pt x="28" y="48"/>
                    <a:pt x="28" y="47"/>
                  </a:cubicBezTo>
                  <a:cubicBezTo>
                    <a:pt x="28" y="46"/>
                    <a:pt x="29" y="45"/>
                    <a:pt x="30" y="45"/>
                  </a:cubicBezTo>
                  <a:cubicBezTo>
                    <a:pt x="31" y="45"/>
                    <a:pt x="32" y="46"/>
                    <a:pt x="32" y="47"/>
                  </a:cubicBezTo>
                  <a:cubicBezTo>
                    <a:pt x="32" y="48"/>
                    <a:pt x="31" y="49"/>
                    <a:pt x="30" y="49"/>
                  </a:cubicBezTo>
                  <a:close/>
                  <a:moveTo>
                    <a:pt x="47" y="30"/>
                  </a:moveTo>
                  <a:cubicBezTo>
                    <a:pt x="47" y="30"/>
                    <a:pt x="47" y="31"/>
                    <a:pt x="47" y="31"/>
                  </a:cubicBezTo>
                  <a:cubicBezTo>
                    <a:pt x="47" y="32"/>
                    <a:pt x="46" y="32"/>
                    <a:pt x="46" y="32"/>
                  </a:cubicBezTo>
                  <a:cubicBezTo>
                    <a:pt x="46" y="32"/>
                    <a:pt x="46" y="32"/>
                    <a:pt x="45" y="32"/>
                  </a:cubicBezTo>
                  <a:cubicBezTo>
                    <a:pt x="45" y="32"/>
                    <a:pt x="45" y="31"/>
                    <a:pt x="45" y="30"/>
                  </a:cubicBezTo>
                  <a:cubicBezTo>
                    <a:pt x="45" y="30"/>
                    <a:pt x="46" y="30"/>
                    <a:pt x="46" y="30"/>
                  </a:cubicBezTo>
                  <a:cubicBezTo>
                    <a:pt x="46" y="30"/>
                    <a:pt x="46" y="30"/>
                    <a:pt x="47" y="30"/>
                  </a:cubicBezTo>
                  <a:close/>
                  <a:moveTo>
                    <a:pt x="43" y="21"/>
                  </a:moveTo>
                  <a:cubicBezTo>
                    <a:pt x="43" y="21"/>
                    <a:pt x="44" y="21"/>
                    <a:pt x="44" y="21"/>
                  </a:cubicBezTo>
                  <a:cubicBezTo>
                    <a:pt x="45" y="21"/>
                    <a:pt x="45" y="22"/>
                    <a:pt x="46" y="22"/>
                  </a:cubicBezTo>
                  <a:cubicBezTo>
                    <a:pt x="46" y="22"/>
                    <a:pt x="46" y="23"/>
                    <a:pt x="46" y="23"/>
                  </a:cubicBezTo>
                  <a:cubicBezTo>
                    <a:pt x="46" y="23"/>
                    <a:pt x="46" y="23"/>
                    <a:pt x="46" y="24"/>
                  </a:cubicBezTo>
                  <a:cubicBezTo>
                    <a:pt x="46" y="24"/>
                    <a:pt x="46" y="25"/>
                    <a:pt x="45" y="25"/>
                  </a:cubicBezTo>
                  <a:cubicBezTo>
                    <a:pt x="45" y="25"/>
                    <a:pt x="44" y="25"/>
                    <a:pt x="44" y="25"/>
                  </a:cubicBezTo>
                  <a:cubicBezTo>
                    <a:pt x="43" y="25"/>
                    <a:pt x="42" y="25"/>
                    <a:pt x="42" y="24"/>
                  </a:cubicBezTo>
                  <a:cubicBezTo>
                    <a:pt x="41" y="23"/>
                    <a:pt x="42" y="22"/>
                    <a:pt x="43" y="21"/>
                  </a:cubicBezTo>
                  <a:close/>
                  <a:moveTo>
                    <a:pt x="42" y="38"/>
                  </a:moveTo>
                  <a:cubicBezTo>
                    <a:pt x="42" y="37"/>
                    <a:pt x="43" y="37"/>
                    <a:pt x="44" y="37"/>
                  </a:cubicBezTo>
                  <a:cubicBezTo>
                    <a:pt x="44" y="37"/>
                    <a:pt x="45" y="37"/>
                    <a:pt x="45" y="37"/>
                  </a:cubicBezTo>
                  <a:cubicBezTo>
                    <a:pt x="46" y="38"/>
                    <a:pt x="46" y="38"/>
                    <a:pt x="46" y="39"/>
                  </a:cubicBezTo>
                  <a:cubicBezTo>
                    <a:pt x="46" y="39"/>
                    <a:pt x="46" y="39"/>
                    <a:pt x="46" y="39"/>
                  </a:cubicBezTo>
                  <a:cubicBezTo>
                    <a:pt x="46" y="40"/>
                    <a:pt x="46" y="40"/>
                    <a:pt x="46" y="40"/>
                  </a:cubicBezTo>
                  <a:cubicBezTo>
                    <a:pt x="45" y="41"/>
                    <a:pt x="45" y="41"/>
                    <a:pt x="44" y="41"/>
                  </a:cubicBezTo>
                  <a:cubicBezTo>
                    <a:pt x="44" y="41"/>
                    <a:pt x="43" y="41"/>
                    <a:pt x="43" y="41"/>
                  </a:cubicBezTo>
                  <a:cubicBezTo>
                    <a:pt x="42" y="40"/>
                    <a:pt x="41" y="39"/>
                    <a:pt x="42" y="38"/>
                  </a:cubicBezTo>
                  <a:close/>
                  <a:moveTo>
                    <a:pt x="39" y="45"/>
                  </a:moveTo>
                  <a:cubicBezTo>
                    <a:pt x="39" y="46"/>
                    <a:pt x="38" y="46"/>
                    <a:pt x="38" y="46"/>
                  </a:cubicBezTo>
                  <a:cubicBezTo>
                    <a:pt x="38" y="46"/>
                    <a:pt x="38" y="46"/>
                    <a:pt x="38" y="46"/>
                  </a:cubicBezTo>
                  <a:cubicBezTo>
                    <a:pt x="37" y="46"/>
                    <a:pt x="37" y="45"/>
                    <a:pt x="37" y="44"/>
                  </a:cubicBezTo>
                  <a:cubicBezTo>
                    <a:pt x="37" y="44"/>
                    <a:pt x="38" y="44"/>
                    <a:pt x="38" y="44"/>
                  </a:cubicBezTo>
                  <a:cubicBezTo>
                    <a:pt x="38" y="43"/>
                    <a:pt x="39" y="43"/>
                    <a:pt x="39" y="44"/>
                  </a:cubicBezTo>
                  <a:cubicBezTo>
                    <a:pt x="40" y="44"/>
                    <a:pt x="40" y="45"/>
                    <a:pt x="39" y="45"/>
                  </a:cubicBezTo>
                  <a:close/>
                  <a:moveTo>
                    <a:pt x="37" y="17"/>
                  </a:moveTo>
                  <a:cubicBezTo>
                    <a:pt x="37" y="16"/>
                    <a:pt x="37" y="16"/>
                    <a:pt x="38" y="16"/>
                  </a:cubicBezTo>
                  <a:cubicBezTo>
                    <a:pt x="38" y="16"/>
                    <a:pt x="38" y="16"/>
                    <a:pt x="38" y="16"/>
                  </a:cubicBezTo>
                  <a:cubicBezTo>
                    <a:pt x="39" y="17"/>
                    <a:pt x="39" y="17"/>
                    <a:pt x="39" y="18"/>
                  </a:cubicBezTo>
                  <a:cubicBezTo>
                    <a:pt x="39" y="18"/>
                    <a:pt x="38" y="19"/>
                    <a:pt x="38" y="19"/>
                  </a:cubicBezTo>
                  <a:cubicBezTo>
                    <a:pt x="38" y="19"/>
                    <a:pt x="37" y="19"/>
                    <a:pt x="37" y="18"/>
                  </a:cubicBezTo>
                  <a:cubicBezTo>
                    <a:pt x="37" y="18"/>
                    <a:pt x="36" y="17"/>
                    <a:pt x="37" y="17"/>
                  </a:cubicBezTo>
                  <a:close/>
                  <a:moveTo>
                    <a:pt x="30" y="13"/>
                  </a:moveTo>
                  <a:cubicBezTo>
                    <a:pt x="31" y="13"/>
                    <a:pt x="32" y="14"/>
                    <a:pt x="32" y="15"/>
                  </a:cubicBezTo>
                  <a:cubicBezTo>
                    <a:pt x="32" y="17"/>
                    <a:pt x="31" y="17"/>
                    <a:pt x="30" y="17"/>
                  </a:cubicBezTo>
                  <a:cubicBezTo>
                    <a:pt x="29" y="17"/>
                    <a:pt x="28" y="17"/>
                    <a:pt x="28" y="15"/>
                  </a:cubicBezTo>
                  <a:cubicBezTo>
                    <a:pt x="28" y="14"/>
                    <a:pt x="29" y="13"/>
                    <a:pt x="30" y="13"/>
                  </a:cubicBezTo>
                  <a:close/>
                  <a:moveTo>
                    <a:pt x="30" y="24"/>
                  </a:moveTo>
                  <a:cubicBezTo>
                    <a:pt x="34" y="24"/>
                    <a:pt x="37" y="27"/>
                    <a:pt x="37" y="31"/>
                  </a:cubicBezTo>
                  <a:cubicBezTo>
                    <a:pt x="37" y="35"/>
                    <a:pt x="34" y="38"/>
                    <a:pt x="30" y="38"/>
                  </a:cubicBezTo>
                  <a:cubicBezTo>
                    <a:pt x="26" y="38"/>
                    <a:pt x="23" y="35"/>
                    <a:pt x="23" y="31"/>
                  </a:cubicBezTo>
                  <a:cubicBezTo>
                    <a:pt x="23" y="27"/>
                    <a:pt x="26" y="24"/>
                    <a:pt x="30" y="24"/>
                  </a:cubicBezTo>
                  <a:close/>
                  <a:moveTo>
                    <a:pt x="21" y="17"/>
                  </a:moveTo>
                  <a:cubicBezTo>
                    <a:pt x="21" y="16"/>
                    <a:pt x="22" y="16"/>
                    <a:pt x="23" y="16"/>
                  </a:cubicBezTo>
                  <a:cubicBezTo>
                    <a:pt x="23" y="16"/>
                    <a:pt x="23" y="16"/>
                    <a:pt x="23" y="16"/>
                  </a:cubicBezTo>
                  <a:cubicBezTo>
                    <a:pt x="23" y="17"/>
                    <a:pt x="23" y="18"/>
                    <a:pt x="23" y="18"/>
                  </a:cubicBezTo>
                  <a:cubicBezTo>
                    <a:pt x="23" y="18"/>
                    <a:pt x="23" y="19"/>
                    <a:pt x="23" y="19"/>
                  </a:cubicBezTo>
                  <a:cubicBezTo>
                    <a:pt x="22" y="19"/>
                    <a:pt x="22" y="19"/>
                    <a:pt x="21" y="19"/>
                  </a:cubicBezTo>
                  <a:cubicBezTo>
                    <a:pt x="21" y="18"/>
                    <a:pt x="20" y="18"/>
                    <a:pt x="21" y="17"/>
                  </a:cubicBezTo>
                  <a:close/>
                  <a:moveTo>
                    <a:pt x="14" y="23"/>
                  </a:moveTo>
                  <a:cubicBezTo>
                    <a:pt x="14" y="23"/>
                    <a:pt x="14" y="22"/>
                    <a:pt x="15" y="22"/>
                  </a:cubicBezTo>
                  <a:cubicBezTo>
                    <a:pt x="15" y="22"/>
                    <a:pt x="16" y="21"/>
                    <a:pt x="16" y="21"/>
                  </a:cubicBezTo>
                  <a:cubicBezTo>
                    <a:pt x="17" y="21"/>
                    <a:pt x="17" y="21"/>
                    <a:pt x="18" y="21"/>
                  </a:cubicBezTo>
                  <a:cubicBezTo>
                    <a:pt x="19" y="22"/>
                    <a:pt x="19" y="23"/>
                    <a:pt x="18" y="24"/>
                  </a:cubicBezTo>
                  <a:cubicBezTo>
                    <a:pt x="18" y="25"/>
                    <a:pt x="17" y="25"/>
                    <a:pt x="16" y="25"/>
                  </a:cubicBezTo>
                  <a:cubicBezTo>
                    <a:pt x="16" y="25"/>
                    <a:pt x="16" y="25"/>
                    <a:pt x="15" y="25"/>
                  </a:cubicBezTo>
                  <a:cubicBezTo>
                    <a:pt x="15" y="25"/>
                    <a:pt x="14" y="24"/>
                    <a:pt x="14" y="24"/>
                  </a:cubicBezTo>
                  <a:cubicBezTo>
                    <a:pt x="14" y="23"/>
                    <a:pt x="14" y="23"/>
                    <a:pt x="14" y="23"/>
                  </a:cubicBezTo>
                  <a:close/>
                  <a:moveTo>
                    <a:pt x="13" y="31"/>
                  </a:moveTo>
                  <a:cubicBezTo>
                    <a:pt x="13" y="30"/>
                    <a:pt x="14" y="30"/>
                    <a:pt x="14" y="30"/>
                  </a:cubicBezTo>
                  <a:cubicBezTo>
                    <a:pt x="15" y="30"/>
                    <a:pt x="15" y="30"/>
                    <a:pt x="15" y="30"/>
                  </a:cubicBezTo>
                  <a:cubicBezTo>
                    <a:pt x="16" y="31"/>
                    <a:pt x="16" y="32"/>
                    <a:pt x="15" y="32"/>
                  </a:cubicBezTo>
                  <a:cubicBezTo>
                    <a:pt x="15" y="33"/>
                    <a:pt x="15" y="33"/>
                    <a:pt x="14" y="33"/>
                  </a:cubicBezTo>
                  <a:cubicBezTo>
                    <a:pt x="14" y="33"/>
                    <a:pt x="14" y="33"/>
                    <a:pt x="14" y="33"/>
                  </a:cubicBezTo>
                  <a:cubicBezTo>
                    <a:pt x="13" y="32"/>
                    <a:pt x="13" y="32"/>
                    <a:pt x="13" y="31"/>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3" name="Google Shape;813;p60"/>
            <p:cNvSpPr/>
            <p:nvPr/>
          </p:nvSpPr>
          <p:spPr>
            <a:xfrm>
              <a:off x="5243513" y="2178050"/>
              <a:ext cx="230188" cy="230188"/>
            </a:xfrm>
            <a:custGeom>
              <a:avLst/>
              <a:gdLst/>
              <a:ahLst/>
              <a:cxnLst/>
              <a:rect l="l" t="t" r="r" b="b"/>
              <a:pathLst>
                <a:path w="61" h="61" extrusionOk="0">
                  <a:moveTo>
                    <a:pt x="60" y="22"/>
                  </a:moveTo>
                  <a:cubicBezTo>
                    <a:pt x="57" y="22"/>
                    <a:pt x="57" y="22"/>
                    <a:pt x="57" y="22"/>
                  </a:cubicBezTo>
                  <a:cubicBezTo>
                    <a:pt x="56" y="21"/>
                    <a:pt x="56" y="20"/>
                    <a:pt x="56" y="20"/>
                  </a:cubicBezTo>
                  <a:cubicBezTo>
                    <a:pt x="59" y="18"/>
                    <a:pt x="59" y="18"/>
                    <a:pt x="59" y="18"/>
                  </a:cubicBezTo>
                  <a:cubicBezTo>
                    <a:pt x="58" y="16"/>
                    <a:pt x="57" y="14"/>
                    <a:pt x="55" y="12"/>
                  </a:cubicBezTo>
                  <a:cubicBezTo>
                    <a:pt x="52" y="14"/>
                    <a:pt x="52" y="14"/>
                    <a:pt x="52" y="14"/>
                  </a:cubicBezTo>
                  <a:cubicBezTo>
                    <a:pt x="52" y="13"/>
                    <a:pt x="51" y="12"/>
                    <a:pt x="51" y="12"/>
                  </a:cubicBezTo>
                  <a:cubicBezTo>
                    <a:pt x="53" y="9"/>
                    <a:pt x="53" y="9"/>
                    <a:pt x="53" y="9"/>
                  </a:cubicBezTo>
                  <a:cubicBezTo>
                    <a:pt x="51" y="7"/>
                    <a:pt x="50" y="6"/>
                    <a:pt x="48" y="5"/>
                  </a:cubicBezTo>
                  <a:cubicBezTo>
                    <a:pt x="46" y="7"/>
                    <a:pt x="46" y="7"/>
                    <a:pt x="46" y="7"/>
                  </a:cubicBezTo>
                  <a:cubicBezTo>
                    <a:pt x="45" y="7"/>
                    <a:pt x="45" y="7"/>
                    <a:pt x="45" y="7"/>
                  </a:cubicBezTo>
                  <a:cubicBezTo>
                    <a:pt x="45" y="7"/>
                    <a:pt x="44" y="7"/>
                    <a:pt x="43" y="6"/>
                  </a:cubicBezTo>
                  <a:cubicBezTo>
                    <a:pt x="44" y="3"/>
                    <a:pt x="44" y="3"/>
                    <a:pt x="44" y="3"/>
                  </a:cubicBezTo>
                  <a:cubicBezTo>
                    <a:pt x="43" y="2"/>
                    <a:pt x="41" y="1"/>
                    <a:pt x="40" y="1"/>
                  </a:cubicBezTo>
                  <a:cubicBezTo>
                    <a:pt x="39" y="1"/>
                    <a:pt x="39" y="1"/>
                    <a:pt x="38" y="0"/>
                  </a:cubicBezTo>
                  <a:cubicBezTo>
                    <a:pt x="37" y="4"/>
                    <a:pt x="37" y="4"/>
                    <a:pt x="37" y="4"/>
                  </a:cubicBezTo>
                  <a:cubicBezTo>
                    <a:pt x="37" y="4"/>
                    <a:pt x="37" y="4"/>
                    <a:pt x="37" y="4"/>
                  </a:cubicBezTo>
                  <a:cubicBezTo>
                    <a:pt x="36" y="4"/>
                    <a:pt x="35" y="3"/>
                    <a:pt x="34" y="3"/>
                  </a:cubicBezTo>
                  <a:cubicBezTo>
                    <a:pt x="34" y="0"/>
                    <a:pt x="34" y="0"/>
                    <a:pt x="34" y="0"/>
                  </a:cubicBezTo>
                  <a:cubicBezTo>
                    <a:pt x="33" y="0"/>
                    <a:pt x="32" y="0"/>
                    <a:pt x="31" y="0"/>
                  </a:cubicBezTo>
                  <a:cubicBezTo>
                    <a:pt x="30" y="0"/>
                    <a:pt x="29" y="0"/>
                    <a:pt x="27" y="0"/>
                  </a:cubicBezTo>
                  <a:cubicBezTo>
                    <a:pt x="27" y="3"/>
                    <a:pt x="27" y="3"/>
                    <a:pt x="27" y="3"/>
                  </a:cubicBezTo>
                  <a:cubicBezTo>
                    <a:pt x="27" y="3"/>
                    <a:pt x="26" y="4"/>
                    <a:pt x="25" y="4"/>
                  </a:cubicBezTo>
                  <a:cubicBezTo>
                    <a:pt x="25" y="4"/>
                    <a:pt x="25" y="4"/>
                    <a:pt x="25" y="4"/>
                  </a:cubicBezTo>
                  <a:cubicBezTo>
                    <a:pt x="24" y="0"/>
                    <a:pt x="24" y="0"/>
                    <a:pt x="24" y="0"/>
                  </a:cubicBezTo>
                  <a:cubicBezTo>
                    <a:pt x="23" y="1"/>
                    <a:pt x="22" y="1"/>
                    <a:pt x="22" y="1"/>
                  </a:cubicBezTo>
                  <a:cubicBezTo>
                    <a:pt x="20" y="1"/>
                    <a:pt x="19" y="2"/>
                    <a:pt x="17" y="3"/>
                  </a:cubicBezTo>
                  <a:cubicBezTo>
                    <a:pt x="18" y="6"/>
                    <a:pt x="18" y="6"/>
                    <a:pt x="18" y="6"/>
                  </a:cubicBezTo>
                  <a:cubicBezTo>
                    <a:pt x="18" y="7"/>
                    <a:pt x="17" y="7"/>
                    <a:pt x="16" y="7"/>
                  </a:cubicBezTo>
                  <a:cubicBezTo>
                    <a:pt x="15" y="7"/>
                    <a:pt x="15" y="7"/>
                    <a:pt x="15" y="7"/>
                  </a:cubicBezTo>
                  <a:cubicBezTo>
                    <a:pt x="14" y="5"/>
                    <a:pt x="14" y="5"/>
                    <a:pt x="14" y="5"/>
                  </a:cubicBezTo>
                  <a:cubicBezTo>
                    <a:pt x="12" y="6"/>
                    <a:pt x="10" y="7"/>
                    <a:pt x="9" y="9"/>
                  </a:cubicBezTo>
                  <a:cubicBezTo>
                    <a:pt x="11" y="12"/>
                    <a:pt x="11" y="12"/>
                    <a:pt x="11" y="12"/>
                  </a:cubicBezTo>
                  <a:cubicBezTo>
                    <a:pt x="10" y="12"/>
                    <a:pt x="10" y="13"/>
                    <a:pt x="9" y="14"/>
                  </a:cubicBezTo>
                  <a:cubicBezTo>
                    <a:pt x="6" y="12"/>
                    <a:pt x="6" y="12"/>
                    <a:pt x="6" y="12"/>
                  </a:cubicBezTo>
                  <a:cubicBezTo>
                    <a:pt x="5" y="14"/>
                    <a:pt x="4" y="16"/>
                    <a:pt x="3" y="18"/>
                  </a:cubicBezTo>
                  <a:cubicBezTo>
                    <a:pt x="6" y="20"/>
                    <a:pt x="6" y="20"/>
                    <a:pt x="6" y="20"/>
                  </a:cubicBezTo>
                  <a:cubicBezTo>
                    <a:pt x="6" y="20"/>
                    <a:pt x="5" y="21"/>
                    <a:pt x="5" y="22"/>
                  </a:cubicBezTo>
                  <a:cubicBezTo>
                    <a:pt x="1" y="22"/>
                    <a:pt x="1" y="22"/>
                    <a:pt x="1" y="22"/>
                  </a:cubicBezTo>
                  <a:cubicBezTo>
                    <a:pt x="1" y="24"/>
                    <a:pt x="0" y="26"/>
                    <a:pt x="0" y="28"/>
                  </a:cubicBezTo>
                  <a:cubicBezTo>
                    <a:pt x="4" y="29"/>
                    <a:pt x="4" y="29"/>
                    <a:pt x="4" y="29"/>
                  </a:cubicBezTo>
                  <a:cubicBezTo>
                    <a:pt x="4" y="29"/>
                    <a:pt x="4" y="30"/>
                    <a:pt x="4" y="30"/>
                  </a:cubicBezTo>
                  <a:cubicBezTo>
                    <a:pt x="4" y="31"/>
                    <a:pt x="4" y="31"/>
                    <a:pt x="4" y="31"/>
                  </a:cubicBezTo>
                  <a:cubicBezTo>
                    <a:pt x="0" y="32"/>
                    <a:pt x="0" y="32"/>
                    <a:pt x="0" y="32"/>
                  </a:cubicBezTo>
                  <a:cubicBezTo>
                    <a:pt x="0" y="34"/>
                    <a:pt x="1" y="37"/>
                    <a:pt x="1" y="39"/>
                  </a:cubicBezTo>
                  <a:cubicBezTo>
                    <a:pt x="5" y="38"/>
                    <a:pt x="5" y="38"/>
                    <a:pt x="5" y="38"/>
                  </a:cubicBezTo>
                  <a:cubicBezTo>
                    <a:pt x="5" y="39"/>
                    <a:pt x="6" y="40"/>
                    <a:pt x="6" y="41"/>
                  </a:cubicBezTo>
                  <a:cubicBezTo>
                    <a:pt x="3" y="42"/>
                    <a:pt x="3" y="42"/>
                    <a:pt x="3" y="42"/>
                  </a:cubicBezTo>
                  <a:cubicBezTo>
                    <a:pt x="4" y="44"/>
                    <a:pt x="5" y="46"/>
                    <a:pt x="6" y="48"/>
                  </a:cubicBezTo>
                  <a:cubicBezTo>
                    <a:pt x="9" y="46"/>
                    <a:pt x="9" y="46"/>
                    <a:pt x="9" y="46"/>
                  </a:cubicBezTo>
                  <a:cubicBezTo>
                    <a:pt x="10" y="47"/>
                    <a:pt x="10" y="48"/>
                    <a:pt x="11" y="48"/>
                  </a:cubicBezTo>
                  <a:cubicBezTo>
                    <a:pt x="9" y="51"/>
                    <a:pt x="9" y="51"/>
                    <a:pt x="9" y="51"/>
                  </a:cubicBezTo>
                  <a:cubicBezTo>
                    <a:pt x="10" y="53"/>
                    <a:pt x="12" y="54"/>
                    <a:pt x="14" y="56"/>
                  </a:cubicBezTo>
                  <a:cubicBezTo>
                    <a:pt x="15" y="54"/>
                    <a:pt x="15" y="54"/>
                    <a:pt x="15" y="54"/>
                  </a:cubicBezTo>
                  <a:cubicBezTo>
                    <a:pt x="16" y="53"/>
                    <a:pt x="16" y="53"/>
                    <a:pt x="16" y="53"/>
                  </a:cubicBezTo>
                  <a:cubicBezTo>
                    <a:pt x="17" y="53"/>
                    <a:pt x="18" y="54"/>
                    <a:pt x="18" y="54"/>
                  </a:cubicBezTo>
                  <a:cubicBezTo>
                    <a:pt x="17" y="58"/>
                    <a:pt x="17" y="58"/>
                    <a:pt x="17" y="58"/>
                  </a:cubicBezTo>
                  <a:cubicBezTo>
                    <a:pt x="19" y="58"/>
                    <a:pt x="20" y="59"/>
                    <a:pt x="22" y="59"/>
                  </a:cubicBezTo>
                  <a:cubicBezTo>
                    <a:pt x="22" y="60"/>
                    <a:pt x="23" y="60"/>
                    <a:pt x="24" y="60"/>
                  </a:cubicBezTo>
                  <a:cubicBezTo>
                    <a:pt x="25" y="57"/>
                    <a:pt x="25" y="57"/>
                    <a:pt x="25" y="57"/>
                  </a:cubicBezTo>
                  <a:cubicBezTo>
                    <a:pt x="25" y="56"/>
                    <a:pt x="25" y="56"/>
                    <a:pt x="25" y="56"/>
                  </a:cubicBezTo>
                  <a:cubicBezTo>
                    <a:pt x="26" y="57"/>
                    <a:pt x="27" y="57"/>
                    <a:pt x="27" y="57"/>
                  </a:cubicBezTo>
                  <a:cubicBezTo>
                    <a:pt x="27" y="60"/>
                    <a:pt x="27" y="60"/>
                    <a:pt x="27" y="60"/>
                  </a:cubicBezTo>
                  <a:cubicBezTo>
                    <a:pt x="29" y="61"/>
                    <a:pt x="30" y="61"/>
                    <a:pt x="31" y="61"/>
                  </a:cubicBezTo>
                  <a:cubicBezTo>
                    <a:pt x="32" y="61"/>
                    <a:pt x="33" y="61"/>
                    <a:pt x="34" y="60"/>
                  </a:cubicBezTo>
                  <a:cubicBezTo>
                    <a:pt x="34" y="57"/>
                    <a:pt x="34" y="57"/>
                    <a:pt x="34" y="57"/>
                  </a:cubicBezTo>
                  <a:cubicBezTo>
                    <a:pt x="35" y="57"/>
                    <a:pt x="36" y="57"/>
                    <a:pt x="37" y="56"/>
                  </a:cubicBezTo>
                  <a:cubicBezTo>
                    <a:pt x="37" y="57"/>
                    <a:pt x="37" y="57"/>
                    <a:pt x="37" y="57"/>
                  </a:cubicBezTo>
                  <a:cubicBezTo>
                    <a:pt x="38" y="60"/>
                    <a:pt x="38" y="60"/>
                    <a:pt x="38" y="60"/>
                  </a:cubicBezTo>
                  <a:cubicBezTo>
                    <a:pt x="39" y="60"/>
                    <a:pt x="39" y="60"/>
                    <a:pt x="40" y="59"/>
                  </a:cubicBezTo>
                  <a:cubicBezTo>
                    <a:pt x="41" y="59"/>
                    <a:pt x="43" y="58"/>
                    <a:pt x="44" y="58"/>
                  </a:cubicBezTo>
                  <a:cubicBezTo>
                    <a:pt x="43" y="54"/>
                    <a:pt x="43" y="54"/>
                    <a:pt x="43" y="54"/>
                  </a:cubicBezTo>
                  <a:cubicBezTo>
                    <a:pt x="44" y="54"/>
                    <a:pt x="45" y="53"/>
                    <a:pt x="45" y="53"/>
                  </a:cubicBezTo>
                  <a:cubicBezTo>
                    <a:pt x="46" y="54"/>
                    <a:pt x="46" y="54"/>
                    <a:pt x="46" y="54"/>
                  </a:cubicBezTo>
                  <a:cubicBezTo>
                    <a:pt x="48" y="56"/>
                    <a:pt x="48" y="56"/>
                    <a:pt x="48" y="56"/>
                  </a:cubicBezTo>
                  <a:cubicBezTo>
                    <a:pt x="50" y="54"/>
                    <a:pt x="51" y="53"/>
                    <a:pt x="53" y="51"/>
                  </a:cubicBezTo>
                  <a:cubicBezTo>
                    <a:pt x="51" y="48"/>
                    <a:pt x="51" y="48"/>
                    <a:pt x="51" y="48"/>
                  </a:cubicBezTo>
                  <a:cubicBezTo>
                    <a:pt x="51" y="48"/>
                    <a:pt x="52" y="47"/>
                    <a:pt x="52" y="46"/>
                  </a:cubicBezTo>
                  <a:cubicBezTo>
                    <a:pt x="55" y="48"/>
                    <a:pt x="55" y="48"/>
                    <a:pt x="55" y="48"/>
                  </a:cubicBezTo>
                  <a:cubicBezTo>
                    <a:pt x="57" y="46"/>
                    <a:pt x="58" y="44"/>
                    <a:pt x="59" y="42"/>
                  </a:cubicBezTo>
                  <a:cubicBezTo>
                    <a:pt x="56" y="41"/>
                    <a:pt x="56" y="41"/>
                    <a:pt x="56" y="41"/>
                  </a:cubicBezTo>
                  <a:cubicBezTo>
                    <a:pt x="56" y="40"/>
                    <a:pt x="56" y="39"/>
                    <a:pt x="57" y="38"/>
                  </a:cubicBezTo>
                  <a:cubicBezTo>
                    <a:pt x="60" y="39"/>
                    <a:pt x="60" y="39"/>
                    <a:pt x="60" y="39"/>
                  </a:cubicBezTo>
                  <a:cubicBezTo>
                    <a:pt x="61" y="37"/>
                    <a:pt x="61" y="34"/>
                    <a:pt x="61" y="32"/>
                  </a:cubicBezTo>
                  <a:cubicBezTo>
                    <a:pt x="58" y="31"/>
                    <a:pt x="58" y="31"/>
                    <a:pt x="58" y="31"/>
                  </a:cubicBezTo>
                  <a:cubicBezTo>
                    <a:pt x="58" y="31"/>
                    <a:pt x="58" y="31"/>
                    <a:pt x="58" y="30"/>
                  </a:cubicBezTo>
                  <a:cubicBezTo>
                    <a:pt x="58" y="30"/>
                    <a:pt x="58" y="29"/>
                    <a:pt x="58" y="29"/>
                  </a:cubicBezTo>
                  <a:cubicBezTo>
                    <a:pt x="61" y="28"/>
                    <a:pt x="61" y="28"/>
                    <a:pt x="61" y="28"/>
                  </a:cubicBezTo>
                  <a:cubicBezTo>
                    <a:pt x="61" y="26"/>
                    <a:pt x="61" y="24"/>
                    <a:pt x="60" y="22"/>
                  </a:cubicBezTo>
                  <a:close/>
                  <a:moveTo>
                    <a:pt x="44" y="10"/>
                  </a:moveTo>
                  <a:cubicBezTo>
                    <a:pt x="45" y="11"/>
                    <a:pt x="45" y="11"/>
                    <a:pt x="46" y="12"/>
                  </a:cubicBezTo>
                  <a:cubicBezTo>
                    <a:pt x="48" y="13"/>
                    <a:pt x="49" y="15"/>
                    <a:pt x="51" y="17"/>
                  </a:cubicBezTo>
                  <a:cubicBezTo>
                    <a:pt x="46" y="20"/>
                    <a:pt x="46" y="20"/>
                    <a:pt x="46" y="20"/>
                  </a:cubicBezTo>
                  <a:cubicBezTo>
                    <a:pt x="40" y="23"/>
                    <a:pt x="40" y="23"/>
                    <a:pt x="40" y="23"/>
                  </a:cubicBezTo>
                  <a:cubicBezTo>
                    <a:pt x="37" y="25"/>
                    <a:pt x="37" y="25"/>
                    <a:pt x="37" y="25"/>
                  </a:cubicBezTo>
                  <a:cubicBezTo>
                    <a:pt x="36" y="25"/>
                    <a:pt x="36" y="25"/>
                    <a:pt x="36" y="25"/>
                  </a:cubicBezTo>
                  <a:cubicBezTo>
                    <a:pt x="36" y="25"/>
                    <a:pt x="36" y="25"/>
                    <a:pt x="36" y="25"/>
                  </a:cubicBezTo>
                  <a:cubicBezTo>
                    <a:pt x="37" y="23"/>
                    <a:pt x="37" y="23"/>
                    <a:pt x="37" y="23"/>
                  </a:cubicBezTo>
                  <a:cubicBezTo>
                    <a:pt x="40" y="18"/>
                    <a:pt x="40" y="18"/>
                    <a:pt x="40" y="18"/>
                  </a:cubicBezTo>
                  <a:lnTo>
                    <a:pt x="44" y="10"/>
                  </a:lnTo>
                  <a:close/>
                  <a:moveTo>
                    <a:pt x="32" y="6"/>
                  </a:moveTo>
                  <a:cubicBezTo>
                    <a:pt x="34" y="6"/>
                    <a:pt x="35" y="7"/>
                    <a:pt x="37" y="7"/>
                  </a:cubicBezTo>
                  <a:cubicBezTo>
                    <a:pt x="38" y="7"/>
                    <a:pt x="39" y="8"/>
                    <a:pt x="40" y="8"/>
                  </a:cubicBezTo>
                  <a:cubicBezTo>
                    <a:pt x="40" y="8"/>
                    <a:pt x="41" y="8"/>
                    <a:pt x="41" y="9"/>
                  </a:cubicBezTo>
                  <a:cubicBezTo>
                    <a:pt x="40" y="12"/>
                    <a:pt x="40" y="12"/>
                    <a:pt x="40" y="12"/>
                  </a:cubicBezTo>
                  <a:cubicBezTo>
                    <a:pt x="37" y="17"/>
                    <a:pt x="37" y="17"/>
                    <a:pt x="37" y="17"/>
                  </a:cubicBezTo>
                  <a:cubicBezTo>
                    <a:pt x="33" y="23"/>
                    <a:pt x="33" y="23"/>
                    <a:pt x="33" y="23"/>
                  </a:cubicBezTo>
                  <a:cubicBezTo>
                    <a:pt x="33" y="23"/>
                    <a:pt x="33" y="23"/>
                    <a:pt x="32" y="23"/>
                  </a:cubicBezTo>
                  <a:lnTo>
                    <a:pt x="32" y="6"/>
                  </a:lnTo>
                  <a:close/>
                  <a:moveTo>
                    <a:pt x="22" y="8"/>
                  </a:moveTo>
                  <a:cubicBezTo>
                    <a:pt x="23" y="8"/>
                    <a:pt x="24" y="7"/>
                    <a:pt x="25" y="7"/>
                  </a:cubicBezTo>
                  <a:cubicBezTo>
                    <a:pt x="26" y="7"/>
                    <a:pt x="28" y="6"/>
                    <a:pt x="29" y="6"/>
                  </a:cubicBezTo>
                  <a:cubicBezTo>
                    <a:pt x="29" y="23"/>
                    <a:pt x="29" y="23"/>
                    <a:pt x="29" y="23"/>
                  </a:cubicBezTo>
                  <a:cubicBezTo>
                    <a:pt x="29" y="23"/>
                    <a:pt x="29" y="23"/>
                    <a:pt x="28" y="23"/>
                  </a:cubicBezTo>
                  <a:cubicBezTo>
                    <a:pt x="25" y="17"/>
                    <a:pt x="25" y="17"/>
                    <a:pt x="25" y="17"/>
                  </a:cubicBezTo>
                  <a:cubicBezTo>
                    <a:pt x="22" y="12"/>
                    <a:pt x="22" y="12"/>
                    <a:pt x="22" y="12"/>
                  </a:cubicBezTo>
                  <a:cubicBezTo>
                    <a:pt x="20" y="9"/>
                    <a:pt x="20" y="9"/>
                    <a:pt x="20" y="9"/>
                  </a:cubicBezTo>
                  <a:cubicBezTo>
                    <a:pt x="21" y="8"/>
                    <a:pt x="21" y="8"/>
                    <a:pt x="22" y="8"/>
                  </a:cubicBezTo>
                  <a:close/>
                  <a:moveTo>
                    <a:pt x="15" y="12"/>
                  </a:moveTo>
                  <a:cubicBezTo>
                    <a:pt x="16" y="11"/>
                    <a:pt x="17" y="11"/>
                    <a:pt x="18" y="10"/>
                  </a:cubicBezTo>
                  <a:cubicBezTo>
                    <a:pt x="22" y="18"/>
                    <a:pt x="22" y="18"/>
                    <a:pt x="22" y="18"/>
                  </a:cubicBezTo>
                  <a:cubicBezTo>
                    <a:pt x="25" y="23"/>
                    <a:pt x="25" y="23"/>
                    <a:pt x="25" y="23"/>
                  </a:cubicBezTo>
                  <a:cubicBezTo>
                    <a:pt x="26" y="25"/>
                    <a:pt x="26" y="25"/>
                    <a:pt x="26" y="25"/>
                  </a:cubicBezTo>
                  <a:cubicBezTo>
                    <a:pt x="26" y="25"/>
                    <a:pt x="25" y="25"/>
                    <a:pt x="25" y="25"/>
                  </a:cubicBezTo>
                  <a:cubicBezTo>
                    <a:pt x="25" y="25"/>
                    <a:pt x="25" y="25"/>
                    <a:pt x="25" y="25"/>
                  </a:cubicBezTo>
                  <a:cubicBezTo>
                    <a:pt x="22" y="23"/>
                    <a:pt x="22" y="23"/>
                    <a:pt x="22" y="23"/>
                  </a:cubicBezTo>
                  <a:cubicBezTo>
                    <a:pt x="15" y="20"/>
                    <a:pt x="15" y="20"/>
                    <a:pt x="15" y="20"/>
                  </a:cubicBezTo>
                  <a:cubicBezTo>
                    <a:pt x="11" y="17"/>
                    <a:pt x="11" y="17"/>
                    <a:pt x="11" y="17"/>
                  </a:cubicBezTo>
                  <a:cubicBezTo>
                    <a:pt x="12" y="15"/>
                    <a:pt x="14" y="13"/>
                    <a:pt x="15" y="12"/>
                  </a:cubicBezTo>
                  <a:close/>
                  <a:moveTo>
                    <a:pt x="9" y="20"/>
                  </a:moveTo>
                  <a:cubicBezTo>
                    <a:pt x="15" y="23"/>
                    <a:pt x="15" y="23"/>
                    <a:pt x="15" y="23"/>
                  </a:cubicBezTo>
                  <a:cubicBezTo>
                    <a:pt x="22" y="27"/>
                    <a:pt x="22" y="27"/>
                    <a:pt x="22" y="27"/>
                  </a:cubicBezTo>
                  <a:cubicBezTo>
                    <a:pt x="24" y="28"/>
                    <a:pt x="24" y="28"/>
                    <a:pt x="24" y="28"/>
                  </a:cubicBezTo>
                  <a:cubicBezTo>
                    <a:pt x="24" y="28"/>
                    <a:pt x="24" y="28"/>
                    <a:pt x="24" y="29"/>
                  </a:cubicBezTo>
                  <a:cubicBezTo>
                    <a:pt x="22" y="29"/>
                    <a:pt x="22" y="29"/>
                    <a:pt x="22" y="29"/>
                  </a:cubicBezTo>
                  <a:cubicBezTo>
                    <a:pt x="15" y="29"/>
                    <a:pt x="15" y="29"/>
                    <a:pt x="15" y="29"/>
                  </a:cubicBezTo>
                  <a:cubicBezTo>
                    <a:pt x="7" y="29"/>
                    <a:pt x="7" y="29"/>
                    <a:pt x="7" y="29"/>
                  </a:cubicBezTo>
                  <a:cubicBezTo>
                    <a:pt x="7" y="25"/>
                    <a:pt x="8" y="22"/>
                    <a:pt x="9" y="20"/>
                  </a:cubicBezTo>
                  <a:close/>
                  <a:moveTo>
                    <a:pt x="7" y="32"/>
                  </a:moveTo>
                  <a:cubicBezTo>
                    <a:pt x="15" y="32"/>
                    <a:pt x="15" y="32"/>
                    <a:pt x="15" y="32"/>
                  </a:cubicBezTo>
                  <a:cubicBezTo>
                    <a:pt x="22" y="32"/>
                    <a:pt x="22" y="32"/>
                    <a:pt x="22" y="32"/>
                  </a:cubicBezTo>
                  <a:cubicBezTo>
                    <a:pt x="24" y="32"/>
                    <a:pt x="24" y="32"/>
                    <a:pt x="24" y="32"/>
                  </a:cubicBezTo>
                  <a:cubicBezTo>
                    <a:pt x="24" y="32"/>
                    <a:pt x="24" y="32"/>
                    <a:pt x="24" y="32"/>
                  </a:cubicBezTo>
                  <a:cubicBezTo>
                    <a:pt x="22" y="34"/>
                    <a:pt x="22" y="34"/>
                    <a:pt x="22" y="34"/>
                  </a:cubicBezTo>
                  <a:cubicBezTo>
                    <a:pt x="15" y="37"/>
                    <a:pt x="15" y="37"/>
                    <a:pt x="15" y="37"/>
                  </a:cubicBezTo>
                  <a:cubicBezTo>
                    <a:pt x="9" y="41"/>
                    <a:pt x="9" y="41"/>
                    <a:pt x="9" y="41"/>
                  </a:cubicBezTo>
                  <a:cubicBezTo>
                    <a:pt x="8" y="38"/>
                    <a:pt x="7" y="35"/>
                    <a:pt x="7" y="32"/>
                  </a:cubicBezTo>
                  <a:close/>
                  <a:moveTo>
                    <a:pt x="18" y="50"/>
                  </a:moveTo>
                  <a:cubicBezTo>
                    <a:pt x="17" y="50"/>
                    <a:pt x="16" y="49"/>
                    <a:pt x="15" y="48"/>
                  </a:cubicBezTo>
                  <a:cubicBezTo>
                    <a:pt x="14" y="47"/>
                    <a:pt x="12" y="45"/>
                    <a:pt x="11" y="43"/>
                  </a:cubicBezTo>
                  <a:cubicBezTo>
                    <a:pt x="15" y="41"/>
                    <a:pt x="15" y="41"/>
                    <a:pt x="15" y="41"/>
                  </a:cubicBezTo>
                  <a:cubicBezTo>
                    <a:pt x="22" y="37"/>
                    <a:pt x="22" y="37"/>
                    <a:pt x="22" y="37"/>
                  </a:cubicBezTo>
                  <a:cubicBezTo>
                    <a:pt x="25" y="35"/>
                    <a:pt x="25" y="35"/>
                    <a:pt x="25" y="35"/>
                  </a:cubicBezTo>
                  <a:cubicBezTo>
                    <a:pt x="25" y="35"/>
                    <a:pt x="25" y="35"/>
                    <a:pt x="25" y="35"/>
                  </a:cubicBezTo>
                  <a:cubicBezTo>
                    <a:pt x="25" y="35"/>
                    <a:pt x="26" y="35"/>
                    <a:pt x="26" y="36"/>
                  </a:cubicBezTo>
                  <a:cubicBezTo>
                    <a:pt x="25" y="38"/>
                    <a:pt x="25" y="38"/>
                    <a:pt x="25" y="38"/>
                  </a:cubicBezTo>
                  <a:cubicBezTo>
                    <a:pt x="22" y="43"/>
                    <a:pt x="22" y="43"/>
                    <a:pt x="22" y="43"/>
                  </a:cubicBezTo>
                  <a:lnTo>
                    <a:pt x="18" y="50"/>
                  </a:lnTo>
                  <a:close/>
                  <a:moveTo>
                    <a:pt x="29" y="54"/>
                  </a:moveTo>
                  <a:cubicBezTo>
                    <a:pt x="28" y="54"/>
                    <a:pt x="26" y="54"/>
                    <a:pt x="25" y="53"/>
                  </a:cubicBezTo>
                  <a:cubicBezTo>
                    <a:pt x="24" y="53"/>
                    <a:pt x="23" y="53"/>
                    <a:pt x="22" y="52"/>
                  </a:cubicBezTo>
                  <a:cubicBezTo>
                    <a:pt x="21" y="52"/>
                    <a:pt x="21" y="52"/>
                    <a:pt x="20" y="52"/>
                  </a:cubicBezTo>
                  <a:cubicBezTo>
                    <a:pt x="22" y="48"/>
                    <a:pt x="22" y="48"/>
                    <a:pt x="22" y="48"/>
                  </a:cubicBezTo>
                  <a:cubicBezTo>
                    <a:pt x="25" y="44"/>
                    <a:pt x="25" y="44"/>
                    <a:pt x="25" y="44"/>
                  </a:cubicBezTo>
                  <a:cubicBezTo>
                    <a:pt x="28" y="37"/>
                    <a:pt x="28" y="37"/>
                    <a:pt x="28" y="37"/>
                  </a:cubicBezTo>
                  <a:cubicBezTo>
                    <a:pt x="29" y="37"/>
                    <a:pt x="29" y="37"/>
                    <a:pt x="29" y="37"/>
                  </a:cubicBezTo>
                  <a:lnTo>
                    <a:pt x="29" y="54"/>
                  </a:lnTo>
                  <a:close/>
                  <a:moveTo>
                    <a:pt x="26" y="30"/>
                  </a:moveTo>
                  <a:cubicBezTo>
                    <a:pt x="26" y="27"/>
                    <a:pt x="28" y="25"/>
                    <a:pt x="31" y="25"/>
                  </a:cubicBezTo>
                  <a:cubicBezTo>
                    <a:pt x="33" y="25"/>
                    <a:pt x="36" y="27"/>
                    <a:pt x="36" y="30"/>
                  </a:cubicBezTo>
                  <a:cubicBezTo>
                    <a:pt x="36" y="33"/>
                    <a:pt x="33" y="35"/>
                    <a:pt x="31" y="35"/>
                  </a:cubicBezTo>
                  <a:cubicBezTo>
                    <a:pt x="28" y="35"/>
                    <a:pt x="26" y="33"/>
                    <a:pt x="26" y="30"/>
                  </a:cubicBezTo>
                  <a:close/>
                  <a:moveTo>
                    <a:pt x="40" y="52"/>
                  </a:moveTo>
                  <a:cubicBezTo>
                    <a:pt x="39" y="53"/>
                    <a:pt x="38" y="53"/>
                    <a:pt x="37" y="53"/>
                  </a:cubicBezTo>
                  <a:cubicBezTo>
                    <a:pt x="35" y="54"/>
                    <a:pt x="34" y="54"/>
                    <a:pt x="32" y="54"/>
                  </a:cubicBezTo>
                  <a:cubicBezTo>
                    <a:pt x="32" y="37"/>
                    <a:pt x="32" y="37"/>
                    <a:pt x="32" y="37"/>
                  </a:cubicBezTo>
                  <a:cubicBezTo>
                    <a:pt x="33" y="37"/>
                    <a:pt x="33" y="37"/>
                    <a:pt x="33" y="37"/>
                  </a:cubicBezTo>
                  <a:cubicBezTo>
                    <a:pt x="37" y="44"/>
                    <a:pt x="37" y="44"/>
                    <a:pt x="37" y="44"/>
                  </a:cubicBezTo>
                  <a:cubicBezTo>
                    <a:pt x="40" y="48"/>
                    <a:pt x="40" y="48"/>
                    <a:pt x="40" y="48"/>
                  </a:cubicBezTo>
                  <a:cubicBezTo>
                    <a:pt x="41" y="52"/>
                    <a:pt x="41" y="52"/>
                    <a:pt x="41" y="52"/>
                  </a:cubicBezTo>
                  <a:cubicBezTo>
                    <a:pt x="41" y="52"/>
                    <a:pt x="40" y="52"/>
                    <a:pt x="40" y="52"/>
                  </a:cubicBezTo>
                  <a:close/>
                  <a:moveTo>
                    <a:pt x="46" y="48"/>
                  </a:moveTo>
                  <a:cubicBezTo>
                    <a:pt x="45" y="49"/>
                    <a:pt x="45" y="50"/>
                    <a:pt x="44" y="50"/>
                  </a:cubicBezTo>
                  <a:cubicBezTo>
                    <a:pt x="40" y="43"/>
                    <a:pt x="40" y="43"/>
                    <a:pt x="40" y="43"/>
                  </a:cubicBezTo>
                  <a:cubicBezTo>
                    <a:pt x="37" y="38"/>
                    <a:pt x="37" y="38"/>
                    <a:pt x="37" y="38"/>
                  </a:cubicBezTo>
                  <a:cubicBezTo>
                    <a:pt x="36" y="36"/>
                    <a:pt x="36" y="36"/>
                    <a:pt x="36" y="36"/>
                  </a:cubicBezTo>
                  <a:cubicBezTo>
                    <a:pt x="36" y="35"/>
                    <a:pt x="36" y="35"/>
                    <a:pt x="36" y="35"/>
                  </a:cubicBezTo>
                  <a:cubicBezTo>
                    <a:pt x="37" y="35"/>
                    <a:pt x="37" y="35"/>
                    <a:pt x="37" y="35"/>
                  </a:cubicBezTo>
                  <a:cubicBezTo>
                    <a:pt x="40" y="37"/>
                    <a:pt x="40" y="37"/>
                    <a:pt x="40" y="37"/>
                  </a:cubicBezTo>
                  <a:cubicBezTo>
                    <a:pt x="46" y="41"/>
                    <a:pt x="46" y="41"/>
                    <a:pt x="46" y="41"/>
                  </a:cubicBezTo>
                  <a:cubicBezTo>
                    <a:pt x="51" y="43"/>
                    <a:pt x="51" y="43"/>
                    <a:pt x="51" y="43"/>
                  </a:cubicBezTo>
                  <a:cubicBezTo>
                    <a:pt x="49" y="45"/>
                    <a:pt x="48" y="47"/>
                    <a:pt x="46" y="48"/>
                  </a:cubicBezTo>
                  <a:close/>
                  <a:moveTo>
                    <a:pt x="52" y="41"/>
                  </a:moveTo>
                  <a:cubicBezTo>
                    <a:pt x="46" y="37"/>
                    <a:pt x="46" y="37"/>
                    <a:pt x="46" y="37"/>
                  </a:cubicBezTo>
                  <a:cubicBezTo>
                    <a:pt x="40" y="34"/>
                    <a:pt x="40" y="34"/>
                    <a:pt x="40" y="34"/>
                  </a:cubicBezTo>
                  <a:cubicBezTo>
                    <a:pt x="38" y="32"/>
                    <a:pt x="38" y="32"/>
                    <a:pt x="38" y="32"/>
                  </a:cubicBezTo>
                  <a:cubicBezTo>
                    <a:pt x="38" y="32"/>
                    <a:pt x="38" y="32"/>
                    <a:pt x="38" y="32"/>
                  </a:cubicBezTo>
                  <a:cubicBezTo>
                    <a:pt x="40" y="32"/>
                    <a:pt x="40" y="32"/>
                    <a:pt x="40" y="32"/>
                  </a:cubicBezTo>
                  <a:cubicBezTo>
                    <a:pt x="46" y="32"/>
                    <a:pt x="46" y="32"/>
                    <a:pt x="46" y="32"/>
                  </a:cubicBezTo>
                  <a:cubicBezTo>
                    <a:pt x="55" y="32"/>
                    <a:pt x="55" y="32"/>
                    <a:pt x="55" y="32"/>
                  </a:cubicBezTo>
                  <a:cubicBezTo>
                    <a:pt x="54" y="35"/>
                    <a:pt x="54" y="38"/>
                    <a:pt x="52" y="41"/>
                  </a:cubicBezTo>
                  <a:close/>
                  <a:moveTo>
                    <a:pt x="46" y="29"/>
                  </a:moveTo>
                  <a:cubicBezTo>
                    <a:pt x="40" y="29"/>
                    <a:pt x="40" y="29"/>
                    <a:pt x="40" y="29"/>
                  </a:cubicBezTo>
                  <a:cubicBezTo>
                    <a:pt x="38" y="29"/>
                    <a:pt x="38" y="29"/>
                    <a:pt x="38" y="29"/>
                  </a:cubicBezTo>
                  <a:cubicBezTo>
                    <a:pt x="38" y="28"/>
                    <a:pt x="38" y="28"/>
                    <a:pt x="38" y="28"/>
                  </a:cubicBezTo>
                  <a:cubicBezTo>
                    <a:pt x="40" y="27"/>
                    <a:pt x="40" y="27"/>
                    <a:pt x="40" y="27"/>
                  </a:cubicBezTo>
                  <a:cubicBezTo>
                    <a:pt x="46" y="23"/>
                    <a:pt x="46" y="23"/>
                    <a:pt x="46" y="23"/>
                  </a:cubicBezTo>
                  <a:cubicBezTo>
                    <a:pt x="52" y="20"/>
                    <a:pt x="52" y="20"/>
                    <a:pt x="52" y="20"/>
                  </a:cubicBezTo>
                  <a:cubicBezTo>
                    <a:pt x="54" y="22"/>
                    <a:pt x="54" y="25"/>
                    <a:pt x="55" y="29"/>
                  </a:cubicBezTo>
                  <a:lnTo>
                    <a:pt x="46" y="29"/>
                  </a:ln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4" name="Google Shape;814;p60"/>
            <p:cNvSpPr/>
            <p:nvPr/>
          </p:nvSpPr>
          <p:spPr>
            <a:xfrm>
              <a:off x="4349750" y="1376363"/>
              <a:ext cx="268288" cy="271463"/>
            </a:xfrm>
            <a:custGeom>
              <a:avLst/>
              <a:gdLst/>
              <a:ahLst/>
              <a:cxnLst/>
              <a:rect l="l" t="t" r="r" b="b"/>
              <a:pathLst>
                <a:path w="71" h="72" extrusionOk="0">
                  <a:moveTo>
                    <a:pt x="8" y="36"/>
                  </a:moveTo>
                  <a:cubicBezTo>
                    <a:pt x="0" y="38"/>
                    <a:pt x="0" y="38"/>
                    <a:pt x="0" y="38"/>
                  </a:cubicBezTo>
                  <a:cubicBezTo>
                    <a:pt x="0" y="41"/>
                    <a:pt x="1" y="43"/>
                    <a:pt x="1" y="46"/>
                  </a:cubicBezTo>
                  <a:cubicBezTo>
                    <a:pt x="2" y="48"/>
                    <a:pt x="3" y="51"/>
                    <a:pt x="4" y="53"/>
                  </a:cubicBezTo>
                  <a:cubicBezTo>
                    <a:pt x="12" y="51"/>
                    <a:pt x="12" y="51"/>
                    <a:pt x="12" y="51"/>
                  </a:cubicBezTo>
                  <a:cubicBezTo>
                    <a:pt x="14" y="53"/>
                    <a:pt x="16" y="55"/>
                    <a:pt x="18" y="57"/>
                  </a:cubicBezTo>
                  <a:cubicBezTo>
                    <a:pt x="20" y="58"/>
                    <a:pt x="21" y="59"/>
                    <a:pt x="22" y="60"/>
                  </a:cubicBezTo>
                  <a:cubicBezTo>
                    <a:pt x="20" y="68"/>
                    <a:pt x="20" y="68"/>
                    <a:pt x="20" y="68"/>
                  </a:cubicBezTo>
                  <a:cubicBezTo>
                    <a:pt x="21" y="68"/>
                    <a:pt x="22" y="69"/>
                    <a:pt x="23" y="69"/>
                  </a:cubicBezTo>
                  <a:cubicBezTo>
                    <a:pt x="24" y="70"/>
                    <a:pt x="26" y="70"/>
                    <a:pt x="27" y="71"/>
                  </a:cubicBezTo>
                  <a:cubicBezTo>
                    <a:pt x="29" y="71"/>
                    <a:pt x="30" y="71"/>
                    <a:pt x="31" y="71"/>
                  </a:cubicBezTo>
                  <a:cubicBezTo>
                    <a:pt x="32" y="72"/>
                    <a:pt x="34" y="72"/>
                    <a:pt x="35" y="72"/>
                  </a:cubicBezTo>
                  <a:cubicBezTo>
                    <a:pt x="36" y="67"/>
                    <a:pt x="36" y="67"/>
                    <a:pt x="36" y="67"/>
                  </a:cubicBezTo>
                  <a:cubicBezTo>
                    <a:pt x="37" y="63"/>
                    <a:pt x="37" y="63"/>
                    <a:pt x="37" y="63"/>
                  </a:cubicBezTo>
                  <a:cubicBezTo>
                    <a:pt x="38" y="63"/>
                    <a:pt x="39" y="63"/>
                    <a:pt x="40" y="63"/>
                  </a:cubicBezTo>
                  <a:cubicBezTo>
                    <a:pt x="43" y="63"/>
                    <a:pt x="46" y="62"/>
                    <a:pt x="49" y="60"/>
                  </a:cubicBezTo>
                  <a:cubicBezTo>
                    <a:pt x="49" y="60"/>
                    <a:pt x="49" y="60"/>
                    <a:pt x="50" y="60"/>
                  </a:cubicBezTo>
                  <a:cubicBezTo>
                    <a:pt x="53" y="63"/>
                    <a:pt x="53" y="63"/>
                    <a:pt x="53" y="63"/>
                  </a:cubicBezTo>
                  <a:cubicBezTo>
                    <a:pt x="56" y="66"/>
                    <a:pt x="56" y="66"/>
                    <a:pt x="56" y="66"/>
                  </a:cubicBezTo>
                  <a:cubicBezTo>
                    <a:pt x="58" y="64"/>
                    <a:pt x="60" y="63"/>
                    <a:pt x="61" y="61"/>
                  </a:cubicBezTo>
                  <a:cubicBezTo>
                    <a:pt x="63" y="59"/>
                    <a:pt x="65" y="57"/>
                    <a:pt x="66" y="55"/>
                  </a:cubicBezTo>
                  <a:cubicBezTo>
                    <a:pt x="60" y="49"/>
                    <a:pt x="60" y="49"/>
                    <a:pt x="60" y="49"/>
                  </a:cubicBezTo>
                  <a:cubicBezTo>
                    <a:pt x="61" y="47"/>
                    <a:pt x="62" y="45"/>
                    <a:pt x="62" y="43"/>
                  </a:cubicBezTo>
                  <a:cubicBezTo>
                    <a:pt x="63" y="40"/>
                    <a:pt x="63" y="38"/>
                    <a:pt x="63" y="36"/>
                  </a:cubicBezTo>
                  <a:cubicBezTo>
                    <a:pt x="71" y="33"/>
                    <a:pt x="71" y="33"/>
                    <a:pt x="71" y="33"/>
                  </a:cubicBezTo>
                  <a:cubicBezTo>
                    <a:pt x="71" y="31"/>
                    <a:pt x="71" y="28"/>
                    <a:pt x="70" y="26"/>
                  </a:cubicBezTo>
                  <a:cubicBezTo>
                    <a:pt x="69" y="24"/>
                    <a:pt x="68" y="21"/>
                    <a:pt x="67" y="19"/>
                  </a:cubicBezTo>
                  <a:cubicBezTo>
                    <a:pt x="59" y="21"/>
                    <a:pt x="59" y="21"/>
                    <a:pt x="59" y="21"/>
                  </a:cubicBezTo>
                  <a:cubicBezTo>
                    <a:pt x="57" y="19"/>
                    <a:pt x="55" y="16"/>
                    <a:pt x="53" y="15"/>
                  </a:cubicBezTo>
                  <a:cubicBezTo>
                    <a:pt x="52" y="14"/>
                    <a:pt x="51" y="13"/>
                    <a:pt x="49" y="12"/>
                  </a:cubicBezTo>
                  <a:cubicBezTo>
                    <a:pt x="51" y="4"/>
                    <a:pt x="51" y="4"/>
                    <a:pt x="51" y="4"/>
                  </a:cubicBezTo>
                  <a:cubicBezTo>
                    <a:pt x="50" y="3"/>
                    <a:pt x="50" y="3"/>
                    <a:pt x="49" y="3"/>
                  </a:cubicBezTo>
                  <a:cubicBezTo>
                    <a:pt x="47" y="2"/>
                    <a:pt x="46" y="2"/>
                    <a:pt x="44" y="1"/>
                  </a:cubicBezTo>
                  <a:cubicBezTo>
                    <a:pt x="43" y="1"/>
                    <a:pt x="41" y="1"/>
                    <a:pt x="40" y="1"/>
                  </a:cubicBezTo>
                  <a:cubicBezTo>
                    <a:pt x="39" y="0"/>
                    <a:pt x="38" y="0"/>
                    <a:pt x="37" y="0"/>
                  </a:cubicBezTo>
                  <a:cubicBezTo>
                    <a:pt x="36" y="5"/>
                    <a:pt x="36" y="5"/>
                    <a:pt x="36" y="5"/>
                  </a:cubicBezTo>
                  <a:cubicBezTo>
                    <a:pt x="35" y="8"/>
                    <a:pt x="35" y="8"/>
                    <a:pt x="35" y="8"/>
                  </a:cubicBezTo>
                  <a:cubicBezTo>
                    <a:pt x="34" y="8"/>
                    <a:pt x="32" y="9"/>
                    <a:pt x="31" y="9"/>
                  </a:cubicBezTo>
                  <a:cubicBezTo>
                    <a:pt x="28" y="9"/>
                    <a:pt x="25" y="10"/>
                    <a:pt x="23" y="12"/>
                  </a:cubicBezTo>
                  <a:cubicBezTo>
                    <a:pt x="22" y="12"/>
                    <a:pt x="22" y="12"/>
                    <a:pt x="22" y="12"/>
                  </a:cubicBezTo>
                  <a:cubicBezTo>
                    <a:pt x="18" y="9"/>
                    <a:pt x="18" y="9"/>
                    <a:pt x="18" y="9"/>
                  </a:cubicBezTo>
                  <a:cubicBezTo>
                    <a:pt x="16" y="6"/>
                    <a:pt x="16" y="6"/>
                    <a:pt x="16" y="6"/>
                  </a:cubicBezTo>
                  <a:cubicBezTo>
                    <a:pt x="14" y="8"/>
                    <a:pt x="12" y="9"/>
                    <a:pt x="10" y="11"/>
                  </a:cubicBezTo>
                  <a:cubicBezTo>
                    <a:pt x="8" y="13"/>
                    <a:pt x="7" y="15"/>
                    <a:pt x="5" y="17"/>
                  </a:cubicBezTo>
                  <a:cubicBezTo>
                    <a:pt x="11" y="23"/>
                    <a:pt x="11" y="23"/>
                    <a:pt x="11" y="23"/>
                  </a:cubicBezTo>
                  <a:cubicBezTo>
                    <a:pt x="10" y="25"/>
                    <a:pt x="10" y="27"/>
                    <a:pt x="9" y="29"/>
                  </a:cubicBezTo>
                  <a:cubicBezTo>
                    <a:pt x="8" y="32"/>
                    <a:pt x="8" y="34"/>
                    <a:pt x="8" y="36"/>
                  </a:cubicBezTo>
                  <a:close/>
                  <a:moveTo>
                    <a:pt x="54" y="41"/>
                  </a:moveTo>
                  <a:cubicBezTo>
                    <a:pt x="54" y="41"/>
                    <a:pt x="53" y="41"/>
                    <a:pt x="53" y="41"/>
                  </a:cubicBezTo>
                  <a:cubicBezTo>
                    <a:pt x="53" y="41"/>
                    <a:pt x="52" y="41"/>
                    <a:pt x="52" y="41"/>
                  </a:cubicBezTo>
                  <a:cubicBezTo>
                    <a:pt x="52" y="40"/>
                    <a:pt x="52" y="40"/>
                    <a:pt x="52" y="39"/>
                  </a:cubicBezTo>
                  <a:cubicBezTo>
                    <a:pt x="52" y="39"/>
                    <a:pt x="53" y="39"/>
                    <a:pt x="53" y="38"/>
                  </a:cubicBezTo>
                  <a:cubicBezTo>
                    <a:pt x="53" y="38"/>
                    <a:pt x="54" y="38"/>
                    <a:pt x="54" y="39"/>
                  </a:cubicBezTo>
                  <a:cubicBezTo>
                    <a:pt x="55" y="39"/>
                    <a:pt x="55" y="40"/>
                    <a:pt x="54" y="41"/>
                  </a:cubicBezTo>
                  <a:close/>
                  <a:moveTo>
                    <a:pt x="52" y="29"/>
                  </a:moveTo>
                  <a:cubicBezTo>
                    <a:pt x="53" y="29"/>
                    <a:pt x="53" y="29"/>
                    <a:pt x="53" y="29"/>
                  </a:cubicBezTo>
                  <a:cubicBezTo>
                    <a:pt x="54" y="29"/>
                    <a:pt x="55" y="29"/>
                    <a:pt x="55" y="30"/>
                  </a:cubicBezTo>
                  <a:cubicBezTo>
                    <a:pt x="56" y="32"/>
                    <a:pt x="55" y="33"/>
                    <a:pt x="54" y="33"/>
                  </a:cubicBezTo>
                  <a:cubicBezTo>
                    <a:pt x="53" y="33"/>
                    <a:pt x="53" y="33"/>
                    <a:pt x="53" y="33"/>
                  </a:cubicBezTo>
                  <a:cubicBezTo>
                    <a:pt x="52" y="33"/>
                    <a:pt x="51" y="33"/>
                    <a:pt x="51" y="32"/>
                  </a:cubicBezTo>
                  <a:cubicBezTo>
                    <a:pt x="50" y="30"/>
                    <a:pt x="51" y="29"/>
                    <a:pt x="52" y="29"/>
                  </a:cubicBezTo>
                  <a:close/>
                  <a:moveTo>
                    <a:pt x="47" y="22"/>
                  </a:moveTo>
                  <a:cubicBezTo>
                    <a:pt x="47" y="21"/>
                    <a:pt x="48" y="21"/>
                    <a:pt x="49" y="21"/>
                  </a:cubicBezTo>
                  <a:cubicBezTo>
                    <a:pt x="49" y="22"/>
                    <a:pt x="49" y="22"/>
                    <a:pt x="49" y="22"/>
                  </a:cubicBezTo>
                  <a:cubicBezTo>
                    <a:pt x="49" y="22"/>
                    <a:pt x="50" y="23"/>
                    <a:pt x="49" y="24"/>
                  </a:cubicBezTo>
                  <a:cubicBezTo>
                    <a:pt x="49" y="24"/>
                    <a:pt x="49" y="24"/>
                    <a:pt x="49" y="24"/>
                  </a:cubicBezTo>
                  <a:cubicBezTo>
                    <a:pt x="48" y="24"/>
                    <a:pt x="47" y="24"/>
                    <a:pt x="47" y="24"/>
                  </a:cubicBezTo>
                  <a:cubicBezTo>
                    <a:pt x="46" y="23"/>
                    <a:pt x="46" y="22"/>
                    <a:pt x="47" y="22"/>
                  </a:cubicBezTo>
                  <a:close/>
                  <a:moveTo>
                    <a:pt x="47" y="47"/>
                  </a:moveTo>
                  <a:cubicBezTo>
                    <a:pt x="47" y="46"/>
                    <a:pt x="48" y="46"/>
                    <a:pt x="49" y="46"/>
                  </a:cubicBezTo>
                  <a:cubicBezTo>
                    <a:pt x="49" y="46"/>
                    <a:pt x="50" y="46"/>
                    <a:pt x="50" y="47"/>
                  </a:cubicBezTo>
                  <a:cubicBezTo>
                    <a:pt x="51" y="48"/>
                    <a:pt x="51" y="49"/>
                    <a:pt x="50" y="50"/>
                  </a:cubicBezTo>
                  <a:cubicBezTo>
                    <a:pt x="50" y="51"/>
                    <a:pt x="49" y="51"/>
                    <a:pt x="49" y="51"/>
                  </a:cubicBezTo>
                  <a:cubicBezTo>
                    <a:pt x="48" y="51"/>
                    <a:pt x="47" y="51"/>
                    <a:pt x="47" y="50"/>
                  </a:cubicBezTo>
                  <a:cubicBezTo>
                    <a:pt x="46" y="49"/>
                    <a:pt x="46" y="48"/>
                    <a:pt x="47" y="47"/>
                  </a:cubicBezTo>
                  <a:close/>
                  <a:moveTo>
                    <a:pt x="34" y="54"/>
                  </a:moveTo>
                  <a:cubicBezTo>
                    <a:pt x="33" y="55"/>
                    <a:pt x="32" y="56"/>
                    <a:pt x="31" y="56"/>
                  </a:cubicBezTo>
                  <a:cubicBezTo>
                    <a:pt x="31" y="56"/>
                    <a:pt x="31" y="56"/>
                    <a:pt x="31" y="56"/>
                  </a:cubicBezTo>
                  <a:cubicBezTo>
                    <a:pt x="30" y="55"/>
                    <a:pt x="29" y="54"/>
                    <a:pt x="29" y="53"/>
                  </a:cubicBezTo>
                  <a:cubicBezTo>
                    <a:pt x="29" y="52"/>
                    <a:pt x="30" y="51"/>
                    <a:pt x="31" y="51"/>
                  </a:cubicBezTo>
                  <a:cubicBezTo>
                    <a:pt x="32" y="51"/>
                    <a:pt x="32" y="51"/>
                    <a:pt x="32" y="51"/>
                  </a:cubicBezTo>
                  <a:cubicBezTo>
                    <a:pt x="33" y="51"/>
                    <a:pt x="34" y="53"/>
                    <a:pt x="34" y="54"/>
                  </a:cubicBezTo>
                  <a:close/>
                  <a:moveTo>
                    <a:pt x="42" y="54"/>
                  </a:moveTo>
                  <a:cubicBezTo>
                    <a:pt x="42" y="55"/>
                    <a:pt x="41" y="55"/>
                    <a:pt x="40" y="54"/>
                  </a:cubicBezTo>
                  <a:cubicBezTo>
                    <a:pt x="40" y="54"/>
                    <a:pt x="40" y="54"/>
                    <a:pt x="40" y="54"/>
                  </a:cubicBezTo>
                  <a:cubicBezTo>
                    <a:pt x="39" y="54"/>
                    <a:pt x="39" y="53"/>
                    <a:pt x="40" y="52"/>
                  </a:cubicBezTo>
                  <a:cubicBezTo>
                    <a:pt x="40" y="52"/>
                    <a:pt x="40" y="52"/>
                    <a:pt x="40" y="52"/>
                  </a:cubicBezTo>
                  <a:cubicBezTo>
                    <a:pt x="41" y="52"/>
                    <a:pt x="41" y="52"/>
                    <a:pt x="42" y="52"/>
                  </a:cubicBezTo>
                  <a:cubicBezTo>
                    <a:pt x="43" y="53"/>
                    <a:pt x="43" y="54"/>
                    <a:pt x="42" y="54"/>
                  </a:cubicBezTo>
                  <a:close/>
                  <a:moveTo>
                    <a:pt x="38" y="18"/>
                  </a:moveTo>
                  <a:cubicBezTo>
                    <a:pt x="38" y="17"/>
                    <a:pt x="39" y="16"/>
                    <a:pt x="40" y="16"/>
                  </a:cubicBezTo>
                  <a:cubicBezTo>
                    <a:pt x="40" y="16"/>
                    <a:pt x="40" y="16"/>
                    <a:pt x="41" y="16"/>
                  </a:cubicBezTo>
                  <a:cubicBezTo>
                    <a:pt x="42" y="16"/>
                    <a:pt x="43" y="18"/>
                    <a:pt x="42" y="19"/>
                  </a:cubicBezTo>
                  <a:cubicBezTo>
                    <a:pt x="42" y="20"/>
                    <a:pt x="41" y="21"/>
                    <a:pt x="40" y="21"/>
                  </a:cubicBezTo>
                  <a:cubicBezTo>
                    <a:pt x="40" y="21"/>
                    <a:pt x="40" y="21"/>
                    <a:pt x="39" y="21"/>
                  </a:cubicBezTo>
                  <a:cubicBezTo>
                    <a:pt x="38" y="21"/>
                    <a:pt x="37" y="19"/>
                    <a:pt x="38" y="18"/>
                  </a:cubicBezTo>
                  <a:close/>
                  <a:moveTo>
                    <a:pt x="29" y="18"/>
                  </a:moveTo>
                  <a:cubicBezTo>
                    <a:pt x="30" y="17"/>
                    <a:pt x="31" y="17"/>
                    <a:pt x="31" y="18"/>
                  </a:cubicBezTo>
                  <a:cubicBezTo>
                    <a:pt x="31" y="18"/>
                    <a:pt x="31" y="18"/>
                    <a:pt x="31" y="18"/>
                  </a:cubicBezTo>
                  <a:cubicBezTo>
                    <a:pt x="32" y="18"/>
                    <a:pt x="32" y="19"/>
                    <a:pt x="31" y="20"/>
                  </a:cubicBezTo>
                  <a:cubicBezTo>
                    <a:pt x="31" y="20"/>
                    <a:pt x="31" y="20"/>
                    <a:pt x="31" y="20"/>
                  </a:cubicBezTo>
                  <a:cubicBezTo>
                    <a:pt x="31" y="20"/>
                    <a:pt x="30" y="20"/>
                    <a:pt x="29" y="20"/>
                  </a:cubicBezTo>
                  <a:cubicBezTo>
                    <a:pt x="29" y="19"/>
                    <a:pt x="29" y="18"/>
                    <a:pt x="29" y="18"/>
                  </a:cubicBezTo>
                  <a:close/>
                  <a:moveTo>
                    <a:pt x="28" y="34"/>
                  </a:moveTo>
                  <a:cubicBezTo>
                    <a:pt x="28" y="32"/>
                    <a:pt x="30" y="30"/>
                    <a:pt x="31" y="29"/>
                  </a:cubicBezTo>
                  <a:cubicBezTo>
                    <a:pt x="33" y="28"/>
                    <a:pt x="34" y="28"/>
                    <a:pt x="36" y="28"/>
                  </a:cubicBezTo>
                  <a:cubicBezTo>
                    <a:pt x="36" y="28"/>
                    <a:pt x="37" y="28"/>
                    <a:pt x="38" y="28"/>
                  </a:cubicBezTo>
                  <a:cubicBezTo>
                    <a:pt x="39" y="28"/>
                    <a:pt x="39" y="28"/>
                    <a:pt x="40" y="29"/>
                  </a:cubicBezTo>
                  <a:cubicBezTo>
                    <a:pt x="43" y="31"/>
                    <a:pt x="45" y="34"/>
                    <a:pt x="44" y="38"/>
                  </a:cubicBezTo>
                  <a:cubicBezTo>
                    <a:pt x="43" y="40"/>
                    <a:pt x="42" y="42"/>
                    <a:pt x="40" y="43"/>
                  </a:cubicBezTo>
                  <a:cubicBezTo>
                    <a:pt x="39" y="44"/>
                    <a:pt x="37" y="44"/>
                    <a:pt x="36" y="44"/>
                  </a:cubicBezTo>
                  <a:cubicBezTo>
                    <a:pt x="35" y="44"/>
                    <a:pt x="34" y="44"/>
                    <a:pt x="34" y="44"/>
                  </a:cubicBezTo>
                  <a:cubicBezTo>
                    <a:pt x="33" y="44"/>
                    <a:pt x="32" y="43"/>
                    <a:pt x="31" y="43"/>
                  </a:cubicBezTo>
                  <a:cubicBezTo>
                    <a:pt x="28" y="41"/>
                    <a:pt x="27" y="38"/>
                    <a:pt x="28" y="34"/>
                  </a:cubicBezTo>
                  <a:close/>
                  <a:moveTo>
                    <a:pt x="25" y="50"/>
                  </a:moveTo>
                  <a:cubicBezTo>
                    <a:pt x="24" y="51"/>
                    <a:pt x="23" y="51"/>
                    <a:pt x="23" y="50"/>
                  </a:cubicBezTo>
                  <a:cubicBezTo>
                    <a:pt x="23" y="50"/>
                    <a:pt x="23" y="50"/>
                    <a:pt x="23" y="50"/>
                  </a:cubicBezTo>
                  <a:cubicBezTo>
                    <a:pt x="22" y="50"/>
                    <a:pt x="22" y="49"/>
                    <a:pt x="22" y="48"/>
                  </a:cubicBezTo>
                  <a:cubicBezTo>
                    <a:pt x="23" y="48"/>
                    <a:pt x="23" y="48"/>
                    <a:pt x="23" y="48"/>
                  </a:cubicBezTo>
                  <a:cubicBezTo>
                    <a:pt x="23" y="48"/>
                    <a:pt x="24" y="48"/>
                    <a:pt x="25" y="48"/>
                  </a:cubicBezTo>
                  <a:cubicBezTo>
                    <a:pt x="25" y="49"/>
                    <a:pt x="25" y="50"/>
                    <a:pt x="25" y="50"/>
                  </a:cubicBezTo>
                  <a:close/>
                  <a:moveTo>
                    <a:pt x="21" y="22"/>
                  </a:moveTo>
                  <a:cubicBezTo>
                    <a:pt x="21" y="21"/>
                    <a:pt x="22" y="21"/>
                    <a:pt x="23" y="21"/>
                  </a:cubicBezTo>
                  <a:cubicBezTo>
                    <a:pt x="23" y="21"/>
                    <a:pt x="24" y="21"/>
                    <a:pt x="24" y="22"/>
                  </a:cubicBezTo>
                  <a:cubicBezTo>
                    <a:pt x="25" y="23"/>
                    <a:pt x="25" y="24"/>
                    <a:pt x="24" y="25"/>
                  </a:cubicBezTo>
                  <a:cubicBezTo>
                    <a:pt x="24" y="26"/>
                    <a:pt x="23" y="26"/>
                    <a:pt x="23" y="26"/>
                  </a:cubicBezTo>
                  <a:cubicBezTo>
                    <a:pt x="22" y="26"/>
                    <a:pt x="22" y="26"/>
                    <a:pt x="21" y="25"/>
                  </a:cubicBezTo>
                  <a:cubicBezTo>
                    <a:pt x="20" y="24"/>
                    <a:pt x="20" y="23"/>
                    <a:pt x="21" y="22"/>
                  </a:cubicBezTo>
                  <a:close/>
                  <a:moveTo>
                    <a:pt x="17" y="31"/>
                  </a:moveTo>
                  <a:cubicBezTo>
                    <a:pt x="17" y="31"/>
                    <a:pt x="18" y="30"/>
                    <a:pt x="18" y="31"/>
                  </a:cubicBezTo>
                  <a:cubicBezTo>
                    <a:pt x="19" y="31"/>
                    <a:pt x="19" y="31"/>
                    <a:pt x="19" y="31"/>
                  </a:cubicBezTo>
                  <a:cubicBezTo>
                    <a:pt x="20" y="31"/>
                    <a:pt x="20" y="32"/>
                    <a:pt x="19" y="33"/>
                  </a:cubicBezTo>
                  <a:cubicBezTo>
                    <a:pt x="19" y="33"/>
                    <a:pt x="19" y="33"/>
                    <a:pt x="18" y="33"/>
                  </a:cubicBezTo>
                  <a:cubicBezTo>
                    <a:pt x="18" y="34"/>
                    <a:pt x="17" y="33"/>
                    <a:pt x="17" y="33"/>
                  </a:cubicBezTo>
                  <a:cubicBezTo>
                    <a:pt x="17" y="33"/>
                    <a:pt x="16" y="32"/>
                    <a:pt x="17" y="31"/>
                  </a:cubicBezTo>
                  <a:close/>
                  <a:moveTo>
                    <a:pt x="18" y="39"/>
                  </a:moveTo>
                  <a:cubicBezTo>
                    <a:pt x="18" y="39"/>
                    <a:pt x="18" y="39"/>
                    <a:pt x="18" y="39"/>
                  </a:cubicBezTo>
                  <a:cubicBezTo>
                    <a:pt x="19" y="39"/>
                    <a:pt x="20" y="39"/>
                    <a:pt x="21" y="40"/>
                  </a:cubicBezTo>
                  <a:cubicBezTo>
                    <a:pt x="21" y="42"/>
                    <a:pt x="20" y="43"/>
                    <a:pt x="19" y="43"/>
                  </a:cubicBezTo>
                  <a:cubicBezTo>
                    <a:pt x="19" y="43"/>
                    <a:pt x="19" y="43"/>
                    <a:pt x="18" y="43"/>
                  </a:cubicBezTo>
                  <a:cubicBezTo>
                    <a:pt x="17" y="43"/>
                    <a:pt x="16" y="43"/>
                    <a:pt x="16" y="42"/>
                  </a:cubicBezTo>
                  <a:cubicBezTo>
                    <a:pt x="16" y="40"/>
                    <a:pt x="16" y="39"/>
                    <a:pt x="18" y="39"/>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5" name="Google Shape;815;p60"/>
            <p:cNvSpPr/>
            <p:nvPr/>
          </p:nvSpPr>
          <p:spPr>
            <a:xfrm>
              <a:off x="4497388" y="2536825"/>
              <a:ext cx="255588" cy="269875"/>
            </a:xfrm>
            <a:custGeom>
              <a:avLst/>
              <a:gdLst/>
              <a:ahLst/>
              <a:cxnLst/>
              <a:rect l="l" t="t" r="r" b="b"/>
              <a:pathLst>
                <a:path w="68" h="72" extrusionOk="0">
                  <a:moveTo>
                    <a:pt x="65" y="18"/>
                  </a:moveTo>
                  <a:cubicBezTo>
                    <a:pt x="64" y="16"/>
                    <a:pt x="62" y="14"/>
                    <a:pt x="61" y="12"/>
                  </a:cubicBezTo>
                  <a:cubicBezTo>
                    <a:pt x="53" y="16"/>
                    <a:pt x="53" y="16"/>
                    <a:pt x="53" y="16"/>
                  </a:cubicBezTo>
                  <a:cubicBezTo>
                    <a:pt x="53" y="16"/>
                    <a:pt x="53" y="15"/>
                    <a:pt x="52" y="15"/>
                  </a:cubicBezTo>
                  <a:cubicBezTo>
                    <a:pt x="51" y="14"/>
                    <a:pt x="51" y="13"/>
                    <a:pt x="50" y="13"/>
                  </a:cubicBezTo>
                  <a:cubicBezTo>
                    <a:pt x="48" y="11"/>
                    <a:pt x="45" y="10"/>
                    <a:pt x="43" y="9"/>
                  </a:cubicBezTo>
                  <a:cubicBezTo>
                    <a:pt x="42" y="9"/>
                    <a:pt x="42" y="9"/>
                    <a:pt x="42" y="9"/>
                  </a:cubicBezTo>
                  <a:cubicBezTo>
                    <a:pt x="42" y="1"/>
                    <a:pt x="42" y="1"/>
                    <a:pt x="42" y="1"/>
                  </a:cubicBezTo>
                  <a:cubicBezTo>
                    <a:pt x="39" y="0"/>
                    <a:pt x="37" y="0"/>
                    <a:pt x="34" y="0"/>
                  </a:cubicBezTo>
                  <a:cubicBezTo>
                    <a:pt x="31" y="0"/>
                    <a:pt x="29" y="0"/>
                    <a:pt x="26" y="1"/>
                  </a:cubicBezTo>
                  <a:cubicBezTo>
                    <a:pt x="26" y="9"/>
                    <a:pt x="26" y="9"/>
                    <a:pt x="26" y="9"/>
                  </a:cubicBezTo>
                  <a:cubicBezTo>
                    <a:pt x="26" y="9"/>
                    <a:pt x="26" y="9"/>
                    <a:pt x="25" y="9"/>
                  </a:cubicBezTo>
                  <a:cubicBezTo>
                    <a:pt x="23" y="10"/>
                    <a:pt x="20" y="11"/>
                    <a:pt x="18" y="13"/>
                  </a:cubicBezTo>
                  <a:cubicBezTo>
                    <a:pt x="17" y="13"/>
                    <a:pt x="17" y="14"/>
                    <a:pt x="16" y="15"/>
                  </a:cubicBezTo>
                  <a:cubicBezTo>
                    <a:pt x="15" y="15"/>
                    <a:pt x="15" y="16"/>
                    <a:pt x="15" y="16"/>
                  </a:cubicBezTo>
                  <a:cubicBezTo>
                    <a:pt x="7" y="12"/>
                    <a:pt x="7" y="12"/>
                    <a:pt x="7" y="12"/>
                  </a:cubicBezTo>
                  <a:cubicBezTo>
                    <a:pt x="6" y="14"/>
                    <a:pt x="4" y="16"/>
                    <a:pt x="3" y="18"/>
                  </a:cubicBezTo>
                  <a:cubicBezTo>
                    <a:pt x="1" y="20"/>
                    <a:pt x="0" y="22"/>
                    <a:pt x="0" y="25"/>
                  </a:cubicBezTo>
                  <a:cubicBezTo>
                    <a:pt x="7" y="29"/>
                    <a:pt x="7" y="29"/>
                    <a:pt x="7" y="29"/>
                  </a:cubicBezTo>
                  <a:cubicBezTo>
                    <a:pt x="6" y="31"/>
                    <a:pt x="6" y="34"/>
                    <a:pt x="6" y="36"/>
                  </a:cubicBezTo>
                  <a:cubicBezTo>
                    <a:pt x="6" y="38"/>
                    <a:pt x="6" y="41"/>
                    <a:pt x="7" y="43"/>
                  </a:cubicBezTo>
                  <a:cubicBezTo>
                    <a:pt x="0" y="47"/>
                    <a:pt x="0" y="47"/>
                    <a:pt x="0" y="47"/>
                  </a:cubicBezTo>
                  <a:cubicBezTo>
                    <a:pt x="0" y="49"/>
                    <a:pt x="1" y="52"/>
                    <a:pt x="3" y="54"/>
                  </a:cubicBezTo>
                  <a:cubicBezTo>
                    <a:pt x="4" y="56"/>
                    <a:pt x="6" y="58"/>
                    <a:pt x="7" y="60"/>
                  </a:cubicBezTo>
                  <a:cubicBezTo>
                    <a:pt x="15" y="56"/>
                    <a:pt x="15" y="56"/>
                    <a:pt x="15" y="56"/>
                  </a:cubicBezTo>
                  <a:cubicBezTo>
                    <a:pt x="15" y="56"/>
                    <a:pt x="15" y="57"/>
                    <a:pt x="16" y="57"/>
                  </a:cubicBezTo>
                  <a:cubicBezTo>
                    <a:pt x="17" y="58"/>
                    <a:pt x="17" y="58"/>
                    <a:pt x="18" y="59"/>
                  </a:cubicBezTo>
                  <a:cubicBezTo>
                    <a:pt x="20" y="60"/>
                    <a:pt x="23" y="62"/>
                    <a:pt x="25" y="62"/>
                  </a:cubicBezTo>
                  <a:cubicBezTo>
                    <a:pt x="26" y="62"/>
                    <a:pt x="26" y="63"/>
                    <a:pt x="26" y="63"/>
                  </a:cubicBezTo>
                  <a:cubicBezTo>
                    <a:pt x="26" y="71"/>
                    <a:pt x="26" y="71"/>
                    <a:pt x="26" y="71"/>
                  </a:cubicBezTo>
                  <a:cubicBezTo>
                    <a:pt x="29" y="72"/>
                    <a:pt x="31" y="72"/>
                    <a:pt x="34" y="72"/>
                  </a:cubicBezTo>
                  <a:cubicBezTo>
                    <a:pt x="37" y="72"/>
                    <a:pt x="39" y="72"/>
                    <a:pt x="42" y="71"/>
                  </a:cubicBezTo>
                  <a:cubicBezTo>
                    <a:pt x="42" y="63"/>
                    <a:pt x="42" y="63"/>
                    <a:pt x="42" y="63"/>
                  </a:cubicBezTo>
                  <a:cubicBezTo>
                    <a:pt x="42" y="63"/>
                    <a:pt x="42" y="62"/>
                    <a:pt x="43" y="62"/>
                  </a:cubicBezTo>
                  <a:cubicBezTo>
                    <a:pt x="45" y="62"/>
                    <a:pt x="48" y="60"/>
                    <a:pt x="50" y="59"/>
                  </a:cubicBezTo>
                  <a:cubicBezTo>
                    <a:pt x="51" y="58"/>
                    <a:pt x="51" y="58"/>
                    <a:pt x="52" y="57"/>
                  </a:cubicBezTo>
                  <a:cubicBezTo>
                    <a:pt x="53" y="57"/>
                    <a:pt x="53" y="56"/>
                    <a:pt x="53" y="56"/>
                  </a:cubicBezTo>
                  <a:cubicBezTo>
                    <a:pt x="61" y="60"/>
                    <a:pt x="61" y="60"/>
                    <a:pt x="61" y="60"/>
                  </a:cubicBezTo>
                  <a:cubicBezTo>
                    <a:pt x="62" y="58"/>
                    <a:pt x="64" y="56"/>
                    <a:pt x="65" y="54"/>
                  </a:cubicBezTo>
                  <a:cubicBezTo>
                    <a:pt x="67" y="52"/>
                    <a:pt x="68" y="49"/>
                    <a:pt x="68" y="47"/>
                  </a:cubicBezTo>
                  <a:cubicBezTo>
                    <a:pt x="61" y="43"/>
                    <a:pt x="61" y="43"/>
                    <a:pt x="61" y="43"/>
                  </a:cubicBezTo>
                  <a:cubicBezTo>
                    <a:pt x="62" y="41"/>
                    <a:pt x="62" y="38"/>
                    <a:pt x="62" y="36"/>
                  </a:cubicBezTo>
                  <a:cubicBezTo>
                    <a:pt x="62" y="34"/>
                    <a:pt x="62" y="31"/>
                    <a:pt x="61" y="29"/>
                  </a:cubicBezTo>
                  <a:cubicBezTo>
                    <a:pt x="68" y="25"/>
                    <a:pt x="68" y="25"/>
                    <a:pt x="68" y="25"/>
                  </a:cubicBezTo>
                  <a:cubicBezTo>
                    <a:pt x="68" y="22"/>
                    <a:pt x="67" y="20"/>
                    <a:pt x="65" y="18"/>
                  </a:cubicBezTo>
                  <a:close/>
                  <a:moveTo>
                    <a:pt x="41" y="19"/>
                  </a:moveTo>
                  <a:cubicBezTo>
                    <a:pt x="42" y="19"/>
                    <a:pt x="42" y="18"/>
                    <a:pt x="43" y="18"/>
                  </a:cubicBezTo>
                  <a:cubicBezTo>
                    <a:pt x="43" y="18"/>
                    <a:pt x="43" y="18"/>
                    <a:pt x="43" y="19"/>
                  </a:cubicBezTo>
                  <a:cubicBezTo>
                    <a:pt x="44" y="19"/>
                    <a:pt x="44" y="20"/>
                    <a:pt x="44" y="21"/>
                  </a:cubicBezTo>
                  <a:cubicBezTo>
                    <a:pt x="44" y="21"/>
                    <a:pt x="43" y="21"/>
                    <a:pt x="43" y="21"/>
                  </a:cubicBezTo>
                  <a:cubicBezTo>
                    <a:pt x="43" y="21"/>
                    <a:pt x="42" y="21"/>
                    <a:pt x="42" y="21"/>
                  </a:cubicBezTo>
                  <a:cubicBezTo>
                    <a:pt x="41" y="21"/>
                    <a:pt x="41" y="20"/>
                    <a:pt x="41" y="19"/>
                  </a:cubicBezTo>
                  <a:close/>
                  <a:moveTo>
                    <a:pt x="34" y="15"/>
                  </a:moveTo>
                  <a:cubicBezTo>
                    <a:pt x="35" y="15"/>
                    <a:pt x="36" y="16"/>
                    <a:pt x="36" y="18"/>
                  </a:cubicBezTo>
                  <a:cubicBezTo>
                    <a:pt x="36" y="19"/>
                    <a:pt x="35" y="20"/>
                    <a:pt x="34" y="20"/>
                  </a:cubicBezTo>
                  <a:cubicBezTo>
                    <a:pt x="33" y="20"/>
                    <a:pt x="32" y="19"/>
                    <a:pt x="32" y="18"/>
                  </a:cubicBezTo>
                  <a:cubicBezTo>
                    <a:pt x="32" y="16"/>
                    <a:pt x="33" y="15"/>
                    <a:pt x="34" y="15"/>
                  </a:cubicBezTo>
                  <a:close/>
                  <a:moveTo>
                    <a:pt x="15" y="38"/>
                  </a:moveTo>
                  <a:cubicBezTo>
                    <a:pt x="14" y="37"/>
                    <a:pt x="14" y="36"/>
                    <a:pt x="14" y="36"/>
                  </a:cubicBezTo>
                  <a:cubicBezTo>
                    <a:pt x="15" y="35"/>
                    <a:pt x="15" y="35"/>
                    <a:pt x="16" y="35"/>
                  </a:cubicBezTo>
                  <a:cubicBezTo>
                    <a:pt x="16" y="35"/>
                    <a:pt x="16" y="35"/>
                    <a:pt x="16" y="35"/>
                  </a:cubicBezTo>
                  <a:cubicBezTo>
                    <a:pt x="17" y="35"/>
                    <a:pt x="17" y="36"/>
                    <a:pt x="17" y="37"/>
                  </a:cubicBezTo>
                  <a:cubicBezTo>
                    <a:pt x="17" y="37"/>
                    <a:pt x="16" y="38"/>
                    <a:pt x="16" y="38"/>
                  </a:cubicBezTo>
                  <a:cubicBezTo>
                    <a:pt x="16" y="38"/>
                    <a:pt x="15" y="38"/>
                    <a:pt x="15" y="38"/>
                  </a:cubicBezTo>
                  <a:close/>
                  <a:moveTo>
                    <a:pt x="19" y="47"/>
                  </a:moveTo>
                  <a:cubicBezTo>
                    <a:pt x="19" y="47"/>
                    <a:pt x="19" y="47"/>
                    <a:pt x="18" y="47"/>
                  </a:cubicBezTo>
                  <a:cubicBezTo>
                    <a:pt x="17" y="47"/>
                    <a:pt x="17" y="47"/>
                    <a:pt x="16" y="46"/>
                  </a:cubicBezTo>
                  <a:cubicBezTo>
                    <a:pt x="16" y="46"/>
                    <a:pt x="16" y="46"/>
                    <a:pt x="16" y="45"/>
                  </a:cubicBezTo>
                  <a:cubicBezTo>
                    <a:pt x="16" y="45"/>
                    <a:pt x="16" y="45"/>
                    <a:pt x="16" y="45"/>
                  </a:cubicBezTo>
                  <a:cubicBezTo>
                    <a:pt x="16" y="44"/>
                    <a:pt x="16" y="43"/>
                    <a:pt x="17" y="43"/>
                  </a:cubicBezTo>
                  <a:cubicBezTo>
                    <a:pt x="17" y="43"/>
                    <a:pt x="18" y="43"/>
                    <a:pt x="18" y="43"/>
                  </a:cubicBezTo>
                  <a:cubicBezTo>
                    <a:pt x="19" y="43"/>
                    <a:pt x="20" y="43"/>
                    <a:pt x="20" y="44"/>
                  </a:cubicBezTo>
                  <a:cubicBezTo>
                    <a:pt x="21" y="45"/>
                    <a:pt x="21" y="46"/>
                    <a:pt x="19" y="47"/>
                  </a:cubicBezTo>
                  <a:close/>
                  <a:moveTo>
                    <a:pt x="20" y="28"/>
                  </a:moveTo>
                  <a:cubicBezTo>
                    <a:pt x="20" y="29"/>
                    <a:pt x="19" y="29"/>
                    <a:pt x="18" y="29"/>
                  </a:cubicBezTo>
                  <a:cubicBezTo>
                    <a:pt x="18" y="29"/>
                    <a:pt x="17" y="29"/>
                    <a:pt x="17" y="29"/>
                  </a:cubicBezTo>
                  <a:cubicBezTo>
                    <a:pt x="16" y="29"/>
                    <a:pt x="16" y="28"/>
                    <a:pt x="16" y="27"/>
                  </a:cubicBezTo>
                  <a:cubicBezTo>
                    <a:pt x="16" y="27"/>
                    <a:pt x="16" y="27"/>
                    <a:pt x="16" y="26"/>
                  </a:cubicBezTo>
                  <a:cubicBezTo>
                    <a:pt x="16" y="26"/>
                    <a:pt x="16" y="26"/>
                    <a:pt x="16" y="26"/>
                  </a:cubicBezTo>
                  <a:cubicBezTo>
                    <a:pt x="17" y="25"/>
                    <a:pt x="17" y="24"/>
                    <a:pt x="18" y="24"/>
                  </a:cubicBezTo>
                  <a:cubicBezTo>
                    <a:pt x="19" y="24"/>
                    <a:pt x="19" y="24"/>
                    <a:pt x="19" y="25"/>
                  </a:cubicBezTo>
                  <a:cubicBezTo>
                    <a:pt x="21" y="25"/>
                    <a:pt x="21" y="27"/>
                    <a:pt x="20" y="28"/>
                  </a:cubicBezTo>
                  <a:close/>
                  <a:moveTo>
                    <a:pt x="23" y="20"/>
                  </a:moveTo>
                  <a:cubicBezTo>
                    <a:pt x="24" y="19"/>
                    <a:pt x="25" y="19"/>
                    <a:pt x="25" y="19"/>
                  </a:cubicBezTo>
                  <a:cubicBezTo>
                    <a:pt x="25" y="19"/>
                    <a:pt x="25" y="19"/>
                    <a:pt x="25" y="19"/>
                  </a:cubicBezTo>
                  <a:cubicBezTo>
                    <a:pt x="26" y="19"/>
                    <a:pt x="26" y="20"/>
                    <a:pt x="26" y="21"/>
                  </a:cubicBezTo>
                  <a:cubicBezTo>
                    <a:pt x="26" y="21"/>
                    <a:pt x="25" y="22"/>
                    <a:pt x="25" y="22"/>
                  </a:cubicBezTo>
                  <a:cubicBezTo>
                    <a:pt x="25" y="22"/>
                    <a:pt x="24" y="22"/>
                    <a:pt x="24" y="22"/>
                  </a:cubicBezTo>
                  <a:cubicBezTo>
                    <a:pt x="23" y="21"/>
                    <a:pt x="23" y="20"/>
                    <a:pt x="23" y="20"/>
                  </a:cubicBezTo>
                  <a:close/>
                  <a:moveTo>
                    <a:pt x="27" y="53"/>
                  </a:moveTo>
                  <a:cubicBezTo>
                    <a:pt x="26" y="53"/>
                    <a:pt x="26" y="53"/>
                    <a:pt x="25" y="53"/>
                  </a:cubicBezTo>
                  <a:cubicBezTo>
                    <a:pt x="25" y="53"/>
                    <a:pt x="25" y="53"/>
                    <a:pt x="24" y="53"/>
                  </a:cubicBezTo>
                  <a:cubicBezTo>
                    <a:pt x="24" y="53"/>
                    <a:pt x="24" y="52"/>
                    <a:pt x="24" y="51"/>
                  </a:cubicBezTo>
                  <a:cubicBezTo>
                    <a:pt x="24" y="51"/>
                    <a:pt x="25" y="50"/>
                    <a:pt x="25" y="50"/>
                  </a:cubicBezTo>
                  <a:cubicBezTo>
                    <a:pt x="25" y="50"/>
                    <a:pt x="26" y="50"/>
                    <a:pt x="26" y="51"/>
                  </a:cubicBezTo>
                  <a:cubicBezTo>
                    <a:pt x="27" y="51"/>
                    <a:pt x="27" y="52"/>
                    <a:pt x="27" y="53"/>
                  </a:cubicBezTo>
                  <a:close/>
                  <a:moveTo>
                    <a:pt x="34" y="57"/>
                  </a:moveTo>
                  <a:cubicBezTo>
                    <a:pt x="33" y="57"/>
                    <a:pt x="32" y="55"/>
                    <a:pt x="32" y="54"/>
                  </a:cubicBezTo>
                  <a:cubicBezTo>
                    <a:pt x="32" y="53"/>
                    <a:pt x="33" y="52"/>
                    <a:pt x="34" y="52"/>
                  </a:cubicBezTo>
                  <a:cubicBezTo>
                    <a:pt x="35" y="52"/>
                    <a:pt x="36" y="53"/>
                    <a:pt x="36" y="54"/>
                  </a:cubicBezTo>
                  <a:cubicBezTo>
                    <a:pt x="36" y="55"/>
                    <a:pt x="35" y="57"/>
                    <a:pt x="34" y="57"/>
                  </a:cubicBezTo>
                  <a:close/>
                  <a:moveTo>
                    <a:pt x="34" y="44"/>
                  </a:moveTo>
                  <a:cubicBezTo>
                    <a:pt x="29" y="44"/>
                    <a:pt x="26" y="41"/>
                    <a:pt x="26" y="36"/>
                  </a:cubicBezTo>
                  <a:cubicBezTo>
                    <a:pt x="26" y="31"/>
                    <a:pt x="29" y="27"/>
                    <a:pt x="34" y="27"/>
                  </a:cubicBezTo>
                  <a:cubicBezTo>
                    <a:pt x="39" y="27"/>
                    <a:pt x="42" y="31"/>
                    <a:pt x="42" y="36"/>
                  </a:cubicBezTo>
                  <a:cubicBezTo>
                    <a:pt x="42" y="41"/>
                    <a:pt x="39" y="44"/>
                    <a:pt x="34" y="44"/>
                  </a:cubicBezTo>
                  <a:close/>
                  <a:moveTo>
                    <a:pt x="45" y="52"/>
                  </a:moveTo>
                  <a:cubicBezTo>
                    <a:pt x="44" y="53"/>
                    <a:pt x="43" y="53"/>
                    <a:pt x="43" y="53"/>
                  </a:cubicBezTo>
                  <a:cubicBezTo>
                    <a:pt x="43" y="53"/>
                    <a:pt x="43" y="53"/>
                    <a:pt x="43" y="53"/>
                  </a:cubicBezTo>
                  <a:cubicBezTo>
                    <a:pt x="42" y="52"/>
                    <a:pt x="42" y="51"/>
                    <a:pt x="42" y="51"/>
                  </a:cubicBezTo>
                  <a:cubicBezTo>
                    <a:pt x="42" y="50"/>
                    <a:pt x="43" y="50"/>
                    <a:pt x="43" y="50"/>
                  </a:cubicBezTo>
                  <a:cubicBezTo>
                    <a:pt x="43" y="50"/>
                    <a:pt x="44" y="50"/>
                    <a:pt x="44" y="50"/>
                  </a:cubicBezTo>
                  <a:cubicBezTo>
                    <a:pt x="45" y="51"/>
                    <a:pt x="45" y="51"/>
                    <a:pt x="45" y="52"/>
                  </a:cubicBezTo>
                  <a:close/>
                  <a:moveTo>
                    <a:pt x="49" y="25"/>
                  </a:moveTo>
                  <a:cubicBezTo>
                    <a:pt x="49" y="24"/>
                    <a:pt x="49" y="24"/>
                    <a:pt x="50" y="24"/>
                  </a:cubicBezTo>
                  <a:cubicBezTo>
                    <a:pt x="51" y="24"/>
                    <a:pt x="51" y="25"/>
                    <a:pt x="52" y="26"/>
                  </a:cubicBezTo>
                  <a:cubicBezTo>
                    <a:pt x="52" y="26"/>
                    <a:pt x="52" y="26"/>
                    <a:pt x="52" y="26"/>
                  </a:cubicBezTo>
                  <a:cubicBezTo>
                    <a:pt x="52" y="27"/>
                    <a:pt x="52" y="27"/>
                    <a:pt x="52" y="27"/>
                  </a:cubicBezTo>
                  <a:cubicBezTo>
                    <a:pt x="52" y="28"/>
                    <a:pt x="52" y="29"/>
                    <a:pt x="51" y="29"/>
                  </a:cubicBezTo>
                  <a:cubicBezTo>
                    <a:pt x="51" y="29"/>
                    <a:pt x="50" y="29"/>
                    <a:pt x="50" y="29"/>
                  </a:cubicBezTo>
                  <a:cubicBezTo>
                    <a:pt x="49" y="29"/>
                    <a:pt x="48" y="29"/>
                    <a:pt x="48" y="28"/>
                  </a:cubicBezTo>
                  <a:cubicBezTo>
                    <a:pt x="47" y="27"/>
                    <a:pt x="47" y="25"/>
                    <a:pt x="49" y="25"/>
                  </a:cubicBezTo>
                  <a:close/>
                  <a:moveTo>
                    <a:pt x="52" y="45"/>
                  </a:moveTo>
                  <a:cubicBezTo>
                    <a:pt x="52" y="46"/>
                    <a:pt x="52" y="46"/>
                    <a:pt x="52" y="46"/>
                  </a:cubicBezTo>
                  <a:cubicBezTo>
                    <a:pt x="51" y="47"/>
                    <a:pt x="51" y="47"/>
                    <a:pt x="50" y="47"/>
                  </a:cubicBezTo>
                  <a:cubicBezTo>
                    <a:pt x="49" y="47"/>
                    <a:pt x="49" y="47"/>
                    <a:pt x="49" y="47"/>
                  </a:cubicBezTo>
                  <a:cubicBezTo>
                    <a:pt x="47" y="46"/>
                    <a:pt x="47" y="45"/>
                    <a:pt x="48" y="44"/>
                  </a:cubicBezTo>
                  <a:cubicBezTo>
                    <a:pt x="48" y="43"/>
                    <a:pt x="49" y="43"/>
                    <a:pt x="50" y="43"/>
                  </a:cubicBezTo>
                  <a:cubicBezTo>
                    <a:pt x="50" y="43"/>
                    <a:pt x="51" y="43"/>
                    <a:pt x="51" y="43"/>
                  </a:cubicBezTo>
                  <a:cubicBezTo>
                    <a:pt x="52" y="43"/>
                    <a:pt x="52" y="44"/>
                    <a:pt x="52" y="45"/>
                  </a:cubicBezTo>
                  <a:cubicBezTo>
                    <a:pt x="52" y="45"/>
                    <a:pt x="52" y="45"/>
                    <a:pt x="52" y="45"/>
                  </a:cubicBezTo>
                  <a:close/>
                  <a:moveTo>
                    <a:pt x="54" y="36"/>
                  </a:moveTo>
                  <a:cubicBezTo>
                    <a:pt x="53" y="37"/>
                    <a:pt x="53" y="37"/>
                    <a:pt x="52" y="37"/>
                  </a:cubicBezTo>
                  <a:cubicBezTo>
                    <a:pt x="52" y="37"/>
                    <a:pt x="52" y="37"/>
                    <a:pt x="51" y="37"/>
                  </a:cubicBezTo>
                  <a:cubicBezTo>
                    <a:pt x="51" y="36"/>
                    <a:pt x="51" y="36"/>
                    <a:pt x="51" y="35"/>
                  </a:cubicBezTo>
                  <a:cubicBezTo>
                    <a:pt x="51" y="34"/>
                    <a:pt x="52" y="34"/>
                    <a:pt x="52" y="34"/>
                  </a:cubicBezTo>
                  <a:cubicBezTo>
                    <a:pt x="52" y="34"/>
                    <a:pt x="53" y="34"/>
                    <a:pt x="53" y="34"/>
                  </a:cubicBezTo>
                  <a:cubicBezTo>
                    <a:pt x="54" y="35"/>
                    <a:pt x="54" y="36"/>
                    <a:pt x="54" y="36"/>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6" name="Google Shape;816;p60"/>
            <p:cNvSpPr/>
            <p:nvPr/>
          </p:nvSpPr>
          <p:spPr>
            <a:xfrm>
              <a:off x="3683000" y="1865313"/>
              <a:ext cx="236538" cy="241300"/>
            </a:xfrm>
            <a:custGeom>
              <a:avLst/>
              <a:gdLst/>
              <a:ahLst/>
              <a:cxnLst/>
              <a:rect l="l" t="t" r="r" b="b"/>
              <a:pathLst>
                <a:path w="63" h="64" extrusionOk="0">
                  <a:moveTo>
                    <a:pt x="0" y="37"/>
                  </a:moveTo>
                  <a:cubicBezTo>
                    <a:pt x="0" y="38"/>
                    <a:pt x="1" y="39"/>
                    <a:pt x="1" y="40"/>
                  </a:cubicBezTo>
                  <a:cubicBezTo>
                    <a:pt x="9" y="39"/>
                    <a:pt x="9" y="39"/>
                    <a:pt x="9" y="39"/>
                  </a:cubicBezTo>
                  <a:cubicBezTo>
                    <a:pt x="9" y="40"/>
                    <a:pt x="9" y="41"/>
                    <a:pt x="9" y="41"/>
                  </a:cubicBezTo>
                  <a:cubicBezTo>
                    <a:pt x="3" y="45"/>
                    <a:pt x="3" y="45"/>
                    <a:pt x="3" y="45"/>
                  </a:cubicBezTo>
                  <a:cubicBezTo>
                    <a:pt x="3" y="46"/>
                    <a:pt x="4" y="47"/>
                    <a:pt x="4" y="48"/>
                  </a:cubicBezTo>
                  <a:cubicBezTo>
                    <a:pt x="5" y="49"/>
                    <a:pt x="5" y="50"/>
                    <a:pt x="6" y="50"/>
                  </a:cubicBezTo>
                  <a:cubicBezTo>
                    <a:pt x="12" y="46"/>
                    <a:pt x="12" y="46"/>
                    <a:pt x="12" y="46"/>
                  </a:cubicBezTo>
                  <a:cubicBezTo>
                    <a:pt x="13" y="47"/>
                    <a:pt x="13" y="48"/>
                    <a:pt x="14" y="48"/>
                  </a:cubicBezTo>
                  <a:cubicBezTo>
                    <a:pt x="9" y="54"/>
                    <a:pt x="9" y="54"/>
                    <a:pt x="9" y="54"/>
                  </a:cubicBezTo>
                  <a:cubicBezTo>
                    <a:pt x="10" y="55"/>
                    <a:pt x="10" y="56"/>
                    <a:pt x="11" y="56"/>
                  </a:cubicBezTo>
                  <a:cubicBezTo>
                    <a:pt x="12" y="57"/>
                    <a:pt x="13" y="58"/>
                    <a:pt x="14" y="58"/>
                  </a:cubicBezTo>
                  <a:cubicBezTo>
                    <a:pt x="19" y="52"/>
                    <a:pt x="19" y="52"/>
                    <a:pt x="19" y="52"/>
                  </a:cubicBezTo>
                  <a:cubicBezTo>
                    <a:pt x="19" y="53"/>
                    <a:pt x="20" y="53"/>
                    <a:pt x="21" y="53"/>
                  </a:cubicBezTo>
                  <a:cubicBezTo>
                    <a:pt x="18" y="61"/>
                    <a:pt x="18" y="61"/>
                    <a:pt x="18" y="61"/>
                  </a:cubicBezTo>
                  <a:cubicBezTo>
                    <a:pt x="19" y="61"/>
                    <a:pt x="20" y="62"/>
                    <a:pt x="21" y="62"/>
                  </a:cubicBezTo>
                  <a:cubicBezTo>
                    <a:pt x="22" y="62"/>
                    <a:pt x="23" y="63"/>
                    <a:pt x="24" y="63"/>
                  </a:cubicBezTo>
                  <a:cubicBezTo>
                    <a:pt x="26" y="55"/>
                    <a:pt x="26" y="55"/>
                    <a:pt x="26" y="55"/>
                  </a:cubicBezTo>
                  <a:cubicBezTo>
                    <a:pt x="27" y="56"/>
                    <a:pt x="28" y="56"/>
                    <a:pt x="29" y="56"/>
                  </a:cubicBezTo>
                  <a:cubicBezTo>
                    <a:pt x="29" y="64"/>
                    <a:pt x="29" y="64"/>
                    <a:pt x="29" y="64"/>
                  </a:cubicBezTo>
                  <a:cubicBezTo>
                    <a:pt x="30" y="64"/>
                    <a:pt x="31" y="64"/>
                    <a:pt x="32" y="64"/>
                  </a:cubicBezTo>
                  <a:cubicBezTo>
                    <a:pt x="33" y="64"/>
                    <a:pt x="34" y="64"/>
                    <a:pt x="35" y="64"/>
                  </a:cubicBezTo>
                  <a:cubicBezTo>
                    <a:pt x="35" y="56"/>
                    <a:pt x="35" y="56"/>
                    <a:pt x="35" y="56"/>
                  </a:cubicBezTo>
                  <a:cubicBezTo>
                    <a:pt x="35" y="56"/>
                    <a:pt x="36" y="56"/>
                    <a:pt x="37" y="55"/>
                  </a:cubicBezTo>
                  <a:cubicBezTo>
                    <a:pt x="40" y="63"/>
                    <a:pt x="40" y="63"/>
                    <a:pt x="40" y="63"/>
                  </a:cubicBezTo>
                  <a:cubicBezTo>
                    <a:pt x="41" y="63"/>
                    <a:pt x="42" y="62"/>
                    <a:pt x="43" y="62"/>
                  </a:cubicBezTo>
                  <a:cubicBezTo>
                    <a:pt x="43" y="62"/>
                    <a:pt x="44" y="61"/>
                    <a:pt x="45" y="61"/>
                  </a:cubicBezTo>
                  <a:cubicBezTo>
                    <a:pt x="43" y="53"/>
                    <a:pt x="43" y="53"/>
                    <a:pt x="43" y="53"/>
                  </a:cubicBezTo>
                  <a:cubicBezTo>
                    <a:pt x="43" y="53"/>
                    <a:pt x="44" y="53"/>
                    <a:pt x="45" y="52"/>
                  </a:cubicBezTo>
                  <a:cubicBezTo>
                    <a:pt x="50" y="58"/>
                    <a:pt x="50" y="58"/>
                    <a:pt x="50" y="58"/>
                  </a:cubicBezTo>
                  <a:cubicBezTo>
                    <a:pt x="51" y="58"/>
                    <a:pt x="51" y="57"/>
                    <a:pt x="52" y="56"/>
                  </a:cubicBezTo>
                  <a:cubicBezTo>
                    <a:pt x="53" y="56"/>
                    <a:pt x="54" y="55"/>
                    <a:pt x="54" y="54"/>
                  </a:cubicBezTo>
                  <a:cubicBezTo>
                    <a:pt x="49" y="48"/>
                    <a:pt x="49" y="48"/>
                    <a:pt x="49" y="48"/>
                  </a:cubicBezTo>
                  <a:cubicBezTo>
                    <a:pt x="50" y="48"/>
                    <a:pt x="50" y="47"/>
                    <a:pt x="51" y="46"/>
                  </a:cubicBezTo>
                  <a:cubicBezTo>
                    <a:pt x="58" y="50"/>
                    <a:pt x="58" y="50"/>
                    <a:pt x="58" y="50"/>
                  </a:cubicBezTo>
                  <a:cubicBezTo>
                    <a:pt x="58" y="50"/>
                    <a:pt x="59" y="49"/>
                    <a:pt x="59" y="48"/>
                  </a:cubicBezTo>
                  <a:cubicBezTo>
                    <a:pt x="60" y="47"/>
                    <a:pt x="60" y="46"/>
                    <a:pt x="61" y="45"/>
                  </a:cubicBezTo>
                  <a:cubicBezTo>
                    <a:pt x="54" y="41"/>
                    <a:pt x="54" y="41"/>
                    <a:pt x="54" y="41"/>
                  </a:cubicBezTo>
                  <a:cubicBezTo>
                    <a:pt x="54" y="41"/>
                    <a:pt x="54" y="40"/>
                    <a:pt x="55" y="39"/>
                  </a:cubicBezTo>
                  <a:cubicBezTo>
                    <a:pt x="62" y="40"/>
                    <a:pt x="62" y="40"/>
                    <a:pt x="62" y="40"/>
                  </a:cubicBezTo>
                  <a:cubicBezTo>
                    <a:pt x="63" y="39"/>
                    <a:pt x="63" y="38"/>
                    <a:pt x="63" y="37"/>
                  </a:cubicBezTo>
                  <a:cubicBezTo>
                    <a:pt x="63" y="36"/>
                    <a:pt x="63" y="35"/>
                    <a:pt x="63" y="34"/>
                  </a:cubicBezTo>
                  <a:cubicBezTo>
                    <a:pt x="56" y="33"/>
                    <a:pt x="56" y="33"/>
                    <a:pt x="56" y="33"/>
                  </a:cubicBezTo>
                  <a:cubicBezTo>
                    <a:pt x="56" y="33"/>
                    <a:pt x="56" y="32"/>
                    <a:pt x="56" y="32"/>
                  </a:cubicBezTo>
                  <a:cubicBezTo>
                    <a:pt x="56" y="32"/>
                    <a:pt x="56" y="31"/>
                    <a:pt x="56" y="31"/>
                  </a:cubicBezTo>
                  <a:cubicBezTo>
                    <a:pt x="63" y="29"/>
                    <a:pt x="63" y="29"/>
                    <a:pt x="63" y="29"/>
                  </a:cubicBezTo>
                  <a:cubicBezTo>
                    <a:pt x="63" y="28"/>
                    <a:pt x="63" y="27"/>
                    <a:pt x="63" y="26"/>
                  </a:cubicBezTo>
                  <a:cubicBezTo>
                    <a:pt x="63" y="25"/>
                    <a:pt x="63" y="24"/>
                    <a:pt x="62" y="23"/>
                  </a:cubicBezTo>
                  <a:cubicBezTo>
                    <a:pt x="55" y="25"/>
                    <a:pt x="55" y="25"/>
                    <a:pt x="55" y="25"/>
                  </a:cubicBezTo>
                  <a:cubicBezTo>
                    <a:pt x="54" y="24"/>
                    <a:pt x="54" y="23"/>
                    <a:pt x="54" y="23"/>
                  </a:cubicBezTo>
                  <a:cubicBezTo>
                    <a:pt x="61" y="19"/>
                    <a:pt x="61" y="19"/>
                    <a:pt x="61" y="19"/>
                  </a:cubicBezTo>
                  <a:cubicBezTo>
                    <a:pt x="60" y="18"/>
                    <a:pt x="60" y="17"/>
                    <a:pt x="59" y="16"/>
                  </a:cubicBezTo>
                  <a:cubicBezTo>
                    <a:pt x="59" y="15"/>
                    <a:pt x="58" y="14"/>
                    <a:pt x="58" y="14"/>
                  </a:cubicBezTo>
                  <a:cubicBezTo>
                    <a:pt x="51" y="17"/>
                    <a:pt x="51" y="17"/>
                    <a:pt x="51" y="17"/>
                  </a:cubicBezTo>
                  <a:cubicBezTo>
                    <a:pt x="50" y="17"/>
                    <a:pt x="50" y="16"/>
                    <a:pt x="49" y="16"/>
                  </a:cubicBezTo>
                  <a:cubicBezTo>
                    <a:pt x="54" y="10"/>
                    <a:pt x="54" y="10"/>
                    <a:pt x="54" y="10"/>
                  </a:cubicBezTo>
                  <a:cubicBezTo>
                    <a:pt x="54" y="9"/>
                    <a:pt x="53" y="8"/>
                    <a:pt x="52" y="8"/>
                  </a:cubicBezTo>
                  <a:cubicBezTo>
                    <a:pt x="51" y="7"/>
                    <a:pt x="51" y="6"/>
                    <a:pt x="50" y="6"/>
                  </a:cubicBezTo>
                  <a:cubicBezTo>
                    <a:pt x="45" y="12"/>
                    <a:pt x="45" y="12"/>
                    <a:pt x="45" y="12"/>
                  </a:cubicBezTo>
                  <a:cubicBezTo>
                    <a:pt x="44" y="11"/>
                    <a:pt x="43" y="11"/>
                    <a:pt x="43" y="11"/>
                  </a:cubicBezTo>
                  <a:cubicBezTo>
                    <a:pt x="45" y="3"/>
                    <a:pt x="45" y="3"/>
                    <a:pt x="45" y="3"/>
                  </a:cubicBezTo>
                  <a:cubicBezTo>
                    <a:pt x="44" y="3"/>
                    <a:pt x="43" y="2"/>
                    <a:pt x="43" y="2"/>
                  </a:cubicBezTo>
                  <a:cubicBezTo>
                    <a:pt x="42" y="2"/>
                    <a:pt x="41" y="1"/>
                    <a:pt x="40" y="1"/>
                  </a:cubicBezTo>
                  <a:cubicBezTo>
                    <a:pt x="37" y="8"/>
                    <a:pt x="37" y="8"/>
                    <a:pt x="37" y="8"/>
                  </a:cubicBezTo>
                  <a:cubicBezTo>
                    <a:pt x="36" y="8"/>
                    <a:pt x="35" y="8"/>
                    <a:pt x="35" y="8"/>
                  </a:cubicBezTo>
                  <a:cubicBezTo>
                    <a:pt x="35" y="0"/>
                    <a:pt x="35" y="0"/>
                    <a:pt x="35" y="0"/>
                  </a:cubicBezTo>
                  <a:cubicBezTo>
                    <a:pt x="34" y="0"/>
                    <a:pt x="33" y="0"/>
                    <a:pt x="32" y="0"/>
                  </a:cubicBezTo>
                  <a:cubicBezTo>
                    <a:pt x="31" y="0"/>
                    <a:pt x="30" y="0"/>
                    <a:pt x="29" y="0"/>
                  </a:cubicBezTo>
                  <a:cubicBezTo>
                    <a:pt x="29" y="8"/>
                    <a:pt x="29" y="8"/>
                    <a:pt x="29" y="8"/>
                  </a:cubicBezTo>
                  <a:cubicBezTo>
                    <a:pt x="28" y="8"/>
                    <a:pt x="27" y="8"/>
                    <a:pt x="26" y="8"/>
                  </a:cubicBezTo>
                  <a:cubicBezTo>
                    <a:pt x="24" y="1"/>
                    <a:pt x="24" y="1"/>
                    <a:pt x="24" y="1"/>
                  </a:cubicBezTo>
                  <a:cubicBezTo>
                    <a:pt x="23" y="1"/>
                    <a:pt x="22" y="2"/>
                    <a:pt x="21" y="2"/>
                  </a:cubicBezTo>
                  <a:cubicBezTo>
                    <a:pt x="20" y="2"/>
                    <a:pt x="19" y="3"/>
                    <a:pt x="18" y="3"/>
                  </a:cubicBezTo>
                  <a:cubicBezTo>
                    <a:pt x="21" y="11"/>
                    <a:pt x="21" y="11"/>
                    <a:pt x="21" y="11"/>
                  </a:cubicBezTo>
                  <a:cubicBezTo>
                    <a:pt x="20" y="11"/>
                    <a:pt x="19" y="11"/>
                    <a:pt x="19" y="12"/>
                  </a:cubicBezTo>
                  <a:cubicBezTo>
                    <a:pt x="14" y="6"/>
                    <a:pt x="14" y="6"/>
                    <a:pt x="14" y="6"/>
                  </a:cubicBezTo>
                  <a:cubicBezTo>
                    <a:pt x="13" y="6"/>
                    <a:pt x="12" y="7"/>
                    <a:pt x="11" y="8"/>
                  </a:cubicBezTo>
                  <a:cubicBezTo>
                    <a:pt x="10" y="8"/>
                    <a:pt x="10" y="9"/>
                    <a:pt x="9" y="10"/>
                  </a:cubicBezTo>
                  <a:cubicBezTo>
                    <a:pt x="14" y="16"/>
                    <a:pt x="14" y="16"/>
                    <a:pt x="14" y="16"/>
                  </a:cubicBezTo>
                  <a:cubicBezTo>
                    <a:pt x="13" y="16"/>
                    <a:pt x="13" y="17"/>
                    <a:pt x="12" y="17"/>
                  </a:cubicBezTo>
                  <a:cubicBezTo>
                    <a:pt x="6" y="14"/>
                    <a:pt x="6" y="14"/>
                    <a:pt x="6" y="14"/>
                  </a:cubicBezTo>
                  <a:cubicBezTo>
                    <a:pt x="5" y="14"/>
                    <a:pt x="5" y="15"/>
                    <a:pt x="4" y="16"/>
                  </a:cubicBezTo>
                  <a:cubicBezTo>
                    <a:pt x="4" y="17"/>
                    <a:pt x="3" y="18"/>
                    <a:pt x="3" y="19"/>
                  </a:cubicBezTo>
                  <a:cubicBezTo>
                    <a:pt x="9" y="23"/>
                    <a:pt x="9" y="23"/>
                    <a:pt x="9" y="23"/>
                  </a:cubicBezTo>
                  <a:cubicBezTo>
                    <a:pt x="9" y="23"/>
                    <a:pt x="9" y="24"/>
                    <a:pt x="9" y="25"/>
                  </a:cubicBezTo>
                  <a:cubicBezTo>
                    <a:pt x="1" y="23"/>
                    <a:pt x="1" y="23"/>
                    <a:pt x="1" y="23"/>
                  </a:cubicBezTo>
                  <a:cubicBezTo>
                    <a:pt x="1" y="24"/>
                    <a:pt x="0" y="25"/>
                    <a:pt x="0" y="26"/>
                  </a:cubicBezTo>
                  <a:cubicBezTo>
                    <a:pt x="0" y="27"/>
                    <a:pt x="0" y="28"/>
                    <a:pt x="0" y="29"/>
                  </a:cubicBezTo>
                  <a:cubicBezTo>
                    <a:pt x="8" y="31"/>
                    <a:pt x="8" y="31"/>
                    <a:pt x="8" y="31"/>
                  </a:cubicBezTo>
                  <a:cubicBezTo>
                    <a:pt x="8" y="31"/>
                    <a:pt x="8" y="32"/>
                    <a:pt x="8" y="32"/>
                  </a:cubicBezTo>
                  <a:cubicBezTo>
                    <a:pt x="8" y="32"/>
                    <a:pt x="8" y="33"/>
                    <a:pt x="8" y="33"/>
                  </a:cubicBezTo>
                  <a:cubicBezTo>
                    <a:pt x="0" y="34"/>
                    <a:pt x="0" y="34"/>
                    <a:pt x="0" y="34"/>
                  </a:cubicBezTo>
                  <a:cubicBezTo>
                    <a:pt x="0" y="35"/>
                    <a:pt x="0" y="36"/>
                    <a:pt x="0" y="37"/>
                  </a:cubicBezTo>
                  <a:close/>
                  <a:moveTo>
                    <a:pt x="32" y="17"/>
                  </a:moveTo>
                  <a:cubicBezTo>
                    <a:pt x="40" y="17"/>
                    <a:pt x="46" y="24"/>
                    <a:pt x="46" y="32"/>
                  </a:cubicBezTo>
                  <a:cubicBezTo>
                    <a:pt x="46" y="40"/>
                    <a:pt x="40" y="46"/>
                    <a:pt x="32" y="46"/>
                  </a:cubicBezTo>
                  <a:cubicBezTo>
                    <a:pt x="24" y="46"/>
                    <a:pt x="17" y="40"/>
                    <a:pt x="17" y="32"/>
                  </a:cubicBezTo>
                  <a:cubicBezTo>
                    <a:pt x="17" y="24"/>
                    <a:pt x="24" y="17"/>
                    <a:pt x="32" y="17"/>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7" name="Google Shape;817;p60"/>
            <p:cNvSpPr/>
            <p:nvPr/>
          </p:nvSpPr>
          <p:spPr>
            <a:xfrm>
              <a:off x="4232275" y="2408238"/>
              <a:ext cx="252413" cy="252413"/>
            </a:xfrm>
            <a:custGeom>
              <a:avLst/>
              <a:gdLst/>
              <a:ahLst/>
              <a:cxnLst/>
              <a:rect l="l" t="t" r="r" b="b"/>
              <a:pathLst>
                <a:path w="67" h="67" extrusionOk="0">
                  <a:moveTo>
                    <a:pt x="65" y="24"/>
                  </a:moveTo>
                  <a:cubicBezTo>
                    <a:pt x="62" y="25"/>
                    <a:pt x="62" y="25"/>
                    <a:pt x="62" y="25"/>
                  </a:cubicBezTo>
                  <a:cubicBezTo>
                    <a:pt x="61" y="24"/>
                    <a:pt x="61" y="23"/>
                    <a:pt x="61" y="22"/>
                  </a:cubicBezTo>
                  <a:cubicBezTo>
                    <a:pt x="64" y="20"/>
                    <a:pt x="64" y="20"/>
                    <a:pt x="64" y="20"/>
                  </a:cubicBezTo>
                  <a:cubicBezTo>
                    <a:pt x="63" y="18"/>
                    <a:pt x="62" y="16"/>
                    <a:pt x="60" y="14"/>
                  </a:cubicBezTo>
                  <a:cubicBezTo>
                    <a:pt x="57" y="16"/>
                    <a:pt x="57" y="16"/>
                    <a:pt x="57" y="16"/>
                  </a:cubicBezTo>
                  <a:cubicBezTo>
                    <a:pt x="56" y="15"/>
                    <a:pt x="56" y="14"/>
                    <a:pt x="55" y="14"/>
                  </a:cubicBezTo>
                  <a:cubicBezTo>
                    <a:pt x="58" y="11"/>
                    <a:pt x="58" y="11"/>
                    <a:pt x="58" y="11"/>
                  </a:cubicBezTo>
                  <a:cubicBezTo>
                    <a:pt x="56" y="9"/>
                    <a:pt x="54" y="7"/>
                    <a:pt x="52" y="6"/>
                  </a:cubicBezTo>
                  <a:cubicBezTo>
                    <a:pt x="50" y="8"/>
                    <a:pt x="50" y="8"/>
                    <a:pt x="50" y="8"/>
                  </a:cubicBezTo>
                  <a:cubicBezTo>
                    <a:pt x="49" y="9"/>
                    <a:pt x="49" y="9"/>
                    <a:pt x="49" y="9"/>
                  </a:cubicBezTo>
                  <a:cubicBezTo>
                    <a:pt x="49" y="8"/>
                    <a:pt x="48" y="8"/>
                    <a:pt x="47" y="7"/>
                  </a:cubicBezTo>
                  <a:cubicBezTo>
                    <a:pt x="48" y="4"/>
                    <a:pt x="48" y="4"/>
                    <a:pt x="48" y="4"/>
                  </a:cubicBezTo>
                  <a:cubicBezTo>
                    <a:pt x="47" y="3"/>
                    <a:pt x="45" y="2"/>
                    <a:pt x="43" y="2"/>
                  </a:cubicBezTo>
                  <a:cubicBezTo>
                    <a:pt x="43" y="2"/>
                    <a:pt x="42" y="1"/>
                    <a:pt x="41" y="1"/>
                  </a:cubicBezTo>
                  <a:cubicBezTo>
                    <a:pt x="40" y="5"/>
                    <a:pt x="40" y="5"/>
                    <a:pt x="40" y="5"/>
                  </a:cubicBezTo>
                  <a:cubicBezTo>
                    <a:pt x="40" y="5"/>
                    <a:pt x="40" y="5"/>
                    <a:pt x="40" y="5"/>
                  </a:cubicBezTo>
                  <a:cubicBezTo>
                    <a:pt x="39" y="5"/>
                    <a:pt x="38" y="4"/>
                    <a:pt x="37" y="4"/>
                  </a:cubicBezTo>
                  <a:cubicBezTo>
                    <a:pt x="37" y="1"/>
                    <a:pt x="37" y="1"/>
                    <a:pt x="37" y="1"/>
                  </a:cubicBezTo>
                  <a:cubicBezTo>
                    <a:pt x="36" y="0"/>
                    <a:pt x="35" y="0"/>
                    <a:pt x="33" y="0"/>
                  </a:cubicBezTo>
                  <a:cubicBezTo>
                    <a:pt x="32" y="0"/>
                    <a:pt x="31" y="0"/>
                    <a:pt x="30" y="1"/>
                  </a:cubicBezTo>
                  <a:cubicBezTo>
                    <a:pt x="30" y="4"/>
                    <a:pt x="30" y="4"/>
                    <a:pt x="30" y="4"/>
                  </a:cubicBezTo>
                  <a:cubicBezTo>
                    <a:pt x="29" y="4"/>
                    <a:pt x="28" y="5"/>
                    <a:pt x="27" y="5"/>
                  </a:cubicBezTo>
                  <a:cubicBezTo>
                    <a:pt x="27" y="5"/>
                    <a:pt x="27" y="5"/>
                    <a:pt x="27" y="5"/>
                  </a:cubicBezTo>
                  <a:cubicBezTo>
                    <a:pt x="26" y="1"/>
                    <a:pt x="26" y="1"/>
                    <a:pt x="26" y="1"/>
                  </a:cubicBezTo>
                  <a:cubicBezTo>
                    <a:pt x="25" y="1"/>
                    <a:pt x="24" y="2"/>
                    <a:pt x="24" y="2"/>
                  </a:cubicBezTo>
                  <a:cubicBezTo>
                    <a:pt x="22" y="2"/>
                    <a:pt x="20" y="3"/>
                    <a:pt x="19" y="4"/>
                  </a:cubicBezTo>
                  <a:cubicBezTo>
                    <a:pt x="20" y="7"/>
                    <a:pt x="20" y="7"/>
                    <a:pt x="20" y="7"/>
                  </a:cubicBezTo>
                  <a:cubicBezTo>
                    <a:pt x="19" y="8"/>
                    <a:pt x="18" y="8"/>
                    <a:pt x="18" y="9"/>
                  </a:cubicBezTo>
                  <a:cubicBezTo>
                    <a:pt x="17" y="8"/>
                    <a:pt x="17" y="8"/>
                    <a:pt x="17" y="8"/>
                  </a:cubicBezTo>
                  <a:cubicBezTo>
                    <a:pt x="15" y="6"/>
                    <a:pt x="15" y="6"/>
                    <a:pt x="15" y="6"/>
                  </a:cubicBezTo>
                  <a:cubicBezTo>
                    <a:pt x="13" y="7"/>
                    <a:pt x="11" y="9"/>
                    <a:pt x="9" y="11"/>
                  </a:cubicBezTo>
                  <a:cubicBezTo>
                    <a:pt x="12" y="14"/>
                    <a:pt x="12" y="14"/>
                    <a:pt x="12" y="14"/>
                  </a:cubicBezTo>
                  <a:cubicBezTo>
                    <a:pt x="11" y="14"/>
                    <a:pt x="11" y="15"/>
                    <a:pt x="10" y="16"/>
                  </a:cubicBezTo>
                  <a:cubicBezTo>
                    <a:pt x="7" y="14"/>
                    <a:pt x="7" y="14"/>
                    <a:pt x="7" y="14"/>
                  </a:cubicBezTo>
                  <a:cubicBezTo>
                    <a:pt x="5" y="16"/>
                    <a:pt x="4" y="18"/>
                    <a:pt x="3" y="20"/>
                  </a:cubicBezTo>
                  <a:cubicBezTo>
                    <a:pt x="6" y="22"/>
                    <a:pt x="6" y="22"/>
                    <a:pt x="6" y="22"/>
                  </a:cubicBezTo>
                  <a:cubicBezTo>
                    <a:pt x="6" y="23"/>
                    <a:pt x="6" y="24"/>
                    <a:pt x="5" y="25"/>
                  </a:cubicBezTo>
                  <a:cubicBezTo>
                    <a:pt x="2" y="24"/>
                    <a:pt x="2" y="24"/>
                    <a:pt x="2" y="24"/>
                  </a:cubicBezTo>
                  <a:cubicBezTo>
                    <a:pt x="1" y="26"/>
                    <a:pt x="1" y="29"/>
                    <a:pt x="0" y="31"/>
                  </a:cubicBezTo>
                  <a:cubicBezTo>
                    <a:pt x="4" y="32"/>
                    <a:pt x="4" y="32"/>
                    <a:pt x="4" y="32"/>
                  </a:cubicBezTo>
                  <a:cubicBezTo>
                    <a:pt x="4" y="33"/>
                    <a:pt x="4" y="33"/>
                    <a:pt x="4" y="34"/>
                  </a:cubicBezTo>
                  <a:cubicBezTo>
                    <a:pt x="4" y="34"/>
                    <a:pt x="4" y="34"/>
                    <a:pt x="4" y="35"/>
                  </a:cubicBezTo>
                  <a:cubicBezTo>
                    <a:pt x="0" y="36"/>
                    <a:pt x="0" y="36"/>
                    <a:pt x="0" y="36"/>
                  </a:cubicBezTo>
                  <a:cubicBezTo>
                    <a:pt x="1" y="38"/>
                    <a:pt x="1" y="41"/>
                    <a:pt x="2" y="43"/>
                  </a:cubicBezTo>
                  <a:cubicBezTo>
                    <a:pt x="5" y="42"/>
                    <a:pt x="5" y="42"/>
                    <a:pt x="5" y="42"/>
                  </a:cubicBezTo>
                  <a:cubicBezTo>
                    <a:pt x="6" y="43"/>
                    <a:pt x="6" y="44"/>
                    <a:pt x="6" y="45"/>
                  </a:cubicBezTo>
                  <a:cubicBezTo>
                    <a:pt x="3" y="47"/>
                    <a:pt x="3" y="47"/>
                    <a:pt x="3" y="47"/>
                  </a:cubicBezTo>
                  <a:cubicBezTo>
                    <a:pt x="4" y="49"/>
                    <a:pt x="5" y="51"/>
                    <a:pt x="7" y="53"/>
                  </a:cubicBezTo>
                  <a:cubicBezTo>
                    <a:pt x="10" y="51"/>
                    <a:pt x="10" y="51"/>
                    <a:pt x="10" y="51"/>
                  </a:cubicBezTo>
                  <a:cubicBezTo>
                    <a:pt x="11" y="52"/>
                    <a:pt x="11" y="53"/>
                    <a:pt x="12" y="53"/>
                  </a:cubicBezTo>
                  <a:cubicBezTo>
                    <a:pt x="9" y="56"/>
                    <a:pt x="9" y="56"/>
                    <a:pt x="9" y="56"/>
                  </a:cubicBezTo>
                  <a:cubicBezTo>
                    <a:pt x="11" y="58"/>
                    <a:pt x="13" y="60"/>
                    <a:pt x="15" y="61"/>
                  </a:cubicBezTo>
                  <a:cubicBezTo>
                    <a:pt x="17" y="59"/>
                    <a:pt x="17" y="59"/>
                    <a:pt x="17" y="59"/>
                  </a:cubicBezTo>
                  <a:cubicBezTo>
                    <a:pt x="18" y="58"/>
                    <a:pt x="18" y="58"/>
                    <a:pt x="18" y="58"/>
                  </a:cubicBezTo>
                  <a:cubicBezTo>
                    <a:pt x="18" y="59"/>
                    <a:pt x="19" y="59"/>
                    <a:pt x="20" y="60"/>
                  </a:cubicBezTo>
                  <a:cubicBezTo>
                    <a:pt x="19" y="63"/>
                    <a:pt x="19" y="63"/>
                    <a:pt x="19" y="63"/>
                  </a:cubicBezTo>
                  <a:cubicBezTo>
                    <a:pt x="20" y="64"/>
                    <a:pt x="22" y="65"/>
                    <a:pt x="24" y="65"/>
                  </a:cubicBezTo>
                  <a:cubicBezTo>
                    <a:pt x="24" y="65"/>
                    <a:pt x="25" y="66"/>
                    <a:pt x="26" y="66"/>
                  </a:cubicBezTo>
                  <a:cubicBezTo>
                    <a:pt x="27" y="62"/>
                    <a:pt x="27" y="62"/>
                    <a:pt x="27" y="62"/>
                  </a:cubicBezTo>
                  <a:cubicBezTo>
                    <a:pt x="27" y="62"/>
                    <a:pt x="27" y="62"/>
                    <a:pt x="27" y="62"/>
                  </a:cubicBezTo>
                  <a:cubicBezTo>
                    <a:pt x="28" y="62"/>
                    <a:pt x="29" y="63"/>
                    <a:pt x="30" y="63"/>
                  </a:cubicBezTo>
                  <a:cubicBezTo>
                    <a:pt x="30" y="67"/>
                    <a:pt x="30" y="67"/>
                    <a:pt x="30" y="67"/>
                  </a:cubicBezTo>
                  <a:cubicBezTo>
                    <a:pt x="31" y="67"/>
                    <a:pt x="32" y="67"/>
                    <a:pt x="33" y="67"/>
                  </a:cubicBezTo>
                  <a:cubicBezTo>
                    <a:pt x="35" y="67"/>
                    <a:pt x="36" y="67"/>
                    <a:pt x="37" y="67"/>
                  </a:cubicBezTo>
                  <a:cubicBezTo>
                    <a:pt x="37" y="63"/>
                    <a:pt x="37" y="63"/>
                    <a:pt x="37" y="63"/>
                  </a:cubicBezTo>
                  <a:cubicBezTo>
                    <a:pt x="38" y="63"/>
                    <a:pt x="39" y="62"/>
                    <a:pt x="40" y="62"/>
                  </a:cubicBezTo>
                  <a:cubicBezTo>
                    <a:pt x="40" y="62"/>
                    <a:pt x="40" y="62"/>
                    <a:pt x="40" y="62"/>
                  </a:cubicBezTo>
                  <a:cubicBezTo>
                    <a:pt x="41" y="66"/>
                    <a:pt x="41" y="66"/>
                    <a:pt x="41" y="66"/>
                  </a:cubicBezTo>
                  <a:cubicBezTo>
                    <a:pt x="42" y="66"/>
                    <a:pt x="43" y="65"/>
                    <a:pt x="43" y="65"/>
                  </a:cubicBezTo>
                  <a:cubicBezTo>
                    <a:pt x="45" y="65"/>
                    <a:pt x="47" y="64"/>
                    <a:pt x="48" y="63"/>
                  </a:cubicBezTo>
                  <a:cubicBezTo>
                    <a:pt x="47" y="60"/>
                    <a:pt x="47" y="60"/>
                    <a:pt x="47" y="60"/>
                  </a:cubicBezTo>
                  <a:cubicBezTo>
                    <a:pt x="48" y="59"/>
                    <a:pt x="49" y="59"/>
                    <a:pt x="49" y="58"/>
                  </a:cubicBezTo>
                  <a:cubicBezTo>
                    <a:pt x="50" y="59"/>
                    <a:pt x="50" y="59"/>
                    <a:pt x="50" y="59"/>
                  </a:cubicBezTo>
                  <a:cubicBezTo>
                    <a:pt x="52" y="61"/>
                    <a:pt x="52" y="61"/>
                    <a:pt x="52" y="61"/>
                  </a:cubicBezTo>
                  <a:cubicBezTo>
                    <a:pt x="54" y="60"/>
                    <a:pt x="56" y="58"/>
                    <a:pt x="58" y="56"/>
                  </a:cubicBezTo>
                  <a:cubicBezTo>
                    <a:pt x="55" y="53"/>
                    <a:pt x="55" y="53"/>
                    <a:pt x="55" y="53"/>
                  </a:cubicBezTo>
                  <a:cubicBezTo>
                    <a:pt x="56" y="53"/>
                    <a:pt x="56" y="52"/>
                    <a:pt x="57" y="51"/>
                  </a:cubicBezTo>
                  <a:cubicBezTo>
                    <a:pt x="60" y="53"/>
                    <a:pt x="60" y="53"/>
                    <a:pt x="60" y="53"/>
                  </a:cubicBezTo>
                  <a:cubicBezTo>
                    <a:pt x="62" y="51"/>
                    <a:pt x="63" y="49"/>
                    <a:pt x="64" y="47"/>
                  </a:cubicBezTo>
                  <a:cubicBezTo>
                    <a:pt x="61" y="45"/>
                    <a:pt x="61" y="45"/>
                    <a:pt x="61" y="45"/>
                  </a:cubicBezTo>
                  <a:cubicBezTo>
                    <a:pt x="61" y="44"/>
                    <a:pt x="61" y="43"/>
                    <a:pt x="62" y="42"/>
                  </a:cubicBezTo>
                  <a:cubicBezTo>
                    <a:pt x="65" y="43"/>
                    <a:pt x="65" y="43"/>
                    <a:pt x="65" y="43"/>
                  </a:cubicBezTo>
                  <a:cubicBezTo>
                    <a:pt x="66" y="41"/>
                    <a:pt x="66" y="38"/>
                    <a:pt x="67" y="36"/>
                  </a:cubicBezTo>
                  <a:cubicBezTo>
                    <a:pt x="63" y="35"/>
                    <a:pt x="63" y="35"/>
                    <a:pt x="63" y="35"/>
                  </a:cubicBezTo>
                  <a:cubicBezTo>
                    <a:pt x="63" y="34"/>
                    <a:pt x="63" y="34"/>
                    <a:pt x="63" y="34"/>
                  </a:cubicBezTo>
                  <a:cubicBezTo>
                    <a:pt x="63" y="33"/>
                    <a:pt x="63" y="33"/>
                    <a:pt x="63" y="32"/>
                  </a:cubicBezTo>
                  <a:cubicBezTo>
                    <a:pt x="67" y="31"/>
                    <a:pt x="67" y="31"/>
                    <a:pt x="67" y="31"/>
                  </a:cubicBezTo>
                  <a:cubicBezTo>
                    <a:pt x="66" y="29"/>
                    <a:pt x="66" y="26"/>
                    <a:pt x="65" y="24"/>
                  </a:cubicBezTo>
                  <a:close/>
                  <a:moveTo>
                    <a:pt x="48" y="12"/>
                  </a:moveTo>
                  <a:cubicBezTo>
                    <a:pt x="49" y="12"/>
                    <a:pt x="49" y="13"/>
                    <a:pt x="50" y="14"/>
                  </a:cubicBezTo>
                  <a:cubicBezTo>
                    <a:pt x="52" y="15"/>
                    <a:pt x="54" y="17"/>
                    <a:pt x="55" y="19"/>
                  </a:cubicBezTo>
                  <a:cubicBezTo>
                    <a:pt x="50" y="22"/>
                    <a:pt x="50" y="22"/>
                    <a:pt x="50" y="22"/>
                  </a:cubicBezTo>
                  <a:cubicBezTo>
                    <a:pt x="43" y="26"/>
                    <a:pt x="43" y="26"/>
                    <a:pt x="43" y="26"/>
                  </a:cubicBezTo>
                  <a:cubicBezTo>
                    <a:pt x="40" y="28"/>
                    <a:pt x="40" y="28"/>
                    <a:pt x="40" y="28"/>
                  </a:cubicBezTo>
                  <a:cubicBezTo>
                    <a:pt x="39" y="28"/>
                    <a:pt x="39" y="28"/>
                    <a:pt x="39" y="28"/>
                  </a:cubicBezTo>
                  <a:cubicBezTo>
                    <a:pt x="39" y="28"/>
                    <a:pt x="39" y="28"/>
                    <a:pt x="39" y="28"/>
                  </a:cubicBezTo>
                  <a:cubicBezTo>
                    <a:pt x="40" y="25"/>
                    <a:pt x="40" y="25"/>
                    <a:pt x="40" y="25"/>
                  </a:cubicBezTo>
                  <a:cubicBezTo>
                    <a:pt x="43" y="20"/>
                    <a:pt x="43" y="20"/>
                    <a:pt x="43" y="20"/>
                  </a:cubicBezTo>
                  <a:lnTo>
                    <a:pt x="48" y="12"/>
                  </a:lnTo>
                  <a:close/>
                  <a:moveTo>
                    <a:pt x="35" y="8"/>
                  </a:moveTo>
                  <a:cubicBezTo>
                    <a:pt x="37" y="8"/>
                    <a:pt x="38" y="8"/>
                    <a:pt x="40" y="8"/>
                  </a:cubicBezTo>
                  <a:cubicBezTo>
                    <a:pt x="41" y="9"/>
                    <a:pt x="42" y="9"/>
                    <a:pt x="43" y="9"/>
                  </a:cubicBezTo>
                  <a:cubicBezTo>
                    <a:pt x="44" y="10"/>
                    <a:pt x="44" y="10"/>
                    <a:pt x="45" y="10"/>
                  </a:cubicBezTo>
                  <a:cubicBezTo>
                    <a:pt x="43" y="14"/>
                    <a:pt x="43" y="14"/>
                    <a:pt x="43" y="14"/>
                  </a:cubicBezTo>
                  <a:cubicBezTo>
                    <a:pt x="40" y="19"/>
                    <a:pt x="40" y="19"/>
                    <a:pt x="40" y="19"/>
                  </a:cubicBezTo>
                  <a:cubicBezTo>
                    <a:pt x="36" y="26"/>
                    <a:pt x="36" y="26"/>
                    <a:pt x="36" y="26"/>
                  </a:cubicBezTo>
                  <a:cubicBezTo>
                    <a:pt x="36" y="26"/>
                    <a:pt x="35" y="26"/>
                    <a:pt x="35" y="26"/>
                  </a:cubicBezTo>
                  <a:lnTo>
                    <a:pt x="35" y="8"/>
                  </a:lnTo>
                  <a:close/>
                  <a:moveTo>
                    <a:pt x="24" y="9"/>
                  </a:moveTo>
                  <a:cubicBezTo>
                    <a:pt x="25" y="9"/>
                    <a:pt x="26" y="9"/>
                    <a:pt x="27" y="8"/>
                  </a:cubicBezTo>
                  <a:cubicBezTo>
                    <a:pt x="29" y="8"/>
                    <a:pt x="30" y="8"/>
                    <a:pt x="32" y="8"/>
                  </a:cubicBezTo>
                  <a:cubicBezTo>
                    <a:pt x="32" y="26"/>
                    <a:pt x="32" y="26"/>
                    <a:pt x="32" y="26"/>
                  </a:cubicBezTo>
                  <a:cubicBezTo>
                    <a:pt x="32" y="26"/>
                    <a:pt x="31" y="26"/>
                    <a:pt x="31" y="26"/>
                  </a:cubicBezTo>
                  <a:cubicBezTo>
                    <a:pt x="27" y="19"/>
                    <a:pt x="27" y="19"/>
                    <a:pt x="27" y="19"/>
                  </a:cubicBezTo>
                  <a:cubicBezTo>
                    <a:pt x="24" y="14"/>
                    <a:pt x="24" y="14"/>
                    <a:pt x="24" y="14"/>
                  </a:cubicBezTo>
                  <a:cubicBezTo>
                    <a:pt x="22" y="10"/>
                    <a:pt x="22" y="10"/>
                    <a:pt x="22" y="10"/>
                  </a:cubicBezTo>
                  <a:cubicBezTo>
                    <a:pt x="23" y="10"/>
                    <a:pt x="23" y="10"/>
                    <a:pt x="24" y="9"/>
                  </a:cubicBezTo>
                  <a:close/>
                  <a:moveTo>
                    <a:pt x="17" y="14"/>
                  </a:moveTo>
                  <a:cubicBezTo>
                    <a:pt x="18" y="13"/>
                    <a:pt x="18" y="12"/>
                    <a:pt x="19" y="12"/>
                  </a:cubicBezTo>
                  <a:cubicBezTo>
                    <a:pt x="24" y="20"/>
                    <a:pt x="24" y="20"/>
                    <a:pt x="24" y="20"/>
                  </a:cubicBezTo>
                  <a:cubicBezTo>
                    <a:pt x="27" y="25"/>
                    <a:pt x="27" y="25"/>
                    <a:pt x="27" y="25"/>
                  </a:cubicBezTo>
                  <a:cubicBezTo>
                    <a:pt x="28" y="28"/>
                    <a:pt x="28" y="28"/>
                    <a:pt x="28" y="28"/>
                  </a:cubicBezTo>
                  <a:cubicBezTo>
                    <a:pt x="28" y="28"/>
                    <a:pt x="28" y="28"/>
                    <a:pt x="27" y="28"/>
                  </a:cubicBezTo>
                  <a:cubicBezTo>
                    <a:pt x="27" y="28"/>
                    <a:pt x="27" y="28"/>
                    <a:pt x="27" y="28"/>
                  </a:cubicBezTo>
                  <a:cubicBezTo>
                    <a:pt x="24" y="26"/>
                    <a:pt x="24" y="26"/>
                    <a:pt x="24" y="26"/>
                  </a:cubicBezTo>
                  <a:cubicBezTo>
                    <a:pt x="17" y="22"/>
                    <a:pt x="17" y="22"/>
                    <a:pt x="17" y="22"/>
                  </a:cubicBezTo>
                  <a:cubicBezTo>
                    <a:pt x="12" y="19"/>
                    <a:pt x="12" y="19"/>
                    <a:pt x="12" y="19"/>
                  </a:cubicBezTo>
                  <a:cubicBezTo>
                    <a:pt x="13" y="17"/>
                    <a:pt x="15" y="15"/>
                    <a:pt x="17" y="14"/>
                  </a:cubicBezTo>
                  <a:close/>
                  <a:moveTo>
                    <a:pt x="10" y="22"/>
                  </a:moveTo>
                  <a:cubicBezTo>
                    <a:pt x="17" y="26"/>
                    <a:pt x="17" y="26"/>
                    <a:pt x="17" y="26"/>
                  </a:cubicBezTo>
                  <a:cubicBezTo>
                    <a:pt x="24" y="30"/>
                    <a:pt x="24" y="30"/>
                    <a:pt x="24" y="30"/>
                  </a:cubicBezTo>
                  <a:cubicBezTo>
                    <a:pt x="26" y="31"/>
                    <a:pt x="26" y="31"/>
                    <a:pt x="26" y="31"/>
                  </a:cubicBezTo>
                  <a:cubicBezTo>
                    <a:pt x="26" y="31"/>
                    <a:pt x="26" y="32"/>
                    <a:pt x="26" y="32"/>
                  </a:cubicBezTo>
                  <a:cubicBezTo>
                    <a:pt x="24" y="32"/>
                    <a:pt x="24" y="32"/>
                    <a:pt x="24" y="32"/>
                  </a:cubicBezTo>
                  <a:cubicBezTo>
                    <a:pt x="17" y="32"/>
                    <a:pt x="17" y="32"/>
                    <a:pt x="17" y="32"/>
                  </a:cubicBezTo>
                  <a:cubicBezTo>
                    <a:pt x="8" y="32"/>
                    <a:pt x="8" y="32"/>
                    <a:pt x="8" y="32"/>
                  </a:cubicBezTo>
                  <a:cubicBezTo>
                    <a:pt x="8" y="28"/>
                    <a:pt x="9" y="25"/>
                    <a:pt x="10" y="22"/>
                  </a:cubicBezTo>
                  <a:close/>
                  <a:moveTo>
                    <a:pt x="8" y="35"/>
                  </a:moveTo>
                  <a:cubicBezTo>
                    <a:pt x="17" y="35"/>
                    <a:pt x="17" y="35"/>
                    <a:pt x="17" y="35"/>
                  </a:cubicBezTo>
                  <a:cubicBezTo>
                    <a:pt x="24" y="35"/>
                    <a:pt x="24" y="35"/>
                    <a:pt x="24" y="35"/>
                  </a:cubicBezTo>
                  <a:cubicBezTo>
                    <a:pt x="26" y="35"/>
                    <a:pt x="26" y="35"/>
                    <a:pt x="26" y="35"/>
                  </a:cubicBezTo>
                  <a:cubicBezTo>
                    <a:pt x="26" y="35"/>
                    <a:pt x="26" y="36"/>
                    <a:pt x="26" y="36"/>
                  </a:cubicBezTo>
                  <a:cubicBezTo>
                    <a:pt x="24" y="37"/>
                    <a:pt x="24" y="37"/>
                    <a:pt x="24" y="37"/>
                  </a:cubicBezTo>
                  <a:cubicBezTo>
                    <a:pt x="17" y="41"/>
                    <a:pt x="17" y="41"/>
                    <a:pt x="17" y="41"/>
                  </a:cubicBezTo>
                  <a:cubicBezTo>
                    <a:pt x="10" y="45"/>
                    <a:pt x="10" y="45"/>
                    <a:pt x="10" y="45"/>
                  </a:cubicBezTo>
                  <a:cubicBezTo>
                    <a:pt x="9" y="42"/>
                    <a:pt x="8" y="39"/>
                    <a:pt x="8" y="35"/>
                  </a:cubicBezTo>
                  <a:close/>
                  <a:moveTo>
                    <a:pt x="19" y="55"/>
                  </a:moveTo>
                  <a:cubicBezTo>
                    <a:pt x="18" y="55"/>
                    <a:pt x="18" y="54"/>
                    <a:pt x="17" y="53"/>
                  </a:cubicBezTo>
                  <a:cubicBezTo>
                    <a:pt x="15" y="52"/>
                    <a:pt x="13" y="50"/>
                    <a:pt x="12" y="48"/>
                  </a:cubicBezTo>
                  <a:cubicBezTo>
                    <a:pt x="17" y="45"/>
                    <a:pt x="17" y="45"/>
                    <a:pt x="17" y="45"/>
                  </a:cubicBezTo>
                  <a:cubicBezTo>
                    <a:pt x="24" y="41"/>
                    <a:pt x="24" y="41"/>
                    <a:pt x="24" y="41"/>
                  </a:cubicBezTo>
                  <a:cubicBezTo>
                    <a:pt x="27" y="39"/>
                    <a:pt x="27" y="39"/>
                    <a:pt x="27" y="39"/>
                  </a:cubicBezTo>
                  <a:cubicBezTo>
                    <a:pt x="27" y="39"/>
                    <a:pt x="27" y="39"/>
                    <a:pt x="27" y="39"/>
                  </a:cubicBezTo>
                  <a:cubicBezTo>
                    <a:pt x="28" y="39"/>
                    <a:pt x="28" y="39"/>
                    <a:pt x="28" y="40"/>
                  </a:cubicBezTo>
                  <a:cubicBezTo>
                    <a:pt x="27" y="42"/>
                    <a:pt x="27" y="42"/>
                    <a:pt x="27" y="42"/>
                  </a:cubicBezTo>
                  <a:cubicBezTo>
                    <a:pt x="24" y="47"/>
                    <a:pt x="24" y="47"/>
                    <a:pt x="24" y="47"/>
                  </a:cubicBezTo>
                  <a:lnTo>
                    <a:pt x="19" y="55"/>
                  </a:lnTo>
                  <a:close/>
                  <a:moveTo>
                    <a:pt x="32" y="59"/>
                  </a:moveTo>
                  <a:cubicBezTo>
                    <a:pt x="30" y="59"/>
                    <a:pt x="29" y="59"/>
                    <a:pt x="27" y="59"/>
                  </a:cubicBezTo>
                  <a:cubicBezTo>
                    <a:pt x="26" y="58"/>
                    <a:pt x="25" y="58"/>
                    <a:pt x="24" y="58"/>
                  </a:cubicBezTo>
                  <a:cubicBezTo>
                    <a:pt x="23" y="57"/>
                    <a:pt x="23" y="57"/>
                    <a:pt x="22" y="57"/>
                  </a:cubicBezTo>
                  <a:cubicBezTo>
                    <a:pt x="24" y="53"/>
                    <a:pt x="24" y="53"/>
                    <a:pt x="24" y="53"/>
                  </a:cubicBezTo>
                  <a:cubicBezTo>
                    <a:pt x="27" y="48"/>
                    <a:pt x="27" y="48"/>
                    <a:pt x="27" y="48"/>
                  </a:cubicBezTo>
                  <a:cubicBezTo>
                    <a:pt x="31" y="41"/>
                    <a:pt x="31" y="41"/>
                    <a:pt x="31" y="41"/>
                  </a:cubicBezTo>
                  <a:cubicBezTo>
                    <a:pt x="31" y="41"/>
                    <a:pt x="32" y="41"/>
                    <a:pt x="32" y="41"/>
                  </a:cubicBezTo>
                  <a:lnTo>
                    <a:pt x="32" y="59"/>
                  </a:lnTo>
                  <a:close/>
                  <a:moveTo>
                    <a:pt x="28" y="34"/>
                  </a:moveTo>
                  <a:cubicBezTo>
                    <a:pt x="28" y="31"/>
                    <a:pt x="31" y="28"/>
                    <a:pt x="33" y="28"/>
                  </a:cubicBezTo>
                  <a:cubicBezTo>
                    <a:pt x="36" y="28"/>
                    <a:pt x="39" y="31"/>
                    <a:pt x="39" y="34"/>
                  </a:cubicBezTo>
                  <a:cubicBezTo>
                    <a:pt x="39" y="36"/>
                    <a:pt x="36" y="39"/>
                    <a:pt x="33" y="39"/>
                  </a:cubicBezTo>
                  <a:cubicBezTo>
                    <a:pt x="31" y="39"/>
                    <a:pt x="28" y="36"/>
                    <a:pt x="28" y="34"/>
                  </a:cubicBezTo>
                  <a:close/>
                  <a:moveTo>
                    <a:pt x="43" y="58"/>
                  </a:moveTo>
                  <a:cubicBezTo>
                    <a:pt x="42" y="58"/>
                    <a:pt x="41" y="58"/>
                    <a:pt x="40" y="59"/>
                  </a:cubicBezTo>
                  <a:cubicBezTo>
                    <a:pt x="38" y="59"/>
                    <a:pt x="37" y="59"/>
                    <a:pt x="35" y="59"/>
                  </a:cubicBezTo>
                  <a:cubicBezTo>
                    <a:pt x="35" y="41"/>
                    <a:pt x="35" y="41"/>
                    <a:pt x="35" y="41"/>
                  </a:cubicBezTo>
                  <a:cubicBezTo>
                    <a:pt x="35" y="41"/>
                    <a:pt x="36" y="41"/>
                    <a:pt x="36" y="41"/>
                  </a:cubicBezTo>
                  <a:cubicBezTo>
                    <a:pt x="40" y="48"/>
                    <a:pt x="40" y="48"/>
                    <a:pt x="40" y="48"/>
                  </a:cubicBezTo>
                  <a:cubicBezTo>
                    <a:pt x="43" y="53"/>
                    <a:pt x="43" y="53"/>
                    <a:pt x="43" y="53"/>
                  </a:cubicBezTo>
                  <a:cubicBezTo>
                    <a:pt x="45" y="57"/>
                    <a:pt x="45" y="57"/>
                    <a:pt x="45" y="57"/>
                  </a:cubicBezTo>
                  <a:cubicBezTo>
                    <a:pt x="44" y="57"/>
                    <a:pt x="44" y="57"/>
                    <a:pt x="43" y="58"/>
                  </a:cubicBezTo>
                  <a:close/>
                  <a:moveTo>
                    <a:pt x="50" y="53"/>
                  </a:moveTo>
                  <a:cubicBezTo>
                    <a:pt x="49" y="54"/>
                    <a:pt x="49" y="55"/>
                    <a:pt x="48" y="55"/>
                  </a:cubicBezTo>
                  <a:cubicBezTo>
                    <a:pt x="43" y="47"/>
                    <a:pt x="43" y="47"/>
                    <a:pt x="43" y="47"/>
                  </a:cubicBezTo>
                  <a:cubicBezTo>
                    <a:pt x="40" y="42"/>
                    <a:pt x="40" y="42"/>
                    <a:pt x="40" y="42"/>
                  </a:cubicBezTo>
                  <a:cubicBezTo>
                    <a:pt x="39" y="40"/>
                    <a:pt x="39" y="40"/>
                    <a:pt x="39" y="40"/>
                  </a:cubicBezTo>
                  <a:cubicBezTo>
                    <a:pt x="39" y="39"/>
                    <a:pt x="39" y="39"/>
                    <a:pt x="39" y="39"/>
                  </a:cubicBezTo>
                  <a:cubicBezTo>
                    <a:pt x="40" y="39"/>
                    <a:pt x="40" y="39"/>
                    <a:pt x="40" y="39"/>
                  </a:cubicBezTo>
                  <a:cubicBezTo>
                    <a:pt x="43" y="41"/>
                    <a:pt x="43" y="41"/>
                    <a:pt x="43" y="41"/>
                  </a:cubicBezTo>
                  <a:cubicBezTo>
                    <a:pt x="50" y="45"/>
                    <a:pt x="50" y="45"/>
                    <a:pt x="50" y="45"/>
                  </a:cubicBezTo>
                  <a:cubicBezTo>
                    <a:pt x="55" y="48"/>
                    <a:pt x="55" y="48"/>
                    <a:pt x="55" y="48"/>
                  </a:cubicBezTo>
                  <a:cubicBezTo>
                    <a:pt x="54" y="50"/>
                    <a:pt x="52" y="52"/>
                    <a:pt x="50" y="53"/>
                  </a:cubicBezTo>
                  <a:close/>
                  <a:moveTo>
                    <a:pt x="57" y="45"/>
                  </a:moveTo>
                  <a:cubicBezTo>
                    <a:pt x="50" y="41"/>
                    <a:pt x="50" y="41"/>
                    <a:pt x="50" y="41"/>
                  </a:cubicBezTo>
                  <a:cubicBezTo>
                    <a:pt x="43" y="37"/>
                    <a:pt x="43" y="37"/>
                    <a:pt x="43" y="37"/>
                  </a:cubicBezTo>
                  <a:cubicBezTo>
                    <a:pt x="41" y="36"/>
                    <a:pt x="41" y="36"/>
                    <a:pt x="41" y="36"/>
                  </a:cubicBezTo>
                  <a:cubicBezTo>
                    <a:pt x="41" y="36"/>
                    <a:pt x="41" y="35"/>
                    <a:pt x="41" y="35"/>
                  </a:cubicBezTo>
                  <a:cubicBezTo>
                    <a:pt x="43" y="35"/>
                    <a:pt x="43" y="35"/>
                    <a:pt x="43" y="35"/>
                  </a:cubicBezTo>
                  <a:cubicBezTo>
                    <a:pt x="50" y="35"/>
                    <a:pt x="50" y="35"/>
                    <a:pt x="50" y="35"/>
                  </a:cubicBezTo>
                  <a:cubicBezTo>
                    <a:pt x="59" y="35"/>
                    <a:pt x="59" y="35"/>
                    <a:pt x="59" y="35"/>
                  </a:cubicBezTo>
                  <a:cubicBezTo>
                    <a:pt x="59" y="39"/>
                    <a:pt x="58" y="42"/>
                    <a:pt x="57" y="45"/>
                  </a:cubicBezTo>
                  <a:close/>
                  <a:moveTo>
                    <a:pt x="50" y="32"/>
                  </a:moveTo>
                  <a:cubicBezTo>
                    <a:pt x="43" y="32"/>
                    <a:pt x="43" y="32"/>
                    <a:pt x="43" y="32"/>
                  </a:cubicBezTo>
                  <a:cubicBezTo>
                    <a:pt x="41" y="32"/>
                    <a:pt x="41" y="32"/>
                    <a:pt x="41" y="32"/>
                  </a:cubicBezTo>
                  <a:cubicBezTo>
                    <a:pt x="41" y="32"/>
                    <a:pt x="41" y="31"/>
                    <a:pt x="41" y="31"/>
                  </a:cubicBezTo>
                  <a:cubicBezTo>
                    <a:pt x="43" y="30"/>
                    <a:pt x="43" y="30"/>
                    <a:pt x="43" y="30"/>
                  </a:cubicBezTo>
                  <a:cubicBezTo>
                    <a:pt x="50" y="26"/>
                    <a:pt x="50" y="26"/>
                    <a:pt x="50" y="26"/>
                  </a:cubicBezTo>
                  <a:cubicBezTo>
                    <a:pt x="57" y="22"/>
                    <a:pt x="57" y="22"/>
                    <a:pt x="57" y="22"/>
                  </a:cubicBezTo>
                  <a:cubicBezTo>
                    <a:pt x="58" y="25"/>
                    <a:pt x="59" y="28"/>
                    <a:pt x="59" y="32"/>
                  </a:cubicBezTo>
                  <a:lnTo>
                    <a:pt x="50" y="32"/>
                  </a:ln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8" name="Google Shape;818;p60"/>
            <p:cNvSpPr/>
            <p:nvPr/>
          </p:nvSpPr>
          <p:spPr>
            <a:xfrm>
              <a:off x="3754438" y="2366963"/>
              <a:ext cx="296863" cy="296863"/>
            </a:xfrm>
            <a:custGeom>
              <a:avLst/>
              <a:gdLst/>
              <a:ahLst/>
              <a:cxnLst/>
              <a:rect l="l" t="t" r="r" b="b"/>
              <a:pathLst>
                <a:path w="79" h="79" extrusionOk="0">
                  <a:moveTo>
                    <a:pt x="59" y="74"/>
                  </a:moveTo>
                  <a:cubicBezTo>
                    <a:pt x="61" y="73"/>
                    <a:pt x="62" y="71"/>
                    <a:pt x="64" y="70"/>
                  </a:cubicBezTo>
                  <a:cubicBezTo>
                    <a:pt x="60" y="64"/>
                    <a:pt x="60" y="64"/>
                    <a:pt x="60" y="64"/>
                  </a:cubicBezTo>
                  <a:cubicBezTo>
                    <a:pt x="61" y="63"/>
                    <a:pt x="62" y="61"/>
                    <a:pt x="63" y="60"/>
                  </a:cubicBezTo>
                  <a:cubicBezTo>
                    <a:pt x="70" y="64"/>
                    <a:pt x="70" y="64"/>
                    <a:pt x="70" y="64"/>
                  </a:cubicBezTo>
                  <a:cubicBezTo>
                    <a:pt x="71" y="62"/>
                    <a:pt x="72" y="61"/>
                    <a:pt x="73" y="59"/>
                  </a:cubicBezTo>
                  <a:cubicBezTo>
                    <a:pt x="74" y="57"/>
                    <a:pt x="75" y="56"/>
                    <a:pt x="76" y="54"/>
                  </a:cubicBezTo>
                  <a:cubicBezTo>
                    <a:pt x="69" y="50"/>
                    <a:pt x="69" y="50"/>
                    <a:pt x="69" y="50"/>
                  </a:cubicBezTo>
                  <a:cubicBezTo>
                    <a:pt x="70" y="48"/>
                    <a:pt x="70" y="47"/>
                    <a:pt x="71" y="45"/>
                  </a:cubicBezTo>
                  <a:cubicBezTo>
                    <a:pt x="78" y="45"/>
                    <a:pt x="78" y="45"/>
                    <a:pt x="78" y="45"/>
                  </a:cubicBezTo>
                  <a:cubicBezTo>
                    <a:pt x="79" y="43"/>
                    <a:pt x="79" y="41"/>
                    <a:pt x="79" y="39"/>
                  </a:cubicBezTo>
                  <a:cubicBezTo>
                    <a:pt x="79" y="37"/>
                    <a:pt x="79" y="35"/>
                    <a:pt x="78" y="33"/>
                  </a:cubicBezTo>
                  <a:cubicBezTo>
                    <a:pt x="71" y="33"/>
                    <a:pt x="71" y="33"/>
                    <a:pt x="71" y="33"/>
                  </a:cubicBezTo>
                  <a:cubicBezTo>
                    <a:pt x="70" y="32"/>
                    <a:pt x="70" y="30"/>
                    <a:pt x="69" y="29"/>
                  </a:cubicBezTo>
                  <a:cubicBezTo>
                    <a:pt x="76" y="25"/>
                    <a:pt x="76" y="25"/>
                    <a:pt x="76" y="25"/>
                  </a:cubicBezTo>
                  <a:cubicBezTo>
                    <a:pt x="75" y="23"/>
                    <a:pt x="74" y="21"/>
                    <a:pt x="73" y="19"/>
                  </a:cubicBezTo>
                  <a:cubicBezTo>
                    <a:pt x="72" y="18"/>
                    <a:pt x="71" y="16"/>
                    <a:pt x="70" y="15"/>
                  </a:cubicBezTo>
                  <a:cubicBezTo>
                    <a:pt x="63" y="18"/>
                    <a:pt x="63" y="18"/>
                    <a:pt x="63" y="18"/>
                  </a:cubicBezTo>
                  <a:cubicBezTo>
                    <a:pt x="62" y="17"/>
                    <a:pt x="61" y="16"/>
                    <a:pt x="60" y="15"/>
                  </a:cubicBezTo>
                  <a:cubicBezTo>
                    <a:pt x="64" y="8"/>
                    <a:pt x="64" y="8"/>
                    <a:pt x="64" y="8"/>
                  </a:cubicBezTo>
                  <a:cubicBezTo>
                    <a:pt x="62" y="7"/>
                    <a:pt x="61" y="6"/>
                    <a:pt x="59" y="5"/>
                  </a:cubicBezTo>
                  <a:cubicBezTo>
                    <a:pt x="57" y="4"/>
                    <a:pt x="55" y="3"/>
                    <a:pt x="54" y="2"/>
                  </a:cubicBezTo>
                  <a:cubicBezTo>
                    <a:pt x="50" y="9"/>
                    <a:pt x="50" y="9"/>
                    <a:pt x="50" y="9"/>
                  </a:cubicBezTo>
                  <a:cubicBezTo>
                    <a:pt x="48" y="8"/>
                    <a:pt x="47" y="8"/>
                    <a:pt x="45" y="8"/>
                  </a:cubicBezTo>
                  <a:cubicBezTo>
                    <a:pt x="45" y="0"/>
                    <a:pt x="45" y="0"/>
                    <a:pt x="45" y="0"/>
                  </a:cubicBezTo>
                  <a:cubicBezTo>
                    <a:pt x="43" y="0"/>
                    <a:pt x="41" y="0"/>
                    <a:pt x="39" y="0"/>
                  </a:cubicBezTo>
                  <a:cubicBezTo>
                    <a:pt x="37" y="0"/>
                    <a:pt x="35" y="0"/>
                    <a:pt x="33" y="0"/>
                  </a:cubicBezTo>
                  <a:cubicBezTo>
                    <a:pt x="33" y="8"/>
                    <a:pt x="33" y="8"/>
                    <a:pt x="33" y="8"/>
                  </a:cubicBezTo>
                  <a:cubicBezTo>
                    <a:pt x="32" y="8"/>
                    <a:pt x="30" y="8"/>
                    <a:pt x="28" y="9"/>
                  </a:cubicBezTo>
                  <a:cubicBezTo>
                    <a:pt x="25" y="2"/>
                    <a:pt x="25" y="2"/>
                    <a:pt x="25" y="2"/>
                  </a:cubicBezTo>
                  <a:cubicBezTo>
                    <a:pt x="23" y="3"/>
                    <a:pt x="21" y="4"/>
                    <a:pt x="19" y="5"/>
                  </a:cubicBezTo>
                  <a:cubicBezTo>
                    <a:pt x="18" y="6"/>
                    <a:pt x="16" y="7"/>
                    <a:pt x="14" y="8"/>
                  </a:cubicBezTo>
                  <a:cubicBezTo>
                    <a:pt x="18" y="15"/>
                    <a:pt x="18" y="15"/>
                    <a:pt x="18" y="15"/>
                  </a:cubicBezTo>
                  <a:cubicBezTo>
                    <a:pt x="17" y="16"/>
                    <a:pt x="16" y="17"/>
                    <a:pt x="15" y="18"/>
                  </a:cubicBezTo>
                  <a:cubicBezTo>
                    <a:pt x="8" y="15"/>
                    <a:pt x="8" y="15"/>
                    <a:pt x="8" y="15"/>
                  </a:cubicBezTo>
                  <a:cubicBezTo>
                    <a:pt x="7" y="16"/>
                    <a:pt x="6" y="18"/>
                    <a:pt x="5" y="19"/>
                  </a:cubicBezTo>
                  <a:cubicBezTo>
                    <a:pt x="4" y="21"/>
                    <a:pt x="3" y="23"/>
                    <a:pt x="2" y="25"/>
                  </a:cubicBezTo>
                  <a:cubicBezTo>
                    <a:pt x="9" y="29"/>
                    <a:pt x="9" y="29"/>
                    <a:pt x="9" y="29"/>
                  </a:cubicBezTo>
                  <a:cubicBezTo>
                    <a:pt x="8" y="30"/>
                    <a:pt x="8" y="32"/>
                    <a:pt x="8" y="33"/>
                  </a:cubicBezTo>
                  <a:cubicBezTo>
                    <a:pt x="0" y="33"/>
                    <a:pt x="0" y="33"/>
                    <a:pt x="0" y="33"/>
                  </a:cubicBezTo>
                  <a:cubicBezTo>
                    <a:pt x="0" y="35"/>
                    <a:pt x="0" y="37"/>
                    <a:pt x="0" y="39"/>
                  </a:cubicBezTo>
                  <a:cubicBezTo>
                    <a:pt x="0" y="41"/>
                    <a:pt x="0" y="43"/>
                    <a:pt x="0" y="45"/>
                  </a:cubicBezTo>
                  <a:cubicBezTo>
                    <a:pt x="8" y="45"/>
                    <a:pt x="8" y="45"/>
                    <a:pt x="8" y="45"/>
                  </a:cubicBezTo>
                  <a:cubicBezTo>
                    <a:pt x="8" y="47"/>
                    <a:pt x="8" y="48"/>
                    <a:pt x="9" y="50"/>
                  </a:cubicBezTo>
                  <a:cubicBezTo>
                    <a:pt x="2" y="54"/>
                    <a:pt x="2" y="54"/>
                    <a:pt x="2" y="54"/>
                  </a:cubicBezTo>
                  <a:cubicBezTo>
                    <a:pt x="3" y="56"/>
                    <a:pt x="4" y="57"/>
                    <a:pt x="5" y="59"/>
                  </a:cubicBezTo>
                  <a:cubicBezTo>
                    <a:pt x="6" y="61"/>
                    <a:pt x="7" y="62"/>
                    <a:pt x="8" y="64"/>
                  </a:cubicBezTo>
                  <a:cubicBezTo>
                    <a:pt x="15" y="60"/>
                    <a:pt x="15" y="60"/>
                    <a:pt x="15" y="60"/>
                  </a:cubicBezTo>
                  <a:cubicBezTo>
                    <a:pt x="16" y="61"/>
                    <a:pt x="17" y="63"/>
                    <a:pt x="18" y="64"/>
                  </a:cubicBezTo>
                  <a:cubicBezTo>
                    <a:pt x="14" y="70"/>
                    <a:pt x="14" y="70"/>
                    <a:pt x="14" y="70"/>
                  </a:cubicBezTo>
                  <a:cubicBezTo>
                    <a:pt x="16" y="71"/>
                    <a:pt x="18" y="73"/>
                    <a:pt x="19" y="74"/>
                  </a:cubicBezTo>
                  <a:cubicBezTo>
                    <a:pt x="21" y="75"/>
                    <a:pt x="23" y="75"/>
                    <a:pt x="25" y="76"/>
                  </a:cubicBezTo>
                  <a:cubicBezTo>
                    <a:pt x="28" y="69"/>
                    <a:pt x="28" y="69"/>
                    <a:pt x="28" y="69"/>
                  </a:cubicBezTo>
                  <a:cubicBezTo>
                    <a:pt x="30" y="70"/>
                    <a:pt x="32" y="70"/>
                    <a:pt x="33" y="71"/>
                  </a:cubicBezTo>
                  <a:cubicBezTo>
                    <a:pt x="33" y="78"/>
                    <a:pt x="33" y="78"/>
                    <a:pt x="33" y="78"/>
                  </a:cubicBezTo>
                  <a:cubicBezTo>
                    <a:pt x="35" y="79"/>
                    <a:pt x="37" y="79"/>
                    <a:pt x="39" y="79"/>
                  </a:cubicBezTo>
                  <a:cubicBezTo>
                    <a:pt x="41" y="79"/>
                    <a:pt x="43" y="79"/>
                    <a:pt x="45" y="78"/>
                  </a:cubicBezTo>
                  <a:cubicBezTo>
                    <a:pt x="45" y="71"/>
                    <a:pt x="45" y="71"/>
                    <a:pt x="45" y="71"/>
                  </a:cubicBezTo>
                  <a:cubicBezTo>
                    <a:pt x="47" y="70"/>
                    <a:pt x="48" y="70"/>
                    <a:pt x="50" y="69"/>
                  </a:cubicBezTo>
                  <a:cubicBezTo>
                    <a:pt x="54" y="76"/>
                    <a:pt x="54" y="76"/>
                    <a:pt x="54" y="76"/>
                  </a:cubicBezTo>
                  <a:cubicBezTo>
                    <a:pt x="55" y="75"/>
                    <a:pt x="57" y="75"/>
                    <a:pt x="59" y="74"/>
                  </a:cubicBezTo>
                  <a:close/>
                  <a:moveTo>
                    <a:pt x="52" y="58"/>
                  </a:moveTo>
                  <a:cubicBezTo>
                    <a:pt x="52" y="58"/>
                    <a:pt x="52" y="58"/>
                    <a:pt x="52" y="58"/>
                  </a:cubicBezTo>
                  <a:cubicBezTo>
                    <a:pt x="52" y="58"/>
                    <a:pt x="52" y="58"/>
                    <a:pt x="52" y="58"/>
                  </a:cubicBezTo>
                  <a:cubicBezTo>
                    <a:pt x="52" y="58"/>
                    <a:pt x="52" y="58"/>
                    <a:pt x="52" y="58"/>
                  </a:cubicBezTo>
                  <a:cubicBezTo>
                    <a:pt x="52" y="58"/>
                    <a:pt x="52" y="58"/>
                    <a:pt x="52" y="58"/>
                  </a:cubicBezTo>
                  <a:cubicBezTo>
                    <a:pt x="52" y="58"/>
                    <a:pt x="52" y="58"/>
                    <a:pt x="52" y="58"/>
                  </a:cubicBezTo>
                  <a:cubicBezTo>
                    <a:pt x="52" y="58"/>
                    <a:pt x="51" y="59"/>
                    <a:pt x="50" y="59"/>
                  </a:cubicBezTo>
                  <a:cubicBezTo>
                    <a:pt x="49" y="60"/>
                    <a:pt x="47" y="61"/>
                    <a:pt x="45" y="61"/>
                  </a:cubicBezTo>
                  <a:cubicBezTo>
                    <a:pt x="45" y="61"/>
                    <a:pt x="45" y="61"/>
                    <a:pt x="45" y="61"/>
                  </a:cubicBezTo>
                  <a:cubicBezTo>
                    <a:pt x="45" y="61"/>
                    <a:pt x="45" y="61"/>
                    <a:pt x="45" y="61"/>
                  </a:cubicBezTo>
                  <a:cubicBezTo>
                    <a:pt x="45" y="61"/>
                    <a:pt x="45" y="61"/>
                    <a:pt x="45" y="61"/>
                  </a:cubicBezTo>
                  <a:cubicBezTo>
                    <a:pt x="44" y="61"/>
                    <a:pt x="44" y="62"/>
                    <a:pt x="43" y="62"/>
                  </a:cubicBezTo>
                  <a:cubicBezTo>
                    <a:pt x="43" y="62"/>
                    <a:pt x="43" y="62"/>
                    <a:pt x="43"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2" y="62"/>
                    <a:pt x="42" y="62"/>
                    <a:pt x="42"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1" y="62"/>
                    <a:pt x="41" y="62"/>
                    <a:pt x="41"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40" y="62"/>
                    <a:pt x="40" y="62"/>
                    <a:pt x="40" y="62"/>
                  </a:cubicBezTo>
                  <a:cubicBezTo>
                    <a:pt x="39" y="62"/>
                    <a:pt x="39" y="62"/>
                    <a:pt x="39" y="62"/>
                  </a:cubicBezTo>
                  <a:cubicBezTo>
                    <a:pt x="39" y="62"/>
                    <a:pt x="39" y="62"/>
                    <a:pt x="39" y="62"/>
                  </a:cubicBezTo>
                  <a:cubicBezTo>
                    <a:pt x="39" y="62"/>
                    <a:pt x="39" y="62"/>
                    <a:pt x="39" y="62"/>
                  </a:cubicBezTo>
                  <a:cubicBezTo>
                    <a:pt x="39" y="62"/>
                    <a:pt x="39" y="62"/>
                    <a:pt x="39" y="62"/>
                  </a:cubicBezTo>
                  <a:cubicBezTo>
                    <a:pt x="39" y="62"/>
                    <a:pt x="39" y="62"/>
                    <a:pt x="39" y="62"/>
                  </a:cubicBezTo>
                  <a:cubicBezTo>
                    <a:pt x="39" y="62"/>
                    <a:pt x="39" y="62"/>
                    <a:pt x="39" y="62"/>
                  </a:cubicBezTo>
                  <a:cubicBezTo>
                    <a:pt x="38" y="62"/>
                    <a:pt x="38" y="62"/>
                    <a:pt x="38" y="62"/>
                  </a:cubicBezTo>
                  <a:cubicBezTo>
                    <a:pt x="38" y="62"/>
                    <a:pt x="38" y="62"/>
                    <a:pt x="38" y="62"/>
                  </a:cubicBezTo>
                  <a:cubicBezTo>
                    <a:pt x="38" y="62"/>
                    <a:pt x="38" y="62"/>
                    <a:pt x="37" y="62"/>
                  </a:cubicBezTo>
                  <a:cubicBezTo>
                    <a:pt x="37" y="62"/>
                    <a:pt x="37" y="62"/>
                    <a:pt x="37" y="62"/>
                  </a:cubicBezTo>
                  <a:cubicBezTo>
                    <a:pt x="37" y="62"/>
                    <a:pt x="37" y="62"/>
                    <a:pt x="37" y="62"/>
                  </a:cubicBezTo>
                  <a:cubicBezTo>
                    <a:pt x="37" y="62"/>
                    <a:pt x="37" y="62"/>
                    <a:pt x="37" y="62"/>
                  </a:cubicBezTo>
                  <a:cubicBezTo>
                    <a:pt x="37" y="62"/>
                    <a:pt x="37" y="62"/>
                    <a:pt x="37" y="62"/>
                  </a:cubicBezTo>
                  <a:cubicBezTo>
                    <a:pt x="37" y="62"/>
                    <a:pt x="36" y="62"/>
                    <a:pt x="36" y="62"/>
                  </a:cubicBezTo>
                  <a:cubicBezTo>
                    <a:pt x="36" y="62"/>
                    <a:pt x="36" y="62"/>
                    <a:pt x="36" y="62"/>
                  </a:cubicBezTo>
                  <a:cubicBezTo>
                    <a:pt x="36" y="62"/>
                    <a:pt x="36" y="62"/>
                    <a:pt x="36" y="62"/>
                  </a:cubicBezTo>
                  <a:cubicBezTo>
                    <a:pt x="36" y="62"/>
                    <a:pt x="36" y="62"/>
                    <a:pt x="36" y="62"/>
                  </a:cubicBezTo>
                  <a:cubicBezTo>
                    <a:pt x="35" y="62"/>
                    <a:pt x="35" y="62"/>
                    <a:pt x="35" y="62"/>
                  </a:cubicBezTo>
                  <a:cubicBezTo>
                    <a:pt x="35" y="62"/>
                    <a:pt x="35" y="62"/>
                    <a:pt x="35" y="62"/>
                  </a:cubicBezTo>
                  <a:cubicBezTo>
                    <a:pt x="35" y="62"/>
                    <a:pt x="35" y="62"/>
                    <a:pt x="35" y="62"/>
                  </a:cubicBezTo>
                  <a:cubicBezTo>
                    <a:pt x="35" y="61"/>
                    <a:pt x="35" y="61"/>
                    <a:pt x="35"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4" y="61"/>
                    <a:pt x="34" y="61"/>
                    <a:pt x="34" y="61"/>
                  </a:cubicBezTo>
                  <a:cubicBezTo>
                    <a:pt x="33" y="61"/>
                    <a:pt x="33" y="61"/>
                    <a:pt x="33" y="61"/>
                  </a:cubicBezTo>
                  <a:cubicBezTo>
                    <a:pt x="33" y="61"/>
                    <a:pt x="33" y="61"/>
                    <a:pt x="33" y="61"/>
                  </a:cubicBezTo>
                  <a:cubicBezTo>
                    <a:pt x="33" y="61"/>
                    <a:pt x="33" y="61"/>
                    <a:pt x="33" y="61"/>
                  </a:cubicBezTo>
                  <a:cubicBezTo>
                    <a:pt x="33" y="61"/>
                    <a:pt x="33" y="61"/>
                    <a:pt x="33" y="61"/>
                  </a:cubicBezTo>
                  <a:cubicBezTo>
                    <a:pt x="33" y="61"/>
                    <a:pt x="33" y="61"/>
                    <a:pt x="33" y="61"/>
                  </a:cubicBezTo>
                  <a:cubicBezTo>
                    <a:pt x="33" y="61"/>
                    <a:pt x="33" y="61"/>
                    <a:pt x="33" y="61"/>
                  </a:cubicBezTo>
                  <a:cubicBezTo>
                    <a:pt x="32" y="61"/>
                    <a:pt x="32" y="61"/>
                    <a:pt x="32" y="61"/>
                  </a:cubicBezTo>
                  <a:cubicBezTo>
                    <a:pt x="32" y="61"/>
                    <a:pt x="32" y="61"/>
                    <a:pt x="32" y="61"/>
                  </a:cubicBezTo>
                  <a:cubicBezTo>
                    <a:pt x="32" y="61"/>
                    <a:pt x="32" y="61"/>
                    <a:pt x="32" y="61"/>
                  </a:cubicBezTo>
                  <a:cubicBezTo>
                    <a:pt x="32" y="61"/>
                    <a:pt x="32" y="61"/>
                    <a:pt x="32" y="61"/>
                  </a:cubicBezTo>
                  <a:cubicBezTo>
                    <a:pt x="32" y="61"/>
                    <a:pt x="32" y="61"/>
                    <a:pt x="32" y="61"/>
                  </a:cubicBezTo>
                  <a:cubicBezTo>
                    <a:pt x="31" y="60"/>
                    <a:pt x="29" y="60"/>
                    <a:pt x="28" y="59"/>
                  </a:cubicBezTo>
                  <a:cubicBezTo>
                    <a:pt x="27" y="59"/>
                    <a:pt x="27" y="59"/>
                    <a:pt x="27" y="58"/>
                  </a:cubicBezTo>
                  <a:cubicBezTo>
                    <a:pt x="27" y="58"/>
                    <a:pt x="27" y="58"/>
                    <a:pt x="27" y="58"/>
                  </a:cubicBezTo>
                  <a:cubicBezTo>
                    <a:pt x="27" y="58"/>
                    <a:pt x="27" y="58"/>
                    <a:pt x="27" y="58"/>
                  </a:cubicBezTo>
                  <a:cubicBezTo>
                    <a:pt x="26" y="58"/>
                    <a:pt x="26" y="58"/>
                    <a:pt x="26" y="58"/>
                  </a:cubicBezTo>
                  <a:cubicBezTo>
                    <a:pt x="26" y="58"/>
                    <a:pt x="26" y="58"/>
                    <a:pt x="26" y="58"/>
                  </a:cubicBezTo>
                  <a:cubicBezTo>
                    <a:pt x="26" y="58"/>
                    <a:pt x="26" y="58"/>
                    <a:pt x="26" y="58"/>
                  </a:cubicBezTo>
                  <a:cubicBezTo>
                    <a:pt x="24" y="56"/>
                    <a:pt x="22" y="55"/>
                    <a:pt x="21" y="52"/>
                  </a:cubicBezTo>
                  <a:cubicBezTo>
                    <a:pt x="21" y="52"/>
                    <a:pt x="21" y="52"/>
                    <a:pt x="21" y="52"/>
                  </a:cubicBezTo>
                  <a:cubicBezTo>
                    <a:pt x="21" y="52"/>
                    <a:pt x="21" y="52"/>
                    <a:pt x="21" y="52"/>
                  </a:cubicBezTo>
                  <a:cubicBezTo>
                    <a:pt x="21" y="52"/>
                    <a:pt x="21" y="52"/>
                    <a:pt x="21" y="52"/>
                  </a:cubicBezTo>
                  <a:cubicBezTo>
                    <a:pt x="20" y="52"/>
                    <a:pt x="20" y="51"/>
                    <a:pt x="20" y="51"/>
                  </a:cubicBezTo>
                  <a:cubicBezTo>
                    <a:pt x="18" y="49"/>
                    <a:pt x="18" y="47"/>
                    <a:pt x="17" y="45"/>
                  </a:cubicBezTo>
                  <a:cubicBezTo>
                    <a:pt x="17" y="45"/>
                    <a:pt x="17" y="45"/>
                    <a:pt x="17" y="45"/>
                  </a:cubicBezTo>
                  <a:cubicBezTo>
                    <a:pt x="17" y="45"/>
                    <a:pt x="17" y="45"/>
                    <a:pt x="17" y="45"/>
                  </a:cubicBezTo>
                  <a:cubicBezTo>
                    <a:pt x="17" y="44"/>
                    <a:pt x="17" y="43"/>
                    <a:pt x="17" y="42"/>
                  </a:cubicBezTo>
                  <a:cubicBezTo>
                    <a:pt x="17" y="42"/>
                    <a:pt x="17" y="42"/>
                    <a:pt x="17" y="42"/>
                  </a:cubicBezTo>
                  <a:cubicBezTo>
                    <a:pt x="17" y="41"/>
                    <a:pt x="17" y="41"/>
                    <a:pt x="17" y="41"/>
                  </a:cubicBezTo>
                  <a:cubicBezTo>
                    <a:pt x="17" y="41"/>
                    <a:pt x="17" y="41"/>
                    <a:pt x="17" y="41"/>
                  </a:cubicBezTo>
                  <a:cubicBezTo>
                    <a:pt x="17" y="41"/>
                    <a:pt x="17" y="41"/>
                    <a:pt x="17" y="41"/>
                  </a:cubicBezTo>
                  <a:cubicBezTo>
                    <a:pt x="17" y="41"/>
                    <a:pt x="17" y="41"/>
                    <a:pt x="17" y="41"/>
                  </a:cubicBezTo>
                  <a:cubicBezTo>
                    <a:pt x="17" y="41"/>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6" y="38"/>
                    <a:pt x="16" y="38"/>
                  </a:cubicBezTo>
                  <a:cubicBezTo>
                    <a:pt x="16" y="38"/>
                    <a:pt x="16" y="38"/>
                    <a:pt x="16" y="38"/>
                  </a:cubicBezTo>
                  <a:cubicBezTo>
                    <a:pt x="16" y="38"/>
                    <a:pt x="16" y="38"/>
                    <a:pt x="16" y="38"/>
                  </a:cubicBezTo>
                  <a:cubicBezTo>
                    <a:pt x="16" y="38"/>
                    <a:pt x="16" y="38"/>
                    <a:pt x="16"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7"/>
                    <a:pt x="17" y="37"/>
                    <a:pt x="17" y="37"/>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6"/>
                    <a:pt x="17" y="36"/>
                    <a:pt x="17" y="36"/>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5"/>
                    <a:pt x="17" y="35"/>
                    <a:pt x="17" y="35"/>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4"/>
                    <a:pt x="17" y="34"/>
                    <a:pt x="17" y="34"/>
                  </a:cubicBezTo>
                  <a:cubicBezTo>
                    <a:pt x="17" y="33"/>
                    <a:pt x="17" y="33"/>
                    <a:pt x="17" y="33"/>
                  </a:cubicBezTo>
                  <a:cubicBezTo>
                    <a:pt x="17" y="33"/>
                    <a:pt x="17" y="33"/>
                    <a:pt x="17" y="33"/>
                  </a:cubicBezTo>
                  <a:cubicBezTo>
                    <a:pt x="17" y="33"/>
                    <a:pt x="17" y="33"/>
                    <a:pt x="17" y="33"/>
                  </a:cubicBezTo>
                  <a:cubicBezTo>
                    <a:pt x="17" y="33"/>
                    <a:pt x="17" y="33"/>
                    <a:pt x="17" y="33"/>
                  </a:cubicBezTo>
                  <a:cubicBezTo>
                    <a:pt x="18" y="31"/>
                    <a:pt x="19" y="30"/>
                    <a:pt x="20" y="28"/>
                  </a:cubicBezTo>
                  <a:cubicBezTo>
                    <a:pt x="20" y="27"/>
                    <a:pt x="20" y="27"/>
                    <a:pt x="20" y="26"/>
                  </a:cubicBezTo>
                  <a:cubicBezTo>
                    <a:pt x="20" y="26"/>
                    <a:pt x="20" y="26"/>
                    <a:pt x="20" y="26"/>
                  </a:cubicBezTo>
                  <a:cubicBezTo>
                    <a:pt x="21" y="26"/>
                    <a:pt x="21" y="26"/>
                    <a:pt x="21" y="26"/>
                  </a:cubicBezTo>
                  <a:cubicBezTo>
                    <a:pt x="21" y="26"/>
                    <a:pt x="21" y="26"/>
                    <a:pt x="21" y="26"/>
                  </a:cubicBezTo>
                  <a:cubicBezTo>
                    <a:pt x="21" y="26"/>
                    <a:pt x="21" y="26"/>
                    <a:pt x="21" y="26"/>
                  </a:cubicBezTo>
                  <a:cubicBezTo>
                    <a:pt x="21" y="26"/>
                    <a:pt x="21" y="26"/>
                    <a:pt x="21" y="26"/>
                  </a:cubicBezTo>
                  <a:cubicBezTo>
                    <a:pt x="22" y="24"/>
                    <a:pt x="24" y="22"/>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0"/>
                    <a:pt x="26" y="20"/>
                    <a:pt x="26" y="20"/>
                  </a:cubicBezTo>
                  <a:cubicBezTo>
                    <a:pt x="27" y="20"/>
                    <a:pt x="27" y="20"/>
                    <a:pt x="27" y="20"/>
                  </a:cubicBezTo>
                  <a:cubicBezTo>
                    <a:pt x="27" y="20"/>
                    <a:pt x="27" y="20"/>
                    <a:pt x="28" y="20"/>
                  </a:cubicBezTo>
                  <a:cubicBezTo>
                    <a:pt x="30" y="19"/>
                    <a:pt x="31" y="18"/>
                    <a:pt x="33" y="17"/>
                  </a:cubicBezTo>
                  <a:cubicBezTo>
                    <a:pt x="34" y="17"/>
                    <a:pt x="35" y="17"/>
                    <a:pt x="35"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6" y="17"/>
                    <a:pt x="36" y="17"/>
                    <a:pt x="36"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9" y="17"/>
                    <a:pt x="39" y="17"/>
                    <a:pt x="39" y="17"/>
                  </a:cubicBezTo>
                  <a:cubicBezTo>
                    <a:pt x="39" y="17"/>
                    <a:pt x="39" y="17"/>
                    <a:pt x="39" y="17"/>
                  </a:cubicBezTo>
                  <a:cubicBezTo>
                    <a:pt x="39" y="17"/>
                    <a:pt x="39" y="17"/>
                    <a:pt x="39" y="17"/>
                  </a:cubicBezTo>
                  <a:cubicBezTo>
                    <a:pt x="39" y="17"/>
                    <a:pt x="39" y="17"/>
                    <a:pt x="39" y="17"/>
                  </a:cubicBezTo>
                  <a:cubicBezTo>
                    <a:pt x="39" y="17"/>
                    <a:pt x="40" y="17"/>
                    <a:pt x="40" y="17"/>
                  </a:cubicBezTo>
                  <a:cubicBezTo>
                    <a:pt x="40" y="17"/>
                    <a:pt x="40" y="17"/>
                    <a:pt x="40" y="17"/>
                  </a:cubicBezTo>
                  <a:cubicBezTo>
                    <a:pt x="40" y="17"/>
                    <a:pt x="40" y="17"/>
                    <a:pt x="40" y="17"/>
                  </a:cubicBezTo>
                  <a:cubicBezTo>
                    <a:pt x="40" y="17"/>
                    <a:pt x="40" y="17"/>
                    <a:pt x="40" y="17"/>
                  </a:cubicBezTo>
                  <a:cubicBezTo>
                    <a:pt x="40" y="17"/>
                    <a:pt x="40" y="17"/>
                    <a:pt x="40" y="17"/>
                  </a:cubicBezTo>
                  <a:cubicBezTo>
                    <a:pt x="41" y="17"/>
                    <a:pt x="41" y="17"/>
                    <a:pt x="41" y="17"/>
                  </a:cubicBezTo>
                  <a:cubicBezTo>
                    <a:pt x="41" y="17"/>
                    <a:pt x="41" y="17"/>
                    <a:pt x="41" y="17"/>
                  </a:cubicBezTo>
                  <a:cubicBezTo>
                    <a:pt x="41" y="17"/>
                    <a:pt x="41" y="17"/>
                    <a:pt x="41" y="17"/>
                  </a:cubicBezTo>
                  <a:cubicBezTo>
                    <a:pt x="41" y="17"/>
                    <a:pt x="41" y="17"/>
                    <a:pt x="41" y="17"/>
                  </a:cubicBezTo>
                  <a:cubicBezTo>
                    <a:pt x="42" y="17"/>
                    <a:pt x="42" y="17"/>
                    <a:pt x="42" y="17"/>
                  </a:cubicBezTo>
                  <a:cubicBezTo>
                    <a:pt x="42" y="17"/>
                    <a:pt x="42" y="17"/>
                    <a:pt x="42" y="17"/>
                  </a:cubicBezTo>
                  <a:cubicBezTo>
                    <a:pt x="42" y="17"/>
                    <a:pt x="42" y="17"/>
                    <a:pt x="42" y="17"/>
                  </a:cubicBezTo>
                  <a:cubicBezTo>
                    <a:pt x="42" y="17"/>
                    <a:pt x="42" y="17"/>
                    <a:pt x="42" y="17"/>
                  </a:cubicBezTo>
                  <a:cubicBezTo>
                    <a:pt x="43" y="17"/>
                    <a:pt x="43" y="17"/>
                    <a:pt x="43" y="17"/>
                  </a:cubicBezTo>
                  <a:cubicBezTo>
                    <a:pt x="43" y="17"/>
                    <a:pt x="43" y="17"/>
                    <a:pt x="43" y="17"/>
                  </a:cubicBezTo>
                  <a:cubicBezTo>
                    <a:pt x="43" y="17"/>
                    <a:pt x="43" y="17"/>
                    <a:pt x="43" y="17"/>
                  </a:cubicBezTo>
                  <a:cubicBezTo>
                    <a:pt x="43" y="17"/>
                    <a:pt x="43" y="17"/>
                    <a:pt x="43" y="17"/>
                  </a:cubicBezTo>
                  <a:cubicBezTo>
                    <a:pt x="44" y="17"/>
                    <a:pt x="44" y="17"/>
                    <a:pt x="44" y="17"/>
                  </a:cubicBezTo>
                  <a:cubicBezTo>
                    <a:pt x="44" y="17"/>
                    <a:pt x="44" y="17"/>
                    <a:pt x="44" y="17"/>
                  </a:cubicBezTo>
                  <a:cubicBezTo>
                    <a:pt x="44" y="17"/>
                    <a:pt x="44" y="17"/>
                    <a:pt x="44" y="17"/>
                  </a:cubicBezTo>
                  <a:cubicBezTo>
                    <a:pt x="44" y="17"/>
                    <a:pt x="44" y="17"/>
                    <a:pt x="44" y="17"/>
                  </a:cubicBezTo>
                  <a:cubicBezTo>
                    <a:pt x="44" y="17"/>
                    <a:pt x="44" y="17"/>
                    <a:pt x="44" y="17"/>
                  </a:cubicBezTo>
                  <a:cubicBezTo>
                    <a:pt x="44" y="17"/>
                    <a:pt x="44" y="17"/>
                    <a:pt x="44"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5" y="17"/>
                    <a:pt x="45" y="17"/>
                    <a:pt x="45" y="17"/>
                  </a:cubicBezTo>
                  <a:cubicBezTo>
                    <a:pt x="46" y="17"/>
                    <a:pt x="46" y="17"/>
                    <a:pt x="46" y="17"/>
                  </a:cubicBezTo>
                  <a:cubicBezTo>
                    <a:pt x="46" y="18"/>
                    <a:pt x="46" y="18"/>
                    <a:pt x="46" y="18"/>
                  </a:cubicBezTo>
                  <a:cubicBezTo>
                    <a:pt x="46" y="18"/>
                    <a:pt x="46" y="18"/>
                    <a:pt x="46" y="18"/>
                  </a:cubicBezTo>
                  <a:cubicBezTo>
                    <a:pt x="46" y="18"/>
                    <a:pt x="46" y="18"/>
                    <a:pt x="46" y="18"/>
                  </a:cubicBezTo>
                  <a:cubicBezTo>
                    <a:pt x="46" y="18"/>
                    <a:pt x="46" y="18"/>
                    <a:pt x="46" y="18"/>
                  </a:cubicBezTo>
                  <a:cubicBezTo>
                    <a:pt x="46" y="18"/>
                    <a:pt x="46" y="18"/>
                    <a:pt x="46" y="18"/>
                  </a:cubicBezTo>
                  <a:cubicBezTo>
                    <a:pt x="48" y="18"/>
                    <a:pt x="49" y="19"/>
                    <a:pt x="50" y="20"/>
                  </a:cubicBezTo>
                  <a:cubicBezTo>
                    <a:pt x="51" y="20"/>
                    <a:pt x="51" y="20"/>
                    <a:pt x="51" y="20"/>
                  </a:cubicBezTo>
                  <a:cubicBezTo>
                    <a:pt x="52" y="20"/>
                    <a:pt x="52" y="20"/>
                    <a:pt x="52" y="20"/>
                  </a:cubicBezTo>
                  <a:cubicBezTo>
                    <a:pt x="52" y="20"/>
                    <a:pt x="52" y="20"/>
                    <a:pt x="52" y="20"/>
                  </a:cubicBezTo>
                  <a:cubicBezTo>
                    <a:pt x="52" y="20"/>
                    <a:pt x="52" y="20"/>
                    <a:pt x="52" y="20"/>
                  </a:cubicBezTo>
                  <a:cubicBezTo>
                    <a:pt x="52" y="21"/>
                    <a:pt x="52" y="21"/>
                    <a:pt x="52" y="21"/>
                  </a:cubicBezTo>
                  <a:cubicBezTo>
                    <a:pt x="52" y="21"/>
                    <a:pt x="52" y="21"/>
                    <a:pt x="52" y="21"/>
                  </a:cubicBezTo>
                  <a:cubicBezTo>
                    <a:pt x="54" y="22"/>
                    <a:pt x="56" y="24"/>
                    <a:pt x="58" y="26"/>
                  </a:cubicBezTo>
                  <a:cubicBezTo>
                    <a:pt x="58" y="26"/>
                    <a:pt x="58" y="26"/>
                    <a:pt x="58" y="26"/>
                  </a:cubicBezTo>
                  <a:cubicBezTo>
                    <a:pt x="58" y="26"/>
                    <a:pt x="58" y="26"/>
                    <a:pt x="58" y="26"/>
                  </a:cubicBezTo>
                  <a:cubicBezTo>
                    <a:pt x="58" y="26"/>
                    <a:pt x="58" y="26"/>
                    <a:pt x="58" y="26"/>
                  </a:cubicBezTo>
                  <a:cubicBezTo>
                    <a:pt x="58" y="26"/>
                    <a:pt x="58" y="26"/>
                    <a:pt x="58" y="26"/>
                  </a:cubicBezTo>
                  <a:cubicBezTo>
                    <a:pt x="58" y="27"/>
                    <a:pt x="58" y="27"/>
                    <a:pt x="59" y="28"/>
                  </a:cubicBezTo>
                  <a:cubicBezTo>
                    <a:pt x="60" y="30"/>
                    <a:pt x="61" y="32"/>
                    <a:pt x="61" y="33"/>
                  </a:cubicBezTo>
                  <a:cubicBezTo>
                    <a:pt x="61" y="33"/>
                    <a:pt x="61" y="33"/>
                    <a:pt x="61" y="33"/>
                  </a:cubicBezTo>
                  <a:cubicBezTo>
                    <a:pt x="61" y="33"/>
                    <a:pt x="61" y="33"/>
                    <a:pt x="61" y="33"/>
                  </a:cubicBezTo>
                  <a:cubicBezTo>
                    <a:pt x="61" y="35"/>
                    <a:pt x="62" y="36"/>
                    <a:pt x="62" y="37"/>
                  </a:cubicBezTo>
                  <a:cubicBezTo>
                    <a:pt x="62" y="37"/>
                    <a:pt x="62" y="37"/>
                    <a:pt x="62" y="37"/>
                  </a:cubicBezTo>
                  <a:cubicBezTo>
                    <a:pt x="62" y="37"/>
                    <a:pt x="62" y="37"/>
                    <a:pt x="62" y="37"/>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2" y="38"/>
                    <a:pt x="62" y="38"/>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39"/>
                    <a:pt x="62" y="39"/>
                    <a:pt x="62" y="39"/>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0"/>
                    <a:pt x="62" y="40"/>
                    <a:pt x="62" y="40"/>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1"/>
                    <a:pt x="62" y="41"/>
                    <a:pt x="62" y="41"/>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2"/>
                    <a:pt x="62" y="42"/>
                    <a:pt x="62" y="42"/>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3"/>
                    <a:pt x="61" y="43"/>
                    <a:pt x="61" y="43"/>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4"/>
                    <a:pt x="61" y="44"/>
                    <a:pt x="61" y="44"/>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5"/>
                    <a:pt x="61" y="45"/>
                    <a:pt x="61" y="45"/>
                  </a:cubicBezTo>
                  <a:cubicBezTo>
                    <a:pt x="61" y="47"/>
                    <a:pt x="60" y="49"/>
                    <a:pt x="59" y="51"/>
                  </a:cubicBezTo>
                  <a:cubicBezTo>
                    <a:pt x="58" y="51"/>
                    <a:pt x="58" y="52"/>
                    <a:pt x="58" y="52"/>
                  </a:cubicBezTo>
                  <a:cubicBezTo>
                    <a:pt x="58" y="52"/>
                    <a:pt x="58" y="52"/>
                    <a:pt x="58" y="52"/>
                  </a:cubicBezTo>
                  <a:cubicBezTo>
                    <a:pt x="58" y="52"/>
                    <a:pt x="58" y="52"/>
                    <a:pt x="58" y="52"/>
                  </a:cubicBezTo>
                  <a:cubicBezTo>
                    <a:pt x="58" y="52"/>
                    <a:pt x="58" y="52"/>
                    <a:pt x="58" y="52"/>
                  </a:cubicBezTo>
                  <a:cubicBezTo>
                    <a:pt x="58" y="52"/>
                    <a:pt x="58" y="52"/>
                    <a:pt x="58" y="52"/>
                  </a:cubicBezTo>
                  <a:cubicBezTo>
                    <a:pt x="58" y="52"/>
                    <a:pt x="58" y="52"/>
                    <a:pt x="58" y="52"/>
                  </a:cubicBezTo>
                  <a:cubicBezTo>
                    <a:pt x="56" y="54"/>
                    <a:pt x="54" y="56"/>
                    <a:pt x="52" y="58"/>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9" name="Google Shape;819;p60"/>
            <p:cNvSpPr/>
            <p:nvPr/>
          </p:nvSpPr>
          <p:spPr>
            <a:xfrm>
              <a:off x="3667125" y="2152650"/>
              <a:ext cx="180975" cy="179388"/>
            </a:xfrm>
            <a:custGeom>
              <a:avLst/>
              <a:gdLst/>
              <a:ahLst/>
              <a:cxnLst/>
              <a:rect l="l" t="t" r="r" b="b"/>
              <a:pathLst>
                <a:path w="48" h="48" extrusionOk="0">
                  <a:moveTo>
                    <a:pt x="24" y="48"/>
                  </a:moveTo>
                  <a:cubicBezTo>
                    <a:pt x="25" y="48"/>
                    <a:pt x="26" y="48"/>
                    <a:pt x="27" y="48"/>
                  </a:cubicBezTo>
                  <a:cubicBezTo>
                    <a:pt x="27" y="45"/>
                    <a:pt x="27" y="45"/>
                    <a:pt x="27" y="45"/>
                  </a:cubicBezTo>
                  <a:cubicBezTo>
                    <a:pt x="27" y="45"/>
                    <a:pt x="28" y="45"/>
                    <a:pt x="29" y="45"/>
                  </a:cubicBezTo>
                  <a:cubicBezTo>
                    <a:pt x="29" y="45"/>
                    <a:pt x="29" y="45"/>
                    <a:pt x="29" y="45"/>
                  </a:cubicBezTo>
                  <a:cubicBezTo>
                    <a:pt x="30" y="47"/>
                    <a:pt x="30" y="47"/>
                    <a:pt x="30" y="47"/>
                  </a:cubicBezTo>
                  <a:cubicBezTo>
                    <a:pt x="30" y="47"/>
                    <a:pt x="31" y="47"/>
                    <a:pt x="31" y="47"/>
                  </a:cubicBezTo>
                  <a:cubicBezTo>
                    <a:pt x="32" y="46"/>
                    <a:pt x="33" y="46"/>
                    <a:pt x="35" y="45"/>
                  </a:cubicBezTo>
                  <a:cubicBezTo>
                    <a:pt x="34" y="43"/>
                    <a:pt x="34" y="43"/>
                    <a:pt x="34" y="43"/>
                  </a:cubicBezTo>
                  <a:cubicBezTo>
                    <a:pt x="34" y="42"/>
                    <a:pt x="35" y="42"/>
                    <a:pt x="35" y="42"/>
                  </a:cubicBezTo>
                  <a:cubicBezTo>
                    <a:pt x="36" y="42"/>
                    <a:pt x="36" y="42"/>
                    <a:pt x="36" y="42"/>
                  </a:cubicBezTo>
                  <a:cubicBezTo>
                    <a:pt x="37" y="44"/>
                    <a:pt x="37" y="44"/>
                    <a:pt x="37" y="44"/>
                  </a:cubicBezTo>
                  <a:cubicBezTo>
                    <a:pt x="39" y="43"/>
                    <a:pt x="40" y="42"/>
                    <a:pt x="41" y="41"/>
                  </a:cubicBezTo>
                  <a:cubicBezTo>
                    <a:pt x="39" y="38"/>
                    <a:pt x="39" y="38"/>
                    <a:pt x="39" y="38"/>
                  </a:cubicBezTo>
                  <a:cubicBezTo>
                    <a:pt x="40" y="38"/>
                    <a:pt x="40" y="37"/>
                    <a:pt x="41" y="37"/>
                  </a:cubicBezTo>
                  <a:cubicBezTo>
                    <a:pt x="43" y="38"/>
                    <a:pt x="43" y="38"/>
                    <a:pt x="43" y="38"/>
                  </a:cubicBezTo>
                  <a:cubicBezTo>
                    <a:pt x="44" y="37"/>
                    <a:pt x="45" y="35"/>
                    <a:pt x="46" y="34"/>
                  </a:cubicBezTo>
                  <a:cubicBezTo>
                    <a:pt x="43" y="32"/>
                    <a:pt x="43" y="32"/>
                    <a:pt x="43" y="32"/>
                  </a:cubicBezTo>
                  <a:cubicBezTo>
                    <a:pt x="44" y="32"/>
                    <a:pt x="44" y="31"/>
                    <a:pt x="44" y="30"/>
                  </a:cubicBezTo>
                  <a:cubicBezTo>
                    <a:pt x="47" y="31"/>
                    <a:pt x="47" y="31"/>
                    <a:pt x="47" y="31"/>
                  </a:cubicBezTo>
                  <a:cubicBezTo>
                    <a:pt x="47" y="29"/>
                    <a:pt x="48" y="27"/>
                    <a:pt x="48" y="26"/>
                  </a:cubicBezTo>
                  <a:cubicBezTo>
                    <a:pt x="45" y="25"/>
                    <a:pt x="45" y="25"/>
                    <a:pt x="45" y="25"/>
                  </a:cubicBezTo>
                  <a:cubicBezTo>
                    <a:pt x="45" y="25"/>
                    <a:pt x="45" y="25"/>
                    <a:pt x="45" y="24"/>
                  </a:cubicBezTo>
                  <a:cubicBezTo>
                    <a:pt x="45" y="24"/>
                    <a:pt x="45" y="23"/>
                    <a:pt x="45" y="23"/>
                  </a:cubicBezTo>
                  <a:cubicBezTo>
                    <a:pt x="48" y="23"/>
                    <a:pt x="48" y="23"/>
                    <a:pt x="48" y="23"/>
                  </a:cubicBezTo>
                  <a:cubicBezTo>
                    <a:pt x="48" y="21"/>
                    <a:pt x="47" y="19"/>
                    <a:pt x="47" y="18"/>
                  </a:cubicBezTo>
                  <a:cubicBezTo>
                    <a:pt x="44" y="18"/>
                    <a:pt x="44" y="18"/>
                    <a:pt x="44" y="18"/>
                  </a:cubicBezTo>
                  <a:cubicBezTo>
                    <a:pt x="44" y="17"/>
                    <a:pt x="44" y="17"/>
                    <a:pt x="43" y="16"/>
                  </a:cubicBezTo>
                  <a:cubicBezTo>
                    <a:pt x="46" y="15"/>
                    <a:pt x="46" y="15"/>
                    <a:pt x="46" y="15"/>
                  </a:cubicBezTo>
                  <a:cubicBezTo>
                    <a:pt x="45" y="13"/>
                    <a:pt x="44" y="12"/>
                    <a:pt x="43" y="10"/>
                  </a:cubicBezTo>
                  <a:cubicBezTo>
                    <a:pt x="41" y="12"/>
                    <a:pt x="41" y="12"/>
                    <a:pt x="41" y="12"/>
                  </a:cubicBezTo>
                  <a:cubicBezTo>
                    <a:pt x="40" y="11"/>
                    <a:pt x="40" y="10"/>
                    <a:pt x="39" y="10"/>
                  </a:cubicBezTo>
                  <a:cubicBezTo>
                    <a:pt x="41" y="8"/>
                    <a:pt x="41" y="8"/>
                    <a:pt x="41" y="8"/>
                  </a:cubicBezTo>
                  <a:cubicBezTo>
                    <a:pt x="40" y="7"/>
                    <a:pt x="39" y="5"/>
                    <a:pt x="37" y="4"/>
                  </a:cubicBezTo>
                  <a:cubicBezTo>
                    <a:pt x="36" y="6"/>
                    <a:pt x="36" y="6"/>
                    <a:pt x="36" y="6"/>
                  </a:cubicBezTo>
                  <a:cubicBezTo>
                    <a:pt x="35" y="7"/>
                    <a:pt x="35" y="7"/>
                    <a:pt x="35" y="7"/>
                  </a:cubicBezTo>
                  <a:cubicBezTo>
                    <a:pt x="35" y="6"/>
                    <a:pt x="34" y="6"/>
                    <a:pt x="34" y="6"/>
                  </a:cubicBezTo>
                  <a:cubicBezTo>
                    <a:pt x="35" y="3"/>
                    <a:pt x="35" y="3"/>
                    <a:pt x="35" y="3"/>
                  </a:cubicBezTo>
                  <a:cubicBezTo>
                    <a:pt x="33" y="2"/>
                    <a:pt x="32" y="2"/>
                    <a:pt x="31" y="2"/>
                  </a:cubicBezTo>
                  <a:cubicBezTo>
                    <a:pt x="31" y="1"/>
                    <a:pt x="30" y="1"/>
                    <a:pt x="30" y="1"/>
                  </a:cubicBezTo>
                  <a:cubicBezTo>
                    <a:pt x="29" y="4"/>
                    <a:pt x="29" y="4"/>
                    <a:pt x="29" y="4"/>
                  </a:cubicBezTo>
                  <a:cubicBezTo>
                    <a:pt x="29" y="4"/>
                    <a:pt x="29" y="4"/>
                    <a:pt x="29" y="4"/>
                  </a:cubicBezTo>
                  <a:cubicBezTo>
                    <a:pt x="28" y="4"/>
                    <a:pt x="27" y="3"/>
                    <a:pt x="27" y="3"/>
                  </a:cubicBezTo>
                  <a:cubicBezTo>
                    <a:pt x="27" y="1"/>
                    <a:pt x="27" y="1"/>
                    <a:pt x="27" y="1"/>
                  </a:cubicBezTo>
                  <a:cubicBezTo>
                    <a:pt x="26" y="1"/>
                    <a:pt x="25" y="0"/>
                    <a:pt x="24" y="0"/>
                  </a:cubicBezTo>
                  <a:cubicBezTo>
                    <a:pt x="23" y="0"/>
                    <a:pt x="22" y="1"/>
                    <a:pt x="22" y="1"/>
                  </a:cubicBezTo>
                  <a:cubicBezTo>
                    <a:pt x="22" y="3"/>
                    <a:pt x="22" y="3"/>
                    <a:pt x="22" y="3"/>
                  </a:cubicBezTo>
                  <a:cubicBezTo>
                    <a:pt x="21" y="3"/>
                    <a:pt x="20" y="4"/>
                    <a:pt x="19" y="4"/>
                  </a:cubicBezTo>
                  <a:cubicBezTo>
                    <a:pt x="19" y="4"/>
                    <a:pt x="19" y="4"/>
                    <a:pt x="19" y="4"/>
                  </a:cubicBezTo>
                  <a:cubicBezTo>
                    <a:pt x="19" y="1"/>
                    <a:pt x="19" y="1"/>
                    <a:pt x="19" y="1"/>
                  </a:cubicBezTo>
                  <a:cubicBezTo>
                    <a:pt x="18" y="1"/>
                    <a:pt x="18" y="1"/>
                    <a:pt x="17" y="2"/>
                  </a:cubicBezTo>
                  <a:cubicBezTo>
                    <a:pt x="16" y="2"/>
                    <a:pt x="15" y="2"/>
                    <a:pt x="14" y="3"/>
                  </a:cubicBezTo>
                  <a:cubicBezTo>
                    <a:pt x="15" y="6"/>
                    <a:pt x="15" y="6"/>
                    <a:pt x="15" y="6"/>
                  </a:cubicBezTo>
                  <a:cubicBezTo>
                    <a:pt x="14" y="6"/>
                    <a:pt x="13" y="6"/>
                    <a:pt x="13" y="7"/>
                  </a:cubicBezTo>
                  <a:cubicBezTo>
                    <a:pt x="12" y="6"/>
                    <a:pt x="12" y="6"/>
                    <a:pt x="12" y="6"/>
                  </a:cubicBezTo>
                  <a:cubicBezTo>
                    <a:pt x="11" y="4"/>
                    <a:pt x="11" y="4"/>
                    <a:pt x="11" y="4"/>
                  </a:cubicBezTo>
                  <a:cubicBezTo>
                    <a:pt x="10" y="5"/>
                    <a:pt x="8" y="7"/>
                    <a:pt x="7" y="8"/>
                  </a:cubicBezTo>
                  <a:cubicBezTo>
                    <a:pt x="9" y="10"/>
                    <a:pt x="9" y="10"/>
                    <a:pt x="9" y="10"/>
                  </a:cubicBezTo>
                  <a:cubicBezTo>
                    <a:pt x="8" y="10"/>
                    <a:pt x="8" y="11"/>
                    <a:pt x="7" y="12"/>
                  </a:cubicBezTo>
                  <a:cubicBezTo>
                    <a:pt x="5" y="10"/>
                    <a:pt x="5" y="10"/>
                    <a:pt x="5" y="10"/>
                  </a:cubicBezTo>
                  <a:cubicBezTo>
                    <a:pt x="4" y="12"/>
                    <a:pt x="3" y="13"/>
                    <a:pt x="2" y="15"/>
                  </a:cubicBezTo>
                  <a:cubicBezTo>
                    <a:pt x="5" y="16"/>
                    <a:pt x="5" y="16"/>
                    <a:pt x="5" y="16"/>
                  </a:cubicBezTo>
                  <a:cubicBezTo>
                    <a:pt x="5" y="17"/>
                    <a:pt x="4" y="17"/>
                    <a:pt x="4" y="18"/>
                  </a:cubicBezTo>
                  <a:cubicBezTo>
                    <a:pt x="1" y="18"/>
                    <a:pt x="1" y="18"/>
                    <a:pt x="1" y="18"/>
                  </a:cubicBezTo>
                  <a:cubicBezTo>
                    <a:pt x="1" y="19"/>
                    <a:pt x="1" y="21"/>
                    <a:pt x="0" y="23"/>
                  </a:cubicBezTo>
                  <a:cubicBezTo>
                    <a:pt x="3" y="23"/>
                    <a:pt x="3" y="23"/>
                    <a:pt x="3" y="23"/>
                  </a:cubicBezTo>
                  <a:cubicBezTo>
                    <a:pt x="3" y="23"/>
                    <a:pt x="3" y="24"/>
                    <a:pt x="3" y="24"/>
                  </a:cubicBezTo>
                  <a:cubicBezTo>
                    <a:pt x="3" y="25"/>
                    <a:pt x="3" y="25"/>
                    <a:pt x="3" y="25"/>
                  </a:cubicBezTo>
                  <a:cubicBezTo>
                    <a:pt x="0" y="26"/>
                    <a:pt x="0" y="26"/>
                    <a:pt x="0" y="26"/>
                  </a:cubicBezTo>
                  <a:cubicBezTo>
                    <a:pt x="1" y="27"/>
                    <a:pt x="1" y="29"/>
                    <a:pt x="1" y="31"/>
                  </a:cubicBezTo>
                  <a:cubicBezTo>
                    <a:pt x="4" y="30"/>
                    <a:pt x="4" y="30"/>
                    <a:pt x="4" y="30"/>
                  </a:cubicBezTo>
                  <a:cubicBezTo>
                    <a:pt x="4" y="31"/>
                    <a:pt x="5" y="32"/>
                    <a:pt x="5" y="32"/>
                  </a:cubicBezTo>
                  <a:cubicBezTo>
                    <a:pt x="2" y="34"/>
                    <a:pt x="2" y="34"/>
                    <a:pt x="2" y="34"/>
                  </a:cubicBezTo>
                  <a:cubicBezTo>
                    <a:pt x="3" y="35"/>
                    <a:pt x="4" y="37"/>
                    <a:pt x="5" y="38"/>
                  </a:cubicBezTo>
                  <a:cubicBezTo>
                    <a:pt x="7" y="37"/>
                    <a:pt x="7" y="37"/>
                    <a:pt x="7" y="37"/>
                  </a:cubicBezTo>
                  <a:cubicBezTo>
                    <a:pt x="8" y="37"/>
                    <a:pt x="8" y="38"/>
                    <a:pt x="9" y="38"/>
                  </a:cubicBezTo>
                  <a:cubicBezTo>
                    <a:pt x="7" y="41"/>
                    <a:pt x="7" y="41"/>
                    <a:pt x="7" y="41"/>
                  </a:cubicBezTo>
                  <a:cubicBezTo>
                    <a:pt x="8" y="42"/>
                    <a:pt x="10" y="43"/>
                    <a:pt x="11" y="44"/>
                  </a:cubicBezTo>
                  <a:cubicBezTo>
                    <a:pt x="12" y="42"/>
                    <a:pt x="12" y="42"/>
                    <a:pt x="12" y="42"/>
                  </a:cubicBezTo>
                  <a:cubicBezTo>
                    <a:pt x="13" y="42"/>
                    <a:pt x="13" y="42"/>
                    <a:pt x="13" y="42"/>
                  </a:cubicBezTo>
                  <a:cubicBezTo>
                    <a:pt x="13" y="42"/>
                    <a:pt x="14" y="42"/>
                    <a:pt x="15" y="43"/>
                  </a:cubicBezTo>
                  <a:cubicBezTo>
                    <a:pt x="14" y="45"/>
                    <a:pt x="14" y="45"/>
                    <a:pt x="14" y="45"/>
                  </a:cubicBezTo>
                  <a:cubicBezTo>
                    <a:pt x="15" y="46"/>
                    <a:pt x="16" y="46"/>
                    <a:pt x="17" y="47"/>
                  </a:cubicBezTo>
                  <a:cubicBezTo>
                    <a:pt x="18" y="47"/>
                    <a:pt x="18" y="47"/>
                    <a:pt x="19" y="47"/>
                  </a:cubicBezTo>
                  <a:cubicBezTo>
                    <a:pt x="19" y="45"/>
                    <a:pt x="19" y="45"/>
                    <a:pt x="19" y="45"/>
                  </a:cubicBezTo>
                  <a:cubicBezTo>
                    <a:pt x="19" y="45"/>
                    <a:pt x="19" y="45"/>
                    <a:pt x="19" y="45"/>
                  </a:cubicBezTo>
                  <a:cubicBezTo>
                    <a:pt x="20" y="45"/>
                    <a:pt x="21" y="45"/>
                    <a:pt x="22" y="45"/>
                  </a:cubicBezTo>
                  <a:cubicBezTo>
                    <a:pt x="22" y="48"/>
                    <a:pt x="22" y="48"/>
                    <a:pt x="22" y="48"/>
                  </a:cubicBezTo>
                  <a:cubicBezTo>
                    <a:pt x="22" y="48"/>
                    <a:pt x="23" y="48"/>
                    <a:pt x="24" y="48"/>
                  </a:cubicBezTo>
                  <a:close/>
                  <a:moveTo>
                    <a:pt x="31" y="41"/>
                  </a:moveTo>
                  <a:cubicBezTo>
                    <a:pt x="30" y="42"/>
                    <a:pt x="30" y="42"/>
                    <a:pt x="29" y="42"/>
                  </a:cubicBezTo>
                  <a:cubicBezTo>
                    <a:pt x="28" y="42"/>
                    <a:pt x="26" y="43"/>
                    <a:pt x="25" y="43"/>
                  </a:cubicBezTo>
                  <a:cubicBezTo>
                    <a:pt x="25" y="30"/>
                    <a:pt x="25" y="30"/>
                    <a:pt x="25" y="30"/>
                  </a:cubicBezTo>
                  <a:cubicBezTo>
                    <a:pt x="25" y="30"/>
                    <a:pt x="26" y="30"/>
                    <a:pt x="26" y="30"/>
                  </a:cubicBezTo>
                  <a:cubicBezTo>
                    <a:pt x="29" y="35"/>
                    <a:pt x="29" y="35"/>
                    <a:pt x="29" y="35"/>
                  </a:cubicBezTo>
                  <a:cubicBezTo>
                    <a:pt x="31" y="38"/>
                    <a:pt x="31" y="38"/>
                    <a:pt x="31" y="38"/>
                  </a:cubicBezTo>
                  <a:cubicBezTo>
                    <a:pt x="32" y="41"/>
                    <a:pt x="32" y="41"/>
                    <a:pt x="32" y="41"/>
                  </a:cubicBezTo>
                  <a:cubicBezTo>
                    <a:pt x="32" y="41"/>
                    <a:pt x="31" y="41"/>
                    <a:pt x="31" y="41"/>
                  </a:cubicBezTo>
                  <a:close/>
                  <a:moveTo>
                    <a:pt x="36" y="38"/>
                  </a:moveTo>
                  <a:cubicBezTo>
                    <a:pt x="36" y="39"/>
                    <a:pt x="35" y="39"/>
                    <a:pt x="34" y="40"/>
                  </a:cubicBezTo>
                  <a:cubicBezTo>
                    <a:pt x="31" y="34"/>
                    <a:pt x="31" y="34"/>
                    <a:pt x="31" y="34"/>
                  </a:cubicBezTo>
                  <a:cubicBezTo>
                    <a:pt x="29" y="30"/>
                    <a:pt x="29" y="30"/>
                    <a:pt x="29" y="30"/>
                  </a:cubicBezTo>
                  <a:cubicBezTo>
                    <a:pt x="28" y="28"/>
                    <a:pt x="28" y="28"/>
                    <a:pt x="28" y="28"/>
                  </a:cubicBezTo>
                  <a:cubicBezTo>
                    <a:pt x="28" y="28"/>
                    <a:pt x="28" y="28"/>
                    <a:pt x="28" y="28"/>
                  </a:cubicBezTo>
                  <a:cubicBezTo>
                    <a:pt x="29" y="28"/>
                    <a:pt x="29" y="28"/>
                    <a:pt x="29" y="28"/>
                  </a:cubicBezTo>
                  <a:cubicBezTo>
                    <a:pt x="31" y="29"/>
                    <a:pt x="31" y="29"/>
                    <a:pt x="31" y="29"/>
                  </a:cubicBezTo>
                  <a:cubicBezTo>
                    <a:pt x="36" y="32"/>
                    <a:pt x="36" y="32"/>
                    <a:pt x="36" y="32"/>
                  </a:cubicBezTo>
                  <a:cubicBezTo>
                    <a:pt x="40" y="34"/>
                    <a:pt x="40" y="34"/>
                    <a:pt x="40" y="34"/>
                  </a:cubicBezTo>
                  <a:cubicBezTo>
                    <a:pt x="39" y="36"/>
                    <a:pt x="37" y="37"/>
                    <a:pt x="36" y="38"/>
                  </a:cubicBezTo>
                  <a:close/>
                  <a:moveTo>
                    <a:pt x="41" y="32"/>
                  </a:moveTo>
                  <a:cubicBezTo>
                    <a:pt x="36" y="30"/>
                    <a:pt x="36" y="30"/>
                    <a:pt x="36" y="30"/>
                  </a:cubicBezTo>
                  <a:cubicBezTo>
                    <a:pt x="31" y="27"/>
                    <a:pt x="31" y="27"/>
                    <a:pt x="31" y="27"/>
                  </a:cubicBezTo>
                  <a:cubicBezTo>
                    <a:pt x="30" y="26"/>
                    <a:pt x="30" y="26"/>
                    <a:pt x="30" y="26"/>
                  </a:cubicBezTo>
                  <a:cubicBezTo>
                    <a:pt x="30" y="26"/>
                    <a:pt x="30" y="26"/>
                    <a:pt x="30" y="25"/>
                  </a:cubicBezTo>
                  <a:cubicBezTo>
                    <a:pt x="31" y="25"/>
                    <a:pt x="31" y="25"/>
                    <a:pt x="31" y="25"/>
                  </a:cubicBezTo>
                  <a:cubicBezTo>
                    <a:pt x="36" y="25"/>
                    <a:pt x="36" y="25"/>
                    <a:pt x="36" y="25"/>
                  </a:cubicBezTo>
                  <a:cubicBezTo>
                    <a:pt x="43" y="25"/>
                    <a:pt x="43" y="25"/>
                    <a:pt x="43" y="25"/>
                  </a:cubicBezTo>
                  <a:cubicBezTo>
                    <a:pt x="42" y="28"/>
                    <a:pt x="42" y="30"/>
                    <a:pt x="41" y="32"/>
                  </a:cubicBezTo>
                  <a:close/>
                  <a:moveTo>
                    <a:pt x="43" y="23"/>
                  </a:moveTo>
                  <a:cubicBezTo>
                    <a:pt x="36" y="23"/>
                    <a:pt x="36" y="23"/>
                    <a:pt x="36" y="23"/>
                  </a:cubicBezTo>
                  <a:cubicBezTo>
                    <a:pt x="31" y="23"/>
                    <a:pt x="31" y="23"/>
                    <a:pt x="31" y="23"/>
                  </a:cubicBezTo>
                  <a:cubicBezTo>
                    <a:pt x="30" y="23"/>
                    <a:pt x="30" y="23"/>
                    <a:pt x="30" y="23"/>
                  </a:cubicBezTo>
                  <a:cubicBezTo>
                    <a:pt x="30" y="23"/>
                    <a:pt x="30" y="23"/>
                    <a:pt x="30" y="22"/>
                  </a:cubicBezTo>
                  <a:cubicBezTo>
                    <a:pt x="31" y="22"/>
                    <a:pt x="31" y="22"/>
                    <a:pt x="31" y="22"/>
                  </a:cubicBezTo>
                  <a:cubicBezTo>
                    <a:pt x="36" y="19"/>
                    <a:pt x="36" y="19"/>
                    <a:pt x="36" y="19"/>
                  </a:cubicBezTo>
                  <a:cubicBezTo>
                    <a:pt x="41" y="16"/>
                    <a:pt x="41" y="16"/>
                    <a:pt x="41" y="16"/>
                  </a:cubicBezTo>
                  <a:cubicBezTo>
                    <a:pt x="42" y="18"/>
                    <a:pt x="42" y="20"/>
                    <a:pt x="43" y="23"/>
                  </a:cubicBezTo>
                  <a:close/>
                  <a:moveTo>
                    <a:pt x="34" y="9"/>
                  </a:moveTo>
                  <a:cubicBezTo>
                    <a:pt x="35" y="9"/>
                    <a:pt x="36" y="10"/>
                    <a:pt x="36" y="10"/>
                  </a:cubicBezTo>
                  <a:cubicBezTo>
                    <a:pt x="37" y="11"/>
                    <a:pt x="39" y="12"/>
                    <a:pt x="40" y="14"/>
                  </a:cubicBezTo>
                  <a:cubicBezTo>
                    <a:pt x="36" y="16"/>
                    <a:pt x="36" y="16"/>
                    <a:pt x="36" y="16"/>
                  </a:cubicBezTo>
                  <a:cubicBezTo>
                    <a:pt x="31" y="19"/>
                    <a:pt x="31" y="19"/>
                    <a:pt x="31" y="19"/>
                  </a:cubicBezTo>
                  <a:cubicBezTo>
                    <a:pt x="29" y="20"/>
                    <a:pt x="29" y="20"/>
                    <a:pt x="29" y="20"/>
                  </a:cubicBezTo>
                  <a:cubicBezTo>
                    <a:pt x="28" y="20"/>
                    <a:pt x="28" y="20"/>
                    <a:pt x="28" y="20"/>
                  </a:cubicBezTo>
                  <a:cubicBezTo>
                    <a:pt x="28" y="20"/>
                    <a:pt x="28" y="20"/>
                    <a:pt x="28" y="20"/>
                  </a:cubicBezTo>
                  <a:cubicBezTo>
                    <a:pt x="29" y="18"/>
                    <a:pt x="29" y="18"/>
                    <a:pt x="29" y="18"/>
                  </a:cubicBezTo>
                  <a:cubicBezTo>
                    <a:pt x="31" y="15"/>
                    <a:pt x="31" y="15"/>
                    <a:pt x="31" y="15"/>
                  </a:cubicBezTo>
                  <a:lnTo>
                    <a:pt x="34" y="9"/>
                  </a:lnTo>
                  <a:close/>
                  <a:moveTo>
                    <a:pt x="25" y="6"/>
                  </a:moveTo>
                  <a:cubicBezTo>
                    <a:pt x="26" y="6"/>
                    <a:pt x="28" y="6"/>
                    <a:pt x="29" y="6"/>
                  </a:cubicBezTo>
                  <a:cubicBezTo>
                    <a:pt x="30" y="6"/>
                    <a:pt x="30" y="7"/>
                    <a:pt x="31" y="7"/>
                  </a:cubicBezTo>
                  <a:cubicBezTo>
                    <a:pt x="31" y="7"/>
                    <a:pt x="32" y="7"/>
                    <a:pt x="32" y="8"/>
                  </a:cubicBezTo>
                  <a:cubicBezTo>
                    <a:pt x="31" y="10"/>
                    <a:pt x="31" y="10"/>
                    <a:pt x="31" y="10"/>
                  </a:cubicBezTo>
                  <a:cubicBezTo>
                    <a:pt x="29" y="14"/>
                    <a:pt x="29" y="14"/>
                    <a:pt x="29" y="14"/>
                  </a:cubicBezTo>
                  <a:cubicBezTo>
                    <a:pt x="26" y="19"/>
                    <a:pt x="26" y="19"/>
                    <a:pt x="26" y="19"/>
                  </a:cubicBezTo>
                  <a:cubicBezTo>
                    <a:pt x="26" y="19"/>
                    <a:pt x="25" y="19"/>
                    <a:pt x="25" y="19"/>
                  </a:cubicBezTo>
                  <a:lnTo>
                    <a:pt x="25" y="6"/>
                  </a:lnTo>
                  <a:close/>
                  <a:moveTo>
                    <a:pt x="28" y="24"/>
                  </a:moveTo>
                  <a:cubicBezTo>
                    <a:pt x="28" y="26"/>
                    <a:pt x="26" y="28"/>
                    <a:pt x="24" y="28"/>
                  </a:cubicBezTo>
                  <a:cubicBezTo>
                    <a:pt x="22" y="28"/>
                    <a:pt x="20" y="26"/>
                    <a:pt x="20" y="24"/>
                  </a:cubicBezTo>
                  <a:cubicBezTo>
                    <a:pt x="20" y="22"/>
                    <a:pt x="22" y="20"/>
                    <a:pt x="24" y="20"/>
                  </a:cubicBezTo>
                  <a:cubicBezTo>
                    <a:pt x="26" y="20"/>
                    <a:pt x="28" y="22"/>
                    <a:pt x="28" y="24"/>
                  </a:cubicBezTo>
                  <a:close/>
                  <a:moveTo>
                    <a:pt x="17" y="7"/>
                  </a:moveTo>
                  <a:cubicBezTo>
                    <a:pt x="18" y="7"/>
                    <a:pt x="19" y="6"/>
                    <a:pt x="19" y="6"/>
                  </a:cubicBezTo>
                  <a:cubicBezTo>
                    <a:pt x="21" y="6"/>
                    <a:pt x="22" y="6"/>
                    <a:pt x="23" y="6"/>
                  </a:cubicBezTo>
                  <a:cubicBezTo>
                    <a:pt x="23" y="19"/>
                    <a:pt x="23" y="19"/>
                    <a:pt x="23" y="19"/>
                  </a:cubicBezTo>
                  <a:cubicBezTo>
                    <a:pt x="23" y="19"/>
                    <a:pt x="23" y="19"/>
                    <a:pt x="22" y="19"/>
                  </a:cubicBezTo>
                  <a:cubicBezTo>
                    <a:pt x="19" y="14"/>
                    <a:pt x="19" y="14"/>
                    <a:pt x="19" y="14"/>
                  </a:cubicBezTo>
                  <a:cubicBezTo>
                    <a:pt x="17" y="10"/>
                    <a:pt x="17" y="10"/>
                    <a:pt x="17" y="10"/>
                  </a:cubicBezTo>
                  <a:cubicBezTo>
                    <a:pt x="16" y="8"/>
                    <a:pt x="16" y="8"/>
                    <a:pt x="16" y="8"/>
                  </a:cubicBezTo>
                  <a:cubicBezTo>
                    <a:pt x="16" y="7"/>
                    <a:pt x="17" y="7"/>
                    <a:pt x="17" y="7"/>
                  </a:cubicBezTo>
                  <a:close/>
                  <a:moveTo>
                    <a:pt x="12" y="10"/>
                  </a:moveTo>
                  <a:cubicBezTo>
                    <a:pt x="13" y="10"/>
                    <a:pt x="13" y="9"/>
                    <a:pt x="14" y="9"/>
                  </a:cubicBezTo>
                  <a:cubicBezTo>
                    <a:pt x="17" y="15"/>
                    <a:pt x="17" y="15"/>
                    <a:pt x="17" y="15"/>
                  </a:cubicBezTo>
                  <a:cubicBezTo>
                    <a:pt x="19" y="18"/>
                    <a:pt x="19" y="18"/>
                    <a:pt x="19" y="18"/>
                  </a:cubicBezTo>
                  <a:cubicBezTo>
                    <a:pt x="20" y="20"/>
                    <a:pt x="20" y="20"/>
                    <a:pt x="20" y="20"/>
                  </a:cubicBezTo>
                  <a:cubicBezTo>
                    <a:pt x="20" y="20"/>
                    <a:pt x="20" y="20"/>
                    <a:pt x="20" y="20"/>
                  </a:cubicBezTo>
                  <a:cubicBezTo>
                    <a:pt x="19" y="20"/>
                    <a:pt x="19" y="20"/>
                    <a:pt x="19" y="20"/>
                  </a:cubicBezTo>
                  <a:cubicBezTo>
                    <a:pt x="17" y="19"/>
                    <a:pt x="17" y="19"/>
                    <a:pt x="17" y="19"/>
                  </a:cubicBezTo>
                  <a:cubicBezTo>
                    <a:pt x="12" y="16"/>
                    <a:pt x="12" y="16"/>
                    <a:pt x="12" y="16"/>
                  </a:cubicBezTo>
                  <a:cubicBezTo>
                    <a:pt x="9" y="14"/>
                    <a:pt x="9" y="14"/>
                    <a:pt x="9" y="14"/>
                  </a:cubicBezTo>
                  <a:cubicBezTo>
                    <a:pt x="10" y="12"/>
                    <a:pt x="11" y="11"/>
                    <a:pt x="12" y="10"/>
                  </a:cubicBezTo>
                  <a:close/>
                  <a:moveTo>
                    <a:pt x="8" y="16"/>
                  </a:moveTo>
                  <a:cubicBezTo>
                    <a:pt x="12" y="19"/>
                    <a:pt x="12" y="19"/>
                    <a:pt x="12" y="19"/>
                  </a:cubicBezTo>
                  <a:cubicBezTo>
                    <a:pt x="17" y="22"/>
                    <a:pt x="17" y="22"/>
                    <a:pt x="17" y="22"/>
                  </a:cubicBezTo>
                  <a:cubicBezTo>
                    <a:pt x="19" y="22"/>
                    <a:pt x="19" y="22"/>
                    <a:pt x="19" y="22"/>
                  </a:cubicBezTo>
                  <a:cubicBezTo>
                    <a:pt x="19" y="23"/>
                    <a:pt x="19" y="23"/>
                    <a:pt x="19" y="23"/>
                  </a:cubicBezTo>
                  <a:cubicBezTo>
                    <a:pt x="17" y="23"/>
                    <a:pt x="17" y="23"/>
                    <a:pt x="17" y="23"/>
                  </a:cubicBezTo>
                  <a:cubicBezTo>
                    <a:pt x="12" y="23"/>
                    <a:pt x="12" y="23"/>
                    <a:pt x="12" y="23"/>
                  </a:cubicBezTo>
                  <a:cubicBezTo>
                    <a:pt x="6" y="23"/>
                    <a:pt x="6" y="23"/>
                    <a:pt x="6" y="23"/>
                  </a:cubicBezTo>
                  <a:cubicBezTo>
                    <a:pt x="6" y="20"/>
                    <a:pt x="6" y="18"/>
                    <a:pt x="8" y="16"/>
                  </a:cubicBezTo>
                  <a:close/>
                  <a:moveTo>
                    <a:pt x="6" y="25"/>
                  </a:moveTo>
                  <a:cubicBezTo>
                    <a:pt x="12" y="25"/>
                    <a:pt x="12" y="25"/>
                    <a:pt x="12" y="25"/>
                  </a:cubicBezTo>
                  <a:cubicBezTo>
                    <a:pt x="17" y="25"/>
                    <a:pt x="17" y="25"/>
                    <a:pt x="17" y="25"/>
                  </a:cubicBezTo>
                  <a:cubicBezTo>
                    <a:pt x="19" y="25"/>
                    <a:pt x="19" y="25"/>
                    <a:pt x="19" y="25"/>
                  </a:cubicBezTo>
                  <a:cubicBezTo>
                    <a:pt x="19" y="26"/>
                    <a:pt x="19" y="26"/>
                    <a:pt x="19" y="26"/>
                  </a:cubicBezTo>
                  <a:cubicBezTo>
                    <a:pt x="17" y="27"/>
                    <a:pt x="17" y="27"/>
                    <a:pt x="17" y="27"/>
                  </a:cubicBezTo>
                  <a:cubicBezTo>
                    <a:pt x="12" y="30"/>
                    <a:pt x="12" y="30"/>
                    <a:pt x="12" y="30"/>
                  </a:cubicBezTo>
                  <a:cubicBezTo>
                    <a:pt x="8" y="32"/>
                    <a:pt x="8" y="32"/>
                    <a:pt x="8" y="32"/>
                  </a:cubicBezTo>
                  <a:cubicBezTo>
                    <a:pt x="6" y="30"/>
                    <a:pt x="6" y="28"/>
                    <a:pt x="6" y="25"/>
                  </a:cubicBezTo>
                  <a:close/>
                  <a:moveTo>
                    <a:pt x="14" y="40"/>
                  </a:moveTo>
                  <a:cubicBezTo>
                    <a:pt x="13" y="39"/>
                    <a:pt x="13" y="39"/>
                    <a:pt x="12" y="38"/>
                  </a:cubicBezTo>
                  <a:cubicBezTo>
                    <a:pt x="11" y="37"/>
                    <a:pt x="10" y="36"/>
                    <a:pt x="9" y="34"/>
                  </a:cubicBezTo>
                  <a:cubicBezTo>
                    <a:pt x="12" y="32"/>
                    <a:pt x="12" y="32"/>
                    <a:pt x="12" y="32"/>
                  </a:cubicBezTo>
                  <a:cubicBezTo>
                    <a:pt x="17" y="29"/>
                    <a:pt x="17" y="29"/>
                    <a:pt x="17" y="29"/>
                  </a:cubicBezTo>
                  <a:cubicBezTo>
                    <a:pt x="19" y="28"/>
                    <a:pt x="19" y="28"/>
                    <a:pt x="19" y="28"/>
                  </a:cubicBezTo>
                  <a:cubicBezTo>
                    <a:pt x="20" y="28"/>
                    <a:pt x="20" y="28"/>
                    <a:pt x="20" y="28"/>
                  </a:cubicBezTo>
                  <a:cubicBezTo>
                    <a:pt x="20" y="28"/>
                    <a:pt x="20" y="28"/>
                    <a:pt x="20" y="28"/>
                  </a:cubicBezTo>
                  <a:cubicBezTo>
                    <a:pt x="19" y="30"/>
                    <a:pt x="19" y="30"/>
                    <a:pt x="19" y="30"/>
                  </a:cubicBezTo>
                  <a:cubicBezTo>
                    <a:pt x="17" y="34"/>
                    <a:pt x="17" y="34"/>
                    <a:pt x="17" y="34"/>
                  </a:cubicBezTo>
                  <a:lnTo>
                    <a:pt x="14" y="40"/>
                  </a:lnTo>
                  <a:close/>
                  <a:moveTo>
                    <a:pt x="19" y="42"/>
                  </a:moveTo>
                  <a:cubicBezTo>
                    <a:pt x="19" y="42"/>
                    <a:pt x="18" y="42"/>
                    <a:pt x="17" y="41"/>
                  </a:cubicBezTo>
                  <a:cubicBezTo>
                    <a:pt x="17" y="41"/>
                    <a:pt x="16" y="41"/>
                    <a:pt x="16" y="41"/>
                  </a:cubicBezTo>
                  <a:cubicBezTo>
                    <a:pt x="17" y="38"/>
                    <a:pt x="17" y="38"/>
                    <a:pt x="17" y="38"/>
                  </a:cubicBezTo>
                  <a:cubicBezTo>
                    <a:pt x="19" y="35"/>
                    <a:pt x="19" y="35"/>
                    <a:pt x="19" y="35"/>
                  </a:cubicBezTo>
                  <a:cubicBezTo>
                    <a:pt x="22" y="30"/>
                    <a:pt x="22" y="30"/>
                    <a:pt x="22" y="30"/>
                  </a:cubicBezTo>
                  <a:cubicBezTo>
                    <a:pt x="23" y="30"/>
                    <a:pt x="23" y="30"/>
                    <a:pt x="23" y="30"/>
                  </a:cubicBezTo>
                  <a:cubicBezTo>
                    <a:pt x="23" y="43"/>
                    <a:pt x="23" y="43"/>
                    <a:pt x="23" y="43"/>
                  </a:cubicBezTo>
                  <a:cubicBezTo>
                    <a:pt x="22" y="43"/>
                    <a:pt x="21" y="42"/>
                    <a:pt x="19" y="42"/>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0" name="Google Shape;820;p60"/>
            <p:cNvSpPr/>
            <p:nvPr/>
          </p:nvSpPr>
          <p:spPr>
            <a:xfrm>
              <a:off x="4171950" y="1308100"/>
              <a:ext cx="158750" cy="158750"/>
            </a:xfrm>
            <a:custGeom>
              <a:avLst/>
              <a:gdLst/>
              <a:ahLst/>
              <a:cxnLst/>
              <a:rect l="l" t="t" r="r" b="b"/>
              <a:pathLst>
                <a:path w="42" h="42" extrusionOk="0">
                  <a:moveTo>
                    <a:pt x="4" y="25"/>
                  </a:moveTo>
                  <a:cubicBezTo>
                    <a:pt x="4" y="25"/>
                    <a:pt x="4" y="26"/>
                    <a:pt x="5" y="27"/>
                  </a:cubicBezTo>
                  <a:cubicBezTo>
                    <a:pt x="1" y="29"/>
                    <a:pt x="1" y="29"/>
                    <a:pt x="1" y="29"/>
                  </a:cubicBezTo>
                  <a:cubicBezTo>
                    <a:pt x="1" y="30"/>
                    <a:pt x="2" y="31"/>
                    <a:pt x="2" y="32"/>
                  </a:cubicBezTo>
                  <a:cubicBezTo>
                    <a:pt x="3" y="33"/>
                    <a:pt x="4" y="34"/>
                    <a:pt x="4" y="35"/>
                  </a:cubicBezTo>
                  <a:cubicBezTo>
                    <a:pt x="8" y="32"/>
                    <a:pt x="8" y="32"/>
                    <a:pt x="8" y="32"/>
                  </a:cubicBezTo>
                  <a:cubicBezTo>
                    <a:pt x="8" y="33"/>
                    <a:pt x="9" y="34"/>
                    <a:pt x="10" y="34"/>
                  </a:cubicBezTo>
                  <a:cubicBezTo>
                    <a:pt x="8" y="38"/>
                    <a:pt x="8" y="38"/>
                    <a:pt x="8" y="38"/>
                  </a:cubicBezTo>
                  <a:cubicBezTo>
                    <a:pt x="8" y="39"/>
                    <a:pt x="9" y="39"/>
                    <a:pt x="10" y="40"/>
                  </a:cubicBezTo>
                  <a:cubicBezTo>
                    <a:pt x="11" y="40"/>
                    <a:pt x="11" y="40"/>
                    <a:pt x="11" y="40"/>
                  </a:cubicBezTo>
                  <a:cubicBezTo>
                    <a:pt x="11" y="40"/>
                    <a:pt x="12" y="41"/>
                    <a:pt x="13" y="41"/>
                  </a:cubicBezTo>
                  <a:cubicBezTo>
                    <a:pt x="15" y="37"/>
                    <a:pt x="15" y="37"/>
                    <a:pt x="15" y="37"/>
                  </a:cubicBezTo>
                  <a:cubicBezTo>
                    <a:pt x="16" y="38"/>
                    <a:pt x="17" y="38"/>
                    <a:pt x="18" y="38"/>
                  </a:cubicBezTo>
                  <a:cubicBezTo>
                    <a:pt x="18" y="42"/>
                    <a:pt x="18" y="42"/>
                    <a:pt x="18" y="42"/>
                  </a:cubicBezTo>
                  <a:cubicBezTo>
                    <a:pt x="19" y="42"/>
                    <a:pt x="20" y="42"/>
                    <a:pt x="21" y="42"/>
                  </a:cubicBezTo>
                  <a:cubicBezTo>
                    <a:pt x="22" y="42"/>
                    <a:pt x="23" y="42"/>
                    <a:pt x="24" y="42"/>
                  </a:cubicBezTo>
                  <a:cubicBezTo>
                    <a:pt x="24" y="38"/>
                    <a:pt x="24" y="38"/>
                    <a:pt x="24" y="38"/>
                  </a:cubicBezTo>
                  <a:cubicBezTo>
                    <a:pt x="25" y="38"/>
                    <a:pt x="26" y="38"/>
                    <a:pt x="26" y="37"/>
                  </a:cubicBezTo>
                  <a:cubicBezTo>
                    <a:pt x="28" y="41"/>
                    <a:pt x="28" y="41"/>
                    <a:pt x="28" y="41"/>
                  </a:cubicBezTo>
                  <a:cubicBezTo>
                    <a:pt x="29" y="41"/>
                    <a:pt x="30" y="40"/>
                    <a:pt x="31" y="40"/>
                  </a:cubicBezTo>
                  <a:cubicBezTo>
                    <a:pt x="31" y="40"/>
                    <a:pt x="31" y="40"/>
                    <a:pt x="31" y="40"/>
                  </a:cubicBezTo>
                  <a:cubicBezTo>
                    <a:pt x="32" y="39"/>
                    <a:pt x="33" y="39"/>
                    <a:pt x="34" y="38"/>
                  </a:cubicBezTo>
                  <a:cubicBezTo>
                    <a:pt x="32" y="34"/>
                    <a:pt x="32" y="34"/>
                    <a:pt x="32" y="34"/>
                  </a:cubicBezTo>
                  <a:cubicBezTo>
                    <a:pt x="32" y="34"/>
                    <a:pt x="33" y="33"/>
                    <a:pt x="34" y="32"/>
                  </a:cubicBezTo>
                  <a:cubicBezTo>
                    <a:pt x="37" y="35"/>
                    <a:pt x="37" y="35"/>
                    <a:pt x="37" y="35"/>
                  </a:cubicBezTo>
                  <a:cubicBezTo>
                    <a:pt x="38" y="34"/>
                    <a:pt x="38" y="33"/>
                    <a:pt x="39" y="32"/>
                  </a:cubicBezTo>
                  <a:cubicBezTo>
                    <a:pt x="40" y="31"/>
                    <a:pt x="40" y="30"/>
                    <a:pt x="40" y="29"/>
                  </a:cubicBezTo>
                  <a:cubicBezTo>
                    <a:pt x="37" y="27"/>
                    <a:pt x="37" y="27"/>
                    <a:pt x="37" y="27"/>
                  </a:cubicBezTo>
                  <a:cubicBezTo>
                    <a:pt x="37" y="26"/>
                    <a:pt x="37" y="25"/>
                    <a:pt x="37" y="25"/>
                  </a:cubicBezTo>
                  <a:cubicBezTo>
                    <a:pt x="42" y="25"/>
                    <a:pt x="42" y="25"/>
                    <a:pt x="42" y="25"/>
                  </a:cubicBezTo>
                  <a:cubicBezTo>
                    <a:pt x="42" y="23"/>
                    <a:pt x="42" y="22"/>
                    <a:pt x="42" y="21"/>
                  </a:cubicBezTo>
                  <a:cubicBezTo>
                    <a:pt x="42" y="20"/>
                    <a:pt x="42" y="19"/>
                    <a:pt x="42" y="18"/>
                  </a:cubicBezTo>
                  <a:cubicBezTo>
                    <a:pt x="37" y="18"/>
                    <a:pt x="37" y="18"/>
                    <a:pt x="37" y="18"/>
                  </a:cubicBezTo>
                  <a:cubicBezTo>
                    <a:pt x="37" y="17"/>
                    <a:pt x="37" y="17"/>
                    <a:pt x="37" y="16"/>
                  </a:cubicBezTo>
                  <a:cubicBezTo>
                    <a:pt x="40" y="14"/>
                    <a:pt x="40" y="14"/>
                    <a:pt x="40" y="14"/>
                  </a:cubicBezTo>
                  <a:cubicBezTo>
                    <a:pt x="40" y="13"/>
                    <a:pt x="40" y="12"/>
                    <a:pt x="39" y="11"/>
                  </a:cubicBezTo>
                  <a:cubicBezTo>
                    <a:pt x="38" y="10"/>
                    <a:pt x="38" y="9"/>
                    <a:pt x="37" y="8"/>
                  </a:cubicBezTo>
                  <a:cubicBezTo>
                    <a:pt x="34" y="10"/>
                    <a:pt x="34" y="10"/>
                    <a:pt x="34" y="10"/>
                  </a:cubicBezTo>
                  <a:cubicBezTo>
                    <a:pt x="33" y="10"/>
                    <a:pt x="32" y="9"/>
                    <a:pt x="32" y="8"/>
                  </a:cubicBezTo>
                  <a:cubicBezTo>
                    <a:pt x="34" y="5"/>
                    <a:pt x="34" y="5"/>
                    <a:pt x="34" y="5"/>
                  </a:cubicBezTo>
                  <a:cubicBezTo>
                    <a:pt x="33" y="4"/>
                    <a:pt x="32" y="4"/>
                    <a:pt x="31" y="3"/>
                  </a:cubicBezTo>
                  <a:cubicBezTo>
                    <a:pt x="31" y="3"/>
                    <a:pt x="31" y="3"/>
                    <a:pt x="31" y="3"/>
                  </a:cubicBezTo>
                  <a:cubicBezTo>
                    <a:pt x="30" y="2"/>
                    <a:pt x="29" y="2"/>
                    <a:pt x="28" y="2"/>
                  </a:cubicBezTo>
                  <a:cubicBezTo>
                    <a:pt x="26" y="5"/>
                    <a:pt x="26" y="5"/>
                    <a:pt x="26" y="5"/>
                  </a:cubicBezTo>
                  <a:cubicBezTo>
                    <a:pt x="26" y="5"/>
                    <a:pt x="25" y="5"/>
                    <a:pt x="24" y="5"/>
                  </a:cubicBezTo>
                  <a:cubicBezTo>
                    <a:pt x="24" y="1"/>
                    <a:pt x="24" y="1"/>
                    <a:pt x="24" y="1"/>
                  </a:cubicBezTo>
                  <a:cubicBezTo>
                    <a:pt x="23" y="0"/>
                    <a:pt x="22" y="0"/>
                    <a:pt x="21" y="0"/>
                  </a:cubicBezTo>
                  <a:cubicBezTo>
                    <a:pt x="20" y="0"/>
                    <a:pt x="19" y="0"/>
                    <a:pt x="18" y="1"/>
                  </a:cubicBezTo>
                  <a:cubicBezTo>
                    <a:pt x="18" y="5"/>
                    <a:pt x="18" y="5"/>
                    <a:pt x="18" y="5"/>
                  </a:cubicBezTo>
                  <a:cubicBezTo>
                    <a:pt x="17" y="5"/>
                    <a:pt x="16" y="5"/>
                    <a:pt x="15" y="5"/>
                  </a:cubicBezTo>
                  <a:cubicBezTo>
                    <a:pt x="13" y="2"/>
                    <a:pt x="13" y="2"/>
                    <a:pt x="13" y="2"/>
                  </a:cubicBezTo>
                  <a:cubicBezTo>
                    <a:pt x="12" y="2"/>
                    <a:pt x="11" y="2"/>
                    <a:pt x="11" y="3"/>
                  </a:cubicBezTo>
                  <a:cubicBezTo>
                    <a:pt x="10" y="3"/>
                    <a:pt x="10" y="3"/>
                    <a:pt x="10" y="3"/>
                  </a:cubicBezTo>
                  <a:cubicBezTo>
                    <a:pt x="9" y="4"/>
                    <a:pt x="8" y="4"/>
                    <a:pt x="8" y="5"/>
                  </a:cubicBezTo>
                  <a:cubicBezTo>
                    <a:pt x="10" y="8"/>
                    <a:pt x="10" y="8"/>
                    <a:pt x="10" y="8"/>
                  </a:cubicBezTo>
                  <a:cubicBezTo>
                    <a:pt x="9" y="9"/>
                    <a:pt x="8" y="10"/>
                    <a:pt x="8" y="10"/>
                  </a:cubicBezTo>
                  <a:cubicBezTo>
                    <a:pt x="4" y="8"/>
                    <a:pt x="4" y="8"/>
                    <a:pt x="4" y="8"/>
                  </a:cubicBezTo>
                  <a:cubicBezTo>
                    <a:pt x="4" y="9"/>
                    <a:pt x="3" y="10"/>
                    <a:pt x="2" y="11"/>
                  </a:cubicBezTo>
                  <a:cubicBezTo>
                    <a:pt x="2" y="12"/>
                    <a:pt x="1" y="13"/>
                    <a:pt x="1" y="14"/>
                  </a:cubicBezTo>
                  <a:cubicBezTo>
                    <a:pt x="5" y="16"/>
                    <a:pt x="5" y="16"/>
                    <a:pt x="5" y="16"/>
                  </a:cubicBezTo>
                  <a:cubicBezTo>
                    <a:pt x="4" y="17"/>
                    <a:pt x="4" y="17"/>
                    <a:pt x="4" y="18"/>
                  </a:cubicBezTo>
                  <a:cubicBezTo>
                    <a:pt x="0" y="18"/>
                    <a:pt x="0" y="18"/>
                    <a:pt x="0" y="18"/>
                  </a:cubicBezTo>
                  <a:cubicBezTo>
                    <a:pt x="0" y="19"/>
                    <a:pt x="0" y="20"/>
                    <a:pt x="0" y="21"/>
                  </a:cubicBezTo>
                  <a:cubicBezTo>
                    <a:pt x="0" y="22"/>
                    <a:pt x="0" y="23"/>
                    <a:pt x="0" y="25"/>
                  </a:cubicBezTo>
                  <a:lnTo>
                    <a:pt x="4" y="25"/>
                  </a:lnTo>
                  <a:close/>
                  <a:moveTo>
                    <a:pt x="31" y="17"/>
                  </a:moveTo>
                  <a:cubicBezTo>
                    <a:pt x="33" y="17"/>
                    <a:pt x="35" y="19"/>
                    <a:pt x="35" y="21"/>
                  </a:cubicBezTo>
                  <a:cubicBezTo>
                    <a:pt x="35" y="24"/>
                    <a:pt x="33" y="26"/>
                    <a:pt x="31" y="26"/>
                  </a:cubicBezTo>
                  <a:cubicBezTo>
                    <a:pt x="28" y="26"/>
                    <a:pt x="27" y="24"/>
                    <a:pt x="27" y="21"/>
                  </a:cubicBezTo>
                  <a:cubicBezTo>
                    <a:pt x="27" y="19"/>
                    <a:pt x="28" y="17"/>
                    <a:pt x="31" y="17"/>
                  </a:cubicBezTo>
                  <a:close/>
                  <a:moveTo>
                    <a:pt x="21" y="7"/>
                  </a:moveTo>
                  <a:cubicBezTo>
                    <a:pt x="23" y="7"/>
                    <a:pt x="25" y="9"/>
                    <a:pt x="25" y="11"/>
                  </a:cubicBezTo>
                  <a:cubicBezTo>
                    <a:pt x="25" y="14"/>
                    <a:pt x="23" y="16"/>
                    <a:pt x="21" y="16"/>
                  </a:cubicBezTo>
                  <a:cubicBezTo>
                    <a:pt x="18" y="16"/>
                    <a:pt x="17" y="14"/>
                    <a:pt x="17" y="11"/>
                  </a:cubicBezTo>
                  <a:cubicBezTo>
                    <a:pt x="17" y="9"/>
                    <a:pt x="18" y="7"/>
                    <a:pt x="21" y="7"/>
                  </a:cubicBezTo>
                  <a:close/>
                  <a:moveTo>
                    <a:pt x="24" y="21"/>
                  </a:moveTo>
                  <a:cubicBezTo>
                    <a:pt x="24" y="23"/>
                    <a:pt x="22" y="24"/>
                    <a:pt x="21" y="24"/>
                  </a:cubicBezTo>
                  <a:cubicBezTo>
                    <a:pt x="19" y="24"/>
                    <a:pt x="18" y="23"/>
                    <a:pt x="18" y="21"/>
                  </a:cubicBezTo>
                  <a:cubicBezTo>
                    <a:pt x="18" y="20"/>
                    <a:pt x="19" y="19"/>
                    <a:pt x="21" y="19"/>
                  </a:cubicBezTo>
                  <a:cubicBezTo>
                    <a:pt x="22" y="19"/>
                    <a:pt x="24" y="20"/>
                    <a:pt x="24" y="21"/>
                  </a:cubicBezTo>
                  <a:close/>
                  <a:moveTo>
                    <a:pt x="21" y="27"/>
                  </a:moveTo>
                  <a:cubicBezTo>
                    <a:pt x="23" y="27"/>
                    <a:pt x="25" y="29"/>
                    <a:pt x="25" y="31"/>
                  </a:cubicBezTo>
                  <a:cubicBezTo>
                    <a:pt x="25" y="34"/>
                    <a:pt x="23" y="36"/>
                    <a:pt x="21" y="36"/>
                  </a:cubicBezTo>
                  <a:cubicBezTo>
                    <a:pt x="18" y="36"/>
                    <a:pt x="17" y="34"/>
                    <a:pt x="17" y="31"/>
                  </a:cubicBezTo>
                  <a:cubicBezTo>
                    <a:pt x="17" y="29"/>
                    <a:pt x="18" y="27"/>
                    <a:pt x="21" y="27"/>
                  </a:cubicBezTo>
                  <a:close/>
                  <a:moveTo>
                    <a:pt x="11" y="17"/>
                  </a:moveTo>
                  <a:cubicBezTo>
                    <a:pt x="13" y="17"/>
                    <a:pt x="15" y="19"/>
                    <a:pt x="15" y="21"/>
                  </a:cubicBezTo>
                  <a:cubicBezTo>
                    <a:pt x="15" y="24"/>
                    <a:pt x="13" y="26"/>
                    <a:pt x="11" y="26"/>
                  </a:cubicBezTo>
                  <a:cubicBezTo>
                    <a:pt x="8" y="26"/>
                    <a:pt x="6" y="24"/>
                    <a:pt x="6" y="21"/>
                  </a:cubicBezTo>
                  <a:cubicBezTo>
                    <a:pt x="6" y="19"/>
                    <a:pt x="8" y="17"/>
                    <a:pt x="11" y="17"/>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1" name="Google Shape;821;p60"/>
            <p:cNvSpPr/>
            <p:nvPr/>
          </p:nvSpPr>
          <p:spPr>
            <a:xfrm>
              <a:off x="4379913" y="1247775"/>
              <a:ext cx="128588" cy="128588"/>
            </a:xfrm>
            <a:custGeom>
              <a:avLst/>
              <a:gdLst/>
              <a:ahLst/>
              <a:cxnLst/>
              <a:rect l="l" t="t" r="r" b="b"/>
              <a:pathLst>
                <a:path w="34" h="34" extrusionOk="0">
                  <a:moveTo>
                    <a:pt x="3" y="19"/>
                  </a:moveTo>
                  <a:cubicBezTo>
                    <a:pt x="3" y="20"/>
                    <a:pt x="3" y="21"/>
                    <a:pt x="4" y="21"/>
                  </a:cubicBezTo>
                  <a:cubicBezTo>
                    <a:pt x="1" y="23"/>
                    <a:pt x="1" y="23"/>
                    <a:pt x="1" y="23"/>
                  </a:cubicBezTo>
                  <a:cubicBezTo>
                    <a:pt x="1" y="24"/>
                    <a:pt x="2" y="24"/>
                    <a:pt x="2" y="25"/>
                  </a:cubicBezTo>
                  <a:cubicBezTo>
                    <a:pt x="2" y="26"/>
                    <a:pt x="3" y="27"/>
                    <a:pt x="3" y="27"/>
                  </a:cubicBezTo>
                  <a:cubicBezTo>
                    <a:pt x="6" y="26"/>
                    <a:pt x="6" y="26"/>
                    <a:pt x="6" y="26"/>
                  </a:cubicBezTo>
                  <a:cubicBezTo>
                    <a:pt x="7" y="26"/>
                    <a:pt x="7" y="27"/>
                    <a:pt x="8" y="27"/>
                  </a:cubicBezTo>
                  <a:cubicBezTo>
                    <a:pt x="6" y="30"/>
                    <a:pt x="6" y="30"/>
                    <a:pt x="6" y="30"/>
                  </a:cubicBezTo>
                  <a:cubicBezTo>
                    <a:pt x="7" y="31"/>
                    <a:pt x="7" y="31"/>
                    <a:pt x="8" y="31"/>
                  </a:cubicBezTo>
                  <a:cubicBezTo>
                    <a:pt x="9" y="32"/>
                    <a:pt x="10" y="32"/>
                    <a:pt x="10" y="33"/>
                  </a:cubicBezTo>
                  <a:cubicBezTo>
                    <a:pt x="12" y="30"/>
                    <a:pt x="12" y="30"/>
                    <a:pt x="12" y="30"/>
                  </a:cubicBezTo>
                  <a:cubicBezTo>
                    <a:pt x="13" y="30"/>
                    <a:pt x="13" y="30"/>
                    <a:pt x="14" y="30"/>
                  </a:cubicBezTo>
                  <a:cubicBezTo>
                    <a:pt x="14" y="34"/>
                    <a:pt x="14" y="34"/>
                    <a:pt x="14" y="34"/>
                  </a:cubicBezTo>
                  <a:cubicBezTo>
                    <a:pt x="15" y="34"/>
                    <a:pt x="16" y="34"/>
                    <a:pt x="17" y="34"/>
                  </a:cubicBezTo>
                  <a:cubicBezTo>
                    <a:pt x="18" y="34"/>
                    <a:pt x="18" y="34"/>
                    <a:pt x="19" y="34"/>
                  </a:cubicBezTo>
                  <a:cubicBezTo>
                    <a:pt x="19" y="30"/>
                    <a:pt x="19" y="30"/>
                    <a:pt x="19" y="30"/>
                  </a:cubicBezTo>
                  <a:cubicBezTo>
                    <a:pt x="20" y="30"/>
                    <a:pt x="21" y="30"/>
                    <a:pt x="21" y="30"/>
                  </a:cubicBezTo>
                  <a:cubicBezTo>
                    <a:pt x="23" y="33"/>
                    <a:pt x="23" y="33"/>
                    <a:pt x="23" y="33"/>
                  </a:cubicBezTo>
                  <a:cubicBezTo>
                    <a:pt x="24" y="32"/>
                    <a:pt x="25" y="32"/>
                    <a:pt x="25" y="31"/>
                  </a:cubicBezTo>
                  <a:cubicBezTo>
                    <a:pt x="26" y="31"/>
                    <a:pt x="27" y="31"/>
                    <a:pt x="27" y="30"/>
                  </a:cubicBezTo>
                  <a:cubicBezTo>
                    <a:pt x="26" y="27"/>
                    <a:pt x="26" y="27"/>
                    <a:pt x="26" y="27"/>
                  </a:cubicBezTo>
                  <a:cubicBezTo>
                    <a:pt x="26" y="27"/>
                    <a:pt x="27" y="26"/>
                    <a:pt x="27" y="26"/>
                  </a:cubicBezTo>
                  <a:cubicBezTo>
                    <a:pt x="30" y="27"/>
                    <a:pt x="30" y="27"/>
                    <a:pt x="30" y="27"/>
                  </a:cubicBezTo>
                  <a:cubicBezTo>
                    <a:pt x="31" y="27"/>
                    <a:pt x="31" y="26"/>
                    <a:pt x="32" y="25"/>
                  </a:cubicBezTo>
                  <a:cubicBezTo>
                    <a:pt x="32" y="24"/>
                    <a:pt x="32" y="24"/>
                    <a:pt x="33" y="23"/>
                  </a:cubicBezTo>
                  <a:cubicBezTo>
                    <a:pt x="30" y="21"/>
                    <a:pt x="30" y="21"/>
                    <a:pt x="30" y="21"/>
                  </a:cubicBezTo>
                  <a:cubicBezTo>
                    <a:pt x="30" y="21"/>
                    <a:pt x="30" y="20"/>
                    <a:pt x="30" y="19"/>
                  </a:cubicBezTo>
                  <a:cubicBezTo>
                    <a:pt x="34" y="19"/>
                    <a:pt x="34" y="19"/>
                    <a:pt x="34" y="19"/>
                  </a:cubicBezTo>
                  <a:cubicBezTo>
                    <a:pt x="34" y="18"/>
                    <a:pt x="34" y="18"/>
                    <a:pt x="34" y="17"/>
                  </a:cubicBezTo>
                  <a:cubicBezTo>
                    <a:pt x="34" y="16"/>
                    <a:pt x="34" y="15"/>
                    <a:pt x="34" y="14"/>
                  </a:cubicBezTo>
                  <a:cubicBezTo>
                    <a:pt x="30" y="14"/>
                    <a:pt x="30" y="14"/>
                    <a:pt x="30" y="14"/>
                  </a:cubicBezTo>
                  <a:cubicBezTo>
                    <a:pt x="30" y="13"/>
                    <a:pt x="30" y="13"/>
                    <a:pt x="30" y="12"/>
                  </a:cubicBezTo>
                  <a:cubicBezTo>
                    <a:pt x="33" y="10"/>
                    <a:pt x="33" y="10"/>
                    <a:pt x="33" y="10"/>
                  </a:cubicBezTo>
                  <a:cubicBezTo>
                    <a:pt x="32" y="10"/>
                    <a:pt x="32" y="9"/>
                    <a:pt x="32" y="8"/>
                  </a:cubicBezTo>
                  <a:cubicBezTo>
                    <a:pt x="31" y="7"/>
                    <a:pt x="31" y="7"/>
                    <a:pt x="30" y="6"/>
                  </a:cubicBezTo>
                  <a:cubicBezTo>
                    <a:pt x="27" y="8"/>
                    <a:pt x="27" y="8"/>
                    <a:pt x="27" y="8"/>
                  </a:cubicBezTo>
                  <a:cubicBezTo>
                    <a:pt x="27" y="7"/>
                    <a:pt x="26" y="7"/>
                    <a:pt x="26" y="6"/>
                  </a:cubicBezTo>
                  <a:cubicBezTo>
                    <a:pt x="27" y="3"/>
                    <a:pt x="27" y="3"/>
                    <a:pt x="27" y="3"/>
                  </a:cubicBezTo>
                  <a:cubicBezTo>
                    <a:pt x="27" y="3"/>
                    <a:pt x="26" y="2"/>
                    <a:pt x="25" y="2"/>
                  </a:cubicBezTo>
                  <a:cubicBezTo>
                    <a:pt x="25" y="1"/>
                    <a:pt x="24" y="1"/>
                    <a:pt x="23" y="1"/>
                  </a:cubicBezTo>
                  <a:cubicBezTo>
                    <a:pt x="21" y="4"/>
                    <a:pt x="21" y="4"/>
                    <a:pt x="21" y="4"/>
                  </a:cubicBezTo>
                  <a:cubicBezTo>
                    <a:pt x="21" y="3"/>
                    <a:pt x="20" y="3"/>
                    <a:pt x="19" y="3"/>
                  </a:cubicBezTo>
                  <a:cubicBezTo>
                    <a:pt x="19" y="0"/>
                    <a:pt x="19" y="0"/>
                    <a:pt x="19" y="0"/>
                  </a:cubicBezTo>
                  <a:cubicBezTo>
                    <a:pt x="18" y="0"/>
                    <a:pt x="18" y="0"/>
                    <a:pt x="17" y="0"/>
                  </a:cubicBezTo>
                  <a:cubicBezTo>
                    <a:pt x="16" y="0"/>
                    <a:pt x="15" y="0"/>
                    <a:pt x="14" y="0"/>
                  </a:cubicBezTo>
                  <a:cubicBezTo>
                    <a:pt x="14" y="3"/>
                    <a:pt x="14" y="3"/>
                    <a:pt x="14" y="3"/>
                  </a:cubicBezTo>
                  <a:cubicBezTo>
                    <a:pt x="13" y="3"/>
                    <a:pt x="13" y="3"/>
                    <a:pt x="12" y="4"/>
                  </a:cubicBezTo>
                  <a:cubicBezTo>
                    <a:pt x="10" y="1"/>
                    <a:pt x="10" y="1"/>
                    <a:pt x="10" y="1"/>
                  </a:cubicBezTo>
                  <a:cubicBezTo>
                    <a:pt x="10" y="1"/>
                    <a:pt x="9" y="1"/>
                    <a:pt x="8" y="2"/>
                  </a:cubicBezTo>
                  <a:cubicBezTo>
                    <a:pt x="7" y="2"/>
                    <a:pt x="7" y="3"/>
                    <a:pt x="6" y="3"/>
                  </a:cubicBezTo>
                  <a:cubicBezTo>
                    <a:pt x="8" y="6"/>
                    <a:pt x="8" y="6"/>
                    <a:pt x="8" y="6"/>
                  </a:cubicBezTo>
                  <a:cubicBezTo>
                    <a:pt x="7" y="7"/>
                    <a:pt x="7" y="7"/>
                    <a:pt x="6" y="8"/>
                  </a:cubicBezTo>
                  <a:cubicBezTo>
                    <a:pt x="3" y="6"/>
                    <a:pt x="3" y="6"/>
                    <a:pt x="3" y="6"/>
                  </a:cubicBezTo>
                  <a:cubicBezTo>
                    <a:pt x="3" y="7"/>
                    <a:pt x="2" y="7"/>
                    <a:pt x="2" y="8"/>
                  </a:cubicBezTo>
                  <a:cubicBezTo>
                    <a:pt x="2" y="9"/>
                    <a:pt x="1" y="10"/>
                    <a:pt x="1" y="10"/>
                  </a:cubicBezTo>
                  <a:cubicBezTo>
                    <a:pt x="4" y="12"/>
                    <a:pt x="4" y="12"/>
                    <a:pt x="4" y="12"/>
                  </a:cubicBezTo>
                  <a:cubicBezTo>
                    <a:pt x="3" y="13"/>
                    <a:pt x="3" y="13"/>
                    <a:pt x="3" y="14"/>
                  </a:cubicBezTo>
                  <a:cubicBezTo>
                    <a:pt x="0" y="14"/>
                    <a:pt x="0" y="14"/>
                    <a:pt x="0" y="14"/>
                  </a:cubicBezTo>
                  <a:cubicBezTo>
                    <a:pt x="0" y="15"/>
                    <a:pt x="0" y="16"/>
                    <a:pt x="0" y="17"/>
                  </a:cubicBezTo>
                  <a:cubicBezTo>
                    <a:pt x="0" y="18"/>
                    <a:pt x="0" y="18"/>
                    <a:pt x="0" y="19"/>
                  </a:cubicBezTo>
                  <a:lnTo>
                    <a:pt x="3" y="19"/>
                  </a:lnTo>
                  <a:close/>
                  <a:moveTo>
                    <a:pt x="7" y="17"/>
                  </a:move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5"/>
                    <a:pt x="7" y="15"/>
                    <a:pt x="7" y="15"/>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8" y="13"/>
                    <a:pt x="8" y="13"/>
                    <a:pt x="8" y="12"/>
                  </a:cubicBezTo>
                  <a:cubicBezTo>
                    <a:pt x="8" y="12"/>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0"/>
                    <a:pt x="10"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1" y="8"/>
                    <a:pt x="12" y="8"/>
                    <a:pt x="12" y="8"/>
                  </a:cubicBezTo>
                  <a:cubicBezTo>
                    <a:pt x="13" y="8"/>
                    <a:pt x="13" y="7"/>
                    <a:pt x="14" y="7"/>
                  </a:cubicBezTo>
                  <a:cubicBezTo>
                    <a:pt x="14"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20" y="7"/>
                    <a:pt x="20" y="7"/>
                    <a:pt x="20" y="7"/>
                  </a:cubicBezTo>
                  <a:cubicBezTo>
                    <a:pt x="20" y="7"/>
                    <a:pt x="20" y="7"/>
                    <a:pt x="20" y="7"/>
                  </a:cubicBezTo>
                  <a:cubicBezTo>
                    <a:pt x="20" y="7"/>
                    <a:pt x="20" y="7"/>
                    <a:pt x="20" y="7"/>
                  </a:cubicBezTo>
                  <a:cubicBezTo>
                    <a:pt x="20" y="7"/>
                    <a:pt x="20" y="7"/>
                    <a:pt x="20" y="7"/>
                  </a:cubicBezTo>
                  <a:cubicBezTo>
                    <a:pt x="20" y="7"/>
                    <a:pt x="20" y="7"/>
                    <a:pt x="20" y="7"/>
                  </a:cubicBezTo>
                  <a:cubicBezTo>
                    <a:pt x="20" y="8"/>
                    <a:pt x="21" y="8"/>
                    <a:pt x="22" y="8"/>
                  </a:cubicBezTo>
                  <a:cubicBezTo>
                    <a:pt x="22" y="8"/>
                    <a:pt x="22" y="8"/>
                    <a:pt x="22" y="8"/>
                  </a:cubicBezTo>
                  <a:cubicBezTo>
                    <a:pt x="22" y="9"/>
                    <a:pt x="22" y="9"/>
                    <a:pt x="22" y="9"/>
                  </a:cubicBezTo>
                  <a:cubicBezTo>
                    <a:pt x="22" y="9"/>
                    <a:pt x="22" y="9"/>
                    <a:pt x="22" y="9"/>
                  </a:cubicBezTo>
                  <a:cubicBezTo>
                    <a:pt x="22" y="9"/>
                    <a:pt x="22" y="9"/>
                    <a:pt x="22" y="9"/>
                  </a:cubicBezTo>
                  <a:cubicBezTo>
                    <a:pt x="22" y="9"/>
                    <a:pt x="22" y="9"/>
                    <a:pt x="22" y="9"/>
                  </a:cubicBezTo>
                  <a:cubicBezTo>
                    <a:pt x="22" y="9"/>
                    <a:pt x="22" y="9"/>
                    <a:pt x="22" y="9"/>
                  </a:cubicBezTo>
                  <a:cubicBezTo>
                    <a:pt x="23" y="9"/>
                    <a:pt x="24" y="10"/>
                    <a:pt x="25" y="11"/>
                  </a:cubicBezTo>
                  <a:cubicBezTo>
                    <a:pt x="25" y="11"/>
                    <a:pt x="25" y="11"/>
                    <a:pt x="25" y="11"/>
                  </a:cubicBezTo>
                  <a:cubicBezTo>
                    <a:pt x="25" y="11"/>
                    <a:pt x="25" y="11"/>
                    <a:pt x="25" y="11"/>
                  </a:cubicBezTo>
                  <a:cubicBezTo>
                    <a:pt x="25" y="11"/>
                    <a:pt x="25" y="11"/>
                    <a:pt x="25" y="11"/>
                  </a:cubicBezTo>
                  <a:cubicBezTo>
                    <a:pt x="25" y="11"/>
                    <a:pt x="25" y="11"/>
                    <a:pt x="25" y="11"/>
                  </a:cubicBezTo>
                  <a:cubicBezTo>
                    <a:pt x="25" y="11"/>
                    <a:pt x="25" y="12"/>
                    <a:pt x="25" y="12"/>
                  </a:cubicBezTo>
                  <a:cubicBezTo>
                    <a:pt x="26" y="13"/>
                    <a:pt x="26" y="13"/>
                    <a:pt x="26" y="14"/>
                  </a:cubicBezTo>
                  <a:cubicBezTo>
                    <a:pt x="26" y="14"/>
                    <a:pt x="26" y="14"/>
                    <a:pt x="26" y="14"/>
                  </a:cubicBezTo>
                  <a:cubicBezTo>
                    <a:pt x="26" y="14"/>
                    <a:pt x="26" y="14"/>
                    <a:pt x="26" y="14"/>
                  </a:cubicBezTo>
                  <a:cubicBezTo>
                    <a:pt x="26" y="15"/>
                    <a:pt x="26" y="15"/>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19"/>
                    <a:pt x="26" y="19"/>
                    <a:pt x="26" y="19"/>
                  </a:cubicBezTo>
                  <a:cubicBezTo>
                    <a:pt x="26" y="20"/>
                    <a:pt x="26" y="21"/>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4" y="23"/>
                    <a:pt x="23" y="24"/>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2" y="25"/>
                    <a:pt x="22" y="25"/>
                    <a:pt x="22" y="25"/>
                  </a:cubicBezTo>
                  <a:cubicBezTo>
                    <a:pt x="21" y="26"/>
                    <a:pt x="20" y="26"/>
                    <a:pt x="19" y="26"/>
                  </a:cubicBezTo>
                  <a:cubicBezTo>
                    <a:pt x="19" y="26"/>
                    <a:pt x="19" y="26"/>
                    <a:pt x="19" y="26"/>
                  </a:cubicBezTo>
                  <a:cubicBezTo>
                    <a:pt x="19" y="26"/>
                    <a:pt x="19"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8" y="26"/>
                    <a:pt x="18"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6" y="26"/>
                    <a:pt x="16" y="26"/>
                    <a:pt x="16"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4" y="26"/>
                    <a:pt x="14" y="26"/>
                    <a:pt x="14" y="26"/>
                  </a:cubicBezTo>
                  <a:cubicBezTo>
                    <a:pt x="13" y="26"/>
                    <a:pt x="12" y="25"/>
                    <a:pt x="12" y="25"/>
                  </a:cubicBezTo>
                  <a:cubicBezTo>
                    <a:pt x="12" y="25"/>
                    <a:pt x="12"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0" y="24"/>
                    <a:pt x="9" y="23"/>
                    <a:pt x="9" y="22"/>
                  </a:cubicBezTo>
                  <a:cubicBezTo>
                    <a:pt x="9" y="22"/>
                    <a:pt x="9" y="22"/>
                    <a:pt x="9" y="22"/>
                  </a:cubicBezTo>
                  <a:cubicBezTo>
                    <a:pt x="9" y="22"/>
                    <a:pt x="9" y="22"/>
                    <a:pt x="9" y="22"/>
                  </a:cubicBezTo>
                  <a:cubicBezTo>
                    <a:pt x="9" y="22"/>
                    <a:pt x="9" y="22"/>
                    <a:pt x="9" y="22"/>
                  </a:cubicBezTo>
                  <a:cubicBezTo>
                    <a:pt x="9" y="22"/>
                    <a:pt x="8" y="22"/>
                    <a:pt x="8" y="22"/>
                  </a:cubicBezTo>
                  <a:cubicBezTo>
                    <a:pt x="8" y="21"/>
                    <a:pt x="7" y="20"/>
                    <a:pt x="7" y="19"/>
                  </a:cubicBezTo>
                  <a:cubicBezTo>
                    <a:pt x="7" y="19"/>
                    <a:pt x="7" y="18"/>
                    <a:pt x="7" y="18"/>
                  </a:cubicBezTo>
                  <a:cubicBezTo>
                    <a:pt x="7" y="18"/>
                    <a:pt x="7" y="18"/>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2" name="Google Shape;822;p60"/>
            <p:cNvSpPr/>
            <p:nvPr/>
          </p:nvSpPr>
          <p:spPr>
            <a:xfrm>
              <a:off x="4640263" y="1452563"/>
              <a:ext cx="134938" cy="131763"/>
            </a:xfrm>
            <a:custGeom>
              <a:avLst/>
              <a:gdLst/>
              <a:ahLst/>
              <a:cxnLst/>
              <a:rect l="l" t="t" r="r" b="b"/>
              <a:pathLst>
                <a:path w="36" h="35" extrusionOk="0">
                  <a:moveTo>
                    <a:pt x="31" y="5"/>
                  </a:moveTo>
                  <a:cubicBezTo>
                    <a:pt x="30" y="4"/>
                    <a:pt x="30" y="4"/>
                    <a:pt x="29" y="3"/>
                  </a:cubicBezTo>
                  <a:cubicBezTo>
                    <a:pt x="26" y="6"/>
                    <a:pt x="26" y="6"/>
                    <a:pt x="26" y="6"/>
                  </a:cubicBezTo>
                  <a:cubicBezTo>
                    <a:pt x="26" y="5"/>
                    <a:pt x="26" y="5"/>
                    <a:pt x="26" y="5"/>
                  </a:cubicBezTo>
                  <a:cubicBezTo>
                    <a:pt x="26" y="5"/>
                    <a:pt x="25" y="5"/>
                    <a:pt x="25" y="4"/>
                  </a:cubicBezTo>
                  <a:cubicBezTo>
                    <a:pt x="26" y="1"/>
                    <a:pt x="26" y="1"/>
                    <a:pt x="26" y="1"/>
                  </a:cubicBezTo>
                  <a:cubicBezTo>
                    <a:pt x="25" y="1"/>
                    <a:pt x="24" y="0"/>
                    <a:pt x="23" y="0"/>
                  </a:cubicBezTo>
                  <a:cubicBezTo>
                    <a:pt x="22" y="0"/>
                    <a:pt x="21" y="0"/>
                    <a:pt x="21" y="0"/>
                  </a:cubicBezTo>
                  <a:cubicBezTo>
                    <a:pt x="20" y="3"/>
                    <a:pt x="20" y="3"/>
                    <a:pt x="20" y="3"/>
                  </a:cubicBezTo>
                  <a:cubicBezTo>
                    <a:pt x="19" y="3"/>
                    <a:pt x="19" y="3"/>
                    <a:pt x="18" y="3"/>
                  </a:cubicBezTo>
                  <a:cubicBezTo>
                    <a:pt x="18" y="3"/>
                    <a:pt x="18" y="3"/>
                    <a:pt x="17" y="3"/>
                  </a:cubicBezTo>
                  <a:cubicBezTo>
                    <a:pt x="17" y="0"/>
                    <a:pt x="17" y="0"/>
                    <a:pt x="17" y="0"/>
                  </a:cubicBezTo>
                  <a:cubicBezTo>
                    <a:pt x="16" y="0"/>
                    <a:pt x="15" y="0"/>
                    <a:pt x="14" y="0"/>
                  </a:cubicBezTo>
                  <a:cubicBezTo>
                    <a:pt x="13" y="0"/>
                    <a:pt x="12" y="0"/>
                    <a:pt x="11" y="1"/>
                  </a:cubicBezTo>
                  <a:cubicBezTo>
                    <a:pt x="12" y="4"/>
                    <a:pt x="12" y="4"/>
                    <a:pt x="12" y="4"/>
                  </a:cubicBezTo>
                  <a:cubicBezTo>
                    <a:pt x="12" y="4"/>
                    <a:pt x="11" y="5"/>
                    <a:pt x="10" y="5"/>
                  </a:cubicBezTo>
                  <a:cubicBezTo>
                    <a:pt x="10" y="5"/>
                    <a:pt x="10" y="5"/>
                    <a:pt x="10" y="5"/>
                  </a:cubicBezTo>
                  <a:cubicBezTo>
                    <a:pt x="8" y="3"/>
                    <a:pt x="8" y="3"/>
                    <a:pt x="8" y="3"/>
                  </a:cubicBezTo>
                  <a:cubicBezTo>
                    <a:pt x="7" y="3"/>
                    <a:pt x="6" y="4"/>
                    <a:pt x="6" y="4"/>
                  </a:cubicBezTo>
                  <a:cubicBezTo>
                    <a:pt x="5" y="5"/>
                    <a:pt x="5" y="6"/>
                    <a:pt x="4" y="6"/>
                  </a:cubicBezTo>
                  <a:cubicBezTo>
                    <a:pt x="6" y="9"/>
                    <a:pt x="6" y="9"/>
                    <a:pt x="6" y="9"/>
                  </a:cubicBezTo>
                  <a:cubicBezTo>
                    <a:pt x="6" y="9"/>
                    <a:pt x="6" y="10"/>
                    <a:pt x="5" y="11"/>
                  </a:cubicBezTo>
                  <a:cubicBezTo>
                    <a:pt x="2" y="10"/>
                    <a:pt x="2" y="10"/>
                    <a:pt x="2" y="10"/>
                  </a:cubicBezTo>
                  <a:cubicBezTo>
                    <a:pt x="2" y="10"/>
                    <a:pt x="1" y="11"/>
                    <a:pt x="1" y="12"/>
                  </a:cubicBezTo>
                  <a:cubicBezTo>
                    <a:pt x="1" y="13"/>
                    <a:pt x="1" y="14"/>
                    <a:pt x="0" y="15"/>
                  </a:cubicBezTo>
                  <a:cubicBezTo>
                    <a:pt x="4" y="16"/>
                    <a:pt x="4" y="16"/>
                    <a:pt x="4" y="16"/>
                  </a:cubicBezTo>
                  <a:cubicBezTo>
                    <a:pt x="4" y="16"/>
                    <a:pt x="4" y="17"/>
                    <a:pt x="4" y="18"/>
                  </a:cubicBezTo>
                  <a:cubicBezTo>
                    <a:pt x="0" y="19"/>
                    <a:pt x="0" y="19"/>
                    <a:pt x="0" y="19"/>
                  </a:cubicBezTo>
                  <a:cubicBezTo>
                    <a:pt x="0" y="20"/>
                    <a:pt x="1" y="20"/>
                    <a:pt x="1" y="21"/>
                  </a:cubicBezTo>
                  <a:cubicBezTo>
                    <a:pt x="1" y="22"/>
                    <a:pt x="1" y="23"/>
                    <a:pt x="2" y="24"/>
                  </a:cubicBezTo>
                  <a:cubicBezTo>
                    <a:pt x="5" y="23"/>
                    <a:pt x="5" y="23"/>
                    <a:pt x="5" y="23"/>
                  </a:cubicBezTo>
                  <a:cubicBezTo>
                    <a:pt x="5" y="24"/>
                    <a:pt x="6" y="24"/>
                    <a:pt x="6" y="25"/>
                  </a:cubicBezTo>
                  <a:cubicBezTo>
                    <a:pt x="3" y="27"/>
                    <a:pt x="3" y="27"/>
                    <a:pt x="3" y="27"/>
                  </a:cubicBezTo>
                  <a:cubicBezTo>
                    <a:pt x="4" y="28"/>
                    <a:pt x="5" y="29"/>
                    <a:pt x="5" y="29"/>
                  </a:cubicBezTo>
                  <a:cubicBezTo>
                    <a:pt x="6" y="30"/>
                    <a:pt x="6" y="31"/>
                    <a:pt x="7" y="31"/>
                  </a:cubicBezTo>
                  <a:cubicBezTo>
                    <a:pt x="10" y="29"/>
                    <a:pt x="10" y="29"/>
                    <a:pt x="10" y="29"/>
                  </a:cubicBezTo>
                  <a:cubicBezTo>
                    <a:pt x="10" y="29"/>
                    <a:pt x="10" y="29"/>
                    <a:pt x="10" y="29"/>
                  </a:cubicBezTo>
                  <a:cubicBezTo>
                    <a:pt x="10" y="29"/>
                    <a:pt x="11" y="30"/>
                    <a:pt x="11" y="30"/>
                  </a:cubicBezTo>
                  <a:cubicBezTo>
                    <a:pt x="10" y="33"/>
                    <a:pt x="10" y="33"/>
                    <a:pt x="10" y="33"/>
                  </a:cubicBezTo>
                  <a:cubicBezTo>
                    <a:pt x="11" y="34"/>
                    <a:pt x="12" y="34"/>
                    <a:pt x="13" y="34"/>
                  </a:cubicBezTo>
                  <a:cubicBezTo>
                    <a:pt x="14" y="34"/>
                    <a:pt x="15" y="35"/>
                    <a:pt x="16" y="35"/>
                  </a:cubicBezTo>
                  <a:cubicBezTo>
                    <a:pt x="17" y="32"/>
                    <a:pt x="17" y="32"/>
                    <a:pt x="17" y="32"/>
                  </a:cubicBezTo>
                  <a:cubicBezTo>
                    <a:pt x="17" y="32"/>
                    <a:pt x="18" y="32"/>
                    <a:pt x="18" y="32"/>
                  </a:cubicBezTo>
                  <a:cubicBezTo>
                    <a:pt x="18" y="32"/>
                    <a:pt x="19" y="32"/>
                    <a:pt x="19" y="32"/>
                  </a:cubicBezTo>
                  <a:cubicBezTo>
                    <a:pt x="20" y="35"/>
                    <a:pt x="20" y="35"/>
                    <a:pt x="20" y="35"/>
                  </a:cubicBezTo>
                  <a:cubicBezTo>
                    <a:pt x="20" y="35"/>
                    <a:pt x="21" y="35"/>
                    <a:pt x="22" y="35"/>
                  </a:cubicBezTo>
                  <a:cubicBezTo>
                    <a:pt x="23" y="34"/>
                    <a:pt x="24" y="34"/>
                    <a:pt x="25" y="34"/>
                  </a:cubicBezTo>
                  <a:cubicBezTo>
                    <a:pt x="24" y="30"/>
                    <a:pt x="24" y="30"/>
                    <a:pt x="24" y="30"/>
                  </a:cubicBezTo>
                  <a:cubicBezTo>
                    <a:pt x="25" y="30"/>
                    <a:pt x="25" y="30"/>
                    <a:pt x="26" y="29"/>
                  </a:cubicBezTo>
                  <a:cubicBezTo>
                    <a:pt x="26" y="30"/>
                    <a:pt x="26" y="30"/>
                    <a:pt x="26" y="30"/>
                  </a:cubicBezTo>
                  <a:cubicBezTo>
                    <a:pt x="28" y="32"/>
                    <a:pt x="28" y="32"/>
                    <a:pt x="28" y="32"/>
                  </a:cubicBezTo>
                  <a:cubicBezTo>
                    <a:pt x="29" y="31"/>
                    <a:pt x="30" y="31"/>
                    <a:pt x="30" y="30"/>
                  </a:cubicBezTo>
                  <a:cubicBezTo>
                    <a:pt x="31" y="30"/>
                    <a:pt x="31" y="29"/>
                    <a:pt x="32" y="28"/>
                  </a:cubicBezTo>
                  <a:cubicBezTo>
                    <a:pt x="30" y="26"/>
                    <a:pt x="30" y="26"/>
                    <a:pt x="30" y="26"/>
                  </a:cubicBezTo>
                  <a:cubicBezTo>
                    <a:pt x="30" y="25"/>
                    <a:pt x="30" y="24"/>
                    <a:pt x="31" y="24"/>
                  </a:cubicBezTo>
                  <a:cubicBezTo>
                    <a:pt x="34" y="25"/>
                    <a:pt x="34" y="25"/>
                    <a:pt x="34" y="25"/>
                  </a:cubicBezTo>
                  <a:cubicBezTo>
                    <a:pt x="34" y="24"/>
                    <a:pt x="35" y="23"/>
                    <a:pt x="35" y="22"/>
                  </a:cubicBezTo>
                  <a:cubicBezTo>
                    <a:pt x="35" y="21"/>
                    <a:pt x="35" y="21"/>
                    <a:pt x="36" y="20"/>
                  </a:cubicBezTo>
                  <a:cubicBezTo>
                    <a:pt x="32" y="19"/>
                    <a:pt x="32" y="19"/>
                    <a:pt x="32" y="19"/>
                  </a:cubicBezTo>
                  <a:cubicBezTo>
                    <a:pt x="32" y="18"/>
                    <a:pt x="32" y="17"/>
                    <a:pt x="32" y="17"/>
                  </a:cubicBezTo>
                  <a:cubicBezTo>
                    <a:pt x="36" y="16"/>
                    <a:pt x="36" y="16"/>
                    <a:pt x="36" y="16"/>
                  </a:cubicBezTo>
                  <a:cubicBezTo>
                    <a:pt x="36" y="15"/>
                    <a:pt x="36" y="14"/>
                    <a:pt x="35" y="13"/>
                  </a:cubicBezTo>
                  <a:cubicBezTo>
                    <a:pt x="35" y="12"/>
                    <a:pt x="35" y="11"/>
                    <a:pt x="35" y="11"/>
                  </a:cubicBezTo>
                  <a:cubicBezTo>
                    <a:pt x="31" y="11"/>
                    <a:pt x="31" y="11"/>
                    <a:pt x="31" y="11"/>
                  </a:cubicBezTo>
                  <a:cubicBezTo>
                    <a:pt x="31" y="11"/>
                    <a:pt x="31" y="10"/>
                    <a:pt x="30" y="9"/>
                  </a:cubicBezTo>
                  <a:cubicBezTo>
                    <a:pt x="33" y="7"/>
                    <a:pt x="33" y="7"/>
                    <a:pt x="33" y="7"/>
                  </a:cubicBezTo>
                  <a:cubicBezTo>
                    <a:pt x="32" y="6"/>
                    <a:pt x="32" y="6"/>
                    <a:pt x="31" y="5"/>
                  </a:cubicBezTo>
                  <a:close/>
                  <a:moveTo>
                    <a:pt x="10" y="18"/>
                  </a:moveTo>
                  <a:cubicBezTo>
                    <a:pt x="10" y="18"/>
                    <a:pt x="9" y="18"/>
                    <a:pt x="9" y="18"/>
                  </a:cubicBezTo>
                  <a:cubicBezTo>
                    <a:pt x="7" y="18"/>
                    <a:pt x="6" y="16"/>
                    <a:pt x="7" y="14"/>
                  </a:cubicBezTo>
                  <a:cubicBezTo>
                    <a:pt x="7" y="12"/>
                    <a:pt x="8" y="11"/>
                    <a:pt x="10" y="11"/>
                  </a:cubicBezTo>
                  <a:cubicBezTo>
                    <a:pt x="10" y="11"/>
                    <a:pt x="11" y="11"/>
                    <a:pt x="11" y="11"/>
                  </a:cubicBezTo>
                  <a:cubicBezTo>
                    <a:pt x="13" y="12"/>
                    <a:pt x="14" y="14"/>
                    <a:pt x="13" y="16"/>
                  </a:cubicBezTo>
                  <a:cubicBezTo>
                    <a:pt x="13" y="17"/>
                    <a:pt x="11" y="18"/>
                    <a:pt x="10" y="18"/>
                  </a:cubicBezTo>
                  <a:close/>
                  <a:moveTo>
                    <a:pt x="19" y="26"/>
                  </a:moveTo>
                  <a:cubicBezTo>
                    <a:pt x="19" y="27"/>
                    <a:pt x="18" y="28"/>
                    <a:pt x="18" y="28"/>
                  </a:cubicBezTo>
                  <a:cubicBezTo>
                    <a:pt x="17" y="29"/>
                    <a:pt x="16" y="29"/>
                    <a:pt x="15" y="29"/>
                  </a:cubicBezTo>
                  <a:cubicBezTo>
                    <a:pt x="13" y="28"/>
                    <a:pt x="12" y="26"/>
                    <a:pt x="12" y="24"/>
                  </a:cubicBezTo>
                  <a:cubicBezTo>
                    <a:pt x="13" y="22"/>
                    <a:pt x="15" y="21"/>
                    <a:pt x="17" y="22"/>
                  </a:cubicBezTo>
                  <a:cubicBezTo>
                    <a:pt x="17" y="22"/>
                    <a:pt x="18" y="22"/>
                    <a:pt x="18" y="23"/>
                  </a:cubicBezTo>
                  <a:cubicBezTo>
                    <a:pt x="19" y="24"/>
                    <a:pt x="19" y="25"/>
                    <a:pt x="19" y="26"/>
                  </a:cubicBezTo>
                  <a:close/>
                  <a:moveTo>
                    <a:pt x="20" y="18"/>
                  </a:moveTo>
                  <a:cubicBezTo>
                    <a:pt x="20" y="19"/>
                    <a:pt x="19" y="20"/>
                    <a:pt x="18" y="20"/>
                  </a:cubicBezTo>
                  <a:cubicBezTo>
                    <a:pt x="18" y="20"/>
                    <a:pt x="18" y="20"/>
                    <a:pt x="17" y="19"/>
                  </a:cubicBezTo>
                  <a:cubicBezTo>
                    <a:pt x="16" y="19"/>
                    <a:pt x="15" y="18"/>
                    <a:pt x="16" y="17"/>
                  </a:cubicBezTo>
                  <a:cubicBezTo>
                    <a:pt x="16" y="16"/>
                    <a:pt x="17" y="15"/>
                    <a:pt x="18" y="15"/>
                  </a:cubicBezTo>
                  <a:cubicBezTo>
                    <a:pt x="18" y="15"/>
                    <a:pt x="18" y="15"/>
                    <a:pt x="19" y="15"/>
                  </a:cubicBezTo>
                  <a:cubicBezTo>
                    <a:pt x="20" y="15"/>
                    <a:pt x="21" y="17"/>
                    <a:pt x="20" y="18"/>
                  </a:cubicBezTo>
                  <a:close/>
                  <a:moveTo>
                    <a:pt x="19" y="12"/>
                  </a:moveTo>
                  <a:cubicBezTo>
                    <a:pt x="19" y="12"/>
                    <a:pt x="18" y="12"/>
                    <a:pt x="18" y="12"/>
                  </a:cubicBezTo>
                  <a:cubicBezTo>
                    <a:pt x="17" y="11"/>
                    <a:pt x="17" y="9"/>
                    <a:pt x="17" y="8"/>
                  </a:cubicBezTo>
                  <a:cubicBezTo>
                    <a:pt x="17" y="7"/>
                    <a:pt x="18" y="7"/>
                    <a:pt x="18" y="7"/>
                  </a:cubicBezTo>
                  <a:cubicBezTo>
                    <a:pt x="19" y="6"/>
                    <a:pt x="20" y="5"/>
                    <a:pt x="21" y="6"/>
                  </a:cubicBezTo>
                  <a:cubicBezTo>
                    <a:pt x="23" y="6"/>
                    <a:pt x="24" y="8"/>
                    <a:pt x="24" y="10"/>
                  </a:cubicBezTo>
                  <a:cubicBezTo>
                    <a:pt x="23" y="12"/>
                    <a:pt x="21" y="13"/>
                    <a:pt x="19" y="12"/>
                  </a:cubicBezTo>
                  <a:close/>
                  <a:moveTo>
                    <a:pt x="30" y="21"/>
                  </a:moveTo>
                  <a:cubicBezTo>
                    <a:pt x="29" y="22"/>
                    <a:pt x="28" y="23"/>
                    <a:pt x="26" y="23"/>
                  </a:cubicBezTo>
                  <a:cubicBezTo>
                    <a:pt x="26" y="23"/>
                    <a:pt x="25" y="23"/>
                    <a:pt x="25" y="23"/>
                  </a:cubicBezTo>
                  <a:cubicBezTo>
                    <a:pt x="23" y="22"/>
                    <a:pt x="22" y="21"/>
                    <a:pt x="23" y="19"/>
                  </a:cubicBezTo>
                  <a:cubicBezTo>
                    <a:pt x="23" y="17"/>
                    <a:pt x="25" y="16"/>
                    <a:pt x="26" y="16"/>
                  </a:cubicBezTo>
                  <a:cubicBezTo>
                    <a:pt x="26" y="16"/>
                    <a:pt x="27" y="16"/>
                    <a:pt x="27" y="16"/>
                  </a:cubicBezTo>
                  <a:cubicBezTo>
                    <a:pt x="29" y="17"/>
                    <a:pt x="30" y="19"/>
                    <a:pt x="30" y="21"/>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3" name="Google Shape;823;p60"/>
            <p:cNvSpPr/>
            <p:nvPr/>
          </p:nvSpPr>
          <p:spPr>
            <a:xfrm>
              <a:off x="4816475" y="2520950"/>
              <a:ext cx="136525" cy="134938"/>
            </a:xfrm>
            <a:custGeom>
              <a:avLst/>
              <a:gdLst/>
              <a:ahLst/>
              <a:cxnLst/>
              <a:rect l="l" t="t" r="r" b="b"/>
              <a:pathLst>
                <a:path w="36" h="36" extrusionOk="0">
                  <a:moveTo>
                    <a:pt x="36" y="17"/>
                  </a:moveTo>
                  <a:cubicBezTo>
                    <a:pt x="36" y="16"/>
                    <a:pt x="36" y="15"/>
                    <a:pt x="35" y="14"/>
                  </a:cubicBezTo>
                  <a:cubicBezTo>
                    <a:pt x="35" y="13"/>
                    <a:pt x="35" y="12"/>
                    <a:pt x="35" y="11"/>
                  </a:cubicBezTo>
                  <a:cubicBezTo>
                    <a:pt x="31" y="12"/>
                    <a:pt x="31" y="12"/>
                    <a:pt x="31" y="12"/>
                  </a:cubicBezTo>
                  <a:cubicBezTo>
                    <a:pt x="31" y="12"/>
                    <a:pt x="31" y="11"/>
                    <a:pt x="30" y="10"/>
                  </a:cubicBezTo>
                  <a:cubicBezTo>
                    <a:pt x="33" y="8"/>
                    <a:pt x="33" y="8"/>
                    <a:pt x="33" y="8"/>
                  </a:cubicBezTo>
                  <a:cubicBezTo>
                    <a:pt x="32" y="7"/>
                    <a:pt x="32" y="7"/>
                    <a:pt x="31" y="6"/>
                  </a:cubicBezTo>
                  <a:cubicBezTo>
                    <a:pt x="30" y="5"/>
                    <a:pt x="30" y="5"/>
                    <a:pt x="29" y="4"/>
                  </a:cubicBezTo>
                  <a:cubicBezTo>
                    <a:pt x="27" y="6"/>
                    <a:pt x="27" y="6"/>
                    <a:pt x="27" y="6"/>
                  </a:cubicBezTo>
                  <a:cubicBezTo>
                    <a:pt x="26" y="6"/>
                    <a:pt x="26" y="6"/>
                    <a:pt x="26" y="6"/>
                  </a:cubicBezTo>
                  <a:cubicBezTo>
                    <a:pt x="26" y="6"/>
                    <a:pt x="25" y="6"/>
                    <a:pt x="25" y="5"/>
                  </a:cubicBezTo>
                  <a:cubicBezTo>
                    <a:pt x="26" y="2"/>
                    <a:pt x="26" y="2"/>
                    <a:pt x="26" y="2"/>
                  </a:cubicBezTo>
                  <a:cubicBezTo>
                    <a:pt x="25" y="2"/>
                    <a:pt x="24" y="1"/>
                    <a:pt x="23" y="1"/>
                  </a:cubicBezTo>
                  <a:cubicBezTo>
                    <a:pt x="22" y="1"/>
                    <a:pt x="22" y="1"/>
                    <a:pt x="21" y="1"/>
                  </a:cubicBezTo>
                  <a:cubicBezTo>
                    <a:pt x="20" y="4"/>
                    <a:pt x="20" y="4"/>
                    <a:pt x="20" y="4"/>
                  </a:cubicBezTo>
                  <a:cubicBezTo>
                    <a:pt x="19" y="4"/>
                    <a:pt x="19" y="4"/>
                    <a:pt x="18" y="4"/>
                  </a:cubicBezTo>
                  <a:cubicBezTo>
                    <a:pt x="18" y="4"/>
                    <a:pt x="18" y="4"/>
                    <a:pt x="17" y="4"/>
                  </a:cubicBezTo>
                  <a:cubicBezTo>
                    <a:pt x="17" y="0"/>
                    <a:pt x="17" y="0"/>
                    <a:pt x="17" y="0"/>
                  </a:cubicBezTo>
                  <a:cubicBezTo>
                    <a:pt x="16" y="0"/>
                    <a:pt x="15" y="1"/>
                    <a:pt x="14" y="1"/>
                  </a:cubicBezTo>
                  <a:cubicBezTo>
                    <a:pt x="13" y="1"/>
                    <a:pt x="12" y="1"/>
                    <a:pt x="12" y="2"/>
                  </a:cubicBezTo>
                  <a:cubicBezTo>
                    <a:pt x="12" y="5"/>
                    <a:pt x="12" y="5"/>
                    <a:pt x="12" y="5"/>
                  </a:cubicBezTo>
                  <a:cubicBezTo>
                    <a:pt x="12" y="5"/>
                    <a:pt x="11" y="6"/>
                    <a:pt x="10" y="6"/>
                  </a:cubicBezTo>
                  <a:cubicBezTo>
                    <a:pt x="10" y="6"/>
                    <a:pt x="10" y="6"/>
                    <a:pt x="10" y="6"/>
                  </a:cubicBezTo>
                  <a:cubicBezTo>
                    <a:pt x="8" y="4"/>
                    <a:pt x="8" y="4"/>
                    <a:pt x="8" y="4"/>
                  </a:cubicBezTo>
                  <a:cubicBezTo>
                    <a:pt x="7" y="4"/>
                    <a:pt x="7" y="5"/>
                    <a:pt x="6" y="5"/>
                  </a:cubicBezTo>
                  <a:cubicBezTo>
                    <a:pt x="5" y="6"/>
                    <a:pt x="5" y="6"/>
                    <a:pt x="4" y="7"/>
                  </a:cubicBezTo>
                  <a:cubicBezTo>
                    <a:pt x="7" y="10"/>
                    <a:pt x="7" y="10"/>
                    <a:pt x="7" y="10"/>
                  </a:cubicBezTo>
                  <a:cubicBezTo>
                    <a:pt x="6" y="10"/>
                    <a:pt x="6" y="11"/>
                    <a:pt x="5" y="12"/>
                  </a:cubicBezTo>
                  <a:cubicBezTo>
                    <a:pt x="2" y="11"/>
                    <a:pt x="2" y="11"/>
                    <a:pt x="2" y="11"/>
                  </a:cubicBezTo>
                  <a:cubicBezTo>
                    <a:pt x="2" y="11"/>
                    <a:pt x="1" y="12"/>
                    <a:pt x="1" y="13"/>
                  </a:cubicBezTo>
                  <a:cubicBezTo>
                    <a:pt x="1" y="14"/>
                    <a:pt x="1" y="15"/>
                    <a:pt x="1" y="16"/>
                  </a:cubicBezTo>
                  <a:cubicBezTo>
                    <a:pt x="4" y="17"/>
                    <a:pt x="4" y="17"/>
                    <a:pt x="4" y="17"/>
                  </a:cubicBezTo>
                  <a:cubicBezTo>
                    <a:pt x="4" y="17"/>
                    <a:pt x="4" y="18"/>
                    <a:pt x="4" y="19"/>
                  </a:cubicBezTo>
                  <a:cubicBezTo>
                    <a:pt x="0" y="20"/>
                    <a:pt x="0" y="20"/>
                    <a:pt x="0" y="20"/>
                  </a:cubicBezTo>
                  <a:cubicBezTo>
                    <a:pt x="1" y="20"/>
                    <a:pt x="1" y="21"/>
                    <a:pt x="1" y="22"/>
                  </a:cubicBezTo>
                  <a:cubicBezTo>
                    <a:pt x="1" y="23"/>
                    <a:pt x="1" y="24"/>
                    <a:pt x="2" y="25"/>
                  </a:cubicBezTo>
                  <a:cubicBezTo>
                    <a:pt x="5" y="24"/>
                    <a:pt x="5" y="24"/>
                    <a:pt x="5" y="24"/>
                  </a:cubicBezTo>
                  <a:cubicBezTo>
                    <a:pt x="5" y="25"/>
                    <a:pt x="6" y="25"/>
                    <a:pt x="6" y="26"/>
                  </a:cubicBezTo>
                  <a:cubicBezTo>
                    <a:pt x="4" y="28"/>
                    <a:pt x="4" y="28"/>
                    <a:pt x="4" y="28"/>
                  </a:cubicBezTo>
                  <a:cubicBezTo>
                    <a:pt x="4" y="29"/>
                    <a:pt x="5" y="30"/>
                    <a:pt x="5" y="30"/>
                  </a:cubicBezTo>
                  <a:cubicBezTo>
                    <a:pt x="6" y="31"/>
                    <a:pt x="7" y="32"/>
                    <a:pt x="7" y="32"/>
                  </a:cubicBezTo>
                  <a:cubicBezTo>
                    <a:pt x="10" y="30"/>
                    <a:pt x="10" y="30"/>
                    <a:pt x="10" y="30"/>
                  </a:cubicBezTo>
                  <a:cubicBezTo>
                    <a:pt x="10" y="30"/>
                    <a:pt x="10" y="30"/>
                    <a:pt x="10" y="30"/>
                  </a:cubicBezTo>
                  <a:cubicBezTo>
                    <a:pt x="11" y="30"/>
                    <a:pt x="11" y="31"/>
                    <a:pt x="12" y="31"/>
                  </a:cubicBezTo>
                  <a:cubicBezTo>
                    <a:pt x="11" y="34"/>
                    <a:pt x="11" y="34"/>
                    <a:pt x="11" y="34"/>
                  </a:cubicBezTo>
                  <a:cubicBezTo>
                    <a:pt x="11" y="35"/>
                    <a:pt x="12" y="35"/>
                    <a:pt x="13" y="35"/>
                  </a:cubicBezTo>
                  <a:cubicBezTo>
                    <a:pt x="14" y="35"/>
                    <a:pt x="15" y="36"/>
                    <a:pt x="16" y="36"/>
                  </a:cubicBezTo>
                  <a:cubicBezTo>
                    <a:pt x="17" y="32"/>
                    <a:pt x="17" y="32"/>
                    <a:pt x="17" y="32"/>
                  </a:cubicBezTo>
                  <a:cubicBezTo>
                    <a:pt x="17" y="32"/>
                    <a:pt x="18" y="32"/>
                    <a:pt x="18" y="32"/>
                  </a:cubicBezTo>
                  <a:cubicBezTo>
                    <a:pt x="18" y="32"/>
                    <a:pt x="19" y="32"/>
                    <a:pt x="19" y="32"/>
                  </a:cubicBezTo>
                  <a:cubicBezTo>
                    <a:pt x="20" y="36"/>
                    <a:pt x="20" y="36"/>
                    <a:pt x="20" y="36"/>
                  </a:cubicBezTo>
                  <a:cubicBezTo>
                    <a:pt x="21" y="36"/>
                    <a:pt x="21" y="36"/>
                    <a:pt x="22" y="35"/>
                  </a:cubicBezTo>
                  <a:cubicBezTo>
                    <a:pt x="23" y="35"/>
                    <a:pt x="24" y="35"/>
                    <a:pt x="25" y="35"/>
                  </a:cubicBezTo>
                  <a:cubicBezTo>
                    <a:pt x="24" y="31"/>
                    <a:pt x="24" y="31"/>
                    <a:pt x="24" y="31"/>
                  </a:cubicBezTo>
                  <a:cubicBezTo>
                    <a:pt x="25" y="31"/>
                    <a:pt x="25" y="31"/>
                    <a:pt x="26" y="30"/>
                  </a:cubicBezTo>
                  <a:cubicBezTo>
                    <a:pt x="26" y="31"/>
                    <a:pt x="26" y="31"/>
                    <a:pt x="26" y="31"/>
                  </a:cubicBezTo>
                  <a:cubicBezTo>
                    <a:pt x="28" y="33"/>
                    <a:pt x="28" y="33"/>
                    <a:pt x="28" y="33"/>
                  </a:cubicBezTo>
                  <a:cubicBezTo>
                    <a:pt x="29" y="32"/>
                    <a:pt x="30" y="32"/>
                    <a:pt x="30" y="31"/>
                  </a:cubicBezTo>
                  <a:cubicBezTo>
                    <a:pt x="31" y="30"/>
                    <a:pt x="32" y="30"/>
                    <a:pt x="32" y="29"/>
                  </a:cubicBezTo>
                  <a:cubicBezTo>
                    <a:pt x="30" y="27"/>
                    <a:pt x="30" y="27"/>
                    <a:pt x="30" y="27"/>
                  </a:cubicBezTo>
                  <a:cubicBezTo>
                    <a:pt x="30" y="26"/>
                    <a:pt x="31" y="25"/>
                    <a:pt x="31" y="25"/>
                  </a:cubicBezTo>
                  <a:cubicBezTo>
                    <a:pt x="34" y="26"/>
                    <a:pt x="34" y="26"/>
                    <a:pt x="34" y="26"/>
                  </a:cubicBezTo>
                  <a:cubicBezTo>
                    <a:pt x="35" y="25"/>
                    <a:pt x="35" y="24"/>
                    <a:pt x="35" y="23"/>
                  </a:cubicBezTo>
                  <a:cubicBezTo>
                    <a:pt x="35" y="22"/>
                    <a:pt x="36" y="21"/>
                    <a:pt x="36" y="21"/>
                  </a:cubicBezTo>
                  <a:cubicBezTo>
                    <a:pt x="32" y="20"/>
                    <a:pt x="32" y="20"/>
                    <a:pt x="32" y="20"/>
                  </a:cubicBezTo>
                  <a:cubicBezTo>
                    <a:pt x="33" y="19"/>
                    <a:pt x="33" y="18"/>
                    <a:pt x="33" y="17"/>
                  </a:cubicBezTo>
                  <a:lnTo>
                    <a:pt x="36" y="17"/>
                  </a:lnTo>
                  <a:close/>
                  <a:moveTo>
                    <a:pt x="10" y="19"/>
                  </a:moveTo>
                  <a:cubicBezTo>
                    <a:pt x="10" y="19"/>
                    <a:pt x="9" y="19"/>
                    <a:pt x="9" y="19"/>
                  </a:cubicBezTo>
                  <a:cubicBezTo>
                    <a:pt x="7" y="19"/>
                    <a:pt x="6" y="17"/>
                    <a:pt x="7" y="15"/>
                  </a:cubicBezTo>
                  <a:cubicBezTo>
                    <a:pt x="7" y="13"/>
                    <a:pt x="9" y="12"/>
                    <a:pt x="10" y="12"/>
                  </a:cubicBezTo>
                  <a:cubicBezTo>
                    <a:pt x="10" y="12"/>
                    <a:pt x="11" y="12"/>
                    <a:pt x="11" y="12"/>
                  </a:cubicBezTo>
                  <a:cubicBezTo>
                    <a:pt x="13" y="13"/>
                    <a:pt x="14" y="15"/>
                    <a:pt x="13" y="17"/>
                  </a:cubicBezTo>
                  <a:cubicBezTo>
                    <a:pt x="13" y="18"/>
                    <a:pt x="12" y="19"/>
                    <a:pt x="10" y="19"/>
                  </a:cubicBezTo>
                  <a:close/>
                  <a:moveTo>
                    <a:pt x="19" y="27"/>
                  </a:moveTo>
                  <a:cubicBezTo>
                    <a:pt x="19" y="28"/>
                    <a:pt x="19" y="28"/>
                    <a:pt x="18" y="29"/>
                  </a:cubicBezTo>
                  <a:cubicBezTo>
                    <a:pt x="17" y="30"/>
                    <a:pt x="16" y="30"/>
                    <a:pt x="15" y="30"/>
                  </a:cubicBezTo>
                  <a:cubicBezTo>
                    <a:pt x="13" y="29"/>
                    <a:pt x="12" y="27"/>
                    <a:pt x="12" y="25"/>
                  </a:cubicBezTo>
                  <a:cubicBezTo>
                    <a:pt x="13" y="23"/>
                    <a:pt x="15" y="22"/>
                    <a:pt x="17" y="23"/>
                  </a:cubicBezTo>
                  <a:cubicBezTo>
                    <a:pt x="17" y="23"/>
                    <a:pt x="18" y="23"/>
                    <a:pt x="18" y="24"/>
                  </a:cubicBezTo>
                  <a:cubicBezTo>
                    <a:pt x="19" y="25"/>
                    <a:pt x="20" y="26"/>
                    <a:pt x="19" y="27"/>
                  </a:cubicBezTo>
                  <a:close/>
                  <a:moveTo>
                    <a:pt x="20" y="19"/>
                  </a:moveTo>
                  <a:cubicBezTo>
                    <a:pt x="20" y="20"/>
                    <a:pt x="19" y="20"/>
                    <a:pt x="18" y="20"/>
                  </a:cubicBezTo>
                  <a:cubicBezTo>
                    <a:pt x="18" y="20"/>
                    <a:pt x="18" y="20"/>
                    <a:pt x="18" y="20"/>
                  </a:cubicBezTo>
                  <a:cubicBezTo>
                    <a:pt x="16" y="20"/>
                    <a:pt x="16" y="19"/>
                    <a:pt x="16" y="17"/>
                  </a:cubicBezTo>
                  <a:cubicBezTo>
                    <a:pt x="16" y="16"/>
                    <a:pt x="17" y="16"/>
                    <a:pt x="18" y="16"/>
                  </a:cubicBezTo>
                  <a:cubicBezTo>
                    <a:pt x="18" y="16"/>
                    <a:pt x="19" y="16"/>
                    <a:pt x="19" y="16"/>
                  </a:cubicBezTo>
                  <a:cubicBezTo>
                    <a:pt x="20" y="16"/>
                    <a:pt x="21" y="18"/>
                    <a:pt x="20" y="19"/>
                  </a:cubicBezTo>
                  <a:close/>
                  <a:moveTo>
                    <a:pt x="20" y="13"/>
                  </a:moveTo>
                  <a:cubicBezTo>
                    <a:pt x="19" y="13"/>
                    <a:pt x="19" y="13"/>
                    <a:pt x="18" y="13"/>
                  </a:cubicBezTo>
                  <a:cubicBezTo>
                    <a:pt x="17" y="12"/>
                    <a:pt x="17" y="10"/>
                    <a:pt x="17" y="9"/>
                  </a:cubicBezTo>
                  <a:cubicBezTo>
                    <a:pt x="17" y="8"/>
                    <a:pt x="18" y="8"/>
                    <a:pt x="18" y="7"/>
                  </a:cubicBezTo>
                  <a:cubicBezTo>
                    <a:pt x="19" y="7"/>
                    <a:pt x="20" y="6"/>
                    <a:pt x="22" y="7"/>
                  </a:cubicBezTo>
                  <a:cubicBezTo>
                    <a:pt x="23" y="7"/>
                    <a:pt x="25" y="9"/>
                    <a:pt x="24" y="11"/>
                  </a:cubicBezTo>
                  <a:cubicBezTo>
                    <a:pt x="23" y="13"/>
                    <a:pt x="21" y="14"/>
                    <a:pt x="20" y="13"/>
                  </a:cubicBezTo>
                  <a:close/>
                  <a:moveTo>
                    <a:pt x="30" y="22"/>
                  </a:moveTo>
                  <a:cubicBezTo>
                    <a:pt x="29" y="23"/>
                    <a:pt x="28" y="24"/>
                    <a:pt x="26" y="24"/>
                  </a:cubicBezTo>
                  <a:cubicBezTo>
                    <a:pt x="26" y="24"/>
                    <a:pt x="26" y="24"/>
                    <a:pt x="25" y="24"/>
                  </a:cubicBezTo>
                  <a:cubicBezTo>
                    <a:pt x="23" y="23"/>
                    <a:pt x="22" y="21"/>
                    <a:pt x="23" y="20"/>
                  </a:cubicBezTo>
                  <a:cubicBezTo>
                    <a:pt x="23" y="18"/>
                    <a:pt x="25" y="17"/>
                    <a:pt x="26" y="17"/>
                  </a:cubicBezTo>
                  <a:cubicBezTo>
                    <a:pt x="27" y="17"/>
                    <a:pt x="27" y="17"/>
                    <a:pt x="27" y="17"/>
                  </a:cubicBezTo>
                  <a:cubicBezTo>
                    <a:pt x="29" y="18"/>
                    <a:pt x="30" y="20"/>
                    <a:pt x="30" y="22"/>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4" name="Google Shape;824;p60"/>
            <p:cNvSpPr/>
            <p:nvPr/>
          </p:nvSpPr>
          <p:spPr>
            <a:xfrm>
              <a:off x="4794250" y="3086100"/>
              <a:ext cx="142875" cy="142875"/>
            </a:xfrm>
            <a:custGeom>
              <a:avLst/>
              <a:gdLst/>
              <a:ahLst/>
              <a:cxnLst/>
              <a:rect l="l" t="t" r="r" b="b"/>
              <a:pathLst>
                <a:path w="38" h="38" extrusionOk="0">
                  <a:moveTo>
                    <a:pt x="37" y="14"/>
                  </a:moveTo>
                  <a:cubicBezTo>
                    <a:pt x="35" y="14"/>
                    <a:pt x="35" y="14"/>
                    <a:pt x="35" y="14"/>
                  </a:cubicBezTo>
                  <a:cubicBezTo>
                    <a:pt x="35" y="13"/>
                    <a:pt x="35" y="13"/>
                    <a:pt x="34" y="12"/>
                  </a:cubicBezTo>
                  <a:cubicBezTo>
                    <a:pt x="36" y="11"/>
                    <a:pt x="36" y="11"/>
                    <a:pt x="36" y="11"/>
                  </a:cubicBezTo>
                  <a:cubicBezTo>
                    <a:pt x="36" y="10"/>
                    <a:pt x="35" y="9"/>
                    <a:pt x="34" y="8"/>
                  </a:cubicBezTo>
                  <a:cubicBezTo>
                    <a:pt x="32" y="9"/>
                    <a:pt x="32" y="9"/>
                    <a:pt x="32" y="9"/>
                  </a:cubicBezTo>
                  <a:cubicBezTo>
                    <a:pt x="32" y="8"/>
                    <a:pt x="32" y="8"/>
                    <a:pt x="31" y="8"/>
                  </a:cubicBezTo>
                  <a:cubicBezTo>
                    <a:pt x="33" y="6"/>
                    <a:pt x="33" y="6"/>
                    <a:pt x="33" y="6"/>
                  </a:cubicBezTo>
                  <a:cubicBezTo>
                    <a:pt x="32" y="5"/>
                    <a:pt x="31" y="4"/>
                    <a:pt x="30" y="3"/>
                  </a:cubicBezTo>
                  <a:cubicBezTo>
                    <a:pt x="29" y="4"/>
                    <a:pt x="29" y="4"/>
                    <a:pt x="29" y="4"/>
                  </a:cubicBezTo>
                  <a:cubicBezTo>
                    <a:pt x="28" y="5"/>
                    <a:pt x="28" y="5"/>
                    <a:pt x="28" y="5"/>
                  </a:cubicBezTo>
                  <a:cubicBezTo>
                    <a:pt x="28" y="5"/>
                    <a:pt x="27" y="4"/>
                    <a:pt x="27" y="4"/>
                  </a:cubicBezTo>
                  <a:cubicBezTo>
                    <a:pt x="27" y="2"/>
                    <a:pt x="27" y="2"/>
                    <a:pt x="27" y="2"/>
                  </a:cubicBezTo>
                  <a:cubicBezTo>
                    <a:pt x="27" y="2"/>
                    <a:pt x="26" y="1"/>
                    <a:pt x="25" y="1"/>
                  </a:cubicBezTo>
                  <a:cubicBezTo>
                    <a:pt x="24" y="1"/>
                    <a:pt x="24" y="1"/>
                    <a:pt x="24" y="1"/>
                  </a:cubicBezTo>
                  <a:cubicBezTo>
                    <a:pt x="23" y="3"/>
                    <a:pt x="23" y="3"/>
                    <a:pt x="23" y="3"/>
                  </a:cubicBezTo>
                  <a:cubicBezTo>
                    <a:pt x="23" y="3"/>
                    <a:pt x="23" y="3"/>
                    <a:pt x="23" y="3"/>
                  </a:cubicBezTo>
                  <a:cubicBezTo>
                    <a:pt x="22" y="3"/>
                    <a:pt x="22" y="2"/>
                    <a:pt x="21" y="2"/>
                  </a:cubicBezTo>
                  <a:cubicBezTo>
                    <a:pt x="21" y="0"/>
                    <a:pt x="21" y="0"/>
                    <a:pt x="21" y="0"/>
                  </a:cubicBezTo>
                  <a:cubicBezTo>
                    <a:pt x="20" y="0"/>
                    <a:pt x="20" y="0"/>
                    <a:pt x="19" y="0"/>
                  </a:cubicBezTo>
                  <a:cubicBezTo>
                    <a:pt x="18" y="0"/>
                    <a:pt x="18" y="0"/>
                    <a:pt x="17" y="0"/>
                  </a:cubicBezTo>
                  <a:cubicBezTo>
                    <a:pt x="17" y="2"/>
                    <a:pt x="17" y="2"/>
                    <a:pt x="17" y="2"/>
                  </a:cubicBezTo>
                  <a:cubicBezTo>
                    <a:pt x="16" y="2"/>
                    <a:pt x="16" y="3"/>
                    <a:pt x="15" y="3"/>
                  </a:cubicBezTo>
                  <a:cubicBezTo>
                    <a:pt x="15" y="3"/>
                    <a:pt x="15" y="3"/>
                    <a:pt x="15" y="3"/>
                  </a:cubicBezTo>
                  <a:cubicBezTo>
                    <a:pt x="15" y="1"/>
                    <a:pt x="15" y="1"/>
                    <a:pt x="15" y="1"/>
                  </a:cubicBezTo>
                  <a:cubicBezTo>
                    <a:pt x="14" y="1"/>
                    <a:pt x="14" y="1"/>
                    <a:pt x="14" y="1"/>
                  </a:cubicBezTo>
                  <a:cubicBezTo>
                    <a:pt x="13" y="1"/>
                    <a:pt x="12" y="2"/>
                    <a:pt x="11" y="2"/>
                  </a:cubicBezTo>
                  <a:cubicBezTo>
                    <a:pt x="12" y="4"/>
                    <a:pt x="12" y="4"/>
                    <a:pt x="12" y="4"/>
                  </a:cubicBezTo>
                  <a:cubicBezTo>
                    <a:pt x="11" y="4"/>
                    <a:pt x="11" y="5"/>
                    <a:pt x="10" y="5"/>
                  </a:cubicBezTo>
                  <a:cubicBezTo>
                    <a:pt x="10" y="4"/>
                    <a:pt x="10" y="4"/>
                    <a:pt x="10" y="4"/>
                  </a:cubicBezTo>
                  <a:cubicBezTo>
                    <a:pt x="9" y="3"/>
                    <a:pt x="9" y="3"/>
                    <a:pt x="9" y="3"/>
                  </a:cubicBezTo>
                  <a:cubicBezTo>
                    <a:pt x="8" y="4"/>
                    <a:pt x="6" y="5"/>
                    <a:pt x="5" y="6"/>
                  </a:cubicBezTo>
                  <a:cubicBezTo>
                    <a:pt x="7" y="8"/>
                    <a:pt x="7" y="8"/>
                    <a:pt x="7" y="8"/>
                  </a:cubicBezTo>
                  <a:cubicBezTo>
                    <a:pt x="7" y="8"/>
                    <a:pt x="6" y="8"/>
                    <a:pt x="6" y="9"/>
                  </a:cubicBezTo>
                  <a:cubicBezTo>
                    <a:pt x="4" y="8"/>
                    <a:pt x="4" y="8"/>
                    <a:pt x="4" y="8"/>
                  </a:cubicBezTo>
                  <a:cubicBezTo>
                    <a:pt x="3" y="9"/>
                    <a:pt x="2" y="10"/>
                    <a:pt x="2" y="11"/>
                  </a:cubicBezTo>
                  <a:cubicBezTo>
                    <a:pt x="4" y="12"/>
                    <a:pt x="4" y="12"/>
                    <a:pt x="4" y="12"/>
                  </a:cubicBezTo>
                  <a:cubicBezTo>
                    <a:pt x="4" y="13"/>
                    <a:pt x="3" y="13"/>
                    <a:pt x="3" y="14"/>
                  </a:cubicBezTo>
                  <a:cubicBezTo>
                    <a:pt x="1" y="14"/>
                    <a:pt x="1" y="14"/>
                    <a:pt x="1" y="14"/>
                  </a:cubicBezTo>
                  <a:cubicBezTo>
                    <a:pt x="1" y="15"/>
                    <a:pt x="0" y="16"/>
                    <a:pt x="0" y="18"/>
                  </a:cubicBezTo>
                  <a:cubicBezTo>
                    <a:pt x="2" y="18"/>
                    <a:pt x="2" y="18"/>
                    <a:pt x="2" y="18"/>
                  </a:cubicBezTo>
                  <a:cubicBezTo>
                    <a:pt x="2" y="18"/>
                    <a:pt x="2" y="19"/>
                    <a:pt x="2" y="19"/>
                  </a:cubicBezTo>
                  <a:cubicBezTo>
                    <a:pt x="2" y="19"/>
                    <a:pt x="2" y="19"/>
                    <a:pt x="2" y="20"/>
                  </a:cubicBezTo>
                  <a:cubicBezTo>
                    <a:pt x="0" y="20"/>
                    <a:pt x="0" y="20"/>
                    <a:pt x="0" y="20"/>
                  </a:cubicBezTo>
                  <a:cubicBezTo>
                    <a:pt x="0" y="21"/>
                    <a:pt x="1" y="23"/>
                    <a:pt x="1" y="24"/>
                  </a:cubicBezTo>
                  <a:cubicBezTo>
                    <a:pt x="3" y="24"/>
                    <a:pt x="3" y="24"/>
                    <a:pt x="3" y="24"/>
                  </a:cubicBezTo>
                  <a:cubicBezTo>
                    <a:pt x="3" y="24"/>
                    <a:pt x="4" y="25"/>
                    <a:pt x="4" y="25"/>
                  </a:cubicBezTo>
                  <a:cubicBezTo>
                    <a:pt x="2" y="26"/>
                    <a:pt x="2" y="26"/>
                    <a:pt x="2" y="26"/>
                  </a:cubicBezTo>
                  <a:cubicBezTo>
                    <a:pt x="2" y="28"/>
                    <a:pt x="3" y="29"/>
                    <a:pt x="4" y="30"/>
                  </a:cubicBezTo>
                  <a:cubicBezTo>
                    <a:pt x="6" y="29"/>
                    <a:pt x="6" y="29"/>
                    <a:pt x="6" y="29"/>
                  </a:cubicBezTo>
                  <a:cubicBezTo>
                    <a:pt x="6" y="29"/>
                    <a:pt x="7" y="30"/>
                    <a:pt x="7" y="30"/>
                  </a:cubicBezTo>
                  <a:cubicBezTo>
                    <a:pt x="5" y="32"/>
                    <a:pt x="5" y="32"/>
                    <a:pt x="5" y="32"/>
                  </a:cubicBezTo>
                  <a:cubicBezTo>
                    <a:pt x="6" y="33"/>
                    <a:pt x="8" y="34"/>
                    <a:pt x="9" y="35"/>
                  </a:cubicBezTo>
                  <a:cubicBezTo>
                    <a:pt x="10" y="33"/>
                    <a:pt x="10" y="33"/>
                    <a:pt x="10" y="33"/>
                  </a:cubicBezTo>
                  <a:cubicBezTo>
                    <a:pt x="10" y="33"/>
                    <a:pt x="10" y="33"/>
                    <a:pt x="10" y="33"/>
                  </a:cubicBezTo>
                  <a:cubicBezTo>
                    <a:pt x="11" y="33"/>
                    <a:pt x="11" y="33"/>
                    <a:pt x="12" y="34"/>
                  </a:cubicBezTo>
                  <a:cubicBezTo>
                    <a:pt x="11" y="36"/>
                    <a:pt x="11" y="36"/>
                    <a:pt x="11" y="36"/>
                  </a:cubicBezTo>
                  <a:cubicBezTo>
                    <a:pt x="12" y="36"/>
                    <a:pt x="13" y="37"/>
                    <a:pt x="14" y="37"/>
                  </a:cubicBezTo>
                  <a:cubicBezTo>
                    <a:pt x="14" y="37"/>
                    <a:pt x="14" y="37"/>
                    <a:pt x="15" y="37"/>
                  </a:cubicBezTo>
                  <a:cubicBezTo>
                    <a:pt x="15" y="35"/>
                    <a:pt x="15" y="35"/>
                    <a:pt x="15" y="35"/>
                  </a:cubicBezTo>
                  <a:cubicBezTo>
                    <a:pt x="15" y="35"/>
                    <a:pt x="15" y="35"/>
                    <a:pt x="15" y="35"/>
                  </a:cubicBezTo>
                  <a:cubicBezTo>
                    <a:pt x="16" y="35"/>
                    <a:pt x="16" y="35"/>
                    <a:pt x="17" y="35"/>
                  </a:cubicBezTo>
                  <a:cubicBezTo>
                    <a:pt x="17" y="38"/>
                    <a:pt x="17" y="38"/>
                    <a:pt x="17" y="38"/>
                  </a:cubicBezTo>
                  <a:cubicBezTo>
                    <a:pt x="18" y="38"/>
                    <a:pt x="18" y="38"/>
                    <a:pt x="19" y="38"/>
                  </a:cubicBezTo>
                  <a:cubicBezTo>
                    <a:pt x="20" y="38"/>
                    <a:pt x="20" y="38"/>
                    <a:pt x="21" y="38"/>
                  </a:cubicBezTo>
                  <a:cubicBezTo>
                    <a:pt x="21" y="35"/>
                    <a:pt x="21" y="35"/>
                    <a:pt x="21" y="35"/>
                  </a:cubicBezTo>
                  <a:cubicBezTo>
                    <a:pt x="22" y="35"/>
                    <a:pt x="22" y="35"/>
                    <a:pt x="23" y="35"/>
                  </a:cubicBezTo>
                  <a:cubicBezTo>
                    <a:pt x="23" y="35"/>
                    <a:pt x="23" y="35"/>
                    <a:pt x="23" y="35"/>
                  </a:cubicBezTo>
                  <a:cubicBezTo>
                    <a:pt x="24" y="37"/>
                    <a:pt x="24" y="37"/>
                    <a:pt x="24" y="37"/>
                  </a:cubicBezTo>
                  <a:cubicBezTo>
                    <a:pt x="24" y="37"/>
                    <a:pt x="24" y="37"/>
                    <a:pt x="25" y="37"/>
                  </a:cubicBezTo>
                  <a:cubicBezTo>
                    <a:pt x="26" y="37"/>
                    <a:pt x="27" y="36"/>
                    <a:pt x="27" y="36"/>
                  </a:cubicBezTo>
                  <a:cubicBezTo>
                    <a:pt x="27" y="34"/>
                    <a:pt x="27" y="34"/>
                    <a:pt x="27" y="34"/>
                  </a:cubicBezTo>
                  <a:cubicBezTo>
                    <a:pt x="27" y="33"/>
                    <a:pt x="28" y="33"/>
                    <a:pt x="28" y="33"/>
                  </a:cubicBezTo>
                  <a:cubicBezTo>
                    <a:pt x="29" y="33"/>
                    <a:pt x="29" y="33"/>
                    <a:pt x="29" y="33"/>
                  </a:cubicBezTo>
                  <a:cubicBezTo>
                    <a:pt x="30" y="35"/>
                    <a:pt x="30" y="35"/>
                    <a:pt x="30" y="35"/>
                  </a:cubicBezTo>
                  <a:cubicBezTo>
                    <a:pt x="31" y="34"/>
                    <a:pt x="32" y="33"/>
                    <a:pt x="33" y="32"/>
                  </a:cubicBezTo>
                  <a:cubicBezTo>
                    <a:pt x="31" y="30"/>
                    <a:pt x="31" y="30"/>
                    <a:pt x="31" y="30"/>
                  </a:cubicBezTo>
                  <a:cubicBezTo>
                    <a:pt x="32" y="30"/>
                    <a:pt x="32" y="29"/>
                    <a:pt x="32" y="29"/>
                  </a:cubicBezTo>
                  <a:cubicBezTo>
                    <a:pt x="34" y="30"/>
                    <a:pt x="34" y="30"/>
                    <a:pt x="34" y="30"/>
                  </a:cubicBezTo>
                  <a:cubicBezTo>
                    <a:pt x="35" y="29"/>
                    <a:pt x="36" y="28"/>
                    <a:pt x="36" y="26"/>
                  </a:cubicBezTo>
                  <a:cubicBezTo>
                    <a:pt x="34" y="25"/>
                    <a:pt x="34" y="25"/>
                    <a:pt x="34" y="25"/>
                  </a:cubicBezTo>
                  <a:cubicBezTo>
                    <a:pt x="35" y="25"/>
                    <a:pt x="35" y="24"/>
                    <a:pt x="35" y="24"/>
                  </a:cubicBezTo>
                  <a:cubicBezTo>
                    <a:pt x="37" y="24"/>
                    <a:pt x="37" y="24"/>
                    <a:pt x="37" y="24"/>
                  </a:cubicBezTo>
                  <a:cubicBezTo>
                    <a:pt x="38" y="23"/>
                    <a:pt x="38" y="21"/>
                    <a:pt x="38" y="20"/>
                  </a:cubicBezTo>
                  <a:cubicBezTo>
                    <a:pt x="36" y="20"/>
                    <a:pt x="36" y="20"/>
                    <a:pt x="36" y="20"/>
                  </a:cubicBezTo>
                  <a:cubicBezTo>
                    <a:pt x="36" y="19"/>
                    <a:pt x="36" y="19"/>
                    <a:pt x="36" y="19"/>
                  </a:cubicBezTo>
                  <a:cubicBezTo>
                    <a:pt x="36" y="19"/>
                    <a:pt x="36" y="18"/>
                    <a:pt x="36" y="18"/>
                  </a:cubicBezTo>
                  <a:cubicBezTo>
                    <a:pt x="38" y="18"/>
                    <a:pt x="38" y="18"/>
                    <a:pt x="38" y="18"/>
                  </a:cubicBezTo>
                  <a:cubicBezTo>
                    <a:pt x="38" y="16"/>
                    <a:pt x="38" y="15"/>
                    <a:pt x="37" y="14"/>
                  </a:cubicBezTo>
                  <a:close/>
                  <a:moveTo>
                    <a:pt x="27" y="7"/>
                  </a:moveTo>
                  <a:cubicBezTo>
                    <a:pt x="28" y="7"/>
                    <a:pt x="28" y="7"/>
                    <a:pt x="29" y="8"/>
                  </a:cubicBezTo>
                  <a:cubicBezTo>
                    <a:pt x="30" y="9"/>
                    <a:pt x="31" y="10"/>
                    <a:pt x="31" y="11"/>
                  </a:cubicBezTo>
                  <a:cubicBezTo>
                    <a:pt x="29" y="12"/>
                    <a:pt x="29" y="12"/>
                    <a:pt x="29" y="12"/>
                  </a:cubicBezTo>
                  <a:cubicBezTo>
                    <a:pt x="25" y="15"/>
                    <a:pt x="25" y="15"/>
                    <a:pt x="25" y="15"/>
                  </a:cubicBezTo>
                  <a:cubicBezTo>
                    <a:pt x="23" y="16"/>
                    <a:pt x="23" y="16"/>
                    <a:pt x="23" y="16"/>
                  </a:cubicBezTo>
                  <a:cubicBezTo>
                    <a:pt x="22" y="16"/>
                    <a:pt x="22" y="16"/>
                    <a:pt x="22" y="16"/>
                  </a:cubicBezTo>
                  <a:cubicBezTo>
                    <a:pt x="22" y="16"/>
                    <a:pt x="22" y="16"/>
                    <a:pt x="22" y="15"/>
                  </a:cubicBezTo>
                  <a:cubicBezTo>
                    <a:pt x="23" y="14"/>
                    <a:pt x="23" y="14"/>
                    <a:pt x="23" y="14"/>
                  </a:cubicBezTo>
                  <a:cubicBezTo>
                    <a:pt x="25" y="11"/>
                    <a:pt x="25" y="11"/>
                    <a:pt x="25" y="11"/>
                  </a:cubicBezTo>
                  <a:lnTo>
                    <a:pt x="27" y="7"/>
                  </a:lnTo>
                  <a:close/>
                  <a:moveTo>
                    <a:pt x="20" y="4"/>
                  </a:moveTo>
                  <a:cubicBezTo>
                    <a:pt x="21" y="4"/>
                    <a:pt x="22" y="4"/>
                    <a:pt x="23" y="5"/>
                  </a:cubicBezTo>
                  <a:cubicBezTo>
                    <a:pt x="23" y="5"/>
                    <a:pt x="24" y="5"/>
                    <a:pt x="25" y="5"/>
                  </a:cubicBezTo>
                  <a:cubicBezTo>
                    <a:pt x="25" y="5"/>
                    <a:pt x="25" y="6"/>
                    <a:pt x="26" y="6"/>
                  </a:cubicBezTo>
                  <a:cubicBezTo>
                    <a:pt x="25" y="8"/>
                    <a:pt x="25" y="8"/>
                    <a:pt x="25" y="8"/>
                  </a:cubicBezTo>
                  <a:cubicBezTo>
                    <a:pt x="23" y="11"/>
                    <a:pt x="23" y="11"/>
                    <a:pt x="23" y="11"/>
                  </a:cubicBezTo>
                  <a:cubicBezTo>
                    <a:pt x="21" y="15"/>
                    <a:pt x="21" y="15"/>
                    <a:pt x="21" y="15"/>
                  </a:cubicBezTo>
                  <a:cubicBezTo>
                    <a:pt x="20" y="15"/>
                    <a:pt x="20" y="14"/>
                    <a:pt x="20" y="14"/>
                  </a:cubicBezTo>
                  <a:lnTo>
                    <a:pt x="20" y="4"/>
                  </a:lnTo>
                  <a:close/>
                  <a:moveTo>
                    <a:pt x="14" y="5"/>
                  </a:moveTo>
                  <a:cubicBezTo>
                    <a:pt x="14" y="5"/>
                    <a:pt x="15" y="5"/>
                    <a:pt x="15" y="5"/>
                  </a:cubicBezTo>
                  <a:cubicBezTo>
                    <a:pt x="16" y="4"/>
                    <a:pt x="17" y="4"/>
                    <a:pt x="18" y="4"/>
                  </a:cubicBezTo>
                  <a:cubicBezTo>
                    <a:pt x="18" y="14"/>
                    <a:pt x="18" y="14"/>
                    <a:pt x="18" y="14"/>
                  </a:cubicBezTo>
                  <a:cubicBezTo>
                    <a:pt x="18" y="14"/>
                    <a:pt x="18" y="15"/>
                    <a:pt x="18" y="15"/>
                  </a:cubicBezTo>
                  <a:cubicBezTo>
                    <a:pt x="15" y="11"/>
                    <a:pt x="15" y="11"/>
                    <a:pt x="15" y="11"/>
                  </a:cubicBezTo>
                  <a:cubicBezTo>
                    <a:pt x="14" y="8"/>
                    <a:pt x="14" y="8"/>
                    <a:pt x="14" y="8"/>
                  </a:cubicBezTo>
                  <a:cubicBezTo>
                    <a:pt x="13" y="6"/>
                    <a:pt x="13" y="6"/>
                    <a:pt x="13" y="6"/>
                  </a:cubicBezTo>
                  <a:cubicBezTo>
                    <a:pt x="13" y="6"/>
                    <a:pt x="13" y="5"/>
                    <a:pt x="14" y="5"/>
                  </a:cubicBezTo>
                  <a:close/>
                  <a:moveTo>
                    <a:pt x="10" y="8"/>
                  </a:moveTo>
                  <a:cubicBezTo>
                    <a:pt x="10" y="7"/>
                    <a:pt x="11" y="7"/>
                    <a:pt x="11" y="7"/>
                  </a:cubicBezTo>
                  <a:cubicBezTo>
                    <a:pt x="14" y="11"/>
                    <a:pt x="14" y="11"/>
                    <a:pt x="14" y="11"/>
                  </a:cubicBezTo>
                  <a:cubicBezTo>
                    <a:pt x="15" y="14"/>
                    <a:pt x="15" y="14"/>
                    <a:pt x="15" y="14"/>
                  </a:cubicBezTo>
                  <a:cubicBezTo>
                    <a:pt x="16" y="15"/>
                    <a:pt x="16" y="15"/>
                    <a:pt x="16" y="15"/>
                  </a:cubicBezTo>
                  <a:cubicBezTo>
                    <a:pt x="16" y="16"/>
                    <a:pt x="16" y="16"/>
                    <a:pt x="16" y="16"/>
                  </a:cubicBezTo>
                  <a:cubicBezTo>
                    <a:pt x="15" y="16"/>
                    <a:pt x="15" y="16"/>
                    <a:pt x="15" y="16"/>
                  </a:cubicBezTo>
                  <a:cubicBezTo>
                    <a:pt x="14" y="15"/>
                    <a:pt x="14" y="15"/>
                    <a:pt x="14" y="15"/>
                  </a:cubicBezTo>
                  <a:cubicBezTo>
                    <a:pt x="10" y="12"/>
                    <a:pt x="10" y="12"/>
                    <a:pt x="10" y="12"/>
                  </a:cubicBezTo>
                  <a:cubicBezTo>
                    <a:pt x="7" y="11"/>
                    <a:pt x="7" y="11"/>
                    <a:pt x="7" y="11"/>
                  </a:cubicBezTo>
                  <a:cubicBezTo>
                    <a:pt x="8" y="10"/>
                    <a:pt x="9" y="9"/>
                    <a:pt x="10" y="8"/>
                  </a:cubicBezTo>
                  <a:close/>
                  <a:moveTo>
                    <a:pt x="6" y="12"/>
                  </a:moveTo>
                  <a:cubicBezTo>
                    <a:pt x="10" y="14"/>
                    <a:pt x="10" y="14"/>
                    <a:pt x="10" y="14"/>
                  </a:cubicBezTo>
                  <a:cubicBezTo>
                    <a:pt x="14" y="17"/>
                    <a:pt x="14" y="17"/>
                    <a:pt x="14" y="17"/>
                  </a:cubicBezTo>
                  <a:cubicBezTo>
                    <a:pt x="15" y="17"/>
                    <a:pt x="15" y="17"/>
                    <a:pt x="15" y="17"/>
                  </a:cubicBezTo>
                  <a:cubicBezTo>
                    <a:pt x="15" y="18"/>
                    <a:pt x="15" y="18"/>
                    <a:pt x="15" y="18"/>
                  </a:cubicBezTo>
                  <a:cubicBezTo>
                    <a:pt x="14" y="18"/>
                    <a:pt x="14" y="18"/>
                    <a:pt x="14" y="18"/>
                  </a:cubicBezTo>
                  <a:cubicBezTo>
                    <a:pt x="10" y="18"/>
                    <a:pt x="10" y="18"/>
                    <a:pt x="10" y="18"/>
                  </a:cubicBezTo>
                  <a:cubicBezTo>
                    <a:pt x="4" y="18"/>
                    <a:pt x="4" y="18"/>
                    <a:pt x="4" y="18"/>
                  </a:cubicBezTo>
                  <a:cubicBezTo>
                    <a:pt x="5" y="16"/>
                    <a:pt x="5" y="14"/>
                    <a:pt x="6" y="12"/>
                  </a:cubicBezTo>
                  <a:close/>
                  <a:moveTo>
                    <a:pt x="4" y="20"/>
                  </a:moveTo>
                  <a:cubicBezTo>
                    <a:pt x="10" y="20"/>
                    <a:pt x="10" y="20"/>
                    <a:pt x="10" y="20"/>
                  </a:cubicBezTo>
                  <a:cubicBezTo>
                    <a:pt x="14" y="20"/>
                    <a:pt x="14" y="20"/>
                    <a:pt x="14" y="20"/>
                  </a:cubicBezTo>
                  <a:cubicBezTo>
                    <a:pt x="15" y="20"/>
                    <a:pt x="15" y="20"/>
                    <a:pt x="15" y="20"/>
                  </a:cubicBezTo>
                  <a:cubicBezTo>
                    <a:pt x="15" y="20"/>
                    <a:pt x="15" y="20"/>
                    <a:pt x="15" y="20"/>
                  </a:cubicBezTo>
                  <a:cubicBezTo>
                    <a:pt x="14" y="21"/>
                    <a:pt x="14" y="21"/>
                    <a:pt x="14" y="21"/>
                  </a:cubicBezTo>
                  <a:cubicBezTo>
                    <a:pt x="10" y="23"/>
                    <a:pt x="10" y="23"/>
                    <a:pt x="10" y="23"/>
                  </a:cubicBezTo>
                  <a:cubicBezTo>
                    <a:pt x="6" y="25"/>
                    <a:pt x="6" y="25"/>
                    <a:pt x="6" y="25"/>
                  </a:cubicBezTo>
                  <a:cubicBezTo>
                    <a:pt x="5" y="24"/>
                    <a:pt x="5" y="22"/>
                    <a:pt x="4" y="20"/>
                  </a:cubicBezTo>
                  <a:close/>
                  <a:moveTo>
                    <a:pt x="11" y="31"/>
                  </a:moveTo>
                  <a:cubicBezTo>
                    <a:pt x="11" y="31"/>
                    <a:pt x="10" y="30"/>
                    <a:pt x="10" y="30"/>
                  </a:cubicBezTo>
                  <a:cubicBezTo>
                    <a:pt x="9" y="29"/>
                    <a:pt x="8" y="28"/>
                    <a:pt x="7" y="27"/>
                  </a:cubicBezTo>
                  <a:cubicBezTo>
                    <a:pt x="10" y="25"/>
                    <a:pt x="10" y="25"/>
                    <a:pt x="10" y="25"/>
                  </a:cubicBezTo>
                  <a:cubicBezTo>
                    <a:pt x="14" y="23"/>
                    <a:pt x="14" y="23"/>
                    <a:pt x="14" y="23"/>
                  </a:cubicBezTo>
                  <a:cubicBezTo>
                    <a:pt x="15" y="22"/>
                    <a:pt x="15" y="22"/>
                    <a:pt x="15" y="22"/>
                  </a:cubicBezTo>
                  <a:cubicBezTo>
                    <a:pt x="16" y="22"/>
                    <a:pt x="16" y="22"/>
                    <a:pt x="16" y="22"/>
                  </a:cubicBezTo>
                  <a:cubicBezTo>
                    <a:pt x="16" y="22"/>
                    <a:pt x="16" y="22"/>
                    <a:pt x="16" y="22"/>
                  </a:cubicBezTo>
                  <a:cubicBezTo>
                    <a:pt x="15" y="24"/>
                    <a:pt x="15" y="24"/>
                    <a:pt x="15" y="24"/>
                  </a:cubicBezTo>
                  <a:cubicBezTo>
                    <a:pt x="14" y="26"/>
                    <a:pt x="14" y="26"/>
                    <a:pt x="14" y="26"/>
                  </a:cubicBezTo>
                  <a:lnTo>
                    <a:pt x="11" y="31"/>
                  </a:lnTo>
                  <a:close/>
                  <a:moveTo>
                    <a:pt x="18" y="34"/>
                  </a:moveTo>
                  <a:cubicBezTo>
                    <a:pt x="17" y="33"/>
                    <a:pt x="16" y="33"/>
                    <a:pt x="15" y="33"/>
                  </a:cubicBezTo>
                  <a:cubicBezTo>
                    <a:pt x="15" y="33"/>
                    <a:pt x="14" y="33"/>
                    <a:pt x="14" y="33"/>
                  </a:cubicBezTo>
                  <a:cubicBezTo>
                    <a:pt x="13" y="32"/>
                    <a:pt x="13" y="32"/>
                    <a:pt x="13" y="32"/>
                  </a:cubicBezTo>
                  <a:cubicBezTo>
                    <a:pt x="14" y="30"/>
                    <a:pt x="14" y="30"/>
                    <a:pt x="14" y="30"/>
                  </a:cubicBezTo>
                  <a:cubicBezTo>
                    <a:pt x="15" y="27"/>
                    <a:pt x="15" y="27"/>
                    <a:pt x="15" y="27"/>
                  </a:cubicBezTo>
                  <a:cubicBezTo>
                    <a:pt x="18" y="23"/>
                    <a:pt x="18" y="23"/>
                    <a:pt x="18" y="23"/>
                  </a:cubicBezTo>
                  <a:cubicBezTo>
                    <a:pt x="18" y="23"/>
                    <a:pt x="18" y="23"/>
                    <a:pt x="18" y="23"/>
                  </a:cubicBezTo>
                  <a:lnTo>
                    <a:pt x="18" y="34"/>
                  </a:lnTo>
                  <a:close/>
                  <a:moveTo>
                    <a:pt x="16" y="19"/>
                  </a:moveTo>
                  <a:cubicBezTo>
                    <a:pt x="16" y="17"/>
                    <a:pt x="17" y="16"/>
                    <a:pt x="19" y="16"/>
                  </a:cubicBezTo>
                  <a:cubicBezTo>
                    <a:pt x="21" y="16"/>
                    <a:pt x="22" y="17"/>
                    <a:pt x="22" y="19"/>
                  </a:cubicBezTo>
                  <a:cubicBezTo>
                    <a:pt x="22" y="21"/>
                    <a:pt x="21" y="22"/>
                    <a:pt x="19" y="22"/>
                  </a:cubicBezTo>
                  <a:cubicBezTo>
                    <a:pt x="17" y="22"/>
                    <a:pt x="16" y="21"/>
                    <a:pt x="16" y="19"/>
                  </a:cubicBezTo>
                  <a:close/>
                  <a:moveTo>
                    <a:pt x="25" y="33"/>
                  </a:moveTo>
                  <a:cubicBezTo>
                    <a:pt x="24" y="33"/>
                    <a:pt x="23" y="33"/>
                    <a:pt x="23" y="33"/>
                  </a:cubicBezTo>
                  <a:cubicBezTo>
                    <a:pt x="22" y="33"/>
                    <a:pt x="21" y="33"/>
                    <a:pt x="20" y="34"/>
                  </a:cubicBezTo>
                  <a:cubicBezTo>
                    <a:pt x="20" y="23"/>
                    <a:pt x="20" y="23"/>
                    <a:pt x="20" y="23"/>
                  </a:cubicBezTo>
                  <a:cubicBezTo>
                    <a:pt x="20" y="23"/>
                    <a:pt x="20" y="23"/>
                    <a:pt x="21" y="23"/>
                  </a:cubicBezTo>
                  <a:cubicBezTo>
                    <a:pt x="23" y="27"/>
                    <a:pt x="23" y="27"/>
                    <a:pt x="23" y="27"/>
                  </a:cubicBezTo>
                  <a:cubicBezTo>
                    <a:pt x="25" y="30"/>
                    <a:pt x="25" y="30"/>
                    <a:pt x="25" y="30"/>
                  </a:cubicBezTo>
                  <a:cubicBezTo>
                    <a:pt x="26" y="32"/>
                    <a:pt x="26" y="32"/>
                    <a:pt x="26" y="32"/>
                  </a:cubicBezTo>
                  <a:cubicBezTo>
                    <a:pt x="25" y="32"/>
                    <a:pt x="25" y="32"/>
                    <a:pt x="25" y="33"/>
                  </a:cubicBezTo>
                  <a:close/>
                  <a:moveTo>
                    <a:pt x="29" y="30"/>
                  </a:moveTo>
                  <a:cubicBezTo>
                    <a:pt x="28" y="30"/>
                    <a:pt x="28" y="31"/>
                    <a:pt x="27" y="31"/>
                  </a:cubicBezTo>
                  <a:cubicBezTo>
                    <a:pt x="25" y="26"/>
                    <a:pt x="25" y="26"/>
                    <a:pt x="25" y="26"/>
                  </a:cubicBezTo>
                  <a:cubicBezTo>
                    <a:pt x="23" y="24"/>
                    <a:pt x="23" y="24"/>
                    <a:pt x="23" y="24"/>
                  </a:cubicBezTo>
                  <a:cubicBezTo>
                    <a:pt x="22" y="22"/>
                    <a:pt x="22" y="22"/>
                    <a:pt x="22" y="22"/>
                  </a:cubicBezTo>
                  <a:cubicBezTo>
                    <a:pt x="22" y="22"/>
                    <a:pt x="22" y="22"/>
                    <a:pt x="22" y="22"/>
                  </a:cubicBezTo>
                  <a:cubicBezTo>
                    <a:pt x="23" y="22"/>
                    <a:pt x="23" y="22"/>
                    <a:pt x="23" y="22"/>
                  </a:cubicBezTo>
                  <a:cubicBezTo>
                    <a:pt x="25" y="23"/>
                    <a:pt x="25" y="23"/>
                    <a:pt x="25" y="23"/>
                  </a:cubicBezTo>
                  <a:cubicBezTo>
                    <a:pt x="29" y="25"/>
                    <a:pt x="29" y="25"/>
                    <a:pt x="29" y="25"/>
                  </a:cubicBezTo>
                  <a:cubicBezTo>
                    <a:pt x="31" y="27"/>
                    <a:pt x="31" y="27"/>
                    <a:pt x="31" y="27"/>
                  </a:cubicBezTo>
                  <a:cubicBezTo>
                    <a:pt x="31" y="28"/>
                    <a:pt x="30" y="29"/>
                    <a:pt x="29" y="30"/>
                  </a:cubicBezTo>
                  <a:close/>
                  <a:moveTo>
                    <a:pt x="32" y="25"/>
                  </a:moveTo>
                  <a:cubicBezTo>
                    <a:pt x="29" y="23"/>
                    <a:pt x="29" y="23"/>
                    <a:pt x="29" y="23"/>
                  </a:cubicBezTo>
                  <a:cubicBezTo>
                    <a:pt x="25" y="21"/>
                    <a:pt x="25" y="21"/>
                    <a:pt x="25" y="21"/>
                  </a:cubicBezTo>
                  <a:cubicBezTo>
                    <a:pt x="23" y="20"/>
                    <a:pt x="23" y="20"/>
                    <a:pt x="23" y="20"/>
                  </a:cubicBezTo>
                  <a:cubicBezTo>
                    <a:pt x="23" y="20"/>
                    <a:pt x="24" y="20"/>
                    <a:pt x="24" y="20"/>
                  </a:cubicBezTo>
                  <a:cubicBezTo>
                    <a:pt x="25" y="20"/>
                    <a:pt x="25" y="20"/>
                    <a:pt x="25" y="20"/>
                  </a:cubicBezTo>
                  <a:cubicBezTo>
                    <a:pt x="29" y="20"/>
                    <a:pt x="29" y="20"/>
                    <a:pt x="29" y="20"/>
                  </a:cubicBezTo>
                  <a:cubicBezTo>
                    <a:pt x="34" y="20"/>
                    <a:pt x="34" y="20"/>
                    <a:pt x="34" y="20"/>
                  </a:cubicBezTo>
                  <a:cubicBezTo>
                    <a:pt x="34" y="22"/>
                    <a:pt x="33" y="24"/>
                    <a:pt x="32" y="25"/>
                  </a:cubicBezTo>
                  <a:close/>
                  <a:moveTo>
                    <a:pt x="29" y="18"/>
                  </a:moveTo>
                  <a:cubicBezTo>
                    <a:pt x="25" y="18"/>
                    <a:pt x="25" y="18"/>
                    <a:pt x="25" y="18"/>
                  </a:cubicBezTo>
                  <a:cubicBezTo>
                    <a:pt x="24" y="18"/>
                    <a:pt x="24" y="18"/>
                    <a:pt x="24" y="18"/>
                  </a:cubicBezTo>
                  <a:cubicBezTo>
                    <a:pt x="24" y="18"/>
                    <a:pt x="23" y="18"/>
                    <a:pt x="23" y="17"/>
                  </a:cubicBezTo>
                  <a:cubicBezTo>
                    <a:pt x="25" y="17"/>
                    <a:pt x="25" y="17"/>
                    <a:pt x="25" y="17"/>
                  </a:cubicBezTo>
                  <a:cubicBezTo>
                    <a:pt x="29" y="14"/>
                    <a:pt x="29" y="14"/>
                    <a:pt x="29" y="14"/>
                  </a:cubicBezTo>
                  <a:cubicBezTo>
                    <a:pt x="32" y="12"/>
                    <a:pt x="32" y="12"/>
                    <a:pt x="32" y="12"/>
                  </a:cubicBezTo>
                  <a:cubicBezTo>
                    <a:pt x="33" y="14"/>
                    <a:pt x="34" y="16"/>
                    <a:pt x="34" y="18"/>
                  </a:cubicBezTo>
                  <a:lnTo>
                    <a:pt x="29" y="18"/>
                  </a:ln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5" name="Google Shape;825;p60"/>
            <p:cNvSpPr/>
            <p:nvPr/>
          </p:nvSpPr>
          <p:spPr>
            <a:xfrm>
              <a:off x="4075113" y="2416175"/>
              <a:ext cx="142875" cy="146050"/>
            </a:xfrm>
            <a:custGeom>
              <a:avLst/>
              <a:gdLst/>
              <a:ahLst/>
              <a:cxnLst/>
              <a:rect l="l" t="t" r="r" b="b"/>
              <a:pathLst>
                <a:path w="38" h="39" extrusionOk="0">
                  <a:moveTo>
                    <a:pt x="38" y="16"/>
                  </a:moveTo>
                  <a:cubicBezTo>
                    <a:pt x="38" y="16"/>
                    <a:pt x="38" y="15"/>
                    <a:pt x="38" y="15"/>
                  </a:cubicBezTo>
                  <a:cubicBezTo>
                    <a:pt x="33" y="15"/>
                    <a:pt x="33" y="15"/>
                    <a:pt x="33" y="15"/>
                  </a:cubicBezTo>
                  <a:cubicBezTo>
                    <a:pt x="33" y="15"/>
                    <a:pt x="33" y="14"/>
                    <a:pt x="32" y="14"/>
                  </a:cubicBezTo>
                  <a:cubicBezTo>
                    <a:pt x="37" y="12"/>
                    <a:pt x="37" y="12"/>
                    <a:pt x="37" y="12"/>
                  </a:cubicBezTo>
                  <a:cubicBezTo>
                    <a:pt x="36" y="11"/>
                    <a:pt x="36" y="11"/>
                    <a:pt x="36" y="10"/>
                  </a:cubicBezTo>
                  <a:cubicBezTo>
                    <a:pt x="35" y="10"/>
                    <a:pt x="35" y="9"/>
                    <a:pt x="35" y="9"/>
                  </a:cubicBezTo>
                  <a:cubicBezTo>
                    <a:pt x="31" y="11"/>
                    <a:pt x="31" y="11"/>
                    <a:pt x="31" y="11"/>
                  </a:cubicBezTo>
                  <a:cubicBezTo>
                    <a:pt x="30" y="10"/>
                    <a:pt x="30" y="10"/>
                    <a:pt x="30" y="10"/>
                  </a:cubicBezTo>
                  <a:cubicBezTo>
                    <a:pt x="33" y="6"/>
                    <a:pt x="33" y="6"/>
                    <a:pt x="33" y="6"/>
                  </a:cubicBezTo>
                  <a:cubicBezTo>
                    <a:pt x="32" y="6"/>
                    <a:pt x="32" y="5"/>
                    <a:pt x="31" y="5"/>
                  </a:cubicBezTo>
                  <a:cubicBezTo>
                    <a:pt x="31" y="5"/>
                    <a:pt x="30" y="4"/>
                    <a:pt x="30" y="4"/>
                  </a:cubicBezTo>
                  <a:cubicBezTo>
                    <a:pt x="27" y="7"/>
                    <a:pt x="27" y="7"/>
                    <a:pt x="27" y="7"/>
                  </a:cubicBezTo>
                  <a:cubicBezTo>
                    <a:pt x="27" y="7"/>
                    <a:pt x="26" y="7"/>
                    <a:pt x="26" y="7"/>
                  </a:cubicBezTo>
                  <a:cubicBezTo>
                    <a:pt x="27" y="2"/>
                    <a:pt x="27" y="2"/>
                    <a:pt x="27" y="2"/>
                  </a:cubicBezTo>
                  <a:cubicBezTo>
                    <a:pt x="27" y="2"/>
                    <a:pt x="26" y="2"/>
                    <a:pt x="26" y="2"/>
                  </a:cubicBezTo>
                  <a:cubicBezTo>
                    <a:pt x="25" y="1"/>
                    <a:pt x="24" y="1"/>
                    <a:pt x="24" y="1"/>
                  </a:cubicBezTo>
                  <a:cubicBezTo>
                    <a:pt x="22" y="5"/>
                    <a:pt x="22" y="5"/>
                    <a:pt x="22" y="5"/>
                  </a:cubicBezTo>
                  <a:cubicBezTo>
                    <a:pt x="22" y="5"/>
                    <a:pt x="21" y="5"/>
                    <a:pt x="21" y="5"/>
                  </a:cubicBezTo>
                  <a:cubicBezTo>
                    <a:pt x="21" y="0"/>
                    <a:pt x="21" y="0"/>
                    <a:pt x="21" y="0"/>
                  </a:cubicBezTo>
                  <a:cubicBezTo>
                    <a:pt x="20" y="0"/>
                    <a:pt x="20" y="0"/>
                    <a:pt x="19" y="0"/>
                  </a:cubicBezTo>
                  <a:cubicBezTo>
                    <a:pt x="18" y="0"/>
                    <a:pt x="18" y="0"/>
                    <a:pt x="17" y="0"/>
                  </a:cubicBezTo>
                  <a:cubicBezTo>
                    <a:pt x="17" y="5"/>
                    <a:pt x="17" y="5"/>
                    <a:pt x="17" y="5"/>
                  </a:cubicBezTo>
                  <a:cubicBezTo>
                    <a:pt x="17" y="5"/>
                    <a:pt x="16" y="5"/>
                    <a:pt x="16" y="5"/>
                  </a:cubicBezTo>
                  <a:cubicBezTo>
                    <a:pt x="14" y="1"/>
                    <a:pt x="14" y="1"/>
                    <a:pt x="14" y="1"/>
                  </a:cubicBezTo>
                  <a:cubicBezTo>
                    <a:pt x="14" y="1"/>
                    <a:pt x="13" y="1"/>
                    <a:pt x="12" y="2"/>
                  </a:cubicBezTo>
                  <a:cubicBezTo>
                    <a:pt x="12" y="2"/>
                    <a:pt x="11" y="2"/>
                    <a:pt x="11" y="2"/>
                  </a:cubicBezTo>
                  <a:cubicBezTo>
                    <a:pt x="12" y="7"/>
                    <a:pt x="12" y="7"/>
                    <a:pt x="12" y="7"/>
                  </a:cubicBezTo>
                  <a:cubicBezTo>
                    <a:pt x="12" y="7"/>
                    <a:pt x="12" y="7"/>
                    <a:pt x="11" y="7"/>
                  </a:cubicBezTo>
                  <a:cubicBezTo>
                    <a:pt x="8" y="4"/>
                    <a:pt x="8" y="4"/>
                    <a:pt x="8" y="4"/>
                  </a:cubicBezTo>
                  <a:cubicBezTo>
                    <a:pt x="8" y="4"/>
                    <a:pt x="7" y="5"/>
                    <a:pt x="7" y="5"/>
                  </a:cubicBezTo>
                  <a:cubicBezTo>
                    <a:pt x="6" y="5"/>
                    <a:pt x="6" y="6"/>
                    <a:pt x="5" y="6"/>
                  </a:cubicBezTo>
                  <a:cubicBezTo>
                    <a:pt x="8" y="10"/>
                    <a:pt x="8" y="10"/>
                    <a:pt x="8" y="10"/>
                  </a:cubicBezTo>
                  <a:cubicBezTo>
                    <a:pt x="8" y="10"/>
                    <a:pt x="8" y="10"/>
                    <a:pt x="7" y="11"/>
                  </a:cubicBezTo>
                  <a:cubicBezTo>
                    <a:pt x="3" y="9"/>
                    <a:pt x="3" y="9"/>
                    <a:pt x="3" y="9"/>
                  </a:cubicBezTo>
                  <a:cubicBezTo>
                    <a:pt x="3" y="9"/>
                    <a:pt x="3" y="10"/>
                    <a:pt x="2" y="10"/>
                  </a:cubicBezTo>
                  <a:cubicBezTo>
                    <a:pt x="2" y="11"/>
                    <a:pt x="2" y="11"/>
                    <a:pt x="1" y="12"/>
                  </a:cubicBezTo>
                  <a:cubicBezTo>
                    <a:pt x="6" y="14"/>
                    <a:pt x="6" y="14"/>
                    <a:pt x="6" y="14"/>
                  </a:cubicBezTo>
                  <a:cubicBezTo>
                    <a:pt x="5" y="14"/>
                    <a:pt x="5" y="15"/>
                    <a:pt x="5" y="15"/>
                  </a:cubicBezTo>
                  <a:cubicBezTo>
                    <a:pt x="0" y="15"/>
                    <a:pt x="0" y="15"/>
                    <a:pt x="0" y="15"/>
                  </a:cubicBezTo>
                  <a:cubicBezTo>
                    <a:pt x="0" y="15"/>
                    <a:pt x="0" y="16"/>
                    <a:pt x="0" y="16"/>
                  </a:cubicBezTo>
                  <a:cubicBezTo>
                    <a:pt x="0" y="17"/>
                    <a:pt x="0" y="18"/>
                    <a:pt x="0" y="18"/>
                  </a:cubicBezTo>
                  <a:cubicBezTo>
                    <a:pt x="4" y="19"/>
                    <a:pt x="4" y="19"/>
                    <a:pt x="4" y="19"/>
                  </a:cubicBezTo>
                  <a:cubicBezTo>
                    <a:pt x="4" y="19"/>
                    <a:pt x="4" y="19"/>
                    <a:pt x="4" y="20"/>
                  </a:cubicBezTo>
                  <a:cubicBezTo>
                    <a:pt x="4" y="20"/>
                    <a:pt x="4" y="20"/>
                    <a:pt x="4" y="20"/>
                  </a:cubicBezTo>
                  <a:cubicBezTo>
                    <a:pt x="0" y="21"/>
                    <a:pt x="0" y="21"/>
                    <a:pt x="0" y="21"/>
                  </a:cubicBezTo>
                  <a:cubicBezTo>
                    <a:pt x="0" y="22"/>
                    <a:pt x="0" y="22"/>
                    <a:pt x="0" y="23"/>
                  </a:cubicBezTo>
                  <a:cubicBezTo>
                    <a:pt x="0" y="24"/>
                    <a:pt x="0" y="24"/>
                    <a:pt x="0" y="25"/>
                  </a:cubicBezTo>
                  <a:cubicBezTo>
                    <a:pt x="5" y="24"/>
                    <a:pt x="5" y="24"/>
                    <a:pt x="5" y="24"/>
                  </a:cubicBezTo>
                  <a:cubicBezTo>
                    <a:pt x="5" y="24"/>
                    <a:pt x="5" y="25"/>
                    <a:pt x="6" y="25"/>
                  </a:cubicBezTo>
                  <a:cubicBezTo>
                    <a:pt x="1" y="28"/>
                    <a:pt x="1" y="28"/>
                    <a:pt x="1" y="28"/>
                  </a:cubicBezTo>
                  <a:cubicBezTo>
                    <a:pt x="2" y="28"/>
                    <a:pt x="2" y="29"/>
                    <a:pt x="2" y="29"/>
                  </a:cubicBezTo>
                  <a:cubicBezTo>
                    <a:pt x="3" y="30"/>
                    <a:pt x="3" y="30"/>
                    <a:pt x="3" y="31"/>
                  </a:cubicBezTo>
                  <a:cubicBezTo>
                    <a:pt x="7" y="29"/>
                    <a:pt x="7" y="29"/>
                    <a:pt x="7" y="29"/>
                  </a:cubicBezTo>
                  <a:cubicBezTo>
                    <a:pt x="8" y="29"/>
                    <a:pt x="8" y="29"/>
                    <a:pt x="8" y="30"/>
                  </a:cubicBezTo>
                  <a:cubicBezTo>
                    <a:pt x="5" y="33"/>
                    <a:pt x="5" y="33"/>
                    <a:pt x="5" y="33"/>
                  </a:cubicBezTo>
                  <a:cubicBezTo>
                    <a:pt x="6" y="34"/>
                    <a:pt x="6" y="34"/>
                    <a:pt x="7" y="34"/>
                  </a:cubicBezTo>
                  <a:cubicBezTo>
                    <a:pt x="7" y="35"/>
                    <a:pt x="8" y="35"/>
                    <a:pt x="8" y="36"/>
                  </a:cubicBezTo>
                  <a:cubicBezTo>
                    <a:pt x="11" y="32"/>
                    <a:pt x="11" y="32"/>
                    <a:pt x="11" y="32"/>
                  </a:cubicBezTo>
                  <a:cubicBezTo>
                    <a:pt x="12" y="32"/>
                    <a:pt x="12" y="32"/>
                    <a:pt x="12" y="33"/>
                  </a:cubicBezTo>
                  <a:cubicBezTo>
                    <a:pt x="11" y="37"/>
                    <a:pt x="11" y="37"/>
                    <a:pt x="11" y="37"/>
                  </a:cubicBezTo>
                  <a:cubicBezTo>
                    <a:pt x="11" y="37"/>
                    <a:pt x="12" y="38"/>
                    <a:pt x="12" y="38"/>
                  </a:cubicBezTo>
                  <a:cubicBezTo>
                    <a:pt x="13" y="38"/>
                    <a:pt x="14" y="38"/>
                    <a:pt x="14" y="38"/>
                  </a:cubicBezTo>
                  <a:cubicBezTo>
                    <a:pt x="16" y="34"/>
                    <a:pt x="16" y="34"/>
                    <a:pt x="16" y="34"/>
                  </a:cubicBezTo>
                  <a:cubicBezTo>
                    <a:pt x="16" y="34"/>
                    <a:pt x="17" y="34"/>
                    <a:pt x="17" y="34"/>
                  </a:cubicBezTo>
                  <a:cubicBezTo>
                    <a:pt x="17" y="39"/>
                    <a:pt x="17" y="39"/>
                    <a:pt x="17" y="39"/>
                  </a:cubicBezTo>
                  <a:cubicBezTo>
                    <a:pt x="18" y="39"/>
                    <a:pt x="18" y="39"/>
                    <a:pt x="19" y="39"/>
                  </a:cubicBezTo>
                  <a:cubicBezTo>
                    <a:pt x="20" y="39"/>
                    <a:pt x="20" y="39"/>
                    <a:pt x="21" y="39"/>
                  </a:cubicBezTo>
                  <a:cubicBezTo>
                    <a:pt x="21" y="34"/>
                    <a:pt x="21" y="34"/>
                    <a:pt x="21" y="34"/>
                  </a:cubicBezTo>
                  <a:cubicBezTo>
                    <a:pt x="21" y="34"/>
                    <a:pt x="22" y="34"/>
                    <a:pt x="22" y="34"/>
                  </a:cubicBezTo>
                  <a:cubicBezTo>
                    <a:pt x="24" y="38"/>
                    <a:pt x="24" y="38"/>
                    <a:pt x="24" y="38"/>
                  </a:cubicBezTo>
                  <a:cubicBezTo>
                    <a:pt x="24" y="38"/>
                    <a:pt x="25" y="38"/>
                    <a:pt x="26" y="38"/>
                  </a:cubicBezTo>
                  <a:cubicBezTo>
                    <a:pt x="26" y="38"/>
                    <a:pt x="27" y="37"/>
                    <a:pt x="27" y="37"/>
                  </a:cubicBezTo>
                  <a:cubicBezTo>
                    <a:pt x="26" y="33"/>
                    <a:pt x="26" y="33"/>
                    <a:pt x="26" y="33"/>
                  </a:cubicBezTo>
                  <a:cubicBezTo>
                    <a:pt x="26" y="32"/>
                    <a:pt x="27" y="32"/>
                    <a:pt x="27" y="32"/>
                  </a:cubicBezTo>
                  <a:cubicBezTo>
                    <a:pt x="30" y="36"/>
                    <a:pt x="30" y="36"/>
                    <a:pt x="30" y="36"/>
                  </a:cubicBezTo>
                  <a:cubicBezTo>
                    <a:pt x="30" y="35"/>
                    <a:pt x="31" y="35"/>
                    <a:pt x="31" y="34"/>
                  </a:cubicBezTo>
                  <a:cubicBezTo>
                    <a:pt x="32" y="34"/>
                    <a:pt x="32" y="34"/>
                    <a:pt x="33" y="33"/>
                  </a:cubicBezTo>
                  <a:cubicBezTo>
                    <a:pt x="30" y="30"/>
                    <a:pt x="30" y="30"/>
                    <a:pt x="30" y="30"/>
                  </a:cubicBezTo>
                  <a:cubicBezTo>
                    <a:pt x="30" y="29"/>
                    <a:pt x="30" y="29"/>
                    <a:pt x="31" y="29"/>
                  </a:cubicBezTo>
                  <a:cubicBezTo>
                    <a:pt x="35" y="31"/>
                    <a:pt x="35" y="31"/>
                    <a:pt x="35" y="31"/>
                  </a:cubicBezTo>
                  <a:cubicBezTo>
                    <a:pt x="35" y="30"/>
                    <a:pt x="35" y="30"/>
                    <a:pt x="36" y="29"/>
                  </a:cubicBezTo>
                  <a:cubicBezTo>
                    <a:pt x="36" y="29"/>
                    <a:pt x="36" y="28"/>
                    <a:pt x="37" y="28"/>
                  </a:cubicBezTo>
                  <a:cubicBezTo>
                    <a:pt x="32" y="25"/>
                    <a:pt x="32" y="25"/>
                    <a:pt x="32" y="25"/>
                  </a:cubicBezTo>
                  <a:cubicBezTo>
                    <a:pt x="33" y="25"/>
                    <a:pt x="33" y="24"/>
                    <a:pt x="33" y="24"/>
                  </a:cubicBezTo>
                  <a:cubicBezTo>
                    <a:pt x="38" y="25"/>
                    <a:pt x="38" y="25"/>
                    <a:pt x="38" y="25"/>
                  </a:cubicBezTo>
                  <a:cubicBezTo>
                    <a:pt x="38" y="24"/>
                    <a:pt x="38" y="24"/>
                    <a:pt x="38" y="23"/>
                  </a:cubicBezTo>
                  <a:cubicBezTo>
                    <a:pt x="38" y="22"/>
                    <a:pt x="38" y="22"/>
                    <a:pt x="38" y="21"/>
                  </a:cubicBezTo>
                  <a:cubicBezTo>
                    <a:pt x="34" y="20"/>
                    <a:pt x="34" y="20"/>
                    <a:pt x="34" y="20"/>
                  </a:cubicBezTo>
                  <a:cubicBezTo>
                    <a:pt x="34" y="20"/>
                    <a:pt x="34" y="20"/>
                    <a:pt x="34" y="20"/>
                  </a:cubicBezTo>
                  <a:cubicBezTo>
                    <a:pt x="34" y="19"/>
                    <a:pt x="34" y="19"/>
                    <a:pt x="34" y="19"/>
                  </a:cubicBezTo>
                  <a:cubicBezTo>
                    <a:pt x="38" y="18"/>
                    <a:pt x="38" y="18"/>
                    <a:pt x="38" y="18"/>
                  </a:cubicBezTo>
                  <a:cubicBezTo>
                    <a:pt x="38" y="18"/>
                    <a:pt x="38" y="17"/>
                    <a:pt x="38" y="16"/>
                  </a:cubicBezTo>
                  <a:close/>
                  <a:moveTo>
                    <a:pt x="19" y="29"/>
                  </a:moveTo>
                  <a:cubicBezTo>
                    <a:pt x="14" y="29"/>
                    <a:pt x="10" y="25"/>
                    <a:pt x="10" y="20"/>
                  </a:cubicBezTo>
                  <a:cubicBezTo>
                    <a:pt x="10" y="15"/>
                    <a:pt x="14" y="11"/>
                    <a:pt x="19" y="11"/>
                  </a:cubicBezTo>
                  <a:cubicBezTo>
                    <a:pt x="24" y="11"/>
                    <a:pt x="28" y="15"/>
                    <a:pt x="28" y="20"/>
                  </a:cubicBezTo>
                  <a:cubicBezTo>
                    <a:pt x="28" y="25"/>
                    <a:pt x="24" y="29"/>
                    <a:pt x="19" y="29"/>
                  </a:cubicBezTo>
                  <a:close/>
                </a:path>
              </a:pathLst>
            </a:custGeom>
            <a:solidFill>
              <a:srgbClr val="75707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 name="Brandline_LVC">
            <a:extLst>
              <a:ext uri="{FF2B5EF4-FFF2-40B4-BE49-F238E27FC236}">
                <a16:creationId xmlns:a16="http://schemas.microsoft.com/office/drawing/2014/main" id="{E7BEE5D8-547A-8CDB-18F5-C4416AD826C7}"/>
              </a:ext>
            </a:extLst>
          </p:cNvPr>
          <p:cNvSpPr/>
          <p:nvPr/>
        </p:nvSpPr>
        <p:spPr>
          <a:xfrm>
            <a:off x="6083300" y="837914"/>
            <a:ext cx="4095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61"/>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ApplicationMaster</a:t>
            </a:r>
            <a:endParaRPr sz="2800">
              <a:solidFill>
                <a:srgbClr val="3F3F3F"/>
              </a:solidFill>
              <a:latin typeface="Open Sans"/>
              <a:ea typeface="Open Sans"/>
              <a:cs typeface="Open Sans"/>
              <a:sym typeface="Open Sans"/>
            </a:endParaRPr>
          </a:p>
        </p:txBody>
      </p:sp>
      <p:grpSp>
        <p:nvGrpSpPr>
          <p:cNvPr id="833" name="Google Shape;833;p61"/>
          <p:cNvGrpSpPr/>
          <p:nvPr/>
        </p:nvGrpSpPr>
        <p:grpSpPr>
          <a:xfrm>
            <a:off x="1878643" y="2625343"/>
            <a:ext cx="2406486" cy="1216712"/>
            <a:chOff x="4265613" y="2266950"/>
            <a:chExt cx="1647826" cy="1014413"/>
          </a:xfrm>
        </p:grpSpPr>
        <p:sp>
          <p:nvSpPr>
            <p:cNvPr id="834" name="Google Shape;834;p61"/>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16544E"/>
            </a:solidFill>
            <a:ln>
              <a:noFill/>
            </a:ln>
            <a:effectLst>
              <a:outerShdw blurRad="25400" dist="254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5" name="Google Shape;835;p61"/>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217E75"/>
            </a:solidFill>
            <a:ln>
              <a:noFill/>
            </a:ln>
            <a:effectLst>
              <a:outerShdw blurRad="25400" dist="254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6" name="Google Shape;836;p61"/>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1"/>
            </a:solidFill>
            <a:ln w="9525" cap="flat" cmpd="sng">
              <a:solidFill>
                <a:schemeClr val="accent1"/>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837" name="Google Shape;837;p61"/>
          <p:cNvGrpSpPr/>
          <p:nvPr/>
        </p:nvGrpSpPr>
        <p:grpSpPr>
          <a:xfrm>
            <a:off x="1878643" y="5519695"/>
            <a:ext cx="2406486" cy="1216712"/>
            <a:chOff x="4265613" y="2266950"/>
            <a:chExt cx="1647826" cy="1014413"/>
          </a:xfrm>
        </p:grpSpPr>
        <p:sp>
          <p:nvSpPr>
            <p:cNvPr id="838" name="Google Shape;838;p61"/>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4F6229"/>
            </a:solidFill>
            <a:ln>
              <a:noFill/>
            </a:ln>
            <a:effectLst>
              <a:outerShdw blurRad="25400" dist="254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9" name="Google Shape;839;p61"/>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76933D"/>
            </a:solidFill>
            <a:ln>
              <a:noFill/>
            </a:ln>
            <a:effectLst>
              <a:outerShdw blurRad="25400" dist="254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0" name="Google Shape;840;p61"/>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2"/>
            </a:solidFill>
            <a:ln w="9525" cap="flat" cmpd="sng">
              <a:solidFill>
                <a:schemeClr val="accent2"/>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841" name="Google Shape;841;p61"/>
          <p:cNvSpPr txBox="1"/>
          <p:nvPr/>
        </p:nvSpPr>
        <p:spPr>
          <a:xfrm>
            <a:off x="5161280" y="2791059"/>
            <a:ext cx="10160000" cy="84651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ApplicationMaster sends a Container Launch Context (CLC) to the node management to request the Container. </a:t>
            </a:r>
            <a:endParaRPr/>
          </a:p>
        </p:txBody>
      </p:sp>
      <p:sp>
        <p:nvSpPr>
          <p:cNvPr id="842" name="Google Shape;842;p61"/>
          <p:cNvSpPr txBox="1"/>
          <p:nvPr/>
        </p:nvSpPr>
        <p:spPr>
          <a:xfrm>
            <a:off x="5161280" y="5569866"/>
            <a:ext cx="10160000" cy="123585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CLC contains everything required for an application to run. When the program is launched, it sends a health report to the ResourceManager regularly.</a:t>
            </a:r>
            <a:endParaRPr/>
          </a:p>
        </p:txBody>
      </p:sp>
      <p:sp>
        <p:nvSpPr>
          <p:cNvPr id="3" name="Brandline_LVC">
            <a:extLst>
              <a:ext uri="{FF2B5EF4-FFF2-40B4-BE49-F238E27FC236}">
                <a16:creationId xmlns:a16="http://schemas.microsoft.com/office/drawing/2014/main" id="{9290187F-76FE-2ABC-3243-F1188121063E}"/>
              </a:ext>
            </a:extLst>
          </p:cNvPr>
          <p:cNvSpPr/>
          <p:nvPr/>
        </p:nvSpPr>
        <p:spPr>
          <a:xfrm>
            <a:off x="6083300" y="837914"/>
            <a:ext cx="4095830"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62"/>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Container</a:t>
            </a:r>
            <a:endParaRPr sz="2800">
              <a:solidFill>
                <a:srgbClr val="3F3F3F"/>
              </a:solidFill>
              <a:latin typeface="Open Sans"/>
              <a:ea typeface="Open Sans"/>
              <a:cs typeface="Open Sans"/>
              <a:sym typeface="Open Sans"/>
            </a:endParaRPr>
          </a:p>
        </p:txBody>
      </p:sp>
      <p:sp>
        <p:nvSpPr>
          <p:cNvPr id="850" name="Google Shape;850;p62"/>
          <p:cNvSpPr/>
          <p:nvPr/>
        </p:nvSpPr>
        <p:spPr>
          <a:xfrm>
            <a:off x="4561952" y="2316976"/>
            <a:ext cx="10559029" cy="5086350"/>
          </a:xfrm>
          <a:prstGeom prst="roundRect">
            <a:avLst>
              <a:gd name="adj" fmla="val 5056"/>
            </a:avLst>
          </a:prstGeom>
          <a:solidFill>
            <a:schemeClr val="lt1"/>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457200" marR="0" lvl="8" indent="-457200" algn="l" rtl="0">
              <a:lnSpc>
                <a:spcPct val="115000"/>
              </a:lnSpc>
              <a:spcBef>
                <a:spcPts val="75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On a single node, a Container is a collection of physical resources such as RAM, CPU cores, and disc.</a:t>
            </a:r>
            <a:endParaRPr/>
          </a:p>
          <a:p>
            <a:pPr marL="457200" marR="0" lvl="8" indent="-261620" algn="l" rtl="0">
              <a:lnSpc>
                <a:spcPct val="115000"/>
              </a:lnSpc>
              <a:spcBef>
                <a:spcPts val="750"/>
              </a:spcBef>
              <a:spcAft>
                <a:spcPts val="0"/>
              </a:spcAft>
              <a:buClr>
                <a:srgbClr val="3F3F3F"/>
              </a:buClr>
              <a:buSzPts val="3080"/>
              <a:buFont typeface="Arial"/>
              <a:buNone/>
            </a:pPr>
            <a:endParaRPr sz="2200" b="0" i="0" u="none" strike="noStrike" cap="none">
              <a:solidFill>
                <a:srgbClr val="3F3F3F"/>
              </a:solidFill>
              <a:latin typeface="Open Sans"/>
              <a:ea typeface="Open Sans"/>
              <a:cs typeface="Open Sans"/>
              <a:sym typeface="Open Sans"/>
            </a:endParaRPr>
          </a:p>
          <a:p>
            <a:pPr marL="457200" marR="0" lvl="5" indent="-4572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A Container lifecycle record contains information such as a map of environment variables, dependencies stored in remotely accessible storage, security tokens, the payload for NodeManager services, and the command required to create the process for YARN Containers. </a:t>
            </a:r>
            <a:endParaRPr/>
          </a:p>
          <a:p>
            <a:pPr marL="0" marR="0" lvl="5" indent="0" algn="l" rtl="0">
              <a:lnSpc>
                <a:spcPct val="115000"/>
              </a:lnSpc>
              <a:spcBef>
                <a:spcPts val="1000"/>
              </a:spcBef>
              <a:spcAft>
                <a:spcPts val="0"/>
              </a:spcAft>
              <a:buNone/>
            </a:pPr>
            <a:endParaRPr sz="2200" b="0" i="0" u="none" strike="noStrike" cap="none">
              <a:solidFill>
                <a:srgbClr val="3F3F3F"/>
              </a:solidFill>
              <a:latin typeface="Open Sans"/>
              <a:ea typeface="Open Sans"/>
              <a:cs typeface="Open Sans"/>
              <a:sym typeface="Open Sans"/>
            </a:endParaRPr>
          </a:p>
          <a:p>
            <a:pPr marL="457200" marR="0" lvl="5" indent="-4572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It enables an application to access a set number of resources (memory, CPU, and others) on a given host.</a:t>
            </a:r>
            <a:endParaRPr/>
          </a:p>
        </p:txBody>
      </p:sp>
      <p:grpSp>
        <p:nvGrpSpPr>
          <p:cNvPr id="851" name="Google Shape;851;p62"/>
          <p:cNvGrpSpPr/>
          <p:nvPr/>
        </p:nvGrpSpPr>
        <p:grpSpPr>
          <a:xfrm>
            <a:off x="1306469" y="3342501"/>
            <a:ext cx="2791926" cy="3035300"/>
            <a:chOff x="-11335208" y="2290961"/>
            <a:chExt cx="3155268" cy="3155268"/>
          </a:xfrm>
        </p:grpSpPr>
        <p:sp>
          <p:nvSpPr>
            <p:cNvPr id="852" name="Google Shape;852;p62"/>
            <p:cNvSpPr/>
            <p:nvPr/>
          </p:nvSpPr>
          <p:spPr>
            <a:xfrm>
              <a:off x="-11335208" y="2290961"/>
              <a:ext cx="3155268" cy="3155268"/>
            </a:xfrm>
            <a:prstGeom prst="roundRect">
              <a:avLst>
                <a:gd name="adj" fmla="val 16667"/>
              </a:avLst>
            </a:prstGeom>
            <a:solidFill>
              <a:srgbClr val="00C0B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853" name="Google Shape;853;p62"/>
            <p:cNvPicPr preferRelativeResize="0"/>
            <p:nvPr/>
          </p:nvPicPr>
          <p:blipFill rotWithShape="1">
            <a:blip r:embed="rId3">
              <a:alphaModFix/>
            </a:blip>
            <a:srcRect/>
            <a:stretch/>
          </p:blipFill>
          <p:spPr>
            <a:xfrm>
              <a:off x="-10463642" y="3162527"/>
              <a:ext cx="1412134" cy="1412134"/>
            </a:xfrm>
            <a:prstGeom prst="roundRect">
              <a:avLst>
                <a:gd name="adj" fmla="val 16667"/>
              </a:avLst>
            </a:prstGeom>
            <a:noFill/>
            <a:ln>
              <a:noFill/>
            </a:ln>
          </p:spPr>
        </p:pic>
      </p:grpSp>
      <p:sp>
        <p:nvSpPr>
          <p:cNvPr id="3" name="Brandline_LVC">
            <a:extLst>
              <a:ext uri="{FF2B5EF4-FFF2-40B4-BE49-F238E27FC236}">
                <a16:creationId xmlns:a16="http://schemas.microsoft.com/office/drawing/2014/main" id="{4095ED72-F3E6-96C8-FCB7-51396493048B}"/>
              </a:ext>
            </a:extLst>
          </p:cNvPr>
          <p:cNvSpPr/>
          <p:nvPr/>
        </p:nvSpPr>
        <p:spPr>
          <a:xfrm>
            <a:off x="7035801" y="837914"/>
            <a:ext cx="2202735"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63"/>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Application Workflow </a:t>
            </a:r>
            <a:endParaRPr/>
          </a:p>
        </p:txBody>
      </p:sp>
      <p:sp>
        <p:nvSpPr>
          <p:cNvPr id="861" name="Google Shape;861;p63"/>
          <p:cNvSpPr/>
          <p:nvPr/>
        </p:nvSpPr>
        <p:spPr>
          <a:xfrm>
            <a:off x="3448537" y="1237850"/>
            <a:ext cx="9223669" cy="505812"/>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following diagram represents the application workflow:</a:t>
            </a:r>
            <a:endParaRPr/>
          </a:p>
        </p:txBody>
      </p:sp>
      <p:sp>
        <p:nvSpPr>
          <p:cNvPr id="862" name="Google Shape;862;p63"/>
          <p:cNvSpPr/>
          <p:nvPr/>
        </p:nvSpPr>
        <p:spPr>
          <a:xfrm>
            <a:off x="3407261" y="2348753"/>
            <a:ext cx="2508604" cy="1321937"/>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63" name="Google Shape;863;p63"/>
          <p:cNvSpPr/>
          <p:nvPr/>
        </p:nvSpPr>
        <p:spPr>
          <a:xfrm>
            <a:off x="8036776" y="2348752"/>
            <a:ext cx="2280549" cy="1321938"/>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64" name="Google Shape;864;p63"/>
          <p:cNvSpPr/>
          <p:nvPr/>
        </p:nvSpPr>
        <p:spPr>
          <a:xfrm>
            <a:off x="10135782" y="5960860"/>
            <a:ext cx="2712953" cy="2901145"/>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65" name="Google Shape;865;p63"/>
          <p:cNvSpPr txBox="1"/>
          <p:nvPr/>
        </p:nvSpPr>
        <p:spPr>
          <a:xfrm>
            <a:off x="10506153" y="8016759"/>
            <a:ext cx="2104522"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NodeManager node</a:t>
            </a:r>
            <a:endParaRPr/>
          </a:p>
        </p:txBody>
      </p:sp>
      <p:sp>
        <p:nvSpPr>
          <p:cNvPr id="866" name="Google Shape;866;p63"/>
          <p:cNvSpPr/>
          <p:nvPr/>
        </p:nvSpPr>
        <p:spPr>
          <a:xfrm>
            <a:off x="3802556" y="2462245"/>
            <a:ext cx="1718014" cy="666129"/>
          </a:xfrm>
          <a:prstGeom prst="roundRect">
            <a:avLst>
              <a:gd name="adj" fmla="val 16667"/>
            </a:avLst>
          </a:prstGeom>
          <a:solidFill>
            <a:srgbClr val="DDEAF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67" name="Google Shape;867;p63"/>
          <p:cNvSpPr txBox="1"/>
          <p:nvPr/>
        </p:nvSpPr>
        <p:spPr>
          <a:xfrm>
            <a:off x="3969758" y="2494482"/>
            <a:ext cx="1383611"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Application</a:t>
            </a:r>
            <a:endParaRPr/>
          </a:p>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client</a:t>
            </a:r>
            <a:endParaRPr sz="1600" b="0" i="0" u="none" strike="noStrike" cap="none">
              <a:solidFill>
                <a:srgbClr val="3F3F3F"/>
              </a:solidFill>
              <a:latin typeface="Open Sans"/>
              <a:ea typeface="Open Sans"/>
              <a:cs typeface="Open Sans"/>
              <a:sym typeface="Open Sans"/>
            </a:endParaRPr>
          </a:p>
        </p:txBody>
      </p:sp>
      <p:sp>
        <p:nvSpPr>
          <p:cNvPr id="868" name="Google Shape;868;p63"/>
          <p:cNvSpPr txBox="1"/>
          <p:nvPr/>
        </p:nvSpPr>
        <p:spPr>
          <a:xfrm>
            <a:off x="3802556" y="3214324"/>
            <a:ext cx="1718011" cy="4001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Client node</a:t>
            </a:r>
            <a:endParaRPr sz="2000" b="0" i="0" u="none" strike="noStrike" cap="none">
              <a:solidFill>
                <a:srgbClr val="3F3F3F"/>
              </a:solidFill>
              <a:latin typeface="Open Sans"/>
              <a:ea typeface="Open Sans"/>
              <a:cs typeface="Open Sans"/>
              <a:sym typeface="Open Sans"/>
            </a:endParaRPr>
          </a:p>
        </p:txBody>
      </p:sp>
      <p:sp>
        <p:nvSpPr>
          <p:cNvPr id="869" name="Google Shape;869;p63"/>
          <p:cNvSpPr/>
          <p:nvPr/>
        </p:nvSpPr>
        <p:spPr>
          <a:xfrm>
            <a:off x="8396135" y="2462245"/>
            <a:ext cx="1561831" cy="666129"/>
          </a:xfrm>
          <a:prstGeom prst="roundRect">
            <a:avLst>
              <a:gd name="adj" fmla="val 16667"/>
            </a:avLst>
          </a:prstGeom>
          <a:solidFill>
            <a:srgbClr val="DDEAF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70" name="Google Shape;870;p63"/>
          <p:cNvSpPr txBox="1"/>
          <p:nvPr/>
        </p:nvSpPr>
        <p:spPr>
          <a:xfrm>
            <a:off x="8646080" y="2536750"/>
            <a:ext cx="1061942"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ResourceManager</a:t>
            </a:r>
            <a:endParaRPr sz="1600" b="0" i="0" u="none" strike="noStrike" cap="none">
              <a:solidFill>
                <a:srgbClr val="3F3F3F"/>
              </a:solidFill>
              <a:latin typeface="Open Sans"/>
              <a:ea typeface="Open Sans"/>
              <a:cs typeface="Open Sans"/>
              <a:sym typeface="Open Sans"/>
            </a:endParaRPr>
          </a:p>
        </p:txBody>
      </p:sp>
      <p:sp>
        <p:nvSpPr>
          <p:cNvPr id="871" name="Google Shape;871;p63"/>
          <p:cNvSpPr txBox="1"/>
          <p:nvPr/>
        </p:nvSpPr>
        <p:spPr>
          <a:xfrm>
            <a:off x="8047976" y="3065182"/>
            <a:ext cx="250860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ResourceManager node</a:t>
            </a:r>
            <a:endParaRPr sz="2000" b="0" i="0" u="none" strike="noStrike" cap="none">
              <a:solidFill>
                <a:srgbClr val="3F3F3F"/>
              </a:solidFill>
              <a:latin typeface="Open Sans"/>
              <a:ea typeface="Open Sans"/>
              <a:cs typeface="Open Sans"/>
              <a:sym typeface="Open Sans"/>
            </a:endParaRPr>
          </a:p>
        </p:txBody>
      </p:sp>
      <p:cxnSp>
        <p:nvCxnSpPr>
          <p:cNvPr id="872" name="Google Shape;872;p63"/>
          <p:cNvCxnSpPr>
            <a:stCxn id="866" idx="3"/>
          </p:cNvCxnSpPr>
          <p:nvPr/>
        </p:nvCxnSpPr>
        <p:spPr>
          <a:xfrm>
            <a:off x="5520570" y="2795310"/>
            <a:ext cx="2873400" cy="0"/>
          </a:xfrm>
          <a:prstGeom prst="straightConnector1">
            <a:avLst/>
          </a:prstGeom>
          <a:noFill/>
          <a:ln w="12700" cap="flat" cmpd="sng">
            <a:solidFill>
              <a:schemeClr val="dk1"/>
            </a:solidFill>
            <a:prstDash val="solid"/>
            <a:round/>
            <a:headEnd type="none" w="sm" len="sm"/>
            <a:tailEnd type="triangle" w="med" len="med"/>
          </a:ln>
        </p:spPr>
      </p:cxnSp>
      <p:sp>
        <p:nvSpPr>
          <p:cNvPr id="873" name="Google Shape;873;p63"/>
          <p:cNvSpPr txBox="1"/>
          <p:nvPr/>
        </p:nvSpPr>
        <p:spPr>
          <a:xfrm>
            <a:off x="5857085" y="2757205"/>
            <a:ext cx="2210548"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1: Submit YARN</a:t>
            </a:r>
            <a:endParaRPr/>
          </a:p>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application</a:t>
            </a:r>
            <a:endParaRPr sz="2000" b="0" i="0" u="none" strike="noStrike" cap="none">
              <a:solidFill>
                <a:srgbClr val="3F3F3F"/>
              </a:solidFill>
              <a:latin typeface="Open Sans"/>
              <a:ea typeface="Open Sans"/>
              <a:cs typeface="Open Sans"/>
              <a:sym typeface="Open Sans"/>
            </a:endParaRPr>
          </a:p>
        </p:txBody>
      </p:sp>
      <p:cxnSp>
        <p:nvCxnSpPr>
          <p:cNvPr id="874" name="Google Shape;874;p63"/>
          <p:cNvCxnSpPr/>
          <p:nvPr/>
        </p:nvCxnSpPr>
        <p:spPr>
          <a:xfrm>
            <a:off x="8360543" y="3654812"/>
            <a:ext cx="0" cy="767929"/>
          </a:xfrm>
          <a:prstGeom prst="straightConnector1">
            <a:avLst/>
          </a:prstGeom>
          <a:noFill/>
          <a:ln w="12700" cap="flat" cmpd="sng">
            <a:solidFill>
              <a:schemeClr val="dk1"/>
            </a:solidFill>
            <a:prstDash val="solid"/>
            <a:round/>
            <a:headEnd type="none" w="sm" len="sm"/>
            <a:tailEnd type="triangle" w="med" len="med"/>
          </a:ln>
        </p:spPr>
      </p:cxnSp>
      <p:sp>
        <p:nvSpPr>
          <p:cNvPr id="875" name="Google Shape;875;p63"/>
          <p:cNvSpPr txBox="1"/>
          <p:nvPr/>
        </p:nvSpPr>
        <p:spPr>
          <a:xfrm>
            <a:off x="5978639" y="3950628"/>
            <a:ext cx="2447787" cy="4001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2a: Start container</a:t>
            </a:r>
            <a:endParaRPr sz="2000" b="0" i="0" u="none" strike="noStrike" cap="none">
              <a:solidFill>
                <a:srgbClr val="3F3F3F"/>
              </a:solidFill>
              <a:latin typeface="Open Sans"/>
              <a:ea typeface="Open Sans"/>
              <a:cs typeface="Open Sans"/>
              <a:sym typeface="Open Sans"/>
            </a:endParaRPr>
          </a:p>
        </p:txBody>
      </p:sp>
      <p:sp>
        <p:nvSpPr>
          <p:cNvPr id="876" name="Google Shape;876;p63"/>
          <p:cNvSpPr/>
          <p:nvPr/>
        </p:nvSpPr>
        <p:spPr>
          <a:xfrm>
            <a:off x="6129820" y="4238345"/>
            <a:ext cx="2805076" cy="2901145"/>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77" name="Google Shape;877;p63"/>
          <p:cNvSpPr/>
          <p:nvPr/>
        </p:nvSpPr>
        <p:spPr>
          <a:xfrm>
            <a:off x="6417586" y="4422741"/>
            <a:ext cx="2174124" cy="614361"/>
          </a:xfrm>
          <a:prstGeom prst="roundRect">
            <a:avLst>
              <a:gd name="adj" fmla="val 16667"/>
            </a:avLst>
          </a:prstGeom>
          <a:solidFill>
            <a:srgbClr val="DDEAF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78" name="Google Shape;878;p63"/>
          <p:cNvSpPr txBox="1"/>
          <p:nvPr/>
        </p:nvSpPr>
        <p:spPr>
          <a:xfrm>
            <a:off x="6644152" y="4555918"/>
            <a:ext cx="1852148"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NodeManager</a:t>
            </a:r>
            <a:endParaRPr sz="1600" b="0" i="0" u="none" strike="noStrike" cap="none">
              <a:solidFill>
                <a:srgbClr val="3F3F3F"/>
              </a:solidFill>
              <a:latin typeface="Open Sans"/>
              <a:ea typeface="Open Sans"/>
              <a:cs typeface="Open Sans"/>
              <a:sym typeface="Open Sans"/>
            </a:endParaRPr>
          </a:p>
        </p:txBody>
      </p:sp>
      <p:sp>
        <p:nvSpPr>
          <p:cNvPr id="879" name="Google Shape;879;p63"/>
          <p:cNvSpPr/>
          <p:nvPr/>
        </p:nvSpPr>
        <p:spPr>
          <a:xfrm>
            <a:off x="6311853" y="5574481"/>
            <a:ext cx="2447790" cy="1192636"/>
          </a:xfrm>
          <a:prstGeom prst="roundRect">
            <a:avLst>
              <a:gd name="adj" fmla="val 16667"/>
            </a:avLst>
          </a:prstGeom>
          <a:solidFill>
            <a:srgbClr val="DDEAF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80" name="Google Shape;880;p63"/>
          <p:cNvSpPr txBox="1"/>
          <p:nvPr/>
        </p:nvSpPr>
        <p:spPr>
          <a:xfrm>
            <a:off x="6644152" y="5617059"/>
            <a:ext cx="1781807"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Container</a:t>
            </a:r>
            <a:endParaRPr/>
          </a:p>
        </p:txBody>
      </p:sp>
      <p:sp>
        <p:nvSpPr>
          <p:cNvPr id="881" name="Google Shape;881;p63"/>
          <p:cNvSpPr/>
          <p:nvPr/>
        </p:nvSpPr>
        <p:spPr>
          <a:xfrm>
            <a:off x="6709566" y="6038164"/>
            <a:ext cx="1650977" cy="597273"/>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cxnSp>
        <p:nvCxnSpPr>
          <p:cNvPr id="882" name="Google Shape;882;p63"/>
          <p:cNvCxnSpPr/>
          <p:nvPr/>
        </p:nvCxnSpPr>
        <p:spPr>
          <a:xfrm flipH="1">
            <a:off x="7440178" y="5037102"/>
            <a:ext cx="7238" cy="479870"/>
          </a:xfrm>
          <a:prstGeom prst="straightConnector1">
            <a:avLst/>
          </a:prstGeom>
          <a:noFill/>
          <a:ln w="12700" cap="flat" cmpd="sng">
            <a:solidFill>
              <a:schemeClr val="dk1"/>
            </a:solidFill>
            <a:prstDash val="solid"/>
            <a:round/>
            <a:headEnd type="none" w="sm" len="sm"/>
            <a:tailEnd type="triangle" w="med" len="med"/>
          </a:ln>
        </p:spPr>
      </p:cxnSp>
      <p:sp>
        <p:nvSpPr>
          <p:cNvPr id="883" name="Google Shape;883;p63"/>
          <p:cNvSpPr txBox="1"/>
          <p:nvPr/>
        </p:nvSpPr>
        <p:spPr>
          <a:xfrm>
            <a:off x="5770164" y="5087143"/>
            <a:ext cx="1621767"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2b: Launch</a:t>
            </a:r>
            <a:endParaRPr sz="2000" b="0" i="0" u="none" strike="noStrike" cap="none">
              <a:solidFill>
                <a:srgbClr val="3F3F3F"/>
              </a:solidFill>
              <a:latin typeface="Open Sans"/>
              <a:ea typeface="Open Sans"/>
              <a:cs typeface="Open Sans"/>
              <a:sym typeface="Open Sans"/>
            </a:endParaRPr>
          </a:p>
        </p:txBody>
      </p:sp>
      <p:sp>
        <p:nvSpPr>
          <p:cNvPr id="884" name="Google Shape;884;p63"/>
          <p:cNvSpPr txBox="1"/>
          <p:nvPr/>
        </p:nvSpPr>
        <p:spPr>
          <a:xfrm>
            <a:off x="6482274" y="6837396"/>
            <a:ext cx="2104522"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NodeManager node</a:t>
            </a:r>
            <a:endParaRPr/>
          </a:p>
        </p:txBody>
      </p:sp>
      <p:cxnSp>
        <p:nvCxnSpPr>
          <p:cNvPr id="885" name="Google Shape;885;p63"/>
          <p:cNvCxnSpPr/>
          <p:nvPr/>
        </p:nvCxnSpPr>
        <p:spPr>
          <a:xfrm rot="-5400000">
            <a:off x="8015029" y="4411606"/>
            <a:ext cx="2037600" cy="521400"/>
          </a:xfrm>
          <a:prstGeom prst="bentConnector2">
            <a:avLst/>
          </a:prstGeom>
          <a:noFill/>
          <a:ln w="12700" cap="flat" cmpd="sng">
            <a:solidFill>
              <a:schemeClr val="dk1"/>
            </a:solidFill>
            <a:prstDash val="solid"/>
            <a:round/>
            <a:headEnd type="none" w="sm" len="sm"/>
            <a:tailEnd type="triangle" w="med" len="med"/>
          </a:ln>
        </p:spPr>
      </p:cxnSp>
      <p:sp>
        <p:nvSpPr>
          <p:cNvPr id="886" name="Google Shape;886;p63"/>
          <p:cNvSpPr txBox="1"/>
          <p:nvPr/>
        </p:nvSpPr>
        <p:spPr>
          <a:xfrm>
            <a:off x="8847578" y="4252269"/>
            <a:ext cx="3509597"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3: Allocate resources (heartbeat)</a:t>
            </a:r>
            <a:endParaRPr sz="2000" b="0" i="0" u="none" strike="noStrike" cap="none">
              <a:solidFill>
                <a:srgbClr val="3F3F3F"/>
              </a:solidFill>
              <a:latin typeface="Open Sans"/>
              <a:ea typeface="Open Sans"/>
              <a:cs typeface="Open Sans"/>
              <a:sym typeface="Open Sans"/>
            </a:endParaRPr>
          </a:p>
        </p:txBody>
      </p:sp>
      <p:sp>
        <p:nvSpPr>
          <p:cNvPr id="887" name="Google Shape;887;p63"/>
          <p:cNvSpPr/>
          <p:nvPr/>
        </p:nvSpPr>
        <p:spPr>
          <a:xfrm>
            <a:off x="10506153" y="5712074"/>
            <a:ext cx="1942957" cy="527474"/>
          </a:xfrm>
          <a:prstGeom prst="roundRect">
            <a:avLst>
              <a:gd name="adj" fmla="val 16667"/>
            </a:avLst>
          </a:prstGeom>
          <a:solidFill>
            <a:srgbClr val="DDEAF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88" name="Google Shape;888;p63"/>
          <p:cNvSpPr/>
          <p:nvPr/>
        </p:nvSpPr>
        <p:spPr>
          <a:xfrm>
            <a:off x="10253737" y="6850612"/>
            <a:ext cx="2447790" cy="1192636"/>
          </a:xfrm>
          <a:prstGeom prst="roundRect">
            <a:avLst>
              <a:gd name="adj" fmla="val 16667"/>
            </a:avLst>
          </a:prstGeom>
          <a:solidFill>
            <a:srgbClr val="DEEBF7"/>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89" name="Google Shape;889;p63"/>
          <p:cNvSpPr txBox="1"/>
          <p:nvPr/>
        </p:nvSpPr>
        <p:spPr>
          <a:xfrm>
            <a:off x="10656538" y="6966176"/>
            <a:ext cx="1781807"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Container</a:t>
            </a:r>
            <a:endParaRPr/>
          </a:p>
        </p:txBody>
      </p:sp>
      <p:sp>
        <p:nvSpPr>
          <p:cNvPr id="890" name="Google Shape;890;p63"/>
          <p:cNvSpPr/>
          <p:nvPr/>
        </p:nvSpPr>
        <p:spPr>
          <a:xfrm>
            <a:off x="10666037" y="7342092"/>
            <a:ext cx="1650977" cy="597272"/>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Open Sans"/>
              <a:ea typeface="Open Sans"/>
              <a:cs typeface="Open Sans"/>
              <a:sym typeface="Open Sans"/>
            </a:endParaRPr>
          </a:p>
        </p:txBody>
      </p:sp>
      <p:sp>
        <p:nvSpPr>
          <p:cNvPr id="891" name="Google Shape;891;p63"/>
          <p:cNvSpPr txBox="1"/>
          <p:nvPr/>
        </p:nvSpPr>
        <p:spPr>
          <a:xfrm>
            <a:off x="11430760" y="6320425"/>
            <a:ext cx="1604299" cy="4001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4b: Launch</a:t>
            </a:r>
            <a:endParaRPr sz="2000" b="0" i="0" u="none" strike="noStrike" cap="none">
              <a:solidFill>
                <a:srgbClr val="3F3F3F"/>
              </a:solidFill>
              <a:latin typeface="Open Sans"/>
              <a:ea typeface="Open Sans"/>
              <a:cs typeface="Open Sans"/>
              <a:sym typeface="Open Sans"/>
            </a:endParaRPr>
          </a:p>
        </p:txBody>
      </p:sp>
      <p:cxnSp>
        <p:nvCxnSpPr>
          <p:cNvPr id="892" name="Google Shape;892;p63"/>
          <p:cNvCxnSpPr/>
          <p:nvPr/>
        </p:nvCxnSpPr>
        <p:spPr>
          <a:xfrm>
            <a:off x="8789354" y="5942358"/>
            <a:ext cx="1716799" cy="15516"/>
          </a:xfrm>
          <a:prstGeom prst="straightConnector1">
            <a:avLst/>
          </a:prstGeom>
          <a:noFill/>
          <a:ln w="12700" cap="flat" cmpd="sng">
            <a:solidFill>
              <a:schemeClr val="dk1"/>
            </a:solidFill>
            <a:prstDash val="solid"/>
            <a:round/>
            <a:headEnd type="none" w="sm" len="sm"/>
            <a:tailEnd type="triangle" w="med" len="med"/>
          </a:ln>
        </p:spPr>
      </p:cxnSp>
      <p:sp>
        <p:nvSpPr>
          <p:cNvPr id="893" name="Google Shape;893;p63"/>
          <p:cNvSpPr txBox="1"/>
          <p:nvPr/>
        </p:nvSpPr>
        <p:spPr>
          <a:xfrm>
            <a:off x="8795434" y="5933160"/>
            <a:ext cx="1413707" cy="132343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4b: Start </a:t>
            </a:r>
            <a:endParaRPr/>
          </a:p>
          <a:p>
            <a:pPr marL="0" marR="0" lvl="0" indent="0" algn="ctr" rtl="0">
              <a:lnSpc>
                <a:spcPct val="100000"/>
              </a:lnSpc>
              <a:spcBef>
                <a:spcPts val="0"/>
              </a:spcBef>
              <a:spcAft>
                <a:spcPts val="0"/>
              </a:spcAft>
              <a:buNone/>
            </a:pPr>
            <a:r>
              <a:rPr lang="en-US" sz="2000" b="0" i="0" u="none" strike="noStrike" cap="none">
                <a:solidFill>
                  <a:srgbClr val="3F3F3F"/>
                </a:solidFill>
                <a:latin typeface="Open Sans"/>
                <a:ea typeface="Open Sans"/>
                <a:cs typeface="Open Sans"/>
                <a:sym typeface="Open Sans"/>
              </a:rPr>
              <a:t>Container</a:t>
            </a:r>
            <a:endParaRPr sz="2000" b="0" i="0" u="none" strike="noStrike" cap="none">
              <a:solidFill>
                <a:srgbClr val="3F3F3F"/>
              </a:solidFill>
              <a:latin typeface="Open Sans"/>
              <a:ea typeface="Open Sans"/>
              <a:cs typeface="Open Sans"/>
              <a:sym typeface="Open Sans"/>
            </a:endParaRPr>
          </a:p>
        </p:txBody>
      </p:sp>
      <p:cxnSp>
        <p:nvCxnSpPr>
          <p:cNvPr id="894" name="Google Shape;894;p63"/>
          <p:cNvCxnSpPr>
            <a:stCxn id="887" idx="2"/>
          </p:cNvCxnSpPr>
          <p:nvPr/>
        </p:nvCxnSpPr>
        <p:spPr>
          <a:xfrm>
            <a:off x="11477632" y="6239548"/>
            <a:ext cx="0" cy="557400"/>
          </a:xfrm>
          <a:prstGeom prst="straightConnector1">
            <a:avLst/>
          </a:prstGeom>
          <a:noFill/>
          <a:ln w="12700" cap="flat" cmpd="sng">
            <a:solidFill>
              <a:schemeClr val="dk1"/>
            </a:solidFill>
            <a:prstDash val="solid"/>
            <a:round/>
            <a:headEnd type="none" w="sm" len="sm"/>
            <a:tailEnd type="triangle" w="med" len="med"/>
          </a:ln>
        </p:spPr>
      </p:cxnSp>
      <p:sp>
        <p:nvSpPr>
          <p:cNvPr id="895" name="Google Shape;895;p63"/>
          <p:cNvSpPr txBox="1"/>
          <p:nvPr/>
        </p:nvSpPr>
        <p:spPr>
          <a:xfrm>
            <a:off x="10778265" y="5823430"/>
            <a:ext cx="165470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Node Manager</a:t>
            </a:r>
            <a:endParaRPr sz="1600" b="0" i="0" u="none" strike="noStrike" cap="none">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sp>
        <p:nvSpPr>
          <p:cNvPr id="896" name="Google Shape;896;p63"/>
          <p:cNvSpPr txBox="1"/>
          <p:nvPr/>
        </p:nvSpPr>
        <p:spPr>
          <a:xfrm>
            <a:off x="6910822" y="6085040"/>
            <a:ext cx="125226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Application</a:t>
            </a:r>
            <a:endParaRPr/>
          </a:p>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process</a:t>
            </a:r>
            <a:endParaRPr sz="1600" b="0" i="0" u="none" strike="noStrike" cap="none">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600" b="0" i="0" u="none" strike="noStrike" cap="none">
              <a:solidFill>
                <a:srgbClr val="3F3F3F"/>
              </a:solidFill>
              <a:latin typeface="Arial"/>
              <a:ea typeface="Arial"/>
              <a:cs typeface="Arial"/>
              <a:sym typeface="Arial"/>
            </a:endParaRPr>
          </a:p>
        </p:txBody>
      </p:sp>
      <p:sp>
        <p:nvSpPr>
          <p:cNvPr id="897" name="Google Shape;897;p63"/>
          <p:cNvSpPr txBox="1"/>
          <p:nvPr/>
        </p:nvSpPr>
        <p:spPr>
          <a:xfrm>
            <a:off x="10921307" y="7400492"/>
            <a:ext cx="125226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Application</a:t>
            </a:r>
            <a:endParaRPr/>
          </a:p>
          <a:p>
            <a:pPr marL="0" marR="0" lvl="0" indent="0" algn="ctr" rtl="0">
              <a:lnSpc>
                <a:spcPct val="100000"/>
              </a:lnSpc>
              <a:spcBef>
                <a:spcPts val="0"/>
              </a:spcBef>
              <a:spcAft>
                <a:spcPts val="0"/>
              </a:spcAft>
              <a:buNone/>
            </a:pPr>
            <a:r>
              <a:rPr lang="en-US" sz="1600" b="0" i="0" u="none" strike="noStrike" cap="none">
                <a:solidFill>
                  <a:srgbClr val="3F3F3F"/>
                </a:solidFill>
                <a:latin typeface="Open Sans"/>
                <a:ea typeface="Open Sans"/>
                <a:cs typeface="Open Sans"/>
                <a:sym typeface="Open Sans"/>
              </a:rPr>
              <a:t>process</a:t>
            </a:r>
            <a:endParaRPr sz="1600" b="0" i="0" u="none" strike="noStrike" cap="none">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1600" b="0" i="0" u="none" strike="noStrike" cap="none">
              <a:solidFill>
                <a:srgbClr val="3F3F3F"/>
              </a:solidFill>
              <a:latin typeface="Arial"/>
              <a:ea typeface="Arial"/>
              <a:cs typeface="Arial"/>
              <a:sym typeface="Arial"/>
            </a:endParaRPr>
          </a:p>
        </p:txBody>
      </p:sp>
      <p:sp>
        <p:nvSpPr>
          <p:cNvPr id="3" name="Brandline_LVC">
            <a:extLst>
              <a:ext uri="{FF2B5EF4-FFF2-40B4-BE49-F238E27FC236}">
                <a16:creationId xmlns:a16="http://schemas.microsoft.com/office/drawing/2014/main" id="{6928D6AF-27BA-9F40-B6A7-ABAA56421977}"/>
              </a:ext>
            </a:extLst>
          </p:cNvPr>
          <p:cNvSpPr/>
          <p:nvPr/>
        </p:nvSpPr>
        <p:spPr>
          <a:xfrm>
            <a:off x="5676900" y="837914"/>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4" name="Google Shape;904;p64"/>
          <p:cNvSpPr/>
          <p:nvPr/>
        </p:nvSpPr>
        <p:spPr>
          <a:xfrm>
            <a:off x="3724319" y="2563120"/>
            <a:ext cx="9465985" cy="1128950"/>
          </a:xfrm>
          <a:prstGeom prst="roundRect">
            <a:avLst>
              <a:gd name="adj" fmla="val 16667"/>
            </a:avLst>
          </a:prstGeom>
          <a:noFill/>
          <a:ln w="25400" cap="flat" cmpd="sng">
            <a:solidFill>
              <a:srgbClr val="F8CAAA"/>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905" name="Google Shape;905;p64"/>
          <p:cNvSpPr/>
          <p:nvPr/>
        </p:nvSpPr>
        <p:spPr>
          <a:xfrm>
            <a:off x="2040699" y="2527650"/>
            <a:ext cx="2395282" cy="1164420"/>
          </a:xfrm>
          <a:prstGeom prst="roundRect">
            <a:avLst>
              <a:gd name="adj" fmla="val 16667"/>
            </a:avLst>
          </a:prstGeom>
          <a:solidFill>
            <a:srgbClr val="FBE4D4"/>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1</a:t>
            </a:r>
            <a:endParaRPr/>
          </a:p>
        </p:txBody>
      </p:sp>
      <p:sp>
        <p:nvSpPr>
          <p:cNvPr id="908" name="Google Shape;908;p64"/>
          <p:cNvSpPr/>
          <p:nvPr/>
        </p:nvSpPr>
        <p:spPr>
          <a:xfrm>
            <a:off x="4078527" y="4297568"/>
            <a:ext cx="9150569" cy="1128950"/>
          </a:xfrm>
          <a:prstGeom prst="roundRect">
            <a:avLst>
              <a:gd name="adj" fmla="val 16667"/>
            </a:avLst>
          </a:prstGeom>
          <a:noFill/>
          <a:ln w="25400" cap="flat" cmpd="sng">
            <a:solidFill>
              <a:schemeClr val="accent6"/>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909" name="Google Shape;909;p64"/>
          <p:cNvSpPr/>
          <p:nvPr/>
        </p:nvSpPr>
        <p:spPr>
          <a:xfrm>
            <a:off x="2080724" y="4284106"/>
            <a:ext cx="2395282" cy="1141034"/>
          </a:xfrm>
          <a:prstGeom prst="roundRect">
            <a:avLst>
              <a:gd name="adj" fmla="val 16667"/>
            </a:avLst>
          </a:prstGeom>
          <a:solidFill>
            <a:srgbClr val="C4E0B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2</a:t>
            </a:r>
            <a:endParaRPr sz="2200" b="1" i="0" u="none" strike="noStrike" cap="none">
              <a:solidFill>
                <a:srgbClr val="3F3F3F"/>
              </a:solidFill>
              <a:latin typeface="Open Sans"/>
              <a:ea typeface="Open Sans"/>
              <a:cs typeface="Open Sans"/>
              <a:sym typeface="Open Sans"/>
            </a:endParaRPr>
          </a:p>
        </p:txBody>
      </p:sp>
      <p:sp>
        <p:nvSpPr>
          <p:cNvPr id="912" name="Google Shape;912;p64"/>
          <p:cNvSpPr/>
          <p:nvPr/>
        </p:nvSpPr>
        <p:spPr>
          <a:xfrm>
            <a:off x="4078527" y="5881523"/>
            <a:ext cx="9150569" cy="1128950"/>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913" name="Google Shape;913;p64"/>
          <p:cNvSpPr/>
          <p:nvPr/>
        </p:nvSpPr>
        <p:spPr>
          <a:xfrm>
            <a:off x="2040699" y="5869440"/>
            <a:ext cx="2395282" cy="1141034"/>
          </a:xfrm>
          <a:prstGeom prst="roundRect">
            <a:avLst>
              <a:gd name="adj" fmla="val 16667"/>
            </a:avLst>
          </a:prstGeom>
          <a:solidFill>
            <a:srgbClr val="9CC2E5"/>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3</a:t>
            </a:r>
            <a:endParaRPr/>
          </a:p>
        </p:txBody>
      </p:sp>
      <p:sp>
        <p:nvSpPr>
          <p:cNvPr id="914" name="Google Shape;914;p64"/>
          <p:cNvSpPr/>
          <p:nvPr/>
        </p:nvSpPr>
        <p:spPr>
          <a:xfrm>
            <a:off x="4600952" y="2870617"/>
            <a:ext cx="8528699" cy="505812"/>
          </a:xfrm>
          <a:prstGeom prst="roundRect">
            <a:avLst>
              <a:gd name="adj" fmla="val 16667"/>
            </a:avLst>
          </a:prstGeom>
          <a:noFill/>
          <a:ln>
            <a:noFill/>
          </a:ln>
        </p:spPr>
        <p:txBody>
          <a:bodyPr spcFirstLastPara="1" wrap="square" lIns="91425" tIns="45700" rIns="91425" bIns="45700" anchor="ctr" anchorCtr="0">
            <a:spAutoFit/>
          </a:bodyPr>
          <a:lstStyle/>
          <a:p>
            <a:pPr marL="0" marR="0" lvl="1"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ResourceManager receives an application from the client.</a:t>
            </a:r>
            <a:endParaRPr sz="2200" b="0" i="0" u="none" strike="noStrike" cap="none">
              <a:solidFill>
                <a:srgbClr val="3F3F3F"/>
              </a:solidFill>
              <a:latin typeface="Open Sans"/>
              <a:ea typeface="Open Sans"/>
              <a:cs typeface="Open Sans"/>
              <a:sym typeface="Open Sans"/>
            </a:endParaRPr>
          </a:p>
        </p:txBody>
      </p:sp>
      <p:sp>
        <p:nvSpPr>
          <p:cNvPr id="915" name="Google Shape;915;p64"/>
          <p:cNvSpPr/>
          <p:nvPr/>
        </p:nvSpPr>
        <p:spPr>
          <a:xfrm>
            <a:off x="4661605" y="6217298"/>
            <a:ext cx="7585364" cy="505812"/>
          </a:xfrm>
          <a:prstGeom prst="roundRect">
            <a:avLst>
              <a:gd name="adj" fmla="val 16667"/>
            </a:avLst>
          </a:prstGeom>
          <a:noFill/>
          <a:ln>
            <a:noFill/>
          </a:ln>
        </p:spPr>
        <p:txBody>
          <a:bodyPr spcFirstLastPara="1" wrap="square" lIns="91425" tIns="45700" rIns="91425" bIns="45700" anchor="t" anchorCtr="0">
            <a:spAutoFit/>
          </a:bodyPr>
          <a:lstStyle/>
          <a:p>
            <a:pPr marL="0" marR="0" lvl="1"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ApplicationMaster contacts the NodeManager. </a:t>
            </a:r>
            <a:endParaRPr sz="2200" b="0" i="0" u="none" strike="noStrike" cap="none">
              <a:solidFill>
                <a:srgbClr val="3F3F3F"/>
              </a:solidFill>
              <a:latin typeface="Open Sans"/>
              <a:ea typeface="Open Sans"/>
              <a:cs typeface="Open Sans"/>
              <a:sym typeface="Open Sans"/>
            </a:endParaRPr>
          </a:p>
        </p:txBody>
      </p:sp>
      <p:sp>
        <p:nvSpPr>
          <p:cNvPr id="916" name="Google Shape;916;p64"/>
          <p:cNvSpPr txBox="1"/>
          <p:nvPr/>
        </p:nvSpPr>
        <p:spPr>
          <a:xfrm>
            <a:off x="4680389" y="4624586"/>
            <a:ext cx="8128000" cy="457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ResourceManager assigns a Container.  </a:t>
            </a:r>
            <a:endParaRPr/>
          </a:p>
        </p:txBody>
      </p:sp>
      <p:sp>
        <p:nvSpPr>
          <p:cNvPr id="917" name="Google Shape;917;p64"/>
          <p:cNvSpPr txBox="1"/>
          <p:nvPr/>
        </p:nvSpPr>
        <p:spPr>
          <a:xfrm>
            <a:off x="4631117" y="1271484"/>
            <a:ext cx="8128000"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3F3F3F"/>
              </a:buClr>
              <a:buSzPts val="2200"/>
              <a:buFont typeface="Arial"/>
              <a:buNone/>
            </a:pPr>
            <a:r>
              <a:rPr lang="en-US" sz="2200" b="0" i="0" u="none" strike="noStrike" cap="none">
                <a:solidFill>
                  <a:srgbClr val="3F3F3F"/>
                </a:solidFill>
                <a:latin typeface="Open Sans"/>
                <a:ea typeface="Open Sans"/>
                <a:cs typeface="Open Sans"/>
                <a:sym typeface="Open Sans"/>
              </a:rPr>
              <a:t>Running a YARN application involves five steps:</a:t>
            </a:r>
            <a:endParaRPr/>
          </a:p>
        </p:txBody>
      </p:sp>
      <p:sp>
        <p:nvSpPr>
          <p:cNvPr id="918" name="Google Shape;918;p64"/>
          <p:cNvSpPr txBox="1"/>
          <p:nvPr/>
        </p:nvSpPr>
        <p:spPr>
          <a:xfrm>
            <a:off x="6017788" y="14253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74FF5E7A-EF58-9208-8CC1-FDDCD6A3ACA8}"/>
              </a:ext>
            </a:extLst>
          </p:cNvPr>
          <p:cNvSpPr/>
          <p:nvPr/>
        </p:nvSpPr>
        <p:spPr>
          <a:xfrm>
            <a:off x="5676900" y="83472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6" name="Google Shape;926;p65"/>
          <p:cNvSpPr/>
          <p:nvPr/>
        </p:nvSpPr>
        <p:spPr>
          <a:xfrm>
            <a:off x="3510960" y="2908560"/>
            <a:ext cx="9454818" cy="1128950"/>
          </a:xfrm>
          <a:prstGeom prst="roundRect">
            <a:avLst>
              <a:gd name="adj" fmla="val 16667"/>
            </a:avLst>
          </a:prstGeom>
          <a:noFill/>
          <a:ln w="25400" cap="flat" cmpd="sng">
            <a:solidFill>
              <a:schemeClr val="accent3"/>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927" name="Google Shape;927;p65"/>
          <p:cNvSpPr/>
          <p:nvPr/>
        </p:nvSpPr>
        <p:spPr>
          <a:xfrm>
            <a:off x="2193423" y="2891588"/>
            <a:ext cx="2166392" cy="1142411"/>
          </a:xfrm>
          <a:prstGeom prst="roundRect">
            <a:avLst>
              <a:gd name="adj" fmla="val 16667"/>
            </a:avLst>
          </a:prstGeom>
          <a:solidFill>
            <a:srgbClr val="D0CECE"/>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rgbClr val="3F3F3F"/>
                </a:solidFill>
                <a:latin typeface="Open Sans"/>
                <a:ea typeface="Open Sans"/>
                <a:cs typeface="Open Sans"/>
                <a:sym typeface="Open Sans"/>
              </a:rPr>
              <a:t>4</a:t>
            </a:r>
            <a:endParaRPr sz="2400" b="1" i="0" u="none" strike="noStrike" cap="none">
              <a:solidFill>
                <a:srgbClr val="3F3F3F"/>
              </a:solidFill>
              <a:latin typeface="Open Sans"/>
              <a:ea typeface="Open Sans"/>
              <a:cs typeface="Open Sans"/>
              <a:sym typeface="Open Sans"/>
            </a:endParaRPr>
          </a:p>
        </p:txBody>
      </p:sp>
      <p:sp>
        <p:nvSpPr>
          <p:cNvPr id="930" name="Google Shape;930;p65"/>
          <p:cNvSpPr/>
          <p:nvPr/>
        </p:nvSpPr>
        <p:spPr>
          <a:xfrm>
            <a:off x="3988929" y="4492516"/>
            <a:ext cx="8976849" cy="1128950"/>
          </a:xfrm>
          <a:prstGeom prst="roundRect">
            <a:avLst>
              <a:gd name="adj" fmla="val 16667"/>
            </a:avLst>
          </a:prstGeom>
          <a:noFill/>
          <a:ln w="25400" cap="flat" cmpd="sng">
            <a:solidFill>
              <a:schemeClr val="accent4"/>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931" name="Google Shape;931;p65"/>
          <p:cNvSpPr/>
          <p:nvPr/>
        </p:nvSpPr>
        <p:spPr>
          <a:xfrm>
            <a:off x="2196008" y="4492516"/>
            <a:ext cx="2177529" cy="1142411"/>
          </a:xfrm>
          <a:prstGeom prst="roundRect">
            <a:avLst>
              <a:gd name="adj" fmla="val 16667"/>
            </a:avLst>
          </a:prstGeom>
          <a:solidFill>
            <a:srgbClr val="FEE599"/>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5</a:t>
            </a:r>
            <a:endParaRPr/>
          </a:p>
        </p:txBody>
      </p:sp>
      <p:sp>
        <p:nvSpPr>
          <p:cNvPr id="932" name="Google Shape;932;p65"/>
          <p:cNvSpPr/>
          <p:nvPr/>
        </p:nvSpPr>
        <p:spPr>
          <a:xfrm>
            <a:off x="4383532" y="3253400"/>
            <a:ext cx="7546567" cy="439269"/>
          </a:xfrm>
          <a:prstGeom prst="roundRect">
            <a:avLst>
              <a:gd name="adj" fmla="val 16667"/>
            </a:avLst>
          </a:prstGeom>
          <a:noFill/>
          <a:ln>
            <a:noFill/>
          </a:ln>
        </p:spPr>
        <p:txBody>
          <a:bodyPr spcFirstLastPara="1" wrap="square" lIns="91425" tIns="45700" rIns="91425" bIns="45700" anchor="t" anchorCtr="0">
            <a:spAutoFit/>
          </a:bodyPr>
          <a:lstStyle/>
          <a:p>
            <a:pPr marL="0" marR="0" lvl="1" indent="0" algn="l" rtl="0">
              <a:lnSpc>
                <a:spcPct val="9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NodeManager launches the Container.</a:t>
            </a:r>
            <a:endParaRPr sz="1400" b="0" i="0" u="none" strike="noStrike" cap="none">
              <a:solidFill>
                <a:srgbClr val="3F3F3F"/>
              </a:solidFill>
              <a:latin typeface="Arial"/>
              <a:ea typeface="Arial"/>
              <a:cs typeface="Arial"/>
              <a:sym typeface="Arial"/>
            </a:endParaRPr>
          </a:p>
        </p:txBody>
      </p:sp>
      <p:sp>
        <p:nvSpPr>
          <p:cNvPr id="933" name="Google Shape;933;p65"/>
          <p:cNvSpPr/>
          <p:nvPr/>
        </p:nvSpPr>
        <p:spPr>
          <a:xfrm>
            <a:off x="4422329" y="4829321"/>
            <a:ext cx="7370899" cy="447195"/>
          </a:xfrm>
          <a:prstGeom prst="roundRect">
            <a:avLst>
              <a:gd name="adj" fmla="val 16667"/>
            </a:avLst>
          </a:prstGeom>
          <a:noFill/>
          <a:ln>
            <a:noFill/>
          </a:ln>
        </p:spPr>
        <p:txBody>
          <a:bodyPr spcFirstLastPara="1" wrap="square" lIns="91425" tIns="45700" rIns="91425" bIns="45700" anchor="t" anchorCtr="0">
            <a:spAutoFit/>
          </a:bodyPr>
          <a:lstStyle/>
          <a:p>
            <a:pPr marL="0" marR="0" lvl="1" indent="0" algn="l" rtl="0">
              <a:lnSpc>
                <a:spcPct val="9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Container executes the ApplicationMaster.</a:t>
            </a:r>
            <a:endParaRPr sz="2200" b="0" i="0" u="none" strike="noStrike" cap="none">
              <a:solidFill>
                <a:srgbClr val="3F3F3F"/>
              </a:solidFill>
              <a:latin typeface="Open Sans"/>
              <a:ea typeface="Open Sans"/>
              <a:cs typeface="Open Sans"/>
              <a:sym typeface="Open Sans"/>
            </a:endParaRPr>
          </a:p>
        </p:txBody>
      </p:sp>
      <p:sp>
        <p:nvSpPr>
          <p:cNvPr id="934" name="Google Shape;934;p65"/>
          <p:cNvSpPr txBox="1"/>
          <p:nvPr/>
        </p:nvSpPr>
        <p:spPr>
          <a:xfrm>
            <a:off x="5981275" y="14253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740A50AC-C6BF-F9FE-3C73-03A7A5703584}"/>
              </a:ext>
            </a:extLst>
          </p:cNvPr>
          <p:cNvSpPr/>
          <p:nvPr/>
        </p:nvSpPr>
        <p:spPr>
          <a:xfrm>
            <a:off x="5676900" y="83472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66"/>
          <p:cNvSpPr/>
          <p:nvPr/>
        </p:nvSpPr>
        <p:spPr>
          <a:xfrm>
            <a:off x="1361440" y="2061242"/>
            <a:ext cx="13462000" cy="1128950"/>
          </a:xfrm>
          <a:prstGeom prst="roundRect">
            <a:avLst>
              <a:gd name="adj" fmla="val 16667"/>
            </a:avLst>
          </a:prstGeom>
          <a:noFill/>
          <a:ln w="25400" cap="flat" cmpd="sng">
            <a:solidFill>
              <a:schemeClr val="accent2"/>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942" name="Google Shape;942;p66"/>
          <p:cNvSpPr txBox="1"/>
          <p:nvPr/>
        </p:nvSpPr>
        <p:spPr>
          <a:xfrm>
            <a:off x="1432560" y="2161797"/>
            <a:ext cx="13878560" cy="101014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Step 1</a:t>
            </a:r>
            <a:r>
              <a:rPr lang="en-US" sz="2200" b="0" i="0" u="none" strike="noStrike" cap="none">
                <a:solidFill>
                  <a:srgbClr val="3F3F3F"/>
                </a:solidFill>
                <a:latin typeface="Open Sans"/>
                <a:ea typeface="Open Sans"/>
                <a:cs typeface="Open Sans"/>
                <a:sym typeface="Open Sans"/>
              </a:rPr>
              <a:t>: The ResourceManager receives an application from the client.</a:t>
            </a:r>
            <a:endParaRPr/>
          </a:p>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By entering the Hadoop jar command, users can submit applications to the ResourceManager.</a:t>
            </a:r>
            <a:endParaRPr/>
          </a:p>
        </p:txBody>
      </p:sp>
      <p:grpSp>
        <p:nvGrpSpPr>
          <p:cNvPr id="943" name="Google Shape;943;p66"/>
          <p:cNvGrpSpPr/>
          <p:nvPr/>
        </p:nvGrpSpPr>
        <p:grpSpPr>
          <a:xfrm>
            <a:off x="5155388" y="3603325"/>
            <a:ext cx="6761139" cy="4516893"/>
            <a:chOff x="5047811" y="2939936"/>
            <a:chExt cx="6761139" cy="4516893"/>
          </a:xfrm>
        </p:grpSpPr>
        <p:grpSp>
          <p:nvGrpSpPr>
            <p:cNvPr id="944" name="Google Shape;944;p66"/>
            <p:cNvGrpSpPr/>
            <p:nvPr/>
          </p:nvGrpSpPr>
          <p:grpSpPr>
            <a:xfrm>
              <a:off x="5099116" y="3343275"/>
              <a:ext cx="6709834" cy="4113554"/>
              <a:chOff x="1964226" y="1294448"/>
              <a:chExt cx="7161175" cy="4732860"/>
            </a:xfrm>
          </p:grpSpPr>
          <p:sp>
            <p:nvSpPr>
              <p:cNvPr id="945" name="Google Shape;945;p66"/>
              <p:cNvSpPr txBox="1"/>
              <p:nvPr/>
            </p:nvSpPr>
            <p:spPr>
              <a:xfrm>
                <a:off x="7890768" y="4315103"/>
                <a:ext cx="1234633"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NameNode </a:t>
                </a:r>
                <a:endParaRPr sz="1350" b="0" i="0" u="none" strike="noStrike" cap="none">
                  <a:solidFill>
                    <a:schemeClr val="dk1"/>
                  </a:solidFill>
                  <a:latin typeface="Calibri"/>
                  <a:ea typeface="Calibri"/>
                  <a:cs typeface="Calibri"/>
                  <a:sym typeface="Calibri"/>
                </a:endParaRPr>
              </a:p>
            </p:txBody>
          </p:sp>
          <p:grpSp>
            <p:nvGrpSpPr>
              <p:cNvPr id="946" name="Google Shape;946;p66"/>
              <p:cNvGrpSpPr/>
              <p:nvPr/>
            </p:nvGrpSpPr>
            <p:grpSpPr>
              <a:xfrm>
                <a:off x="4229871" y="1294448"/>
                <a:ext cx="3026228" cy="999068"/>
                <a:chOff x="4484914" y="1962105"/>
                <a:chExt cx="3026228" cy="999068"/>
              </a:xfrm>
            </p:grpSpPr>
            <p:sp>
              <p:nvSpPr>
                <p:cNvPr id="947" name="Google Shape;947;p66"/>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948" name="Google Shape;948;p66"/>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949" name="Google Shape;949;p66"/>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950" name="Google Shape;950;p66"/>
                <p:cNvSpPr txBox="1"/>
                <p:nvPr/>
              </p:nvSpPr>
              <p:spPr>
                <a:xfrm>
                  <a:off x="6078778" y="1962105"/>
                  <a:ext cx="1008027" cy="265550"/>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951" name="Google Shape;951;p66"/>
              <p:cNvGrpSpPr/>
              <p:nvPr/>
            </p:nvGrpSpPr>
            <p:grpSpPr>
              <a:xfrm>
                <a:off x="4229871" y="2540329"/>
                <a:ext cx="3026228" cy="997784"/>
                <a:chOff x="4484914" y="1963389"/>
                <a:chExt cx="3026228" cy="997784"/>
              </a:xfrm>
            </p:grpSpPr>
            <p:sp>
              <p:nvSpPr>
                <p:cNvPr id="952" name="Google Shape;952;p66"/>
                <p:cNvSpPr/>
                <p:nvPr/>
              </p:nvSpPr>
              <p:spPr>
                <a:xfrm>
                  <a:off x="4484914" y="1963389"/>
                  <a:ext cx="2837543" cy="997784"/>
                </a:xfrm>
                <a:prstGeom prst="roundRect">
                  <a:avLst>
                    <a:gd name="adj" fmla="val 462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953" name="Google Shape;953;p66"/>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954" name="Google Shape;954;p66"/>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955" name="Google Shape;955;p66"/>
                <p:cNvSpPr txBox="1"/>
                <p:nvPr/>
              </p:nvSpPr>
              <p:spPr>
                <a:xfrm>
                  <a:off x="5926125" y="2044424"/>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956" name="Google Shape;956;p66"/>
              <p:cNvGrpSpPr/>
              <p:nvPr/>
            </p:nvGrpSpPr>
            <p:grpSpPr>
              <a:xfrm>
                <a:off x="4229871" y="3784926"/>
                <a:ext cx="3026228" cy="997784"/>
                <a:chOff x="4484914" y="1963389"/>
                <a:chExt cx="3026228" cy="997784"/>
              </a:xfrm>
            </p:grpSpPr>
            <p:sp>
              <p:nvSpPr>
                <p:cNvPr id="957" name="Google Shape;957;p66"/>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958" name="Google Shape;958;p66"/>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959" name="Google Shape;959;p66"/>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960" name="Google Shape;960;p66"/>
                <p:cNvSpPr txBox="1"/>
                <p:nvPr/>
              </p:nvSpPr>
              <p:spPr>
                <a:xfrm>
                  <a:off x="6014329" y="2009777"/>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961" name="Google Shape;961;p66"/>
              <p:cNvGrpSpPr/>
              <p:nvPr/>
            </p:nvGrpSpPr>
            <p:grpSpPr>
              <a:xfrm>
                <a:off x="4229871" y="5029524"/>
                <a:ext cx="3026228" cy="997784"/>
                <a:chOff x="4484914" y="1963389"/>
                <a:chExt cx="3026228" cy="997784"/>
              </a:xfrm>
            </p:grpSpPr>
            <p:sp>
              <p:nvSpPr>
                <p:cNvPr id="962" name="Google Shape;962;p66"/>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963" name="Google Shape;963;p66"/>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964" name="Google Shape;964;p66"/>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965" name="Google Shape;965;p66"/>
                <p:cNvSpPr txBox="1"/>
                <p:nvPr/>
              </p:nvSpPr>
              <p:spPr>
                <a:xfrm>
                  <a:off x="6007021" y="2047832"/>
                  <a:ext cx="106164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966" name="Google Shape;966;p66"/>
              <p:cNvGrpSpPr/>
              <p:nvPr/>
            </p:nvGrpSpPr>
            <p:grpSpPr>
              <a:xfrm>
                <a:off x="7753448" y="3086501"/>
                <a:ext cx="1261686" cy="1261686"/>
                <a:chOff x="7847974" y="3086501"/>
                <a:chExt cx="1261686" cy="1261686"/>
              </a:xfrm>
            </p:grpSpPr>
            <p:sp>
              <p:nvSpPr>
                <p:cNvPr id="967" name="Google Shape;967;p66"/>
                <p:cNvSpPr/>
                <p:nvPr/>
              </p:nvSpPr>
              <p:spPr>
                <a:xfrm>
                  <a:off x="7847974" y="3086501"/>
                  <a:ext cx="1261686" cy="1261686"/>
                </a:xfrm>
                <a:prstGeom prst="ellipse">
                  <a:avLst/>
                </a:prstGeom>
                <a:solidFill>
                  <a:schemeClr val="lt1"/>
                </a:solidFill>
                <a:ln w="25400" cap="flat" cmpd="sng">
                  <a:solidFill>
                    <a:srgbClr val="222A3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968" name="Google Shape;968;p66"/>
                <p:cNvPicPr preferRelativeResize="0"/>
                <p:nvPr/>
              </p:nvPicPr>
              <p:blipFill rotWithShape="1">
                <a:blip r:embed="rId3">
                  <a:alphaModFix/>
                </a:blip>
                <a:srcRect/>
                <a:stretch/>
              </p:blipFill>
              <p:spPr>
                <a:xfrm>
                  <a:off x="8260685" y="3319780"/>
                  <a:ext cx="436266" cy="795128"/>
                </a:xfrm>
                <a:prstGeom prst="rect">
                  <a:avLst/>
                </a:prstGeom>
                <a:noFill/>
                <a:ln>
                  <a:noFill/>
                </a:ln>
              </p:spPr>
            </p:pic>
          </p:grpSp>
          <p:sp>
            <p:nvSpPr>
              <p:cNvPr id="969" name="Google Shape;969;p66"/>
              <p:cNvSpPr/>
              <p:nvPr/>
            </p:nvSpPr>
            <p:spPr>
              <a:xfrm>
                <a:off x="1964226" y="3232043"/>
                <a:ext cx="1753730" cy="415905"/>
              </a:xfrm>
              <a:prstGeom prst="roundRect">
                <a:avLst>
                  <a:gd name="adj" fmla="val 16667"/>
                </a:avLst>
              </a:prstGeom>
              <a:solidFill>
                <a:srgbClr val="DDEAF6"/>
              </a:solidFill>
              <a:ln w="25400" cap="flat" cmpd="sng">
                <a:solidFill>
                  <a:srgbClr val="BBD6E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grpSp>
            <p:nvGrpSpPr>
              <p:cNvPr id="970" name="Google Shape;970;p66"/>
              <p:cNvGrpSpPr/>
              <p:nvPr/>
            </p:nvGrpSpPr>
            <p:grpSpPr>
              <a:xfrm>
                <a:off x="3718071" y="1794624"/>
                <a:ext cx="511800" cy="3733792"/>
                <a:chOff x="3718071" y="1794624"/>
                <a:chExt cx="511800" cy="3733792"/>
              </a:xfrm>
            </p:grpSpPr>
            <p:cxnSp>
              <p:nvCxnSpPr>
                <p:cNvPr id="971" name="Google Shape;971;p66"/>
                <p:cNvCxnSpPr>
                  <a:endCxn id="947" idx="1"/>
                </p:cNvCxnSpPr>
                <p:nvPr/>
              </p:nvCxnSpPr>
              <p:spPr>
                <a:xfrm rot="-5400000">
                  <a:off x="3012621" y="2500074"/>
                  <a:ext cx="19227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972" name="Google Shape;972;p66"/>
                <p:cNvCxnSpPr>
                  <a:endCxn id="962" idx="1"/>
                </p:cNvCxnSpPr>
                <p:nvPr/>
              </p:nvCxnSpPr>
              <p:spPr>
                <a:xfrm rot="-5400000" flipH="1">
                  <a:off x="3068421" y="4366966"/>
                  <a:ext cx="18111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973" name="Google Shape;973;p66"/>
                <p:cNvCxnSpPr>
                  <a:endCxn id="952" idx="1"/>
                </p:cNvCxnSpPr>
                <p:nvPr/>
              </p:nvCxnSpPr>
              <p:spPr>
                <a:xfrm rot="-5400000">
                  <a:off x="3634971" y="3122321"/>
                  <a:ext cx="6780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974" name="Google Shape;974;p66"/>
                <p:cNvCxnSpPr>
                  <a:endCxn id="957" idx="1"/>
                </p:cNvCxnSpPr>
                <p:nvPr/>
              </p:nvCxnSpPr>
              <p:spPr>
                <a:xfrm rot="-5400000" flipH="1">
                  <a:off x="3690771" y="3744718"/>
                  <a:ext cx="566400" cy="511800"/>
                </a:xfrm>
                <a:prstGeom prst="bentConnector3">
                  <a:avLst>
                    <a:gd name="adj1" fmla="val 50000"/>
                  </a:avLst>
                </a:prstGeom>
                <a:noFill/>
                <a:ln w="9525" cap="flat" cmpd="sng">
                  <a:solidFill>
                    <a:srgbClr val="222A35"/>
                  </a:solidFill>
                  <a:prstDash val="solid"/>
                  <a:round/>
                  <a:headEnd type="none" w="sm" len="sm"/>
                  <a:tailEnd type="triangle" w="med" len="med"/>
                </a:ln>
              </p:spPr>
            </p:cxnSp>
          </p:grpSp>
          <p:grpSp>
            <p:nvGrpSpPr>
              <p:cNvPr id="975" name="Google Shape;975;p66"/>
              <p:cNvGrpSpPr/>
              <p:nvPr/>
            </p:nvGrpSpPr>
            <p:grpSpPr>
              <a:xfrm flipH="1">
                <a:off x="7244107" y="1794624"/>
                <a:ext cx="511915" cy="3733792"/>
                <a:chOff x="3717956" y="1794624"/>
                <a:chExt cx="511915" cy="3733792"/>
              </a:xfrm>
            </p:grpSpPr>
            <p:cxnSp>
              <p:nvCxnSpPr>
                <p:cNvPr id="976" name="Google Shape;976;p66"/>
                <p:cNvCxnSpPr/>
                <p:nvPr/>
              </p:nvCxnSpPr>
              <p:spPr>
                <a:xfrm rot="10800000" flipH="1">
                  <a:off x="3717956" y="1794624"/>
                  <a:ext cx="511915" cy="192272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977" name="Google Shape;977;p66"/>
                <p:cNvCxnSpPr/>
                <p:nvPr/>
              </p:nvCxnSpPr>
              <p:spPr>
                <a:xfrm>
                  <a:off x="3717956" y="3717344"/>
                  <a:ext cx="511915" cy="1811072"/>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978" name="Google Shape;978;p66"/>
                <p:cNvCxnSpPr/>
                <p:nvPr/>
              </p:nvCxnSpPr>
              <p:spPr>
                <a:xfrm rot="10800000" flipH="1">
                  <a:off x="3717956" y="3039221"/>
                  <a:ext cx="511915" cy="678123"/>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979" name="Google Shape;979;p66"/>
                <p:cNvCxnSpPr/>
                <p:nvPr/>
              </p:nvCxnSpPr>
              <p:spPr>
                <a:xfrm>
                  <a:off x="3717956" y="3717344"/>
                  <a:ext cx="511915" cy="566474"/>
                </a:xfrm>
                <a:prstGeom prst="bentConnector3">
                  <a:avLst>
                    <a:gd name="adj1" fmla="val 50000"/>
                  </a:avLst>
                </a:prstGeom>
                <a:noFill/>
                <a:ln w="9525" cap="flat" cmpd="sng">
                  <a:solidFill>
                    <a:srgbClr val="222A35"/>
                  </a:solidFill>
                  <a:prstDash val="solid"/>
                  <a:round/>
                  <a:headEnd type="none" w="sm" len="sm"/>
                  <a:tailEnd type="triangle" w="med" len="med"/>
                </a:ln>
              </p:spPr>
            </p:cxnSp>
          </p:grpSp>
          <p:sp>
            <p:nvSpPr>
              <p:cNvPr id="980" name="Google Shape;980;p66"/>
              <p:cNvSpPr txBox="1"/>
              <p:nvPr/>
            </p:nvSpPr>
            <p:spPr>
              <a:xfrm>
                <a:off x="1999038" y="3315205"/>
                <a:ext cx="1742669" cy="307736"/>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ResourceManager</a:t>
                </a:r>
                <a:endParaRPr sz="1050" b="0" i="0" u="none" strike="noStrike" cap="none">
                  <a:solidFill>
                    <a:schemeClr val="dk1"/>
                  </a:solidFill>
                  <a:latin typeface="Open Sans"/>
                  <a:ea typeface="Open Sans"/>
                  <a:cs typeface="Open Sans"/>
                  <a:sym typeface="Open Sans"/>
                </a:endParaRPr>
              </a:p>
            </p:txBody>
          </p:sp>
        </p:grpSp>
        <p:pic>
          <p:nvPicPr>
            <p:cNvPr id="981" name="Google Shape;981;p66"/>
            <p:cNvPicPr preferRelativeResize="0"/>
            <p:nvPr/>
          </p:nvPicPr>
          <p:blipFill rotWithShape="1">
            <a:blip r:embed="rId4">
              <a:alphaModFix/>
            </a:blip>
            <a:srcRect/>
            <a:stretch/>
          </p:blipFill>
          <p:spPr>
            <a:xfrm>
              <a:off x="5183917" y="3308565"/>
              <a:ext cx="1482030" cy="909282"/>
            </a:xfrm>
            <a:prstGeom prst="rect">
              <a:avLst/>
            </a:prstGeom>
            <a:noFill/>
            <a:ln>
              <a:noFill/>
            </a:ln>
          </p:spPr>
        </p:pic>
        <p:cxnSp>
          <p:nvCxnSpPr>
            <p:cNvPr id="982" name="Google Shape;982;p66"/>
            <p:cNvCxnSpPr/>
            <p:nvPr/>
          </p:nvCxnSpPr>
          <p:spPr>
            <a:xfrm>
              <a:off x="5948151" y="4225075"/>
              <a:ext cx="0" cy="690193"/>
            </a:xfrm>
            <a:prstGeom prst="straightConnector1">
              <a:avLst/>
            </a:prstGeom>
            <a:noFill/>
            <a:ln w="9525" cap="flat" cmpd="sng">
              <a:solidFill>
                <a:schemeClr val="accent2"/>
              </a:solidFill>
              <a:prstDash val="solid"/>
              <a:round/>
              <a:headEnd type="none" w="sm" len="sm"/>
              <a:tailEnd type="triangle" w="med" len="med"/>
            </a:ln>
          </p:spPr>
        </p:cxnSp>
        <p:sp>
          <p:nvSpPr>
            <p:cNvPr id="983" name="Google Shape;983;p66"/>
            <p:cNvSpPr txBox="1"/>
            <p:nvPr/>
          </p:nvSpPr>
          <p:spPr>
            <a:xfrm>
              <a:off x="5453739" y="3425474"/>
              <a:ext cx="808362" cy="320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chemeClr val="dk1"/>
                  </a:solidFill>
                  <a:latin typeface="Open Sans"/>
                  <a:ea typeface="Open Sans"/>
                  <a:cs typeface="Open Sans"/>
                  <a:sym typeface="Open Sans"/>
                </a:rPr>
                <a:t>Client</a:t>
              </a:r>
              <a:endParaRPr sz="1350" b="0" i="0" u="none" strike="noStrike" cap="none">
                <a:solidFill>
                  <a:schemeClr val="dk1"/>
                </a:solidFill>
                <a:latin typeface="Calibri"/>
                <a:ea typeface="Calibri"/>
                <a:cs typeface="Calibri"/>
                <a:sym typeface="Calibri"/>
              </a:endParaRPr>
            </a:p>
          </p:txBody>
        </p:sp>
        <p:sp>
          <p:nvSpPr>
            <p:cNvPr id="984" name="Google Shape;984;p66"/>
            <p:cNvSpPr/>
            <p:nvPr/>
          </p:nvSpPr>
          <p:spPr>
            <a:xfrm>
              <a:off x="8018389" y="5908550"/>
              <a:ext cx="1273197" cy="400428"/>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r>
                <a:rPr lang="en-US" sz="1125" b="0" i="0" u="none" strike="noStrike" cap="none">
                  <a:solidFill>
                    <a:schemeClr val="dk1"/>
                  </a:solidFill>
                  <a:latin typeface="Open Sans"/>
                  <a:ea typeface="Open Sans"/>
                  <a:cs typeface="Open Sans"/>
                  <a:sym typeface="Open Sans"/>
                </a:rPr>
                <a:t>Application Master</a:t>
              </a:r>
              <a:endParaRPr sz="1350" b="0" i="0" u="none" strike="noStrike" cap="none">
                <a:solidFill>
                  <a:schemeClr val="dk1"/>
                </a:solidFill>
                <a:latin typeface="Calibri"/>
                <a:ea typeface="Calibri"/>
                <a:cs typeface="Calibri"/>
                <a:sym typeface="Calibri"/>
              </a:endParaRPr>
            </a:p>
          </p:txBody>
        </p:sp>
        <p:sp>
          <p:nvSpPr>
            <p:cNvPr id="985" name="Google Shape;985;p66"/>
            <p:cNvSpPr txBox="1"/>
            <p:nvPr/>
          </p:nvSpPr>
          <p:spPr>
            <a:xfrm>
              <a:off x="5047811" y="2939936"/>
              <a:ext cx="2110571" cy="3209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chemeClr val="dk1"/>
                  </a:solidFill>
                  <a:latin typeface="Courier New"/>
                  <a:ea typeface="Courier New"/>
                  <a:cs typeface="Courier New"/>
                  <a:sym typeface="Courier New"/>
                </a:rPr>
                <a:t>$ my-Hadoop-app</a:t>
              </a:r>
              <a:endParaRPr sz="1350" b="0" i="0" u="none" strike="noStrike" cap="none">
                <a:solidFill>
                  <a:schemeClr val="dk1"/>
                </a:solidFill>
                <a:latin typeface="Calibri"/>
                <a:ea typeface="Calibri"/>
                <a:cs typeface="Calibri"/>
                <a:sym typeface="Calibri"/>
              </a:endParaRPr>
            </a:p>
          </p:txBody>
        </p:sp>
        <p:cxnSp>
          <p:nvCxnSpPr>
            <p:cNvPr id="986" name="Google Shape;986;p66"/>
            <p:cNvCxnSpPr/>
            <p:nvPr/>
          </p:nvCxnSpPr>
          <p:spPr>
            <a:xfrm>
              <a:off x="6742315" y="5548473"/>
              <a:ext cx="1242643" cy="563208"/>
            </a:xfrm>
            <a:prstGeom prst="bentConnector3">
              <a:avLst>
                <a:gd name="adj1" fmla="val -285472"/>
              </a:avLst>
            </a:prstGeom>
            <a:noFill/>
            <a:ln w="9525" cap="flat" cmpd="sng">
              <a:solidFill>
                <a:schemeClr val="accent2"/>
              </a:solidFill>
              <a:prstDash val="solid"/>
              <a:round/>
              <a:headEnd type="none" w="sm" len="sm"/>
              <a:tailEnd type="triangle" w="med" len="med"/>
            </a:ln>
          </p:spPr>
        </p:cxnSp>
      </p:grpSp>
      <p:sp>
        <p:nvSpPr>
          <p:cNvPr id="987" name="Google Shape;987;p66"/>
          <p:cNvSpPr txBox="1"/>
          <p:nvPr/>
        </p:nvSpPr>
        <p:spPr>
          <a:xfrm>
            <a:off x="5981275" y="14253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107DFB04-06BB-E182-89B6-EF204B8C5CB2}"/>
              </a:ext>
            </a:extLst>
          </p:cNvPr>
          <p:cNvSpPr/>
          <p:nvPr/>
        </p:nvSpPr>
        <p:spPr>
          <a:xfrm>
            <a:off x="5676900" y="83472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67"/>
          <p:cNvSpPr/>
          <p:nvPr/>
        </p:nvSpPr>
        <p:spPr>
          <a:xfrm>
            <a:off x="2144828" y="2690158"/>
            <a:ext cx="12050174" cy="3083859"/>
          </a:xfrm>
          <a:prstGeom prst="roundRect">
            <a:avLst>
              <a:gd name="adj" fmla="val 7195"/>
            </a:avLst>
          </a:prstGeom>
          <a:noFill/>
          <a:ln w="25400" cap="flat" cmpd="sng">
            <a:solidFill>
              <a:schemeClr val="accent2"/>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995" name="Google Shape;995;p67"/>
          <p:cNvSpPr txBox="1"/>
          <p:nvPr/>
        </p:nvSpPr>
        <p:spPr>
          <a:xfrm>
            <a:off x="2291859" y="3003515"/>
            <a:ext cx="11903142" cy="266034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On the </a:t>
            </a:r>
            <a:r>
              <a:rPr lang="en-US" sz="2200" b="0" i="0" u="none" strike="noStrike" cap="none" dirty="0" err="1">
                <a:solidFill>
                  <a:srgbClr val="3F3F3F"/>
                </a:solidFill>
                <a:latin typeface="Open Sans"/>
                <a:ea typeface="Open Sans"/>
                <a:cs typeface="Open Sans"/>
                <a:sym typeface="Open Sans"/>
              </a:rPr>
              <a:t>NodeManager</a:t>
            </a:r>
            <a:r>
              <a:rPr lang="en-US" sz="2200" b="0" i="0" u="none" strike="noStrike" cap="none" dirty="0">
                <a:solidFill>
                  <a:srgbClr val="3F3F3F"/>
                </a:solidFill>
                <a:latin typeface="Open Sans"/>
                <a:ea typeface="Open Sans"/>
                <a:cs typeface="Open Sans"/>
                <a:sym typeface="Open Sans"/>
              </a:rPr>
              <a:t>, 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keeps track of the cluster's applications and available resources. </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selects the next application in line for a share of the cluster's resources. </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Many factors influence the decision, including queue capacity, access control lists, and fairness.</a:t>
            </a:r>
            <a:endParaRPr sz="2200" b="0" i="0" u="none" strike="noStrike" cap="none" dirty="0">
              <a:solidFill>
                <a:srgbClr val="3F3F3F"/>
              </a:solidFill>
              <a:latin typeface="Open Sans"/>
              <a:ea typeface="Open Sans"/>
              <a:cs typeface="Open Sans"/>
              <a:sym typeface="Open Sans"/>
            </a:endParaRPr>
          </a:p>
        </p:txBody>
      </p:sp>
      <p:sp>
        <p:nvSpPr>
          <p:cNvPr id="996" name="Google Shape;996;p67"/>
          <p:cNvSpPr txBox="1"/>
          <p:nvPr/>
        </p:nvSpPr>
        <p:spPr>
          <a:xfrm>
            <a:off x="5981275" y="14822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1127B5B7-3AF0-1102-5B8F-5EF41AB8E4DD}"/>
              </a:ext>
            </a:extLst>
          </p:cNvPr>
          <p:cNvSpPr/>
          <p:nvPr/>
        </p:nvSpPr>
        <p:spPr>
          <a:xfrm>
            <a:off x="5676900" y="84041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68"/>
          <p:cNvSpPr/>
          <p:nvPr/>
        </p:nvSpPr>
        <p:spPr>
          <a:xfrm>
            <a:off x="1092199" y="1713291"/>
            <a:ext cx="14371524" cy="1907511"/>
          </a:xfrm>
          <a:prstGeom prst="roundRect">
            <a:avLst>
              <a:gd name="adj" fmla="val 16667"/>
            </a:avLst>
          </a:prstGeom>
          <a:noFill/>
          <a:ln w="25400" cap="flat" cmpd="sng">
            <a:solidFill>
              <a:schemeClr val="accent6"/>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004" name="Google Shape;1004;p68"/>
          <p:cNvSpPr txBox="1"/>
          <p:nvPr/>
        </p:nvSpPr>
        <p:spPr>
          <a:xfrm>
            <a:off x="1365635" y="1805602"/>
            <a:ext cx="13928154" cy="175342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Step 2</a:t>
            </a:r>
            <a:r>
              <a:rPr lang="en-US" sz="2200" b="0" i="0" u="none" strike="noStrike" cap="none">
                <a:solidFill>
                  <a:srgbClr val="3F3F3F"/>
                </a:solidFill>
                <a:latin typeface="Open Sans"/>
                <a:ea typeface="Open Sans"/>
                <a:cs typeface="Open Sans"/>
                <a:sym typeface="Open Sans"/>
              </a:rPr>
              <a:t>: The ResourceManager assigns a Container.</a:t>
            </a:r>
            <a:endParaRPr/>
          </a:p>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One of the first decisions the Scheduler takes when the ResourceManager accepts a new request is to choose a Container. Then, the ApplicationMaster takes over and is responsible for the application's lifecycle.</a:t>
            </a:r>
            <a:endParaRPr sz="2200" b="0" i="0" u="none" strike="noStrike" cap="none">
              <a:solidFill>
                <a:srgbClr val="3F3F3F"/>
              </a:solidFill>
              <a:latin typeface="Open Sans"/>
              <a:ea typeface="Open Sans"/>
              <a:cs typeface="Open Sans"/>
              <a:sym typeface="Open Sans"/>
            </a:endParaRPr>
          </a:p>
        </p:txBody>
      </p:sp>
      <p:grpSp>
        <p:nvGrpSpPr>
          <p:cNvPr id="1005" name="Google Shape;1005;p68"/>
          <p:cNvGrpSpPr/>
          <p:nvPr/>
        </p:nvGrpSpPr>
        <p:grpSpPr>
          <a:xfrm>
            <a:off x="5484629" y="3721862"/>
            <a:ext cx="6689461" cy="4534593"/>
            <a:chOff x="5083651" y="3660490"/>
            <a:chExt cx="6689461" cy="4534593"/>
          </a:xfrm>
        </p:grpSpPr>
        <p:grpSp>
          <p:nvGrpSpPr>
            <p:cNvPr id="1006" name="Google Shape;1006;p68"/>
            <p:cNvGrpSpPr/>
            <p:nvPr/>
          </p:nvGrpSpPr>
          <p:grpSpPr>
            <a:xfrm>
              <a:off x="5206170" y="4120301"/>
              <a:ext cx="6566942" cy="4074782"/>
              <a:chOff x="2041631" y="1295732"/>
              <a:chExt cx="7083770" cy="4731576"/>
            </a:xfrm>
          </p:grpSpPr>
          <p:sp>
            <p:nvSpPr>
              <p:cNvPr id="1007" name="Google Shape;1007;p68"/>
              <p:cNvSpPr txBox="1"/>
              <p:nvPr/>
            </p:nvSpPr>
            <p:spPr>
              <a:xfrm>
                <a:off x="7890768" y="4315103"/>
                <a:ext cx="1234633"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NameNode </a:t>
                </a:r>
                <a:endParaRPr sz="1350" b="0" i="0" u="none" strike="noStrike" cap="none">
                  <a:solidFill>
                    <a:schemeClr val="dk1"/>
                  </a:solidFill>
                  <a:latin typeface="Calibri"/>
                  <a:ea typeface="Calibri"/>
                  <a:cs typeface="Calibri"/>
                  <a:sym typeface="Calibri"/>
                </a:endParaRPr>
              </a:p>
            </p:txBody>
          </p:sp>
          <p:grpSp>
            <p:nvGrpSpPr>
              <p:cNvPr id="1008" name="Google Shape;1008;p68"/>
              <p:cNvGrpSpPr/>
              <p:nvPr/>
            </p:nvGrpSpPr>
            <p:grpSpPr>
              <a:xfrm>
                <a:off x="4229871" y="1295732"/>
                <a:ext cx="3026228" cy="997784"/>
                <a:chOff x="4484914" y="1963389"/>
                <a:chExt cx="3026228" cy="997784"/>
              </a:xfrm>
            </p:grpSpPr>
            <p:sp>
              <p:nvSpPr>
                <p:cNvPr id="1009" name="Google Shape;1009;p68"/>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10" name="Google Shape;1010;p68"/>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11" name="Google Shape;1011;p68"/>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12" name="Google Shape;1012;p68"/>
                <p:cNvSpPr txBox="1"/>
                <p:nvPr/>
              </p:nvSpPr>
              <p:spPr>
                <a:xfrm>
                  <a:off x="6050687" y="2028920"/>
                  <a:ext cx="103611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13" name="Google Shape;1013;p68"/>
              <p:cNvGrpSpPr/>
              <p:nvPr/>
            </p:nvGrpSpPr>
            <p:grpSpPr>
              <a:xfrm>
                <a:off x="4229871" y="2540329"/>
                <a:ext cx="3026228" cy="997784"/>
                <a:chOff x="4484914" y="1963389"/>
                <a:chExt cx="3026228" cy="997784"/>
              </a:xfrm>
            </p:grpSpPr>
            <p:sp>
              <p:nvSpPr>
                <p:cNvPr id="1014" name="Google Shape;1014;p68"/>
                <p:cNvSpPr/>
                <p:nvPr/>
              </p:nvSpPr>
              <p:spPr>
                <a:xfrm>
                  <a:off x="4484914" y="1963389"/>
                  <a:ext cx="2837543" cy="997784"/>
                </a:xfrm>
                <a:prstGeom prst="roundRect">
                  <a:avLst>
                    <a:gd name="adj" fmla="val 462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15" name="Google Shape;1015;p68"/>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16" name="Google Shape;1016;p68"/>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17" name="Google Shape;1017;p68"/>
                <p:cNvSpPr txBox="1"/>
                <p:nvPr/>
              </p:nvSpPr>
              <p:spPr>
                <a:xfrm>
                  <a:off x="5926125" y="2044424"/>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18" name="Google Shape;1018;p68"/>
              <p:cNvGrpSpPr/>
              <p:nvPr/>
            </p:nvGrpSpPr>
            <p:grpSpPr>
              <a:xfrm>
                <a:off x="4229871" y="3784926"/>
                <a:ext cx="3026228" cy="997784"/>
                <a:chOff x="4484914" y="1963389"/>
                <a:chExt cx="3026228" cy="997784"/>
              </a:xfrm>
            </p:grpSpPr>
            <p:sp>
              <p:nvSpPr>
                <p:cNvPr id="1019" name="Google Shape;1019;p68"/>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20" name="Google Shape;1020;p68"/>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21" name="Google Shape;1021;p68"/>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22" name="Google Shape;1022;p68"/>
                <p:cNvSpPr txBox="1"/>
                <p:nvPr/>
              </p:nvSpPr>
              <p:spPr>
                <a:xfrm>
                  <a:off x="6014329" y="2009777"/>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23" name="Google Shape;1023;p68"/>
              <p:cNvGrpSpPr/>
              <p:nvPr/>
            </p:nvGrpSpPr>
            <p:grpSpPr>
              <a:xfrm>
                <a:off x="4229871" y="5029524"/>
                <a:ext cx="3026228" cy="997784"/>
                <a:chOff x="4484914" y="1963389"/>
                <a:chExt cx="3026228" cy="997784"/>
              </a:xfrm>
            </p:grpSpPr>
            <p:sp>
              <p:nvSpPr>
                <p:cNvPr id="1024" name="Google Shape;1024;p68"/>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25" name="Google Shape;1025;p68"/>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26" name="Google Shape;1026;p68"/>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27" name="Google Shape;1027;p68"/>
                <p:cNvSpPr txBox="1"/>
                <p:nvPr/>
              </p:nvSpPr>
              <p:spPr>
                <a:xfrm>
                  <a:off x="6007021" y="2047832"/>
                  <a:ext cx="106164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28" name="Google Shape;1028;p68"/>
              <p:cNvGrpSpPr/>
              <p:nvPr/>
            </p:nvGrpSpPr>
            <p:grpSpPr>
              <a:xfrm>
                <a:off x="7753448" y="3086501"/>
                <a:ext cx="1261686" cy="1261686"/>
                <a:chOff x="7847974" y="3086501"/>
                <a:chExt cx="1261686" cy="1261686"/>
              </a:xfrm>
            </p:grpSpPr>
            <p:sp>
              <p:nvSpPr>
                <p:cNvPr id="1029" name="Google Shape;1029;p68"/>
                <p:cNvSpPr/>
                <p:nvPr/>
              </p:nvSpPr>
              <p:spPr>
                <a:xfrm>
                  <a:off x="7847974" y="3086501"/>
                  <a:ext cx="1261686" cy="1261686"/>
                </a:xfrm>
                <a:prstGeom prst="ellipse">
                  <a:avLst/>
                </a:prstGeom>
                <a:solidFill>
                  <a:schemeClr val="lt1"/>
                </a:solidFill>
                <a:ln w="25400" cap="flat" cmpd="sng">
                  <a:solidFill>
                    <a:srgbClr val="222A3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30" name="Google Shape;1030;p68"/>
                <p:cNvPicPr preferRelativeResize="0"/>
                <p:nvPr/>
              </p:nvPicPr>
              <p:blipFill rotWithShape="1">
                <a:blip r:embed="rId3">
                  <a:alphaModFix/>
                </a:blip>
                <a:srcRect/>
                <a:stretch/>
              </p:blipFill>
              <p:spPr>
                <a:xfrm>
                  <a:off x="8260685" y="3319780"/>
                  <a:ext cx="436266" cy="795128"/>
                </a:xfrm>
                <a:prstGeom prst="rect">
                  <a:avLst/>
                </a:prstGeom>
                <a:noFill/>
                <a:ln>
                  <a:noFill/>
                </a:ln>
              </p:spPr>
            </p:pic>
          </p:grpSp>
          <p:sp>
            <p:nvSpPr>
              <p:cNvPr id="1031" name="Google Shape;1031;p68"/>
              <p:cNvSpPr/>
              <p:nvPr/>
            </p:nvSpPr>
            <p:spPr>
              <a:xfrm>
                <a:off x="2041631" y="3090908"/>
                <a:ext cx="1722307" cy="481841"/>
              </a:xfrm>
              <a:prstGeom prst="roundRect">
                <a:avLst>
                  <a:gd name="adj" fmla="val 16667"/>
                </a:avLst>
              </a:prstGeom>
              <a:solidFill>
                <a:srgbClr val="DDEAF6"/>
              </a:solidFill>
              <a:ln w="25400" cap="flat" cmpd="sng">
                <a:solidFill>
                  <a:srgbClr val="BBD6E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grpSp>
            <p:nvGrpSpPr>
              <p:cNvPr id="1032" name="Google Shape;1032;p68"/>
              <p:cNvGrpSpPr/>
              <p:nvPr/>
            </p:nvGrpSpPr>
            <p:grpSpPr>
              <a:xfrm>
                <a:off x="3718071" y="1794624"/>
                <a:ext cx="511800" cy="3733792"/>
                <a:chOff x="3718071" y="1794624"/>
                <a:chExt cx="511800" cy="3733792"/>
              </a:xfrm>
            </p:grpSpPr>
            <p:cxnSp>
              <p:nvCxnSpPr>
                <p:cNvPr id="1033" name="Google Shape;1033;p68"/>
                <p:cNvCxnSpPr>
                  <a:endCxn id="1009" idx="1"/>
                </p:cNvCxnSpPr>
                <p:nvPr/>
              </p:nvCxnSpPr>
              <p:spPr>
                <a:xfrm rot="-5400000">
                  <a:off x="3012621" y="2500074"/>
                  <a:ext cx="19227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034" name="Google Shape;1034;p68"/>
                <p:cNvCxnSpPr>
                  <a:endCxn id="1024" idx="1"/>
                </p:cNvCxnSpPr>
                <p:nvPr/>
              </p:nvCxnSpPr>
              <p:spPr>
                <a:xfrm rot="-5400000" flipH="1">
                  <a:off x="3068421" y="4366966"/>
                  <a:ext cx="18111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035" name="Google Shape;1035;p68"/>
                <p:cNvCxnSpPr>
                  <a:endCxn id="1014" idx="1"/>
                </p:cNvCxnSpPr>
                <p:nvPr/>
              </p:nvCxnSpPr>
              <p:spPr>
                <a:xfrm rot="-5400000">
                  <a:off x="3634971" y="3122321"/>
                  <a:ext cx="6780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036" name="Google Shape;1036;p68"/>
                <p:cNvCxnSpPr>
                  <a:endCxn id="1019" idx="1"/>
                </p:cNvCxnSpPr>
                <p:nvPr/>
              </p:nvCxnSpPr>
              <p:spPr>
                <a:xfrm rot="-5400000" flipH="1">
                  <a:off x="3690771" y="3744718"/>
                  <a:ext cx="566400" cy="511800"/>
                </a:xfrm>
                <a:prstGeom prst="bentConnector3">
                  <a:avLst>
                    <a:gd name="adj1" fmla="val 50000"/>
                  </a:avLst>
                </a:prstGeom>
                <a:noFill/>
                <a:ln w="9525" cap="flat" cmpd="sng">
                  <a:solidFill>
                    <a:srgbClr val="222A35"/>
                  </a:solidFill>
                  <a:prstDash val="solid"/>
                  <a:round/>
                  <a:headEnd type="none" w="sm" len="sm"/>
                  <a:tailEnd type="triangle" w="med" len="med"/>
                </a:ln>
              </p:spPr>
            </p:cxnSp>
          </p:grpSp>
          <p:grpSp>
            <p:nvGrpSpPr>
              <p:cNvPr id="1037" name="Google Shape;1037;p68"/>
              <p:cNvGrpSpPr/>
              <p:nvPr/>
            </p:nvGrpSpPr>
            <p:grpSpPr>
              <a:xfrm flipH="1">
                <a:off x="7244107" y="1794624"/>
                <a:ext cx="511915" cy="3733792"/>
                <a:chOff x="3717956" y="1794624"/>
                <a:chExt cx="511915" cy="3733792"/>
              </a:xfrm>
            </p:grpSpPr>
            <p:cxnSp>
              <p:nvCxnSpPr>
                <p:cNvPr id="1038" name="Google Shape;1038;p68"/>
                <p:cNvCxnSpPr/>
                <p:nvPr/>
              </p:nvCxnSpPr>
              <p:spPr>
                <a:xfrm rot="10800000" flipH="1">
                  <a:off x="3717956" y="1794624"/>
                  <a:ext cx="511915" cy="192272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039" name="Google Shape;1039;p68"/>
                <p:cNvCxnSpPr/>
                <p:nvPr/>
              </p:nvCxnSpPr>
              <p:spPr>
                <a:xfrm>
                  <a:off x="3717956" y="3717344"/>
                  <a:ext cx="511915" cy="1811072"/>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040" name="Google Shape;1040;p68"/>
                <p:cNvCxnSpPr/>
                <p:nvPr/>
              </p:nvCxnSpPr>
              <p:spPr>
                <a:xfrm rot="10800000" flipH="1">
                  <a:off x="3717956" y="3039221"/>
                  <a:ext cx="511915" cy="678123"/>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041" name="Google Shape;1041;p68"/>
                <p:cNvCxnSpPr/>
                <p:nvPr/>
              </p:nvCxnSpPr>
              <p:spPr>
                <a:xfrm>
                  <a:off x="3717956" y="3717344"/>
                  <a:ext cx="511915" cy="566474"/>
                </a:xfrm>
                <a:prstGeom prst="bentConnector3">
                  <a:avLst>
                    <a:gd name="adj1" fmla="val 50000"/>
                  </a:avLst>
                </a:prstGeom>
                <a:noFill/>
                <a:ln w="9525" cap="flat" cmpd="sng">
                  <a:solidFill>
                    <a:srgbClr val="222A35"/>
                  </a:solidFill>
                  <a:prstDash val="solid"/>
                  <a:round/>
                  <a:headEnd type="none" w="sm" len="sm"/>
                  <a:tailEnd type="triangle" w="med" len="med"/>
                </a:ln>
              </p:spPr>
            </p:cxnSp>
          </p:grpSp>
          <p:sp>
            <p:nvSpPr>
              <p:cNvPr id="1042" name="Google Shape;1042;p68"/>
              <p:cNvSpPr txBox="1"/>
              <p:nvPr/>
            </p:nvSpPr>
            <p:spPr>
              <a:xfrm>
                <a:off x="2077311" y="3137051"/>
                <a:ext cx="1686627" cy="523180"/>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ResourceManager</a:t>
                </a:r>
                <a:endParaRPr sz="1050" b="0" i="0" u="none" strike="noStrike" cap="none">
                  <a:solidFill>
                    <a:schemeClr val="dk1"/>
                  </a:solidFill>
                  <a:latin typeface="Open Sans"/>
                  <a:ea typeface="Open Sans"/>
                  <a:cs typeface="Open Sans"/>
                  <a:sym typeface="Open Sans"/>
                </a:endParaRPr>
              </a:p>
            </p:txBody>
          </p:sp>
        </p:grpSp>
        <p:pic>
          <p:nvPicPr>
            <p:cNvPr id="1043" name="Google Shape;1043;p68"/>
            <p:cNvPicPr preferRelativeResize="0"/>
            <p:nvPr/>
          </p:nvPicPr>
          <p:blipFill rotWithShape="1">
            <a:blip r:embed="rId4">
              <a:alphaModFix/>
            </a:blip>
            <a:srcRect/>
            <a:stretch/>
          </p:blipFill>
          <p:spPr>
            <a:xfrm>
              <a:off x="5259016" y="4054150"/>
              <a:ext cx="1466319" cy="900958"/>
            </a:xfrm>
            <a:prstGeom prst="rect">
              <a:avLst/>
            </a:prstGeom>
            <a:noFill/>
            <a:ln>
              <a:noFill/>
            </a:ln>
          </p:spPr>
        </p:pic>
        <p:cxnSp>
          <p:nvCxnSpPr>
            <p:cNvPr id="1044" name="Google Shape;1044;p68"/>
            <p:cNvCxnSpPr/>
            <p:nvPr/>
          </p:nvCxnSpPr>
          <p:spPr>
            <a:xfrm>
              <a:off x="5992175" y="4937343"/>
              <a:ext cx="0" cy="567302"/>
            </a:xfrm>
            <a:prstGeom prst="straightConnector1">
              <a:avLst/>
            </a:prstGeom>
            <a:noFill/>
            <a:ln w="9525" cap="flat" cmpd="sng">
              <a:solidFill>
                <a:schemeClr val="accent2"/>
              </a:solidFill>
              <a:prstDash val="solid"/>
              <a:round/>
              <a:headEnd type="none" w="sm" len="sm"/>
              <a:tailEnd type="triangle" w="med" len="med"/>
            </a:ln>
          </p:spPr>
        </p:cxnSp>
        <p:sp>
          <p:nvSpPr>
            <p:cNvPr id="1045" name="Google Shape;1045;p68"/>
            <p:cNvSpPr txBox="1"/>
            <p:nvPr/>
          </p:nvSpPr>
          <p:spPr>
            <a:xfrm>
              <a:off x="5475763" y="4213069"/>
              <a:ext cx="799792" cy="31803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chemeClr val="dk1"/>
                  </a:solidFill>
                  <a:latin typeface="Open Sans"/>
                  <a:ea typeface="Open Sans"/>
                  <a:cs typeface="Open Sans"/>
                  <a:sym typeface="Open Sans"/>
                </a:rPr>
                <a:t>Client</a:t>
              </a:r>
              <a:endParaRPr sz="1350" b="0" i="0" u="none" strike="noStrike" cap="none">
                <a:solidFill>
                  <a:schemeClr val="dk1"/>
                </a:solidFill>
                <a:latin typeface="Calibri"/>
                <a:ea typeface="Calibri"/>
                <a:cs typeface="Calibri"/>
                <a:sym typeface="Calibri"/>
              </a:endParaRPr>
            </a:p>
          </p:txBody>
        </p:sp>
        <p:sp>
          <p:nvSpPr>
            <p:cNvPr id="1046" name="Google Shape;1046;p68"/>
            <p:cNvSpPr/>
            <p:nvPr/>
          </p:nvSpPr>
          <p:spPr>
            <a:xfrm>
              <a:off x="8022737" y="6660988"/>
              <a:ext cx="1259699" cy="396762"/>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r>
                <a:rPr lang="en-US" sz="1125" b="0" i="0" u="none" strike="noStrike" cap="none">
                  <a:solidFill>
                    <a:schemeClr val="dk1"/>
                  </a:solidFill>
                  <a:latin typeface="Open Sans"/>
                  <a:ea typeface="Open Sans"/>
                  <a:cs typeface="Open Sans"/>
                  <a:sym typeface="Open Sans"/>
                </a:rPr>
                <a:t>Application Master</a:t>
              </a:r>
              <a:endParaRPr sz="1350" b="0" i="0" u="none" strike="noStrike" cap="none">
                <a:solidFill>
                  <a:schemeClr val="dk1"/>
                </a:solidFill>
                <a:latin typeface="Calibri"/>
                <a:ea typeface="Calibri"/>
                <a:cs typeface="Calibri"/>
                <a:sym typeface="Calibri"/>
              </a:endParaRPr>
            </a:p>
          </p:txBody>
        </p:sp>
        <p:sp>
          <p:nvSpPr>
            <p:cNvPr id="1047" name="Google Shape;1047;p68"/>
            <p:cNvSpPr txBox="1"/>
            <p:nvPr/>
          </p:nvSpPr>
          <p:spPr>
            <a:xfrm>
              <a:off x="5083651" y="3660490"/>
              <a:ext cx="2088196" cy="318031"/>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chemeClr val="dk1"/>
                  </a:solidFill>
                  <a:latin typeface="Courier New"/>
                  <a:ea typeface="Courier New"/>
                  <a:cs typeface="Courier New"/>
                  <a:sym typeface="Courier New"/>
                </a:rPr>
                <a:t>$ my-Hadoop-app</a:t>
              </a:r>
              <a:endParaRPr sz="1350" b="0" i="0" u="none" strike="noStrike" cap="none">
                <a:solidFill>
                  <a:schemeClr val="dk1"/>
                </a:solidFill>
                <a:latin typeface="Calibri"/>
                <a:ea typeface="Calibri"/>
                <a:cs typeface="Calibri"/>
                <a:sym typeface="Calibri"/>
              </a:endParaRPr>
            </a:p>
          </p:txBody>
        </p:sp>
        <p:sp>
          <p:nvSpPr>
            <p:cNvPr id="1048" name="Google Shape;1048;p68"/>
            <p:cNvSpPr txBox="1"/>
            <p:nvPr/>
          </p:nvSpPr>
          <p:spPr>
            <a:xfrm>
              <a:off x="6779984" y="5788717"/>
              <a:ext cx="1370434" cy="477063"/>
            </a:xfrm>
            <a:prstGeom prst="rect">
              <a:avLst/>
            </a:prstGeom>
            <a:solidFill>
              <a:srgbClr val="FFF2CC"/>
            </a:solid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en-US" sz="750" b="0" i="0" u="none" strike="noStrike" cap="none">
                  <a:solidFill>
                    <a:schemeClr val="dk1"/>
                  </a:solidFill>
                  <a:latin typeface="Open Sans"/>
                  <a:ea typeface="Open Sans"/>
                  <a:cs typeface="Open Sans"/>
                  <a:sym typeface="Open Sans"/>
                </a:rPr>
                <a:t>Resources Request:</a:t>
              </a:r>
              <a:endParaRPr sz="13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750"/>
                <a:buFont typeface="Arial"/>
                <a:buNone/>
              </a:pPr>
              <a:r>
                <a:rPr lang="en-US" sz="750" b="0" i="0" u="none" strike="noStrike" cap="none">
                  <a:solidFill>
                    <a:schemeClr val="dk1"/>
                  </a:solidFill>
                  <a:latin typeface="Open Sans"/>
                  <a:ea typeface="Open Sans"/>
                  <a:cs typeface="Open Sans"/>
                  <a:sym typeface="Open Sans"/>
                </a:rPr>
                <a:t>-1xNode1/1GB/1 core</a:t>
              </a:r>
              <a:endParaRPr sz="13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750"/>
                <a:buFont typeface="Arial"/>
                <a:buNone/>
              </a:pPr>
              <a:r>
                <a:rPr lang="en-US" sz="750" b="0" i="0" u="none" strike="noStrike" cap="none">
                  <a:solidFill>
                    <a:schemeClr val="dk1"/>
                  </a:solidFill>
                  <a:latin typeface="Open Sans"/>
                  <a:ea typeface="Open Sans"/>
                  <a:cs typeface="Open Sans"/>
                  <a:sym typeface="Open Sans"/>
                </a:rPr>
                <a:t>-1xNode2/1GB/1 core</a:t>
              </a:r>
              <a:endParaRPr sz="1350" b="0" i="0" u="none" strike="noStrike" cap="none">
                <a:solidFill>
                  <a:schemeClr val="dk1"/>
                </a:solidFill>
                <a:latin typeface="Calibri"/>
                <a:ea typeface="Calibri"/>
                <a:cs typeface="Calibri"/>
                <a:sym typeface="Calibri"/>
              </a:endParaRPr>
            </a:p>
          </p:txBody>
        </p:sp>
        <p:cxnSp>
          <p:nvCxnSpPr>
            <p:cNvPr id="1049" name="Google Shape;1049;p68"/>
            <p:cNvCxnSpPr/>
            <p:nvPr/>
          </p:nvCxnSpPr>
          <p:spPr>
            <a:xfrm>
              <a:off x="6760191" y="6304207"/>
              <a:ext cx="1229469" cy="558052"/>
            </a:xfrm>
            <a:prstGeom prst="bentConnector3">
              <a:avLst>
                <a:gd name="adj1" fmla="val -308503"/>
              </a:avLst>
            </a:prstGeom>
            <a:noFill/>
            <a:ln w="9525" cap="flat" cmpd="sng">
              <a:solidFill>
                <a:schemeClr val="accent2"/>
              </a:solidFill>
              <a:prstDash val="solid"/>
              <a:round/>
              <a:headEnd type="triangle" w="med" len="med"/>
              <a:tailEnd type="none" w="sm" len="sm"/>
            </a:ln>
          </p:spPr>
        </p:cxnSp>
      </p:grpSp>
      <p:sp>
        <p:nvSpPr>
          <p:cNvPr id="1050" name="Google Shape;1050;p68"/>
          <p:cNvSpPr txBox="1"/>
          <p:nvPr/>
        </p:nvSpPr>
        <p:spPr>
          <a:xfrm>
            <a:off x="5981275" y="14822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4F783B69-5385-7462-1289-15BAF04695FB}"/>
              </a:ext>
            </a:extLst>
          </p:cNvPr>
          <p:cNvSpPr/>
          <p:nvPr/>
        </p:nvSpPr>
        <p:spPr>
          <a:xfrm>
            <a:off x="5676900" y="84041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69"/>
          <p:cNvSpPr txBox="1"/>
          <p:nvPr/>
        </p:nvSpPr>
        <p:spPr>
          <a:xfrm>
            <a:off x="1999429" y="3707985"/>
            <a:ext cx="12307942" cy="175342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Container makes resource requests to 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requesting Containers to run the app's tasks.</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A resource request is essentially a request for a set of Containers that meet certain resource requirements, such as the amount of memory and CPU shares stated in MB. </a:t>
            </a:r>
            <a:endParaRPr dirty="0"/>
          </a:p>
        </p:txBody>
      </p:sp>
      <p:sp>
        <p:nvSpPr>
          <p:cNvPr id="1058" name="Google Shape;1058;p69"/>
          <p:cNvSpPr/>
          <p:nvPr/>
        </p:nvSpPr>
        <p:spPr>
          <a:xfrm>
            <a:off x="1691341" y="3343836"/>
            <a:ext cx="12936746" cy="2456328"/>
          </a:xfrm>
          <a:prstGeom prst="roundRect">
            <a:avLst>
              <a:gd name="adj" fmla="val 9946"/>
            </a:avLst>
          </a:prstGeom>
          <a:noFill/>
          <a:ln w="25400" cap="flat" cmpd="sng">
            <a:solidFill>
              <a:schemeClr val="accent6"/>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059" name="Google Shape;1059;p69"/>
          <p:cNvSpPr txBox="1"/>
          <p:nvPr/>
        </p:nvSpPr>
        <p:spPr>
          <a:xfrm>
            <a:off x="5981275" y="14822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AADDDA71-2D3C-FE14-6653-AD0905588FB4}"/>
              </a:ext>
            </a:extLst>
          </p:cNvPr>
          <p:cNvSpPr/>
          <p:nvPr/>
        </p:nvSpPr>
        <p:spPr>
          <a:xfrm>
            <a:off x="5676900" y="84041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70"/>
          <p:cNvSpPr txBox="1"/>
          <p:nvPr/>
        </p:nvSpPr>
        <p:spPr>
          <a:xfrm>
            <a:off x="1999429" y="3725671"/>
            <a:ext cx="12307942" cy="175342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Hostname specifies the preferred location. Priority is only given in this application and not to other applicants.</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assigns a Container to the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by giving it a Container ID and a hostname that meets the </a:t>
            </a:r>
            <a:r>
              <a:rPr lang="en-US" sz="2200" b="0" i="0" u="none" strike="noStrike" cap="none" dirty="0" err="1">
                <a:solidFill>
                  <a:srgbClr val="3F3F3F"/>
                </a:solidFill>
                <a:latin typeface="Open Sans"/>
                <a:ea typeface="Open Sans"/>
                <a:cs typeface="Open Sans"/>
                <a:sym typeface="Open Sans"/>
              </a:rPr>
              <a:t>ApplicationMaster’s</a:t>
            </a:r>
            <a:r>
              <a:rPr lang="en-US" sz="2200" b="0" i="0" u="none" strike="noStrike" cap="none" dirty="0">
                <a:solidFill>
                  <a:srgbClr val="3F3F3F"/>
                </a:solidFill>
                <a:latin typeface="Open Sans"/>
                <a:ea typeface="Open Sans"/>
                <a:cs typeface="Open Sans"/>
                <a:sym typeface="Open Sans"/>
              </a:rPr>
              <a:t> requirements.</a:t>
            </a:r>
            <a:endParaRPr sz="2200" b="0" i="0" u="none" strike="noStrike" cap="none" dirty="0">
              <a:solidFill>
                <a:srgbClr val="3F3F3F"/>
              </a:solidFill>
              <a:latin typeface="Open Sans"/>
              <a:ea typeface="Open Sans"/>
              <a:cs typeface="Open Sans"/>
              <a:sym typeface="Open Sans"/>
            </a:endParaRPr>
          </a:p>
        </p:txBody>
      </p:sp>
      <p:sp>
        <p:nvSpPr>
          <p:cNvPr id="1068" name="Google Shape;1068;p70"/>
          <p:cNvSpPr txBox="1"/>
          <p:nvPr/>
        </p:nvSpPr>
        <p:spPr>
          <a:xfrm>
            <a:off x="5981275" y="14822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51466B47-5317-A041-B457-6859E1EE9D8E}"/>
              </a:ext>
            </a:extLst>
          </p:cNvPr>
          <p:cNvSpPr/>
          <p:nvPr/>
        </p:nvSpPr>
        <p:spPr>
          <a:xfrm>
            <a:off x="5676900" y="84041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Google Shape;1058;p69">
            <a:extLst>
              <a:ext uri="{FF2B5EF4-FFF2-40B4-BE49-F238E27FC236}">
                <a16:creationId xmlns:a16="http://schemas.microsoft.com/office/drawing/2014/main" id="{0C40C454-B6FB-F31A-923B-32DD5A05C57E}"/>
              </a:ext>
            </a:extLst>
          </p:cNvPr>
          <p:cNvSpPr/>
          <p:nvPr/>
        </p:nvSpPr>
        <p:spPr>
          <a:xfrm>
            <a:off x="1691341" y="3343836"/>
            <a:ext cx="12936746" cy="2456328"/>
          </a:xfrm>
          <a:prstGeom prst="roundRect">
            <a:avLst>
              <a:gd name="adj" fmla="val 9946"/>
            </a:avLst>
          </a:prstGeom>
          <a:noFill/>
          <a:ln w="25400" cap="flat" cmpd="sng">
            <a:solidFill>
              <a:schemeClr val="accent6"/>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71"/>
          <p:cNvSpPr/>
          <p:nvPr/>
        </p:nvSpPr>
        <p:spPr>
          <a:xfrm>
            <a:off x="3009803" y="1873411"/>
            <a:ext cx="10400231" cy="1331710"/>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076" name="Google Shape;1076;p71"/>
          <p:cNvSpPr txBox="1"/>
          <p:nvPr/>
        </p:nvSpPr>
        <p:spPr>
          <a:xfrm>
            <a:off x="3184343" y="2022381"/>
            <a:ext cx="9391960" cy="149233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Step 3</a:t>
            </a:r>
            <a:r>
              <a:rPr lang="en-US" sz="2200" b="0" i="0" u="none" strike="noStrike" cap="none">
                <a:solidFill>
                  <a:srgbClr val="3F3F3F"/>
                </a:solidFill>
                <a:latin typeface="Open Sans"/>
                <a:ea typeface="Open Sans"/>
                <a:cs typeface="Open Sans"/>
                <a:sym typeface="Open Sans"/>
              </a:rPr>
              <a:t>: The ApplicationMaster contacts the NodeManager.</a:t>
            </a:r>
            <a:endParaRPr/>
          </a:p>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Application Manager informs NodeManager to start the Containers.</a:t>
            </a:r>
            <a:endParaRPr/>
          </a:p>
          <a:p>
            <a:pPr marL="0" marR="0" lvl="0" indent="0" algn="l" rtl="0">
              <a:lnSpc>
                <a:spcPct val="115000"/>
              </a:lnSpc>
              <a:spcBef>
                <a:spcPts val="1000"/>
              </a:spcBef>
              <a:spcAft>
                <a:spcPts val="0"/>
              </a:spcAft>
              <a:buNone/>
            </a:pPr>
            <a:endParaRPr sz="2200" b="0" i="0" u="none" strike="noStrike" cap="none">
              <a:solidFill>
                <a:srgbClr val="3F3F3F"/>
              </a:solidFill>
              <a:latin typeface="Open Sans"/>
              <a:ea typeface="Open Sans"/>
              <a:cs typeface="Open Sans"/>
              <a:sym typeface="Open Sans"/>
            </a:endParaRPr>
          </a:p>
        </p:txBody>
      </p:sp>
      <p:grpSp>
        <p:nvGrpSpPr>
          <p:cNvPr id="1077" name="Google Shape;1077;p71"/>
          <p:cNvGrpSpPr/>
          <p:nvPr/>
        </p:nvGrpSpPr>
        <p:grpSpPr>
          <a:xfrm>
            <a:off x="5771539" y="3806511"/>
            <a:ext cx="5411949" cy="3949126"/>
            <a:chOff x="5514999" y="3787853"/>
            <a:chExt cx="5411949" cy="3949126"/>
          </a:xfrm>
        </p:grpSpPr>
        <p:grpSp>
          <p:nvGrpSpPr>
            <p:cNvPr id="1078" name="Google Shape;1078;p71"/>
            <p:cNvGrpSpPr/>
            <p:nvPr/>
          </p:nvGrpSpPr>
          <p:grpSpPr>
            <a:xfrm>
              <a:off x="5548523" y="4188298"/>
              <a:ext cx="5378425" cy="3548681"/>
              <a:chOff x="1954168" y="1295732"/>
              <a:chExt cx="7171233" cy="4731576"/>
            </a:xfrm>
          </p:grpSpPr>
          <p:sp>
            <p:nvSpPr>
              <p:cNvPr id="1079" name="Google Shape;1079;p71"/>
              <p:cNvSpPr txBox="1"/>
              <p:nvPr/>
            </p:nvSpPr>
            <p:spPr>
              <a:xfrm>
                <a:off x="7890768" y="4315103"/>
                <a:ext cx="1234633"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NameNode </a:t>
                </a:r>
                <a:endParaRPr sz="1350" b="0" i="0" u="none" strike="noStrike" cap="none">
                  <a:solidFill>
                    <a:schemeClr val="dk1"/>
                  </a:solidFill>
                  <a:latin typeface="Calibri"/>
                  <a:ea typeface="Calibri"/>
                  <a:cs typeface="Calibri"/>
                  <a:sym typeface="Calibri"/>
                </a:endParaRPr>
              </a:p>
            </p:txBody>
          </p:sp>
          <p:grpSp>
            <p:nvGrpSpPr>
              <p:cNvPr id="1080" name="Google Shape;1080;p71"/>
              <p:cNvGrpSpPr/>
              <p:nvPr/>
            </p:nvGrpSpPr>
            <p:grpSpPr>
              <a:xfrm>
                <a:off x="4229871" y="1295732"/>
                <a:ext cx="3026228" cy="997784"/>
                <a:chOff x="4484914" y="1963389"/>
                <a:chExt cx="3026228" cy="997784"/>
              </a:xfrm>
            </p:grpSpPr>
            <p:sp>
              <p:nvSpPr>
                <p:cNvPr id="1081" name="Google Shape;1081;p71"/>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82" name="Google Shape;1082;p71"/>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83" name="Google Shape;1083;p71"/>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84" name="Google Shape;1084;p71"/>
                <p:cNvSpPr txBox="1"/>
                <p:nvPr/>
              </p:nvSpPr>
              <p:spPr>
                <a:xfrm>
                  <a:off x="6050687" y="2028920"/>
                  <a:ext cx="103611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85" name="Google Shape;1085;p71"/>
              <p:cNvGrpSpPr/>
              <p:nvPr/>
            </p:nvGrpSpPr>
            <p:grpSpPr>
              <a:xfrm>
                <a:off x="4229871" y="2540329"/>
                <a:ext cx="3026228" cy="997784"/>
                <a:chOff x="4484914" y="1963389"/>
                <a:chExt cx="3026228" cy="997784"/>
              </a:xfrm>
            </p:grpSpPr>
            <p:sp>
              <p:nvSpPr>
                <p:cNvPr id="1086" name="Google Shape;1086;p71"/>
                <p:cNvSpPr/>
                <p:nvPr/>
              </p:nvSpPr>
              <p:spPr>
                <a:xfrm>
                  <a:off x="4484914" y="1963389"/>
                  <a:ext cx="2837543" cy="997784"/>
                </a:xfrm>
                <a:prstGeom prst="roundRect">
                  <a:avLst>
                    <a:gd name="adj" fmla="val 462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87" name="Google Shape;1087;p71"/>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88" name="Google Shape;1088;p71"/>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89" name="Google Shape;1089;p71"/>
                <p:cNvSpPr txBox="1"/>
                <p:nvPr/>
              </p:nvSpPr>
              <p:spPr>
                <a:xfrm>
                  <a:off x="5926125" y="2044424"/>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90" name="Google Shape;1090;p71"/>
              <p:cNvGrpSpPr/>
              <p:nvPr/>
            </p:nvGrpSpPr>
            <p:grpSpPr>
              <a:xfrm>
                <a:off x="4229871" y="3784926"/>
                <a:ext cx="3026228" cy="997784"/>
                <a:chOff x="4484914" y="1963389"/>
                <a:chExt cx="3026228" cy="997784"/>
              </a:xfrm>
            </p:grpSpPr>
            <p:sp>
              <p:nvSpPr>
                <p:cNvPr id="1091" name="Google Shape;1091;p71"/>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92" name="Google Shape;1092;p71"/>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93" name="Google Shape;1093;p71"/>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94" name="Google Shape;1094;p71"/>
                <p:cNvSpPr txBox="1"/>
                <p:nvPr/>
              </p:nvSpPr>
              <p:spPr>
                <a:xfrm>
                  <a:off x="6014329" y="2009777"/>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095" name="Google Shape;1095;p71"/>
              <p:cNvGrpSpPr/>
              <p:nvPr/>
            </p:nvGrpSpPr>
            <p:grpSpPr>
              <a:xfrm>
                <a:off x="4229871" y="5029524"/>
                <a:ext cx="3026228" cy="997784"/>
                <a:chOff x="4484914" y="1963389"/>
                <a:chExt cx="3026228" cy="997784"/>
              </a:xfrm>
            </p:grpSpPr>
            <p:sp>
              <p:nvSpPr>
                <p:cNvPr id="1096" name="Google Shape;1096;p71"/>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097" name="Google Shape;1097;p71"/>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098" name="Google Shape;1098;p71"/>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099" name="Google Shape;1099;p71"/>
                <p:cNvSpPr txBox="1"/>
                <p:nvPr/>
              </p:nvSpPr>
              <p:spPr>
                <a:xfrm>
                  <a:off x="6007021" y="2047832"/>
                  <a:ext cx="106164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100" name="Google Shape;1100;p71"/>
              <p:cNvGrpSpPr/>
              <p:nvPr/>
            </p:nvGrpSpPr>
            <p:grpSpPr>
              <a:xfrm>
                <a:off x="7753448" y="3086501"/>
                <a:ext cx="1261686" cy="1261686"/>
                <a:chOff x="7847974" y="3086501"/>
                <a:chExt cx="1261686" cy="1261686"/>
              </a:xfrm>
            </p:grpSpPr>
            <p:sp>
              <p:nvSpPr>
                <p:cNvPr id="1101" name="Google Shape;1101;p71"/>
                <p:cNvSpPr/>
                <p:nvPr/>
              </p:nvSpPr>
              <p:spPr>
                <a:xfrm>
                  <a:off x="7847974" y="3086501"/>
                  <a:ext cx="1261686" cy="1261686"/>
                </a:xfrm>
                <a:prstGeom prst="ellipse">
                  <a:avLst/>
                </a:prstGeom>
                <a:solidFill>
                  <a:schemeClr val="lt1"/>
                </a:solidFill>
                <a:ln w="25400" cap="flat" cmpd="sng">
                  <a:solidFill>
                    <a:srgbClr val="222A3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02" name="Google Shape;1102;p71"/>
                <p:cNvPicPr preferRelativeResize="0"/>
                <p:nvPr/>
              </p:nvPicPr>
              <p:blipFill rotWithShape="1">
                <a:blip r:embed="rId3">
                  <a:alphaModFix/>
                </a:blip>
                <a:srcRect/>
                <a:stretch/>
              </p:blipFill>
              <p:spPr>
                <a:xfrm>
                  <a:off x="8260685" y="3319780"/>
                  <a:ext cx="436266" cy="795128"/>
                </a:xfrm>
                <a:prstGeom prst="rect">
                  <a:avLst/>
                </a:prstGeom>
                <a:noFill/>
                <a:ln>
                  <a:noFill/>
                </a:ln>
              </p:spPr>
            </p:pic>
          </p:grpSp>
          <p:sp>
            <p:nvSpPr>
              <p:cNvPr id="1103" name="Google Shape;1103;p71"/>
              <p:cNvSpPr/>
              <p:nvPr/>
            </p:nvSpPr>
            <p:spPr>
              <a:xfrm>
                <a:off x="1964599" y="3170429"/>
                <a:ext cx="1753357" cy="487189"/>
              </a:xfrm>
              <a:prstGeom prst="roundRect">
                <a:avLst>
                  <a:gd name="adj" fmla="val 8114"/>
                </a:avLst>
              </a:prstGeom>
              <a:solidFill>
                <a:srgbClr val="DDEAF6"/>
              </a:solidFill>
              <a:ln w="25400" cap="flat" cmpd="sng">
                <a:solidFill>
                  <a:srgbClr val="BBD6E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grpSp>
            <p:nvGrpSpPr>
              <p:cNvPr id="1104" name="Google Shape;1104;p71"/>
              <p:cNvGrpSpPr/>
              <p:nvPr/>
            </p:nvGrpSpPr>
            <p:grpSpPr>
              <a:xfrm>
                <a:off x="3718071" y="1794624"/>
                <a:ext cx="511800" cy="3733792"/>
                <a:chOff x="3718071" y="1794624"/>
                <a:chExt cx="511800" cy="3733792"/>
              </a:xfrm>
            </p:grpSpPr>
            <p:cxnSp>
              <p:nvCxnSpPr>
                <p:cNvPr id="1105" name="Google Shape;1105;p71"/>
                <p:cNvCxnSpPr>
                  <a:endCxn id="1081" idx="1"/>
                </p:cNvCxnSpPr>
                <p:nvPr/>
              </p:nvCxnSpPr>
              <p:spPr>
                <a:xfrm rot="-5400000">
                  <a:off x="3012621" y="2500074"/>
                  <a:ext cx="19227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06" name="Google Shape;1106;p71"/>
                <p:cNvCxnSpPr>
                  <a:endCxn id="1096" idx="1"/>
                </p:cNvCxnSpPr>
                <p:nvPr/>
              </p:nvCxnSpPr>
              <p:spPr>
                <a:xfrm rot="-5400000" flipH="1">
                  <a:off x="3068421" y="4366966"/>
                  <a:ext cx="18111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07" name="Google Shape;1107;p71"/>
                <p:cNvCxnSpPr>
                  <a:endCxn id="1086" idx="1"/>
                </p:cNvCxnSpPr>
                <p:nvPr/>
              </p:nvCxnSpPr>
              <p:spPr>
                <a:xfrm rot="-5400000">
                  <a:off x="3634971" y="3122321"/>
                  <a:ext cx="6780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08" name="Google Shape;1108;p71"/>
                <p:cNvCxnSpPr>
                  <a:endCxn id="1091" idx="1"/>
                </p:cNvCxnSpPr>
                <p:nvPr/>
              </p:nvCxnSpPr>
              <p:spPr>
                <a:xfrm rot="-5400000" flipH="1">
                  <a:off x="3690771" y="3744718"/>
                  <a:ext cx="566400" cy="511800"/>
                </a:xfrm>
                <a:prstGeom prst="bentConnector3">
                  <a:avLst>
                    <a:gd name="adj1" fmla="val 50000"/>
                  </a:avLst>
                </a:prstGeom>
                <a:noFill/>
                <a:ln w="9525" cap="flat" cmpd="sng">
                  <a:solidFill>
                    <a:srgbClr val="222A35"/>
                  </a:solidFill>
                  <a:prstDash val="solid"/>
                  <a:round/>
                  <a:headEnd type="none" w="sm" len="sm"/>
                  <a:tailEnd type="triangle" w="med" len="med"/>
                </a:ln>
              </p:spPr>
            </p:cxnSp>
          </p:grpSp>
          <p:grpSp>
            <p:nvGrpSpPr>
              <p:cNvPr id="1109" name="Google Shape;1109;p71"/>
              <p:cNvGrpSpPr/>
              <p:nvPr/>
            </p:nvGrpSpPr>
            <p:grpSpPr>
              <a:xfrm flipH="1">
                <a:off x="7244107" y="1794624"/>
                <a:ext cx="511915" cy="3733792"/>
                <a:chOff x="3717956" y="1794624"/>
                <a:chExt cx="511915" cy="3733792"/>
              </a:xfrm>
            </p:grpSpPr>
            <p:cxnSp>
              <p:nvCxnSpPr>
                <p:cNvPr id="1110" name="Google Shape;1110;p71"/>
                <p:cNvCxnSpPr/>
                <p:nvPr/>
              </p:nvCxnSpPr>
              <p:spPr>
                <a:xfrm rot="10800000" flipH="1">
                  <a:off x="3717956" y="1794624"/>
                  <a:ext cx="511915" cy="192272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11" name="Google Shape;1111;p71"/>
                <p:cNvCxnSpPr/>
                <p:nvPr/>
              </p:nvCxnSpPr>
              <p:spPr>
                <a:xfrm>
                  <a:off x="3717956" y="3717344"/>
                  <a:ext cx="511915" cy="1811072"/>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12" name="Google Shape;1112;p71"/>
                <p:cNvCxnSpPr/>
                <p:nvPr/>
              </p:nvCxnSpPr>
              <p:spPr>
                <a:xfrm rot="10800000" flipH="1">
                  <a:off x="3717956" y="3039221"/>
                  <a:ext cx="511915" cy="678123"/>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13" name="Google Shape;1113;p71"/>
                <p:cNvCxnSpPr/>
                <p:nvPr/>
              </p:nvCxnSpPr>
              <p:spPr>
                <a:xfrm>
                  <a:off x="3717956" y="3717344"/>
                  <a:ext cx="511915" cy="566474"/>
                </a:xfrm>
                <a:prstGeom prst="bentConnector3">
                  <a:avLst>
                    <a:gd name="adj1" fmla="val 50000"/>
                  </a:avLst>
                </a:prstGeom>
                <a:noFill/>
                <a:ln w="9525" cap="flat" cmpd="sng">
                  <a:solidFill>
                    <a:srgbClr val="222A35"/>
                  </a:solidFill>
                  <a:prstDash val="solid"/>
                  <a:round/>
                  <a:headEnd type="none" w="sm" len="sm"/>
                  <a:tailEnd type="triangle" w="med" len="med"/>
                </a:ln>
              </p:spPr>
            </p:cxnSp>
          </p:grpSp>
          <p:sp>
            <p:nvSpPr>
              <p:cNvPr id="1114" name="Google Shape;1114;p71"/>
              <p:cNvSpPr txBox="1"/>
              <p:nvPr/>
            </p:nvSpPr>
            <p:spPr>
              <a:xfrm>
                <a:off x="1954168" y="3251245"/>
                <a:ext cx="1730521" cy="307736"/>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ResourceManager</a:t>
                </a:r>
                <a:endParaRPr sz="1050" b="0" i="0" u="none" strike="noStrike" cap="none">
                  <a:solidFill>
                    <a:schemeClr val="dk1"/>
                  </a:solidFill>
                  <a:latin typeface="Open Sans"/>
                  <a:ea typeface="Open Sans"/>
                  <a:cs typeface="Open Sans"/>
                  <a:sym typeface="Open Sans"/>
                </a:endParaRPr>
              </a:p>
            </p:txBody>
          </p:sp>
        </p:grpSp>
        <p:pic>
          <p:nvPicPr>
            <p:cNvPr id="1115" name="Google Shape;1115;p71"/>
            <p:cNvPicPr preferRelativeResize="0"/>
            <p:nvPr/>
          </p:nvPicPr>
          <p:blipFill rotWithShape="1">
            <a:blip r:embed="rId4">
              <a:alphaModFix/>
            </a:blip>
            <a:srcRect/>
            <a:stretch/>
          </p:blipFill>
          <p:spPr>
            <a:xfrm>
              <a:off x="5805086" y="4157283"/>
              <a:ext cx="1186290" cy="784633"/>
            </a:xfrm>
            <a:prstGeom prst="rect">
              <a:avLst/>
            </a:prstGeom>
            <a:noFill/>
            <a:ln>
              <a:noFill/>
            </a:ln>
          </p:spPr>
        </p:pic>
        <p:cxnSp>
          <p:nvCxnSpPr>
            <p:cNvPr id="1116" name="Google Shape;1116;p71"/>
            <p:cNvCxnSpPr/>
            <p:nvPr/>
          </p:nvCxnSpPr>
          <p:spPr>
            <a:xfrm flipH="1">
              <a:off x="6387656" y="4989780"/>
              <a:ext cx="10575" cy="592583"/>
            </a:xfrm>
            <a:prstGeom prst="straightConnector1">
              <a:avLst/>
            </a:prstGeom>
            <a:noFill/>
            <a:ln w="9525" cap="flat" cmpd="sng">
              <a:solidFill>
                <a:schemeClr val="accent2"/>
              </a:solidFill>
              <a:prstDash val="solid"/>
              <a:round/>
              <a:headEnd type="none" w="sm" len="sm"/>
              <a:tailEnd type="triangle" w="med" len="med"/>
            </a:ln>
          </p:spPr>
        </p:cxnSp>
        <p:sp>
          <p:nvSpPr>
            <p:cNvPr id="1117" name="Google Shape;1117;p71"/>
            <p:cNvSpPr txBox="1"/>
            <p:nvPr/>
          </p:nvSpPr>
          <p:spPr>
            <a:xfrm>
              <a:off x="5992265" y="4295685"/>
              <a:ext cx="647053"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chemeClr val="dk1"/>
                  </a:solidFill>
                  <a:latin typeface="Open Sans"/>
                  <a:ea typeface="Open Sans"/>
                  <a:cs typeface="Open Sans"/>
                  <a:sym typeface="Open Sans"/>
                </a:rPr>
                <a:t>Client</a:t>
              </a:r>
              <a:endParaRPr sz="1350" b="0" i="0" u="none" strike="noStrike" cap="none">
                <a:solidFill>
                  <a:schemeClr val="dk1"/>
                </a:solidFill>
                <a:latin typeface="Calibri"/>
                <a:ea typeface="Calibri"/>
                <a:cs typeface="Calibri"/>
                <a:sym typeface="Calibri"/>
              </a:endParaRPr>
            </a:p>
          </p:txBody>
        </p:sp>
        <p:sp>
          <p:nvSpPr>
            <p:cNvPr id="1118" name="Google Shape;1118;p71"/>
            <p:cNvSpPr/>
            <p:nvPr/>
          </p:nvSpPr>
          <p:spPr>
            <a:xfrm>
              <a:off x="7892796" y="6400948"/>
              <a:ext cx="1019129" cy="345535"/>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r>
                <a:rPr lang="en-US" sz="1125" b="0" i="0" u="none" strike="noStrike" cap="none">
                  <a:solidFill>
                    <a:schemeClr val="dk1"/>
                  </a:solidFill>
                  <a:latin typeface="Open Sans"/>
                  <a:ea typeface="Open Sans"/>
                  <a:cs typeface="Open Sans"/>
                  <a:sym typeface="Open Sans"/>
                </a:rPr>
                <a:t>Application Master</a:t>
              </a:r>
              <a:endParaRPr sz="1350" b="0" i="0" u="none" strike="noStrike" cap="none">
                <a:solidFill>
                  <a:schemeClr val="dk1"/>
                </a:solidFill>
                <a:latin typeface="Calibri"/>
                <a:ea typeface="Calibri"/>
                <a:cs typeface="Calibri"/>
                <a:sym typeface="Calibri"/>
              </a:endParaRPr>
            </a:p>
          </p:txBody>
        </p:sp>
        <p:cxnSp>
          <p:nvCxnSpPr>
            <p:cNvPr id="1119" name="Google Shape;1119;p71"/>
            <p:cNvCxnSpPr/>
            <p:nvPr/>
          </p:nvCxnSpPr>
          <p:spPr>
            <a:xfrm>
              <a:off x="6871363" y="6090232"/>
              <a:ext cx="994672" cy="486000"/>
            </a:xfrm>
            <a:prstGeom prst="bentConnector3">
              <a:avLst>
                <a:gd name="adj1" fmla="val -303529"/>
              </a:avLst>
            </a:prstGeom>
            <a:noFill/>
            <a:ln w="9525" cap="flat" cmpd="sng">
              <a:solidFill>
                <a:schemeClr val="accent2"/>
              </a:solidFill>
              <a:prstDash val="solid"/>
              <a:round/>
              <a:headEnd type="none" w="sm" len="sm"/>
              <a:tailEnd type="triangle" w="med" len="med"/>
            </a:ln>
          </p:spPr>
        </p:cxnSp>
        <p:sp>
          <p:nvSpPr>
            <p:cNvPr id="1120" name="Google Shape;1120;p71"/>
            <p:cNvSpPr txBox="1"/>
            <p:nvPr/>
          </p:nvSpPr>
          <p:spPr>
            <a:xfrm>
              <a:off x="5514999" y="3787853"/>
              <a:ext cx="1689405" cy="2769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chemeClr val="dk1"/>
                  </a:solidFill>
                  <a:latin typeface="Courier New"/>
                  <a:ea typeface="Courier New"/>
                  <a:cs typeface="Courier New"/>
                  <a:sym typeface="Courier New"/>
                </a:rPr>
                <a:t>$ my-Hadoop-app</a:t>
              </a:r>
              <a:endParaRPr sz="1350" b="0" i="0" u="none" strike="noStrike" cap="none">
                <a:solidFill>
                  <a:schemeClr val="dk1"/>
                </a:solidFill>
                <a:latin typeface="Calibri"/>
                <a:ea typeface="Calibri"/>
                <a:cs typeface="Calibri"/>
                <a:sym typeface="Calibri"/>
              </a:endParaRPr>
            </a:p>
          </p:txBody>
        </p:sp>
        <p:sp>
          <p:nvSpPr>
            <p:cNvPr id="1121" name="Google Shape;1121;p71"/>
            <p:cNvSpPr/>
            <p:nvPr/>
          </p:nvSpPr>
          <p:spPr>
            <a:xfrm>
              <a:off x="7383535" y="5503555"/>
              <a:ext cx="687862" cy="212806"/>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endParaRPr sz="1125" b="0" i="0" u="none" strike="noStrike" cap="none">
                <a:solidFill>
                  <a:schemeClr val="dk1"/>
                </a:solidFill>
                <a:latin typeface="Open Sans"/>
                <a:ea typeface="Open Sans"/>
                <a:cs typeface="Open Sans"/>
                <a:sym typeface="Open Sans"/>
              </a:endParaRPr>
            </a:p>
          </p:txBody>
        </p:sp>
        <p:sp>
          <p:nvSpPr>
            <p:cNvPr id="1122" name="Google Shape;1122;p71"/>
            <p:cNvSpPr/>
            <p:nvPr/>
          </p:nvSpPr>
          <p:spPr>
            <a:xfrm>
              <a:off x="7423742" y="4572300"/>
              <a:ext cx="687862" cy="212806"/>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endParaRPr sz="1125" b="0" i="0" u="none" strike="noStrike" cap="none">
                <a:solidFill>
                  <a:schemeClr val="dk1"/>
                </a:solidFill>
                <a:latin typeface="Open Sans"/>
                <a:ea typeface="Open Sans"/>
                <a:cs typeface="Open Sans"/>
                <a:sym typeface="Open Sans"/>
              </a:endParaRPr>
            </a:p>
          </p:txBody>
        </p:sp>
        <p:cxnSp>
          <p:nvCxnSpPr>
            <p:cNvPr id="1123" name="Google Shape;1123;p71"/>
            <p:cNvCxnSpPr>
              <a:endCxn id="1122" idx="1"/>
            </p:cNvCxnSpPr>
            <p:nvPr/>
          </p:nvCxnSpPr>
          <p:spPr>
            <a:xfrm rot="-5400000">
              <a:off x="6333992" y="5486453"/>
              <a:ext cx="1897500" cy="282000"/>
            </a:xfrm>
            <a:prstGeom prst="bentConnector2">
              <a:avLst/>
            </a:prstGeom>
            <a:noFill/>
            <a:ln w="9525" cap="flat" cmpd="sng">
              <a:solidFill>
                <a:schemeClr val="accent2"/>
              </a:solidFill>
              <a:prstDash val="solid"/>
              <a:round/>
              <a:headEnd type="none" w="sm" len="sm"/>
              <a:tailEnd type="triangle" w="med" len="med"/>
            </a:ln>
          </p:spPr>
        </p:cxnSp>
        <p:cxnSp>
          <p:nvCxnSpPr>
            <p:cNvPr id="1124" name="Google Shape;1124;p71"/>
            <p:cNvCxnSpPr/>
            <p:nvPr/>
          </p:nvCxnSpPr>
          <p:spPr>
            <a:xfrm rot="-5400000">
              <a:off x="6774769" y="5976992"/>
              <a:ext cx="966274" cy="232208"/>
            </a:xfrm>
            <a:prstGeom prst="bentConnector2">
              <a:avLst/>
            </a:prstGeom>
            <a:noFill/>
            <a:ln w="9525" cap="flat" cmpd="sng">
              <a:solidFill>
                <a:schemeClr val="accent2"/>
              </a:solidFill>
              <a:prstDash val="solid"/>
              <a:round/>
              <a:headEnd type="none" w="sm" len="sm"/>
              <a:tailEnd type="triangle" w="med" len="med"/>
            </a:ln>
          </p:spPr>
        </p:cxnSp>
        <p:sp>
          <p:nvSpPr>
            <p:cNvPr id="1125" name="Google Shape;1125;p71"/>
            <p:cNvSpPr/>
            <p:nvPr/>
          </p:nvSpPr>
          <p:spPr>
            <a:xfrm>
              <a:off x="7048353" y="6474241"/>
              <a:ext cx="722956" cy="212806"/>
            </a:xfrm>
            <a:prstGeom prst="roundRect">
              <a:avLst>
                <a:gd name="adj" fmla="val 6188"/>
              </a:avLst>
            </a:prstGeom>
            <a:solidFill>
              <a:schemeClr val="lt1"/>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Open Sans"/>
                  <a:ea typeface="Open Sans"/>
                  <a:cs typeface="Open Sans"/>
                  <a:sym typeface="Open Sans"/>
                </a:rPr>
                <a:t>Here are your containers</a:t>
              </a:r>
              <a:endParaRPr sz="700" b="0" i="0" u="none" strike="noStrike" cap="none">
                <a:solidFill>
                  <a:schemeClr val="dk1"/>
                </a:solidFill>
                <a:latin typeface="Calibri"/>
                <a:ea typeface="Calibri"/>
                <a:cs typeface="Calibri"/>
                <a:sym typeface="Calibri"/>
              </a:endParaRPr>
            </a:p>
          </p:txBody>
        </p:sp>
      </p:grpSp>
      <p:sp>
        <p:nvSpPr>
          <p:cNvPr id="1126" name="Google Shape;1126;p71"/>
          <p:cNvSpPr txBox="1"/>
          <p:nvPr/>
        </p:nvSpPr>
        <p:spPr>
          <a:xfrm>
            <a:off x="5981275" y="14822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dirty="0">
                <a:solidFill>
                  <a:srgbClr val="3F3F3F"/>
                </a:solidFill>
                <a:latin typeface="Open Sans"/>
                <a:ea typeface="Open Sans"/>
                <a:cs typeface="Open Sans"/>
                <a:sym typeface="Open Sans"/>
              </a:rPr>
              <a:t>Application Workflow </a:t>
            </a:r>
            <a:endParaRPr dirty="0"/>
          </a:p>
        </p:txBody>
      </p:sp>
      <p:sp>
        <p:nvSpPr>
          <p:cNvPr id="3" name="Brandline_LVC">
            <a:extLst>
              <a:ext uri="{FF2B5EF4-FFF2-40B4-BE49-F238E27FC236}">
                <a16:creationId xmlns:a16="http://schemas.microsoft.com/office/drawing/2014/main" id="{5FC167F1-F2F2-01E6-282F-B3717375CA9D}"/>
              </a:ext>
            </a:extLst>
          </p:cNvPr>
          <p:cNvSpPr/>
          <p:nvPr/>
        </p:nvSpPr>
        <p:spPr>
          <a:xfrm>
            <a:off x="5676900" y="84041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72"/>
          <p:cNvSpPr/>
          <p:nvPr/>
        </p:nvSpPr>
        <p:spPr>
          <a:xfrm>
            <a:off x="2384612" y="2563906"/>
            <a:ext cx="11986951" cy="2796988"/>
          </a:xfrm>
          <a:prstGeom prst="roundRect">
            <a:avLst>
              <a:gd name="adj" fmla="val 16667"/>
            </a:avLst>
          </a:prstGeom>
          <a:noFill/>
          <a:ln w="25400" cap="flat" cmpd="sng">
            <a:solidFill>
              <a:schemeClr val="accent1"/>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134" name="Google Shape;1134;p72"/>
          <p:cNvSpPr txBox="1"/>
          <p:nvPr/>
        </p:nvSpPr>
        <p:spPr>
          <a:xfrm>
            <a:off x="2608335" y="2876780"/>
            <a:ext cx="11488666" cy="214276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15000"/>
              </a:lnSpc>
              <a:spcBef>
                <a:spcPts val="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Following the allocation of a Container, the ApplicationMaster requests that the NodeManager is in charge of the host where the Container was assigned and uses these resources to run an application-specific task. </a:t>
            </a:r>
            <a:endParaRPr/>
          </a:p>
          <a:p>
            <a:pPr marL="285750" marR="0" lvl="0" indent="-28575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Any process developed in any framework, such as a MapReduce task, can be used for this purpose.</a:t>
            </a:r>
            <a:endParaRPr/>
          </a:p>
        </p:txBody>
      </p:sp>
      <p:sp>
        <p:nvSpPr>
          <p:cNvPr id="1135" name="Google Shape;1135;p72"/>
          <p:cNvSpPr txBox="1"/>
          <p:nvPr/>
        </p:nvSpPr>
        <p:spPr>
          <a:xfrm>
            <a:off x="5981275" y="14314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10B24805-C97F-CB48-0B0E-9E7AB499BC0C}"/>
              </a:ext>
            </a:extLst>
          </p:cNvPr>
          <p:cNvSpPr/>
          <p:nvPr/>
        </p:nvSpPr>
        <p:spPr>
          <a:xfrm>
            <a:off x="5676900" y="83533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73"/>
          <p:cNvSpPr/>
          <p:nvPr/>
        </p:nvSpPr>
        <p:spPr>
          <a:xfrm>
            <a:off x="1257152" y="1877928"/>
            <a:ext cx="13741697" cy="1793322"/>
          </a:xfrm>
          <a:prstGeom prst="roundRect">
            <a:avLst>
              <a:gd name="adj" fmla="val 16667"/>
            </a:avLst>
          </a:prstGeom>
          <a:noFill/>
          <a:ln w="25400" cap="flat" cmpd="sng">
            <a:solidFill>
              <a:schemeClr val="accent3"/>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143" name="Google Shape;1143;p73"/>
          <p:cNvSpPr txBox="1"/>
          <p:nvPr/>
        </p:nvSpPr>
        <p:spPr>
          <a:xfrm>
            <a:off x="1584475" y="2114814"/>
            <a:ext cx="13122125" cy="139948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Step 4</a:t>
            </a:r>
            <a:r>
              <a:rPr lang="en-US" sz="2200" b="0" i="0" u="none" strike="noStrike" cap="none">
                <a:solidFill>
                  <a:srgbClr val="3F3F3F"/>
                </a:solidFill>
                <a:latin typeface="Open Sans"/>
                <a:ea typeface="Open Sans"/>
                <a:cs typeface="Open Sans"/>
                <a:sym typeface="Open Sans"/>
              </a:rPr>
              <a:t>: The NodeManager launches the container.</a:t>
            </a:r>
            <a:endParaRPr/>
          </a:p>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The NodeManager does not keep track of tasks; instead, it keeps track of resource utilization in the Containers.</a:t>
            </a:r>
            <a:endParaRPr/>
          </a:p>
        </p:txBody>
      </p:sp>
      <p:grpSp>
        <p:nvGrpSpPr>
          <p:cNvPr id="1144" name="Google Shape;1144;p73"/>
          <p:cNvGrpSpPr/>
          <p:nvPr/>
        </p:nvGrpSpPr>
        <p:grpSpPr>
          <a:xfrm>
            <a:off x="6036392" y="3991969"/>
            <a:ext cx="5421202" cy="3949126"/>
            <a:chOff x="5751912" y="3983517"/>
            <a:chExt cx="5421202" cy="3949126"/>
          </a:xfrm>
        </p:grpSpPr>
        <p:grpSp>
          <p:nvGrpSpPr>
            <p:cNvPr id="1145" name="Google Shape;1145;p73"/>
            <p:cNvGrpSpPr/>
            <p:nvPr/>
          </p:nvGrpSpPr>
          <p:grpSpPr>
            <a:xfrm>
              <a:off x="5751912" y="4383962"/>
              <a:ext cx="5421202" cy="3548681"/>
              <a:chOff x="1897133" y="1295732"/>
              <a:chExt cx="7228268" cy="4731576"/>
            </a:xfrm>
          </p:grpSpPr>
          <p:sp>
            <p:nvSpPr>
              <p:cNvPr id="1146" name="Google Shape;1146;p73"/>
              <p:cNvSpPr txBox="1"/>
              <p:nvPr/>
            </p:nvSpPr>
            <p:spPr>
              <a:xfrm>
                <a:off x="7890768" y="4315103"/>
                <a:ext cx="1234633"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NameNode </a:t>
                </a:r>
                <a:endParaRPr sz="1350" b="0" i="0" u="none" strike="noStrike" cap="none">
                  <a:solidFill>
                    <a:schemeClr val="dk1"/>
                  </a:solidFill>
                  <a:latin typeface="Calibri"/>
                  <a:ea typeface="Calibri"/>
                  <a:cs typeface="Calibri"/>
                  <a:sym typeface="Calibri"/>
                </a:endParaRPr>
              </a:p>
            </p:txBody>
          </p:sp>
          <p:grpSp>
            <p:nvGrpSpPr>
              <p:cNvPr id="1147" name="Google Shape;1147;p73"/>
              <p:cNvGrpSpPr/>
              <p:nvPr/>
            </p:nvGrpSpPr>
            <p:grpSpPr>
              <a:xfrm>
                <a:off x="4229871" y="1295732"/>
                <a:ext cx="3026228" cy="997784"/>
                <a:chOff x="4484914" y="1963389"/>
                <a:chExt cx="3026228" cy="997784"/>
              </a:xfrm>
            </p:grpSpPr>
            <p:sp>
              <p:nvSpPr>
                <p:cNvPr id="1148" name="Google Shape;1148;p73"/>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49" name="Google Shape;1149;p73"/>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150" name="Google Shape;1150;p73"/>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151" name="Google Shape;1151;p73"/>
                <p:cNvSpPr txBox="1"/>
                <p:nvPr/>
              </p:nvSpPr>
              <p:spPr>
                <a:xfrm>
                  <a:off x="6050687" y="2028920"/>
                  <a:ext cx="103611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152" name="Google Shape;1152;p73"/>
              <p:cNvGrpSpPr/>
              <p:nvPr/>
            </p:nvGrpSpPr>
            <p:grpSpPr>
              <a:xfrm>
                <a:off x="4229871" y="2540329"/>
                <a:ext cx="3026228" cy="997784"/>
                <a:chOff x="4484914" y="1963389"/>
                <a:chExt cx="3026228" cy="997784"/>
              </a:xfrm>
            </p:grpSpPr>
            <p:sp>
              <p:nvSpPr>
                <p:cNvPr id="1153" name="Google Shape;1153;p73"/>
                <p:cNvSpPr/>
                <p:nvPr/>
              </p:nvSpPr>
              <p:spPr>
                <a:xfrm>
                  <a:off x="4484914" y="1963389"/>
                  <a:ext cx="2837543" cy="997784"/>
                </a:xfrm>
                <a:prstGeom prst="roundRect">
                  <a:avLst>
                    <a:gd name="adj" fmla="val 462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54" name="Google Shape;1154;p73"/>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155" name="Google Shape;1155;p73"/>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156" name="Google Shape;1156;p73"/>
                <p:cNvSpPr txBox="1"/>
                <p:nvPr/>
              </p:nvSpPr>
              <p:spPr>
                <a:xfrm>
                  <a:off x="5926125" y="2044424"/>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157" name="Google Shape;1157;p73"/>
              <p:cNvGrpSpPr/>
              <p:nvPr/>
            </p:nvGrpSpPr>
            <p:grpSpPr>
              <a:xfrm>
                <a:off x="4229871" y="3784926"/>
                <a:ext cx="3026228" cy="997784"/>
                <a:chOff x="4484914" y="1963389"/>
                <a:chExt cx="3026228" cy="997784"/>
              </a:xfrm>
            </p:grpSpPr>
            <p:sp>
              <p:nvSpPr>
                <p:cNvPr id="1158" name="Google Shape;1158;p73"/>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59" name="Google Shape;1159;p73"/>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160" name="Google Shape;1160;p73"/>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161" name="Google Shape;1161;p73"/>
                <p:cNvSpPr txBox="1"/>
                <p:nvPr/>
              </p:nvSpPr>
              <p:spPr>
                <a:xfrm>
                  <a:off x="6014329" y="2009777"/>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162" name="Google Shape;1162;p73"/>
              <p:cNvGrpSpPr/>
              <p:nvPr/>
            </p:nvGrpSpPr>
            <p:grpSpPr>
              <a:xfrm>
                <a:off x="4229871" y="5029524"/>
                <a:ext cx="3026228" cy="997784"/>
                <a:chOff x="4484914" y="1963389"/>
                <a:chExt cx="3026228" cy="997784"/>
              </a:xfrm>
            </p:grpSpPr>
            <p:sp>
              <p:nvSpPr>
                <p:cNvPr id="1163" name="Google Shape;1163;p73"/>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64" name="Google Shape;1164;p73"/>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165" name="Google Shape;1165;p73"/>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166" name="Google Shape;1166;p73"/>
                <p:cNvSpPr txBox="1"/>
                <p:nvPr/>
              </p:nvSpPr>
              <p:spPr>
                <a:xfrm>
                  <a:off x="6007021" y="2047832"/>
                  <a:ext cx="106164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167" name="Google Shape;1167;p73"/>
              <p:cNvGrpSpPr/>
              <p:nvPr/>
            </p:nvGrpSpPr>
            <p:grpSpPr>
              <a:xfrm>
                <a:off x="7753448" y="3086501"/>
                <a:ext cx="1261686" cy="1261686"/>
                <a:chOff x="7847974" y="3086501"/>
                <a:chExt cx="1261686" cy="1261686"/>
              </a:xfrm>
            </p:grpSpPr>
            <p:sp>
              <p:nvSpPr>
                <p:cNvPr id="1168" name="Google Shape;1168;p73"/>
                <p:cNvSpPr/>
                <p:nvPr/>
              </p:nvSpPr>
              <p:spPr>
                <a:xfrm>
                  <a:off x="7847974" y="3086501"/>
                  <a:ext cx="1261686" cy="1261686"/>
                </a:xfrm>
                <a:prstGeom prst="ellipse">
                  <a:avLst/>
                </a:prstGeom>
                <a:solidFill>
                  <a:schemeClr val="lt1"/>
                </a:solidFill>
                <a:ln w="25400" cap="flat" cmpd="sng">
                  <a:solidFill>
                    <a:srgbClr val="222A3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169" name="Google Shape;1169;p73"/>
                <p:cNvPicPr preferRelativeResize="0"/>
                <p:nvPr/>
              </p:nvPicPr>
              <p:blipFill rotWithShape="1">
                <a:blip r:embed="rId3">
                  <a:alphaModFix/>
                </a:blip>
                <a:srcRect/>
                <a:stretch/>
              </p:blipFill>
              <p:spPr>
                <a:xfrm>
                  <a:off x="8260685" y="3319780"/>
                  <a:ext cx="436266" cy="795128"/>
                </a:xfrm>
                <a:prstGeom prst="rect">
                  <a:avLst/>
                </a:prstGeom>
                <a:noFill/>
                <a:ln>
                  <a:noFill/>
                </a:ln>
              </p:spPr>
            </p:pic>
          </p:grpSp>
          <p:sp>
            <p:nvSpPr>
              <p:cNvPr id="1170" name="Google Shape;1170;p73"/>
              <p:cNvSpPr/>
              <p:nvPr/>
            </p:nvSpPr>
            <p:spPr>
              <a:xfrm>
                <a:off x="1909470" y="3032339"/>
                <a:ext cx="1808487" cy="582480"/>
              </a:xfrm>
              <a:prstGeom prst="roundRect">
                <a:avLst>
                  <a:gd name="adj" fmla="val 6601"/>
                </a:avLst>
              </a:prstGeom>
              <a:solidFill>
                <a:srgbClr val="DDEAF6"/>
              </a:solidFill>
              <a:ln w="25400" cap="flat" cmpd="sng">
                <a:solidFill>
                  <a:srgbClr val="BBD6E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grpSp>
            <p:nvGrpSpPr>
              <p:cNvPr id="1171" name="Google Shape;1171;p73"/>
              <p:cNvGrpSpPr/>
              <p:nvPr/>
            </p:nvGrpSpPr>
            <p:grpSpPr>
              <a:xfrm>
                <a:off x="3718071" y="1794624"/>
                <a:ext cx="511800" cy="3733792"/>
                <a:chOff x="3718071" y="1794624"/>
                <a:chExt cx="511800" cy="3733792"/>
              </a:xfrm>
            </p:grpSpPr>
            <p:cxnSp>
              <p:nvCxnSpPr>
                <p:cNvPr id="1172" name="Google Shape;1172;p73"/>
                <p:cNvCxnSpPr>
                  <a:endCxn id="1148" idx="1"/>
                </p:cNvCxnSpPr>
                <p:nvPr/>
              </p:nvCxnSpPr>
              <p:spPr>
                <a:xfrm rot="-5400000">
                  <a:off x="3012621" y="2500074"/>
                  <a:ext cx="19227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73" name="Google Shape;1173;p73"/>
                <p:cNvCxnSpPr>
                  <a:endCxn id="1163" idx="1"/>
                </p:cNvCxnSpPr>
                <p:nvPr/>
              </p:nvCxnSpPr>
              <p:spPr>
                <a:xfrm rot="-5400000" flipH="1">
                  <a:off x="3068421" y="4366966"/>
                  <a:ext cx="18111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74" name="Google Shape;1174;p73"/>
                <p:cNvCxnSpPr>
                  <a:endCxn id="1153" idx="1"/>
                </p:cNvCxnSpPr>
                <p:nvPr/>
              </p:nvCxnSpPr>
              <p:spPr>
                <a:xfrm rot="-5400000">
                  <a:off x="3634971" y="3122321"/>
                  <a:ext cx="6780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75" name="Google Shape;1175;p73"/>
                <p:cNvCxnSpPr>
                  <a:endCxn id="1158" idx="1"/>
                </p:cNvCxnSpPr>
                <p:nvPr/>
              </p:nvCxnSpPr>
              <p:spPr>
                <a:xfrm rot="-5400000" flipH="1">
                  <a:off x="3690771" y="3744718"/>
                  <a:ext cx="566400" cy="511800"/>
                </a:xfrm>
                <a:prstGeom prst="bentConnector3">
                  <a:avLst>
                    <a:gd name="adj1" fmla="val 50000"/>
                  </a:avLst>
                </a:prstGeom>
                <a:noFill/>
                <a:ln w="9525" cap="flat" cmpd="sng">
                  <a:solidFill>
                    <a:srgbClr val="222A35"/>
                  </a:solidFill>
                  <a:prstDash val="solid"/>
                  <a:round/>
                  <a:headEnd type="none" w="sm" len="sm"/>
                  <a:tailEnd type="triangle" w="med" len="med"/>
                </a:ln>
              </p:spPr>
            </p:cxnSp>
          </p:grpSp>
          <p:grpSp>
            <p:nvGrpSpPr>
              <p:cNvPr id="1176" name="Google Shape;1176;p73"/>
              <p:cNvGrpSpPr/>
              <p:nvPr/>
            </p:nvGrpSpPr>
            <p:grpSpPr>
              <a:xfrm flipH="1">
                <a:off x="7244107" y="1794624"/>
                <a:ext cx="511915" cy="3733792"/>
                <a:chOff x="3717956" y="1794624"/>
                <a:chExt cx="511915" cy="3733792"/>
              </a:xfrm>
            </p:grpSpPr>
            <p:cxnSp>
              <p:nvCxnSpPr>
                <p:cNvPr id="1177" name="Google Shape;1177;p73"/>
                <p:cNvCxnSpPr/>
                <p:nvPr/>
              </p:nvCxnSpPr>
              <p:spPr>
                <a:xfrm rot="10800000" flipH="1">
                  <a:off x="3717956" y="1794624"/>
                  <a:ext cx="511915" cy="192272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78" name="Google Shape;1178;p73"/>
                <p:cNvCxnSpPr/>
                <p:nvPr/>
              </p:nvCxnSpPr>
              <p:spPr>
                <a:xfrm>
                  <a:off x="3717956" y="3717344"/>
                  <a:ext cx="511915" cy="1811072"/>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79" name="Google Shape;1179;p73"/>
                <p:cNvCxnSpPr/>
                <p:nvPr/>
              </p:nvCxnSpPr>
              <p:spPr>
                <a:xfrm rot="10800000" flipH="1">
                  <a:off x="3717956" y="3039221"/>
                  <a:ext cx="511915" cy="678123"/>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180" name="Google Shape;1180;p73"/>
                <p:cNvCxnSpPr/>
                <p:nvPr/>
              </p:nvCxnSpPr>
              <p:spPr>
                <a:xfrm>
                  <a:off x="3717956" y="3717344"/>
                  <a:ext cx="511915" cy="566474"/>
                </a:xfrm>
                <a:prstGeom prst="bentConnector3">
                  <a:avLst>
                    <a:gd name="adj1" fmla="val 50000"/>
                  </a:avLst>
                </a:prstGeom>
                <a:noFill/>
                <a:ln w="9525" cap="flat" cmpd="sng">
                  <a:solidFill>
                    <a:srgbClr val="222A35"/>
                  </a:solidFill>
                  <a:prstDash val="solid"/>
                  <a:round/>
                  <a:headEnd type="none" w="sm" len="sm"/>
                  <a:tailEnd type="triangle" w="med" len="med"/>
                </a:ln>
              </p:spPr>
            </p:cxnSp>
          </p:grpSp>
          <p:sp>
            <p:nvSpPr>
              <p:cNvPr id="1181" name="Google Shape;1181;p73"/>
              <p:cNvSpPr txBox="1"/>
              <p:nvPr/>
            </p:nvSpPr>
            <p:spPr>
              <a:xfrm>
                <a:off x="1897133" y="3155959"/>
                <a:ext cx="1820823" cy="307736"/>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ResourceManager</a:t>
                </a:r>
                <a:endParaRPr sz="1050" b="0" i="0" u="none" strike="noStrike" cap="none">
                  <a:solidFill>
                    <a:schemeClr val="dk1"/>
                  </a:solidFill>
                  <a:latin typeface="Open Sans"/>
                  <a:ea typeface="Open Sans"/>
                  <a:cs typeface="Open Sans"/>
                  <a:sym typeface="Open Sans"/>
                </a:endParaRPr>
              </a:p>
            </p:txBody>
          </p:sp>
        </p:grpSp>
        <p:pic>
          <p:nvPicPr>
            <p:cNvPr id="1182" name="Google Shape;1182;p73"/>
            <p:cNvPicPr preferRelativeResize="0"/>
            <p:nvPr/>
          </p:nvPicPr>
          <p:blipFill rotWithShape="1">
            <a:blip r:embed="rId4">
              <a:alphaModFix/>
            </a:blip>
            <a:srcRect/>
            <a:stretch/>
          </p:blipFill>
          <p:spPr>
            <a:xfrm>
              <a:off x="6051252" y="4352947"/>
              <a:ext cx="1186290" cy="784633"/>
            </a:xfrm>
            <a:prstGeom prst="rect">
              <a:avLst/>
            </a:prstGeom>
            <a:noFill/>
            <a:ln>
              <a:noFill/>
            </a:ln>
          </p:spPr>
        </p:pic>
        <p:cxnSp>
          <p:nvCxnSpPr>
            <p:cNvPr id="1183" name="Google Shape;1183;p73"/>
            <p:cNvCxnSpPr/>
            <p:nvPr/>
          </p:nvCxnSpPr>
          <p:spPr>
            <a:xfrm>
              <a:off x="6644397" y="5145397"/>
              <a:ext cx="0" cy="554219"/>
            </a:xfrm>
            <a:prstGeom prst="straightConnector1">
              <a:avLst/>
            </a:prstGeom>
            <a:noFill/>
            <a:ln w="9525" cap="flat" cmpd="sng">
              <a:solidFill>
                <a:schemeClr val="accent2"/>
              </a:solidFill>
              <a:prstDash val="solid"/>
              <a:round/>
              <a:headEnd type="none" w="sm" len="sm"/>
              <a:tailEnd type="triangle" w="med" len="med"/>
            </a:ln>
          </p:spPr>
        </p:cxnSp>
        <p:sp>
          <p:nvSpPr>
            <p:cNvPr id="1184" name="Google Shape;1184;p73"/>
            <p:cNvSpPr txBox="1"/>
            <p:nvPr/>
          </p:nvSpPr>
          <p:spPr>
            <a:xfrm>
              <a:off x="6238431" y="4491349"/>
              <a:ext cx="647053"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chemeClr val="dk1"/>
                  </a:solidFill>
                  <a:latin typeface="Open Sans"/>
                  <a:ea typeface="Open Sans"/>
                  <a:cs typeface="Open Sans"/>
                  <a:sym typeface="Open Sans"/>
                </a:rPr>
                <a:t>Client</a:t>
              </a:r>
              <a:endParaRPr sz="1350" b="0" i="0" u="none" strike="noStrike" cap="none">
                <a:solidFill>
                  <a:schemeClr val="dk1"/>
                </a:solidFill>
                <a:latin typeface="Calibri"/>
                <a:ea typeface="Calibri"/>
                <a:cs typeface="Calibri"/>
                <a:sym typeface="Calibri"/>
              </a:endParaRPr>
            </a:p>
          </p:txBody>
        </p:sp>
        <p:sp>
          <p:nvSpPr>
            <p:cNvPr id="1185" name="Google Shape;1185;p73"/>
            <p:cNvSpPr/>
            <p:nvPr/>
          </p:nvSpPr>
          <p:spPr>
            <a:xfrm>
              <a:off x="8138962" y="6596612"/>
              <a:ext cx="1019129" cy="345535"/>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r>
                <a:rPr lang="en-US" sz="1125" b="0" i="0" u="none" strike="noStrike" cap="none">
                  <a:solidFill>
                    <a:schemeClr val="dk1"/>
                  </a:solidFill>
                  <a:latin typeface="Open Sans"/>
                  <a:ea typeface="Open Sans"/>
                  <a:cs typeface="Open Sans"/>
                  <a:sym typeface="Open Sans"/>
                </a:rPr>
                <a:t>Application Master</a:t>
              </a:r>
              <a:endParaRPr sz="1350" b="0" i="0" u="none" strike="noStrike" cap="none">
                <a:solidFill>
                  <a:schemeClr val="dk1"/>
                </a:solidFill>
                <a:latin typeface="Calibri"/>
                <a:ea typeface="Calibri"/>
                <a:cs typeface="Calibri"/>
                <a:sym typeface="Calibri"/>
              </a:endParaRPr>
            </a:p>
          </p:txBody>
        </p:sp>
        <p:cxnSp>
          <p:nvCxnSpPr>
            <p:cNvPr id="1186" name="Google Shape;1186;p73"/>
            <p:cNvCxnSpPr/>
            <p:nvPr/>
          </p:nvCxnSpPr>
          <p:spPr>
            <a:xfrm>
              <a:off x="7117529" y="6285896"/>
              <a:ext cx="994673" cy="486000"/>
            </a:xfrm>
            <a:prstGeom prst="bentConnector3">
              <a:avLst>
                <a:gd name="adj1" fmla="val -305412"/>
              </a:avLst>
            </a:prstGeom>
            <a:noFill/>
            <a:ln w="9525" cap="flat" cmpd="sng">
              <a:solidFill>
                <a:schemeClr val="accent2"/>
              </a:solidFill>
              <a:prstDash val="solid"/>
              <a:round/>
              <a:headEnd type="none" w="sm" len="sm"/>
              <a:tailEnd type="triangle" w="med" len="med"/>
            </a:ln>
          </p:spPr>
        </p:cxnSp>
        <p:sp>
          <p:nvSpPr>
            <p:cNvPr id="1187" name="Google Shape;1187;p73"/>
            <p:cNvSpPr txBox="1"/>
            <p:nvPr/>
          </p:nvSpPr>
          <p:spPr>
            <a:xfrm>
              <a:off x="5761165" y="3983517"/>
              <a:ext cx="1689405" cy="2769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chemeClr val="dk1"/>
                  </a:solidFill>
                  <a:latin typeface="Courier New"/>
                  <a:ea typeface="Courier New"/>
                  <a:cs typeface="Courier New"/>
                  <a:sym typeface="Courier New"/>
                </a:rPr>
                <a:t>$ my-Hadoop-app</a:t>
              </a:r>
              <a:endParaRPr sz="1350" b="0" i="0" u="none" strike="noStrike" cap="none">
                <a:solidFill>
                  <a:schemeClr val="dk1"/>
                </a:solidFill>
                <a:latin typeface="Calibri"/>
                <a:ea typeface="Calibri"/>
                <a:cs typeface="Calibri"/>
                <a:sym typeface="Calibri"/>
              </a:endParaRPr>
            </a:p>
          </p:txBody>
        </p:sp>
        <p:sp>
          <p:nvSpPr>
            <p:cNvPr id="1188" name="Google Shape;1188;p73"/>
            <p:cNvSpPr/>
            <p:nvPr/>
          </p:nvSpPr>
          <p:spPr>
            <a:xfrm>
              <a:off x="7629701" y="5699219"/>
              <a:ext cx="687862" cy="212806"/>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endParaRPr sz="1125" b="0" i="0" u="none" strike="noStrike" cap="none">
                <a:solidFill>
                  <a:schemeClr val="dk1"/>
                </a:solidFill>
                <a:latin typeface="Open Sans"/>
                <a:ea typeface="Open Sans"/>
                <a:cs typeface="Open Sans"/>
                <a:sym typeface="Open Sans"/>
              </a:endParaRPr>
            </a:p>
          </p:txBody>
        </p:sp>
        <p:sp>
          <p:nvSpPr>
            <p:cNvPr id="1189" name="Google Shape;1189;p73"/>
            <p:cNvSpPr/>
            <p:nvPr/>
          </p:nvSpPr>
          <p:spPr>
            <a:xfrm>
              <a:off x="7669908" y="4767964"/>
              <a:ext cx="687862" cy="212806"/>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endParaRPr sz="1125" b="0" i="0" u="none" strike="noStrike" cap="none">
                <a:solidFill>
                  <a:schemeClr val="dk1"/>
                </a:solidFill>
                <a:latin typeface="Open Sans"/>
                <a:ea typeface="Open Sans"/>
                <a:cs typeface="Open Sans"/>
                <a:sym typeface="Open Sans"/>
              </a:endParaRPr>
            </a:p>
          </p:txBody>
        </p:sp>
        <p:cxnSp>
          <p:nvCxnSpPr>
            <p:cNvPr id="1190" name="Google Shape;1190;p73"/>
            <p:cNvCxnSpPr>
              <a:stCxn id="1185" idx="0"/>
              <a:endCxn id="1189" idx="3"/>
            </p:cNvCxnSpPr>
            <p:nvPr/>
          </p:nvCxnSpPr>
          <p:spPr>
            <a:xfrm rot="5400000" flipH="1">
              <a:off x="7642027" y="5590112"/>
              <a:ext cx="1722300" cy="290700"/>
            </a:xfrm>
            <a:prstGeom prst="bentConnector2">
              <a:avLst/>
            </a:prstGeom>
            <a:noFill/>
            <a:ln w="9525" cap="flat" cmpd="sng">
              <a:solidFill>
                <a:schemeClr val="accent2"/>
              </a:solidFill>
              <a:prstDash val="solid"/>
              <a:round/>
              <a:headEnd type="none" w="sm" len="sm"/>
              <a:tailEnd type="triangle" w="med" len="med"/>
            </a:ln>
          </p:spPr>
        </p:cxnSp>
        <p:sp>
          <p:nvSpPr>
            <p:cNvPr id="1191" name="Google Shape;1191;p73"/>
            <p:cNvSpPr/>
            <p:nvPr/>
          </p:nvSpPr>
          <p:spPr>
            <a:xfrm>
              <a:off x="7291790" y="6669905"/>
              <a:ext cx="747545" cy="212806"/>
            </a:xfrm>
            <a:prstGeom prst="roundRect">
              <a:avLst>
                <a:gd name="adj" fmla="val 6188"/>
              </a:avLst>
            </a:prstGeom>
            <a:solidFill>
              <a:schemeClr val="lt1"/>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chemeClr val="dk1"/>
                  </a:solidFill>
                  <a:latin typeface="Open Sans"/>
                  <a:ea typeface="Open Sans"/>
                  <a:cs typeface="Open Sans"/>
                  <a:sym typeface="Open Sans"/>
                </a:rPr>
                <a:t>Here are your containers</a:t>
              </a:r>
              <a:endParaRPr sz="700" b="0" i="0" u="none" strike="noStrike" cap="none">
                <a:solidFill>
                  <a:schemeClr val="dk1"/>
                </a:solidFill>
                <a:latin typeface="Calibri"/>
                <a:ea typeface="Calibri"/>
                <a:cs typeface="Calibri"/>
                <a:sym typeface="Calibri"/>
              </a:endParaRPr>
            </a:p>
          </p:txBody>
        </p:sp>
        <p:cxnSp>
          <p:nvCxnSpPr>
            <p:cNvPr id="1192" name="Google Shape;1192;p73"/>
            <p:cNvCxnSpPr>
              <a:endCxn id="1188" idx="3"/>
            </p:cNvCxnSpPr>
            <p:nvPr/>
          </p:nvCxnSpPr>
          <p:spPr>
            <a:xfrm rot="5400000" flipH="1">
              <a:off x="8087463" y="6035722"/>
              <a:ext cx="791100" cy="330900"/>
            </a:xfrm>
            <a:prstGeom prst="bentConnector2">
              <a:avLst/>
            </a:prstGeom>
            <a:noFill/>
            <a:ln w="9525" cap="flat" cmpd="sng">
              <a:solidFill>
                <a:schemeClr val="accent2"/>
              </a:solidFill>
              <a:prstDash val="solid"/>
              <a:round/>
              <a:headEnd type="none" w="sm" len="sm"/>
              <a:tailEnd type="triangle" w="med" len="med"/>
            </a:ln>
          </p:spPr>
        </p:cxnSp>
      </p:grpSp>
      <p:sp>
        <p:nvSpPr>
          <p:cNvPr id="1193" name="Google Shape;1193;p73"/>
          <p:cNvSpPr txBox="1"/>
          <p:nvPr/>
        </p:nvSpPr>
        <p:spPr>
          <a:xfrm>
            <a:off x="5981275" y="14314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318E7E0C-4282-75FA-FFA2-835EE65648E7}"/>
              </a:ext>
            </a:extLst>
          </p:cNvPr>
          <p:cNvSpPr/>
          <p:nvPr/>
        </p:nvSpPr>
        <p:spPr>
          <a:xfrm>
            <a:off x="5676900" y="83533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74"/>
          <p:cNvSpPr/>
          <p:nvPr/>
        </p:nvSpPr>
        <p:spPr>
          <a:xfrm>
            <a:off x="1342508" y="2779058"/>
            <a:ext cx="13644282" cy="2707341"/>
          </a:xfrm>
          <a:prstGeom prst="roundRect">
            <a:avLst>
              <a:gd name="adj" fmla="val 16667"/>
            </a:avLst>
          </a:prstGeom>
          <a:noFill/>
          <a:ln w="25400" cap="flat" cmpd="sng">
            <a:solidFill>
              <a:schemeClr val="accent3"/>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201" name="Google Shape;1201;p74"/>
          <p:cNvSpPr txBox="1"/>
          <p:nvPr/>
        </p:nvSpPr>
        <p:spPr>
          <a:xfrm>
            <a:off x="1613647" y="2950656"/>
            <a:ext cx="12923960" cy="229546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15000"/>
              </a:lnSpc>
              <a:spcBef>
                <a:spcPts val="0"/>
              </a:spcBef>
              <a:spcAft>
                <a:spcPts val="0"/>
              </a:spcAft>
              <a:buClr>
                <a:srgbClr val="3F3F3F"/>
              </a:buClr>
              <a:buSzPts val="3080"/>
              <a:buFont typeface="Arial"/>
              <a:buChar char="•"/>
            </a:pPr>
            <a:r>
              <a:rPr lang="en-US" sz="2200" dirty="0">
                <a:solidFill>
                  <a:srgbClr val="3F3F3F"/>
                </a:solidFill>
                <a:latin typeface="Open Sans"/>
                <a:ea typeface="Open Sans"/>
                <a:cs typeface="Open Sans"/>
                <a:sym typeface="Open Sans"/>
              </a:rPr>
              <a:t>I</a:t>
            </a:r>
            <a:r>
              <a:rPr lang="en-US" sz="2200" b="0" i="0" u="none" strike="noStrike" cap="none" dirty="0">
                <a:solidFill>
                  <a:srgbClr val="3F3F3F"/>
                </a:solidFill>
                <a:latin typeface="Open Sans"/>
                <a:ea typeface="Open Sans"/>
                <a:cs typeface="Open Sans"/>
                <a:sym typeface="Open Sans"/>
              </a:rPr>
              <a:t>f a Container consumes more memory than it was assigned, it will be removed.</a:t>
            </a:r>
            <a:endParaRPr dirty="0"/>
          </a:p>
          <a:p>
            <a:pPr marL="285750" marR="0" lvl="0" indent="-28575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negotiates Containers during its life to launch all the tasks required to accomplish its application. </a:t>
            </a:r>
            <a:endParaRPr dirty="0"/>
          </a:p>
          <a:p>
            <a:pPr marL="285750" marR="0" lvl="0" indent="-28575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It also keeps track of applications and the task's progress, restarts unsuccessful tasks in freshly requested Containers, and updates the client who applied its progress.</a:t>
            </a:r>
            <a:endParaRPr sz="2200" b="0" i="0" u="none" strike="noStrike" cap="none" dirty="0">
              <a:solidFill>
                <a:srgbClr val="3F3F3F"/>
              </a:solidFill>
              <a:latin typeface="Open Sans"/>
              <a:ea typeface="Open Sans"/>
              <a:cs typeface="Open Sans"/>
              <a:sym typeface="Open Sans"/>
            </a:endParaRPr>
          </a:p>
        </p:txBody>
      </p:sp>
      <p:sp>
        <p:nvSpPr>
          <p:cNvPr id="1202" name="Google Shape;1202;p74"/>
          <p:cNvSpPr txBox="1"/>
          <p:nvPr/>
        </p:nvSpPr>
        <p:spPr>
          <a:xfrm>
            <a:off x="5981275" y="14314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92809022-0E1E-7C71-12F3-585697F57D86}"/>
              </a:ext>
            </a:extLst>
          </p:cNvPr>
          <p:cNvSpPr/>
          <p:nvPr/>
        </p:nvSpPr>
        <p:spPr>
          <a:xfrm>
            <a:off x="5676900" y="83533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75"/>
          <p:cNvSpPr/>
          <p:nvPr/>
        </p:nvSpPr>
        <p:spPr>
          <a:xfrm>
            <a:off x="1196388" y="1810987"/>
            <a:ext cx="14304237" cy="1147382"/>
          </a:xfrm>
          <a:prstGeom prst="roundRect">
            <a:avLst>
              <a:gd name="adj" fmla="val 16667"/>
            </a:avLst>
          </a:prstGeom>
          <a:noFill/>
          <a:ln w="25400" cap="flat" cmpd="sng">
            <a:solidFill>
              <a:schemeClr val="accent4"/>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210" name="Google Shape;1210;p75"/>
          <p:cNvSpPr txBox="1"/>
          <p:nvPr/>
        </p:nvSpPr>
        <p:spPr>
          <a:xfrm>
            <a:off x="1481635" y="1899073"/>
            <a:ext cx="13577977" cy="101014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Step 5</a:t>
            </a:r>
            <a:r>
              <a:rPr lang="en-US" sz="2200" b="0" i="0" u="none" strike="noStrike" cap="none">
                <a:solidFill>
                  <a:srgbClr val="3F3F3F"/>
                </a:solidFill>
                <a:latin typeface="Open Sans"/>
                <a:ea typeface="Open Sans"/>
                <a:cs typeface="Open Sans"/>
                <a:sym typeface="Open Sans"/>
              </a:rPr>
              <a:t>: The Container executes the ApplicationMaster.</a:t>
            </a:r>
            <a:endParaRPr/>
          </a:p>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The ApplicationMaster closes itself and releases its Container after the application is completed.</a:t>
            </a:r>
            <a:endParaRPr/>
          </a:p>
        </p:txBody>
      </p:sp>
      <p:grpSp>
        <p:nvGrpSpPr>
          <p:cNvPr id="1211" name="Google Shape;1211;p75"/>
          <p:cNvGrpSpPr/>
          <p:nvPr/>
        </p:nvGrpSpPr>
        <p:grpSpPr>
          <a:xfrm>
            <a:off x="5642532" y="3568908"/>
            <a:ext cx="5411949" cy="3949126"/>
            <a:chOff x="5642532" y="3568908"/>
            <a:chExt cx="5411949" cy="3949126"/>
          </a:xfrm>
        </p:grpSpPr>
        <p:grpSp>
          <p:nvGrpSpPr>
            <p:cNvPr id="1212" name="Google Shape;1212;p75"/>
            <p:cNvGrpSpPr/>
            <p:nvPr/>
          </p:nvGrpSpPr>
          <p:grpSpPr>
            <a:xfrm>
              <a:off x="5642532" y="3969353"/>
              <a:ext cx="5411949" cy="3548681"/>
              <a:chOff x="1909470" y="1295732"/>
              <a:chExt cx="7215931" cy="4731576"/>
            </a:xfrm>
          </p:grpSpPr>
          <p:sp>
            <p:nvSpPr>
              <p:cNvPr id="1213" name="Google Shape;1213;p75"/>
              <p:cNvSpPr txBox="1"/>
              <p:nvPr/>
            </p:nvSpPr>
            <p:spPr>
              <a:xfrm>
                <a:off x="7890768" y="4315103"/>
                <a:ext cx="1234633"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NameNode </a:t>
                </a:r>
                <a:endParaRPr sz="1350" b="0" i="0" u="none" strike="noStrike" cap="none">
                  <a:solidFill>
                    <a:schemeClr val="dk1"/>
                  </a:solidFill>
                  <a:latin typeface="Calibri"/>
                  <a:ea typeface="Calibri"/>
                  <a:cs typeface="Calibri"/>
                  <a:sym typeface="Calibri"/>
                </a:endParaRPr>
              </a:p>
            </p:txBody>
          </p:sp>
          <p:grpSp>
            <p:nvGrpSpPr>
              <p:cNvPr id="1214" name="Google Shape;1214;p75"/>
              <p:cNvGrpSpPr/>
              <p:nvPr/>
            </p:nvGrpSpPr>
            <p:grpSpPr>
              <a:xfrm>
                <a:off x="4229871" y="1295732"/>
                <a:ext cx="3026228" cy="997784"/>
                <a:chOff x="4484914" y="1963389"/>
                <a:chExt cx="3026228" cy="997784"/>
              </a:xfrm>
            </p:grpSpPr>
            <p:sp>
              <p:nvSpPr>
                <p:cNvPr id="1215" name="Google Shape;1215;p75"/>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216" name="Google Shape;1216;p75"/>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217" name="Google Shape;1217;p75"/>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218" name="Google Shape;1218;p75"/>
                <p:cNvSpPr txBox="1"/>
                <p:nvPr/>
              </p:nvSpPr>
              <p:spPr>
                <a:xfrm>
                  <a:off x="6050687" y="2028920"/>
                  <a:ext cx="103611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219" name="Google Shape;1219;p75"/>
              <p:cNvGrpSpPr/>
              <p:nvPr/>
            </p:nvGrpSpPr>
            <p:grpSpPr>
              <a:xfrm>
                <a:off x="4229871" y="2540329"/>
                <a:ext cx="3026228" cy="997784"/>
                <a:chOff x="4484914" y="1963389"/>
                <a:chExt cx="3026228" cy="997784"/>
              </a:xfrm>
            </p:grpSpPr>
            <p:sp>
              <p:nvSpPr>
                <p:cNvPr id="1220" name="Google Shape;1220;p75"/>
                <p:cNvSpPr/>
                <p:nvPr/>
              </p:nvSpPr>
              <p:spPr>
                <a:xfrm>
                  <a:off x="4484914" y="1963389"/>
                  <a:ext cx="2837543" cy="997784"/>
                </a:xfrm>
                <a:prstGeom prst="roundRect">
                  <a:avLst>
                    <a:gd name="adj" fmla="val 462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221" name="Google Shape;1221;p75"/>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222" name="Google Shape;1222;p75"/>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223" name="Google Shape;1223;p75"/>
                <p:cNvSpPr txBox="1"/>
                <p:nvPr/>
              </p:nvSpPr>
              <p:spPr>
                <a:xfrm>
                  <a:off x="5926125" y="2044424"/>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224" name="Google Shape;1224;p75"/>
              <p:cNvGrpSpPr/>
              <p:nvPr/>
            </p:nvGrpSpPr>
            <p:grpSpPr>
              <a:xfrm>
                <a:off x="4229871" y="3784926"/>
                <a:ext cx="3026228" cy="997784"/>
                <a:chOff x="4484914" y="1963389"/>
                <a:chExt cx="3026228" cy="997784"/>
              </a:xfrm>
            </p:grpSpPr>
            <p:sp>
              <p:nvSpPr>
                <p:cNvPr id="1225" name="Google Shape;1225;p75"/>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226" name="Google Shape;1226;p75"/>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227" name="Google Shape;1227;p75"/>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228" name="Google Shape;1228;p75"/>
                <p:cNvSpPr txBox="1"/>
                <p:nvPr/>
              </p:nvSpPr>
              <p:spPr>
                <a:xfrm>
                  <a:off x="6014329" y="2009777"/>
                  <a:ext cx="1151711"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229" name="Google Shape;1229;p75"/>
              <p:cNvGrpSpPr/>
              <p:nvPr/>
            </p:nvGrpSpPr>
            <p:grpSpPr>
              <a:xfrm>
                <a:off x="4229871" y="5029524"/>
                <a:ext cx="3026228" cy="997784"/>
                <a:chOff x="4484914" y="1963389"/>
                <a:chExt cx="3026228" cy="997784"/>
              </a:xfrm>
            </p:grpSpPr>
            <p:sp>
              <p:nvSpPr>
                <p:cNvPr id="1230" name="Google Shape;1230;p75"/>
                <p:cNvSpPr/>
                <p:nvPr/>
              </p:nvSpPr>
              <p:spPr>
                <a:xfrm>
                  <a:off x="4484914" y="1963389"/>
                  <a:ext cx="2837543" cy="997784"/>
                </a:xfrm>
                <a:prstGeom prst="roundRect">
                  <a:avLst>
                    <a:gd name="adj" fmla="val 5510"/>
                  </a:avLst>
                </a:prstGeom>
                <a:solidFill>
                  <a:srgbClr val="F3F3F3"/>
                </a:solidFill>
                <a:ln w="12700" cap="flat" cmpd="sng">
                  <a:solidFill>
                    <a:srgbClr val="A5A5A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231" name="Google Shape;1231;p75"/>
                <p:cNvPicPr preferRelativeResize="0"/>
                <p:nvPr/>
              </p:nvPicPr>
              <p:blipFill rotWithShape="1">
                <a:blip r:embed="rId3">
                  <a:alphaModFix/>
                </a:blip>
                <a:srcRect/>
                <a:stretch/>
              </p:blipFill>
              <p:spPr>
                <a:xfrm>
                  <a:off x="7133771" y="2122945"/>
                  <a:ext cx="377371" cy="687789"/>
                </a:xfrm>
                <a:prstGeom prst="rect">
                  <a:avLst/>
                </a:prstGeom>
                <a:noFill/>
                <a:ln>
                  <a:noFill/>
                </a:ln>
              </p:spPr>
            </p:pic>
            <p:sp>
              <p:nvSpPr>
                <p:cNvPr id="1232" name="Google Shape;1232;p75"/>
                <p:cNvSpPr txBox="1"/>
                <p:nvPr/>
              </p:nvSpPr>
              <p:spPr>
                <a:xfrm>
                  <a:off x="4584129" y="2013032"/>
                  <a:ext cx="1430200" cy="3077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NodeManager</a:t>
                  </a:r>
                  <a:endParaRPr sz="1050" b="0" i="0" u="none" strike="noStrike" cap="none">
                    <a:solidFill>
                      <a:schemeClr val="dk1"/>
                    </a:solidFill>
                    <a:latin typeface="Open Sans"/>
                    <a:ea typeface="Open Sans"/>
                    <a:cs typeface="Open Sans"/>
                    <a:sym typeface="Open Sans"/>
                  </a:endParaRPr>
                </a:p>
              </p:txBody>
            </p:sp>
            <p:sp>
              <p:nvSpPr>
                <p:cNvPr id="1233" name="Google Shape;1233;p75"/>
                <p:cNvSpPr txBox="1"/>
                <p:nvPr/>
              </p:nvSpPr>
              <p:spPr>
                <a:xfrm>
                  <a:off x="6007021" y="2047832"/>
                  <a:ext cx="1061647" cy="307736"/>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DataNode</a:t>
                  </a:r>
                  <a:endParaRPr sz="1050" b="0" i="0" u="none" strike="noStrike" cap="none">
                    <a:solidFill>
                      <a:schemeClr val="dk1"/>
                    </a:solidFill>
                    <a:latin typeface="Open Sans"/>
                    <a:ea typeface="Open Sans"/>
                    <a:cs typeface="Open Sans"/>
                    <a:sym typeface="Open Sans"/>
                  </a:endParaRPr>
                </a:p>
              </p:txBody>
            </p:sp>
          </p:grpSp>
          <p:grpSp>
            <p:nvGrpSpPr>
              <p:cNvPr id="1234" name="Google Shape;1234;p75"/>
              <p:cNvGrpSpPr/>
              <p:nvPr/>
            </p:nvGrpSpPr>
            <p:grpSpPr>
              <a:xfrm>
                <a:off x="7753448" y="3086501"/>
                <a:ext cx="1261686" cy="1261686"/>
                <a:chOff x="7847974" y="3086501"/>
                <a:chExt cx="1261686" cy="1261686"/>
              </a:xfrm>
            </p:grpSpPr>
            <p:sp>
              <p:nvSpPr>
                <p:cNvPr id="1235" name="Google Shape;1235;p75"/>
                <p:cNvSpPr/>
                <p:nvPr/>
              </p:nvSpPr>
              <p:spPr>
                <a:xfrm>
                  <a:off x="7847974" y="3086501"/>
                  <a:ext cx="1261686" cy="1261686"/>
                </a:xfrm>
                <a:prstGeom prst="ellipse">
                  <a:avLst/>
                </a:prstGeom>
                <a:solidFill>
                  <a:schemeClr val="lt1"/>
                </a:solidFill>
                <a:ln w="25400" cap="flat" cmpd="sng">
                  <a:solidFill>
                    <a:srgbClr val="222A35"/>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pic>
              <p:nvPicPr>
                <p:cNvPr id="1236" name="Google Shape;1236;p75"/>
                <p:cNvPicPr preferRelativeResize="0"/>
                <p:nvPr/>
              </p:nvPicPr>
              <p:blipFill rotWithShape="1">
                <a:blip r:embed="rId3">
                  <a:alphaModFix/>
                </a:blip>
                <a:srcRect/>
                <a:stretch/>
              </p:blipFill>
              <p:spPr>
                <a:xfrm>
                  <a:off x="8260685" y="3319780"/>
                  <a:ext cx="436266" cy="795128"/>
                </a:xfrm>
                <a:prstGeom prst="rect">
                  <a:avLst/>
                </a:prstGeom>
                <a:noFill/>
                <a:ln>
                  <a:noFill/>
                </a:ln>
              </p:spPr>
            </p:pic>
          </p:grpSp>
          <p:sp>
            <p:nvSpPr>
              <p:cNvPr id="1237" name="Google Shape;1237;p75"/>
              <p:cNvSpPr/>
              <p:nvPr/>
            </p:nvSpPr>
            <p:spPr>
              <a:xfrm>
                <a:off x="1909470" y="3098271"/>
                <a:ext cx="1808485" cy="586331"/>
              </a:xfrm>
              <a:prstGeom prst="roundRect">
                <a:avLst>
                  <a:gd name="adj" fmla="val 8920"/>
                </a:avLst>
              </a:prstGeom>
              <a:solidFill>
                <a:srgbClr val="DDEAF6"/>
              </a:solidFill>
              <a:ln w="25400" cap="flat" cmpd="sng">
                <a:solidFill>
                  <a:srgbClr val="BBD6EE"/>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grpSp>
            <p:nvGrpSpPr>
              <p:cNvPr id="1238" name="Google Shape;1238;p75"/>
              <p:cNvGrpSpPr/>
              <p:nvPr/>
            </p:nvGrpSpPr>
            <p:grpSpPr>
              <a:xfrm>
                <a:off x="3718071" y="1794624"/>
                <a:ext cx="511800" cy="3733792"/>
                <a:chOff x="3718071" y="1794624"/>
                <a:chExt cx="511800" cy="3733792"/>
              </a:xfrm>
            </p:grpSpPr>
            <p:cxnSp>
              <p:nvCxnSpPr>
                <p:cNvPr id="1239" name="Google Shape;1239;p75"/>
                <p:cNvCxnSpPr>
                  <a:endCxn id="1215" idx="1"/>
                </p:cNvCxnSpPr>
                <p:nvPr/>
              </p:nvCxnSpPr>
              <p:spPr>
                <a:xfrm rot="-5400000">
                  <a:off x="3012621" y="2500074"/>
                  <a:ext cx="19227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240" name="Google Shape;1240;p75"/>
                <p:cNvCxnSpPr>
                  <a:endCxn id="1230" idx="1"/>
                </p:cNvCxnSpPr>
                <p:nvPr/>
              </p:nvCxnSpPr>
              <p:spPr>
                <a:xfrm rot="-5400000" flipH="1">
                  <a:off x="3068421" y="4366966"/>
                  <a:ext cx="18111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241" name="Google Shape;1241;p75"/>
                <p:cNvCxnSpPr>
                  <a:endCxn id="1220" idx="1"/>
                </p:cNvCxnSpPr>
                <p:nvPr/>
              </p:nvCxnSpPr>
              <p:spPr>
                <a:xfrm rot="-5400000">
                  <a:off x="3634971" y="3122321"/>
                  <a:ext cx="678000" cy="51180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242" name="Google Shape;1242;p75"/>
                <p:cNvCxnSpPr>
                  <a:endCxn id="1225" idx="1"/>
                </p:cNvCxnSpPr>
                <p:nvPr/>
              </p:nvCxnSpPr>
              <p:spPr>
                <a:xfrm rot="-5400000" flipH="1">
                  <a:off x="3690771" y="3744718"/>
                  <a:ext cx="566400" cy="511800"/>
                </a:xfrm>
                <a:prstGeom prst="bentConnector3">
                  <a:avLst>
                    <a:gd name="adj1" fmla="val 50000"/>
                  </a:avLst>
                </a:prstGeom>
                <a:noFill/>
                <a:ln w="9525" cap="flat" cmpd="sng">
                  <a:solidFill>
                    <a:srgbClr val="222A35"/>
                  </a:solidFill>
                  <a:prstDash val="solid"/>
                  <a:round/>
                  <a:headEnd type="none" w="sm" len="sm"/>
                  <a:tailEnd type="triangle" w="med" len="med"/>
                </a:ln>
              </p:spPr>
            </p:cxnSp>
          </p:grpSp>
          <p:grpSp>
            <p:nvGrpSpPr>
              <p:cNvPr id="1243" name="Google Shape;1243;p75"/>
              <p:cNvGrpSpPr/>
              <p:nvPr/>
            </p:nvGrpSpPr>
            <p:grpSpPr>
              <a:xfrm flipH="1">
                <a:off x="7244107" y="1794624"/>
                <a:ext cx="511915" cy="3733792"/>
                <a:chOff x="3717956" y="1794624"/>
                <a:chExt cx="511915" cy="3733792"/>
              </a:xfrm>
            </p:grpSpPr>
            <p:cxnSp>
              <p:nvCxnSpPr>
                <p:cNvPr id="1244" name="Google Shape;1244;p75"/>
                <p:cNvCxnSpPr/>
                <p:nvPr/>
              </p:nvCxnSpPr>
              <p:spPr>
                <a:xfrm rot="10800000" flipH="1">
                  <a:off x="3717956" y="1794624"/>
                  <a:ext cx="511915" cy="1922720"/>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245" name="Google Shape;1245;p75"/>
                <p:cNvCxnSpPr/>
                <p:nvPr/>
              </p:nvCxnSpPr>
              <p:spPr>
                <a:xfrm>
                  <a:off x="3717956" y="3717344"/>
                  <a:ext cx="511915" cy="1811072"/>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246" name="Google Shape;1246;p75"/>
                <p:cNvCxnSpPr/>
                <p:nvPr/>
              </p:nvCxnSpPr>
              <p:spPr>
                <a:xfrm rot="10800000" flipH="1">
                  <a:off x="3717956" y="3039221"/>
                  <a:ext cx="511915" cy="678123"/>
                </a:xfrm>
                <a:prstGeom prst="bentConnector3">
                  <a:avLst>
                    <a:gd name="adj1" fmla="val 50000"/>
                  </a:avLst>
                </a:prstGeom>
                <a:noFill/>
                <a:ln w="9525" cap="flat" cmpd="sng">
                  <a:solidFill>
                    <a:srgbClr val="222A35"/>
                  </a:solidFill>
                  <a:prstDash val="solid"/>
                  <a:round/>
                  <a:headEnd type="none" w="sm" len="sm"/>
                  <a:tailEnd type="triangle" w="med" len="med"/>
                </a:ln>
              </p:spPr>
            </p:cxnSp>
            <p:cxnSp>
              <p:nvCxnSpPr>
                <p:cNvPr id="1247" name="Google Shape;1247;p75"/>
                <p:cNvCxnSpPr/>
                <p:nvPr/>
              </p:nvCxnSpPr>
              <p:spPr>
                <a:xfrm>
                  <a:off x="3717956" y="3717344"/>
                  <a:ext cx="511915" cy="566474"/>
                </a:xfrm>
                <a:prstGeom prst="bentConnector3">
                  <a:avLst>
                    <a:gd name="adj1" fmla="val 50000"/>
                  </a:avLst>
                </a:prstGeom>
                <a:noFill/>
                <a:ln w="9525" cap="flat" cmpd="sng">
                  <a:solidFill>
                    <a:srgbClr val="222A35"/>
                  </a:solidFill>
                  <a:prstDash val="solid"/>
                  <a:round/>
                  <a:headEnd type="none" w="sm" len="sm"/>
                  <a:tailEnd type="triangle" w="med" len="med"/>
                </a:ln>
              </p:spPr>
            </p:cxnSp>
          </p:grpSp>
          <p:sp>
            <p:nvSpPr>
              <p:cNvPr id="1248" name="Google Shape;1248;p75"/>
              <p:cNvSpPr txBox="1"/>
              <p:nvPr/>
            </p:nvSpPr>
            <p:spPr>
              <a:xfrm>
                <a:off x="1919450" y="3231065"/>
                <a:ext cx="1820821" cy="307736"/>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chemeClr val="dk1"/>
                    </a:solidFill>
                    <a:latin typeface="Open Sans"/>
                    <a:ea typeface="Open Sans"/>
                    <a:cs typeface="Open Sans"/>
                    <a:sym typeface="Open Sans"/>
                  </a:rPr>
                  <a:t>ResourceManager</a:t>
                </a:r>
                <a:endParaRPr sz="1050" b="0" i="0" u="none" strike="noStrike" cap="none">
                  <a:solidFill>
                    <a:schemeClr val="dk1"/>
                  </a:solidFill>
                  <a:latin typeface="Open Sans"/>
                  <a:ea typeface="Open Sans"/>
                  <a:cs typeface="Open Sans"/>
                  <a:sym typeface="Open Sans"/>
                </a:endParaRPr>
              </a:p>
            </p:txBody>
          </p:sp>
        </p:grpSp>
        <p:pic>
          <p:nvPicPr>
            <p:cNvPr id="1249" name="Google Shape;1249;p75"/>
            <p:cNvPicPr preferRelativeResize="0"/>
            <p:nvPr/>
          </p:nvPicPr>
          <p:blipFill rotWithShape="1">
            <a:blip r:embed="rId4">
              <a:alphaModFix/>
            </a:blip>
            <a:srcRect/>
            <a:stretch/>
          </p:blipFill>
          <p:spPr>
            <a:xfrm>
              <a:off x="5932619" y="3938338"/>
              <a:ext cx="1186290" cy="784633"/>
            </a:xfrm>
            <a:prstGeom prst="rect">
              <a:avLst/>
            </a:prstGeom>
            <a:noFill/>
            <a:ln>
              <a:noFill/>
            </a:ln>
          </p:spPr>
        </p:pic>
        <p:cxnSp>
          <p:nvCxnSpPr>
            <p:cNvPr id="1250" name="Google Shape;1250;p75"/>
            <p:cNvCxnSpPr/>
            <p:nvPr/>
          </p:nvCxnSpPr>
          <p:spPr>
            <a:xfrm>
              <a:off x="6525764" y="4708708"/>
              <a:ext cx="0" cy="633922"/>
            </a:xfrm>
            <a:prstGeom prst="straightConnector1">
              <a:avLst/>
            </a:prstGeom>
            <a:noFill/>
            <a:ln w="9525" cap="flat" cmpd="sng">
              <a:solidFill>
                <a:schemeClr val="accent2"/>
              </a:solidFill>
              <a:prstDash val="solid"/>
              <a:round/>
              <a:headEnd type="none" w="sm" len="sm"/>
              <a:tailEnd type="triangle" w="med" len="med"/>
            </a:ln>
          </p:spPr>
        </p:cxnSp>
        <p:sp>
          <p:nvSpPr>
            <p:cNvPr id="1251" name="Google Shape;1251;p75"/>
            <p:cNvSpPr txBox="1"/>
            <p:nvPr/>
          </p:nvSpPr>
          <p:spPr>
            <a:xfrm>
              <a:off x="6107974" y="4076740"/>
              <a:ext cx="647053"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US" sz="1350" b="1" i="0" u="none" strike="noStrike" cap="none">
                  <a:solidFill>
                    <a:schemeClr val="dk1"/>
                  </a:solidFill>
                  <a:latin typeface="Open Sans"/>
                  <a:ea typeface="Open Sans"/>
                  <a:cs typeface="Open Sans"/>
                  <a:sym typeface="Open Sans"/>
                </a:rPr>
                <a:t>Client</a:t>
              </a:r>
              <a:endParaRPr sz="1350" b="0" i="0" u="none" strike="noStrike" cap="none">
                <a:solidFill>
                  <a:schemeClr val="dk1"/>
                </a:solidFill>
                <a:latin typeface="Calibri"/>
                <a:ea typeface="Calibri"/>
                <a:cs typeface="Calibri"/>
                <a:sym typeface="Calibri"/>
              </a:endParaRPr>
            </a:p>
          </p:txBody>
        </p:sp>
        <p:sp>
          <p:nvSpPr>
            <p:cNvPr id="1252" name="Google Shape;1252;p75"/>
            <p:cNvSpPr/>
            <p:nvPr/>
          </p:nvSpPr>
          <p:spPr>
            <a:xfrm>
              <a:off x="8020329" y="6182003"/>
              <a:ext cx="1019129" cy="345535"/>
            </a:xfrm>
            <a:prstGeom prst="roundRect">
              <a:avLst>
                <a:gd name="adj" fmla="val 6188"/>
              </a:avLst>
            </a:prstGeom>
            <a:solidFill>
              <a:srgbClr val="FFF2CC"/>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125"/>
                <a:buFont typeface="Arial"/>
                <a:buNone/>
              </a:pPr>
              <a:r>
                <a:rPr lang="en-US" sz="1125" b="0" i="0" u="none" strike="noStrike" cap="none">
                  <a:solidFill>
                    <a:schemeClr val="dk1"/>
                  </a:solidFill>
                  <a:latin typeface="Open Sans"/>
                  <a:ea typeface="Open Sans"/>
                  <a:cs typeface="Open Sans"/>
                  <a:sym typeface="Open Sans"/>
                </a:rPr>
                <a:t>Application Master</a:t>
              </a:r>
              <a:endParaRPr sz="1350" b="0" i="0" u="none" strike="noStrike" cap="none">
                <a:solidFill>
                  <a:schemeClr val="dk1"/>
                </a:solidFill>
                <a:latin typeface="Calibri"/>
                <a:ea typeface="Calibri"/>
                <a:cs typeface="Calibri"/>
                <a:sym typeface="Calibri"/>
              </a:endParaRPr>
            </a:p>
          </p:txBody>
        </p:sp>
        <p:cxnSp>
          <p:nvCxnSpPr>
            <p:cNvPr id="1253" name="Google Shape;1253;p75"/>
            <p:cNvCxnSpPr/>
            <p:nvPr/>
          </p:nvCxnSpPr>
          <p:spPr>
            <a:xfrm>
              <a:off x="6998896" y="5799569"/>
              <a:ext cx="994672" cy="486000"/>
            </a:xfrm>
            <a:prstGeom prst="bentConnector3">
              <a:avLst>
                <a:gd name="adj1" fmla="val -275888"/>
              </a:avLst>
            </a:prstGeom>
            <a:noFill/>
            <a:ln w="9525" cap="flat" cmpd="sng">
              <a:solidFill>
                <a:schemeClr val="accent2"/>
              </a:solidFill>
              <a:prstDash val="solid"/>
              <a:round/>
              <a:headEnd type="triangle" w="med" len="med"/>
              <a:tailEnd type="none" w="sm" len="sm"/>
            </a:ln>
          </p:spPr>
        </p:cxnSp>
        <p:sp>
          <p:nvSpPr>
            <p:cNvPr id="1254" name="Google Shape;1254;p75"/>
            <p:cNvSpPr txBox="1"/>
            <p:nvPr/>
          </p:nvSpPr>
          <p:spPr>
            <a:xfrm>
              <a:off x="5642532" y="3568908"/>
              <a:ext cx="1689405" cy="27696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chemeClr val="dk1"/>
                  </a:solidFill>
                  <a:latin typeface="Courier New"/>
                  <a:ea typeface="Courier New"/>
                  <a:cs typeface="Courier New"/>
                  <a:sym typeface="Courier New"/>
                </a:rPr>
                <a:t>$ my-Hadoop-app</a:t>
              </a:r>
              <a:endParaRPr sz="1350" b="0" i="0" u="none" strike="noStrike" cap="none">
                <a:solidFill>
                  <a:schemeClr val="dk1"/>
                </a:solidFill>
                <a:latin typeface="Calibri"/>
                <a:ea typeface="Calibri"/>
                <a:cs typeface="Calibri"/>
                <a:sym typeface="Calibri"/>
              </a:endParaRPr>
            </a:p>
          </p:txBody>
        </p:sp>
        <p:sp>
          <p:nvSpPr>
            <p:cNvPr id="1255" name="Google Shape;1255;p75"/>
            <p:cNvSpPr/>
            <p:nvPr/>
          </p:nvSpPr>
          <p:spPr>
            <a:xfrm>
              <a:off x="7161598" y="6255296"/>
              <a:ext cx="722956" cy="212806"/>
            </a:xfrm>
            <a:prstGeom prst="roundRect">
              <a:avLst>
                <a:gd name="adj" fmla="val 6188"/>
              </a:avLst>
            </a:prstGeom>
            <a:solidFill>
              <a:schemeClr val="lt1"/>
            </a:solidFill>
            <a:ln w="9525" cap="flat" cmpd="sng">
              <a:solidFill>
                <a:srgbClr val="BFBFBF"/>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en-US" sz="750" b="0" i="0" u="none" strike="noStrike" cap="none">
                  <a:solidFill>
                    <a:schemeClr val="dk1"/>
                  </a:solidFill>
                  <a:latin typeface="Open Sans"/>
                  <a:ea typeface="Open Sans"/>
                  <a:cs typeface="Open Sans"/>
                  <a:sym typeface="Open Sans"/>
                </a:rPr>
                <a:t>“I’m done!”</a:t>
              </a:r>
              <a:endParaRPr sz="1350" b="0" i="0" u="none" strike="noStrike" cap="none">
                <a:solidFill>
                  <a:schemeClr val="dk1"/>
                </a:solidFill>
                <a:latin typeface="Calibri"/>
                <a:ea typeface="Calibri"/>
                <a:cs typeface="Calibri"/>
                <a:sym typeface="Calibri"/>
              </a:endParaRPr>
            </a:p>
          </p:txBody>
        </p:sp>
      </p:grpSp>
      <p:sp>
        <p:nvSpPr>
          <p:cNvPr id="1256" name="Google Shape;1256;p75"/>
          <p:cNvSpPr txBox="1"/>
          <p:nvPr/>
        </p:nvSpPr>
        <p:spPr>
          <a:xfrm>
            <a:off x="5981275" y="14314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655219B5-0D74-F77C-92D1-339C7C12B3A8}"/>
              </a:ext>
            </a:extLst>
          </p:cNvPr>
          <p:cNvSpPr/>
          <p:nvPr/>
        </p:nvSpPr>
        <p:spPr>
          <a:xfrm>
            <a:off x="5676900" y="83533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3" name="Google Shape;1263;p76"/>
          <p:cNvSpPr/>
          <p:nvPr/>
        </p:nvSpPr>
        <p:spPr>
          <a:xfrm>
            <a:off x="2157956" y="2581834"/>
            <a:ext cx="12643422" cy="2796990"/>
          </a:xfrm>
          <a:prstGeom prst="roundRect">
            <a:avLst>
              <a:gd name="adj" fmla="val 8040"/>
            </a:avLst>
          </a:prstGeom>
          <a:noFill/>
          <a:ln w="25400" cap="flat" cmpd="sng">
            <a:solidFill>
              <a:schemeClr val="accent4"/>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264" name="Google Shape;1264;p76"/>
          <p:cNvSpPr txBox="1"/>
          <p:nvPr/>
        </p:nvSpPr>
        <p:spPr>
          <a:xfrm>
            <a:off x="2449026" y="2870226"/>
            <a:ext cx="11787189" cy="227100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does not monitor the tasks within an application, though it verifies the </a:t>
            </a:r>
            <a:r>
              <a:rPr lang="en-US" sz="2200" b="0" i="0" u="none" strike="noStrike" cap="none" dirty="0" err="1">
                <a:solidFill>
                  <a:srgbClr val="3F3F3F"/>
                </a:solidFill>
                <a:latin typeface="Open Sans"/>
                <a:ea typeface="Open Sans"/>
                <a:cs typeface="Open Sans"/>
                <a:sym typeface="Open Sans"/>
              </a:rPr>
              <a:t>ApplicationMaster’s</a:t>
            </a:r>
            <a:r>
              <a:rPr lang="en-US" sz="2200" b="0" i="0" u="none" strike="noStrike" cap="none" dirty="0">
                <a:solidFill>
                  <a:srgbClr val="3F3F3F"/>
                </a:solidFill>
                <a:latin typeface="Open Sans"/>
                <a:ea typeface="Open Sans"/>
                <a:cs typeface="Open Sans"/>
                <a:sym typeface="Open Sans"/>
              </a:rPr>
              <a:t> health. </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If the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fails, 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can restart it in a new Container. </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As a result, the </a:t>
            </a:r>
            <a:r>
              <a:rPr lang="en-US" sz="2200" b="0" i="0" u="none" strike="noStrike" cap="none" dirty="0" err="1">
                <a:solidFill>
                  <a:srgbClr val="3F3F3F"/>
                </a:solidFill>
                <a:latin typeface="Open Sans"/>
                <a:ea typeface="Open Sans"/>
                <a:cs typeface="Open Sans"/>
                <a:sym typeface="Open Sans"/>
              </a:rPr>
              <a:t>ResourceManager</a:t>
            </a:r>
            <a:r>
              <a:rPr lang="en-US" sz="2200" b="0" i="0" u="none" strike="noStrike" cap="none" dirty="0">
                <a:solidFill>
                  <a:srgbClr val="3F3F3F"/>
                </a:solidFill>
                <a:latin typeface="Open Sans"/>
                <a:ea typeface="Open Sans"/>
                <a:cs typeface="Open Sans"/>
                <a:sym typeface="Open Sans"/>
              </a:rPr>
              <a:t> is responsible for the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while the </a:t>
            </a:r>
            <a:r>
              <a:rPr lang="en-US" sz="2200" b="0" i="0" u="none" strike="noStrike" cap="none" dirty="0" err="1">
                <a:solidFill>
                  <a:srgbClr val="3F3F3F"/>
                </a:solidFill>
                <a:latin typeface="Open Sans"/>
                <a:ea typeface="Open Sans"/>
                <a:cs typeface="Open Sans"/>
                <a:sym typeface="Open Sans"/>
              </a:rPr>
              <a:t>ApplicationMaster</a:t>
            </a:r>
            <a:r>
              <a:rPr lang="en-US" sz="2200" b="0" i="0" u="none" strike="noStrike" cap="none" dirty="0">
                <a:solidFill>
                  <a:srgbClr val="3F3F3F"/>
                </a:solidFill>
                <a:latin typeface="Open Sans"/>
                <a:ea typeface="Open Sans"/>
                <a:cs typeface="Open Sans"/>
                <a:sym typeface="Open Sans"/>
              </a:rPr>
              <a:t> is responsible for the tasks.</a:t>
            </a:r>
            <a:endParaRPr dirty="0"/>
          </a:p>
        </p:txBody>
      </p:sp>
      <p:sp>
        <p:nvSpPr>
          <p:cNvPr id="1265" name="Google Shape;1265;p76"/>
          <p:cNvSpPr txBox="1"/>
          <p:nvPr/>
        </p:nvSpPr>
        <p:spPr>
          <a:xfrm>
            <a:off x="5981275" y="143145"/>
            <a:ext cx="4293450"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1000"/>
              </a:spcBef>
              <a:spcAft>
                <a:spcPts val="0"/>
              </a:spcAft>
              <a:buClr>
                <a:srgbClr val="3F3F3F"/>
              </a:buClr>
              <a:buSzPts val="3200"/>
              <a:buFont typeface="Open Sans ExtraBold"/>
              <a:buNone/>
            </a:pPr>
            <a:r>
              <a:rPr lang="en-US" sz="2800" b="1" i="0" u="none" strike="noStrike" cap="none">
                <a:solidFill>
                  <a:srgbClr val="3F3F3F"/>
                </a:solidFill>
                <a:latin typeface="Open Sans"/>
                <a:ea typeface="Open Sans"/>
                <a:cs typeface="Open Sans"/>
                <a:sym typeface="Open Sans"/>
              </a:rPr>
              <a:t>Application Workflow </a:t>
            </a:r>
            <a:endParaRPr/>
          </a:p>
        </p:txBody>
      </p:sp>
      <p:sp>
        <p:nvSpPr>
          <p:cNvPr id="3" name="Brandline_LVC">
            <a:extLst>
              <a:ext uri="{FF2B5EF4-FFF2-40B4-BE49-F238E27FC236}">
                <a16:creationId xmlns:a16="http://schemas.microsoft.com/office/drawing/2014/main" id="{939EA6A7-A153-0D0A-E10E-254A15B94970}"/>
              </a:ext>
            </a:extLst>
          </p:cNvPr>
          <p:cNvSpPr/>
          <p:nvPr/>
        </p:nvSpPr>
        <p:spPr>
          <a:xfrm>
            <a:off x="5676900" y="835331"/>
            <a:ext cx="4911408"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sp>
        <p:nvSpPr>
          <p:cNvPr id="1271" name="Google Shape;1271;p77"/>
          <p:cNvSpPr txBox="1">
            <a:spLocks noGrp="1"/>
          </p:cNvSpPr>
          <p:nvPr>
            <p:ph type="body" idx="10"/>
          </p:nvPr>
        </p:nvSpPr>
        <p:spPr>
          <a:xfrm>
            <a:off x="0" y="4114800"/>
            <a:ext cx="16256001" cy="914400"/>
          </a:xfrm>
          <a:noFill/>
          <a:ln>
            <a:noFill/>
          </a:ln>
        </p:spPr>
        <p:txBody>
          <a:bodyPr spcFirstLastPara="1" wrap="square" lIns="91425" tIns="45700" rIns="91425" bIns="45700" anchor="ctr" anchorCtr="0">
            <a:normAutofit/>
          </a:bodyPr>
          <a:lstStyle/>
          <a:p>
            <a:pPr lvl="0"/>
            <a:r>
              <a:rPr lang="en-US">
                <a:sym typeface="Open Sans"/>
              </a:rPr>
              <a:t>Tools for YARN Developers</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76"/>
        <p:cNvGrpSpPr/>
        <p:nvPr/>
      </p:nvGrpSpPr>
      <p:grpSpPr>
        <a:xfrm>
          <a:off x="0" y="0"/>
          <a:ext cx="0" cy="0"/>
          <a:chOff x="0" y="0"/>
          <a:chExt cx="0" cy="0"/>
        </a:xfrm>
      </p:grpSpPr>
      <p:sp>
        <p:nvSpPr>
          <p:cNvPr id="1277" name="Google Shape;1277;p78"/>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Tools for YARN Developers</a:t>
            </a:r>
            <a:endParaRPr/>
          </a:p>
        </p:txBody>
      </p:sp>
      <p:grpSp>
        <p:nvGrpSpPr>
          <p:cNvPr id="1279" name="Google Shape;1279;p78"/>
          <p:cNvGrpSpPr/>
          <p:nvPr/>
        </p:nvGrpSpPr>
        <p:grpSpPr>
          <a:xfrm>
            <a:off x="5698896" y="2626306"/>
            <a:ext cx="827410" cy="863673"/>
            <a:chOff x="2655265" y="2042805"/>
            <a:chExt cx="1146716" cy="1196974"/>
          </a:xfrm>
        </p:grpSpPr>
        <p:sp>
          <p:nvSpPr>
            <p:cNvPr id="1280" name="Google Shape;1280;p78"/>
            <p:cNvSpPr/>
            <p:nvPr/>
          </p:nvSpPr>
          <p:spPr>
            <a:xfrm rot="2914627">
              <a:off x="2630136" y="2067934"/>
              <a:ext cx="1196974" cy="1146716"/>
            </a:xfrm>
            <a:prstGeom prst="roundRect">
              <a:avLst>
                <a:gd name="adj" fmla="val 16667"/>
              </a:avLst>
            </a:prstGeom>
            <a:solidFill>
              <a:srgbClr val="075C83"/>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81" name="Google Shape;1281;p78"/>
            <p:cNvSpPr/>
            <p:nvPr/>
          </p:nvSpPr>
          <p:spPr>
            <a:xfrm rot="2914627">
              <a:off x="2715438" y="2149654"/>
              <a:ext cx="1026370" cy="983276"/>
            </a:xfrm>
            <a:prstGeom prst="roundRect">
              <a:avLst>
                <a:gd name="adj" fmla="val 16667"/>
              </a:avLst>
            </a:prstGeom>
            <a:solidFill>
              <a:srgbClr val="075C83"/>
            </a:solidFill>
            <a:ln w="285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82" name="Google Shape;1282;p78"/>
            <p:cNvSpPr txBox="1"/>
            <p:nvPr/>
          </p:nvSpPr>
          <p:spPr>
            <a:xfrm>
              <a:off x="2875422" y="2373130"/>
              <a:ext cx="779020" cy="6397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chemeClr val="lt1"/>
                  </a:solidFill>
                  <a:latin typeface="Open Sans"/>
                  <a:ea typeface="Open Sans"/>
                  <a:cs typeface="Open Sans"/>
                  <a:sym typeface="Open Sans"/>
                </a:rPr>
                <a:t>01</a:t>
              </a:r>
              <a:endParaRPr dirty="0"/>
            </a:p>
          </p:txBody>
        </p:sp>
      </p:grpSp>
      <p:grpSp>
        <p:nvGrpSpPr>
          <p:cNvPr id="1283" name="Google Shape;1283;p78"/>
          <p:cNvGrpSpPr/>
          <p:nvPr/>
        </p:nvGrpSpPr>
        <p:grpSpPr>
          <a:xfrm>
            <a:off x="5698896" y="4527766"/>
            <a:ext cx="827410" cy="863673"/>
            <a:chOff x="2655265" y="2042805"/>
            <a:chExt cx="1146716" cy="1196974"/>
          </a:xfrm>
        </p:grpSpPr>
        <p:sp>
          <p:nvSpPr>
            <p:cNvPr id="1284" name="Google Shape;1284;p78"/>
            <p:cNvSpPr/>
            <p:nvPr/>
          </p:nvSpPr>
          <p:spPr>
            <a:xfrm rot="2914627">
              <a:off x="2630136" y="2067934"/>
              <a:ext cx="1196974" cy="1146716"/>
            </a:xfrm>
            <a:prstGeom prst="roundRect">
              <a:avLst>
                <a:gd name="adj" fmla="val 16667"/>
              </a:avLst>
            </a:prstGeom>
            <a:solidFill>
              <a:srgbClr val="93B4D3"/>
            </a:solidFill>
            <a:ln w="25400" cap="flat" cmpd="sng">
              <a:solidFill>
                <a:srgbClr val="93B4D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85" name="Google Shape;1285;p78"/>
            <p:cNvSpPr/>
            <p:nvPr/>
          </p:nvSpPr>
          <p:spPr>
            <a:xfrm rot="2914627">
              <a:off x="2715438" y="2149654"/>
              <a:ext cx="1026370" cy="983276"/>
            </a:xfrm>
            <a:prstGeom prst="roundRect">
              <a:avLst>
                <a:gd name="adj" fmla="val 16667"/>
              </a:avLst>
            </a:prstGeom>
            <a:solidFill>
              <a:srgbClr val="93B4D3"/>
            </a:solidFill>
            <a:ln w="285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86" name="Google Shape;1286;p78"/>
            <p:cNvSpPr txBox="1"/>
            <p:nvPr/>
          </p:nvSpPr>
          <p:spPr>
            <a:xfrm>
              <a:off x="2881834" y="2357533"/>
              <a:ext cx="772609" cy="6397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chemeClr val="lt1"/>
                  </a:solidFill>
                  <a:latin typeface="Open Sans"/>
                  <a:ea typeface="Open Sans"/>
                  <a:cs typeface="Open Sans"/>
                  <a:sym typeface="Open Sans"/>
                </a:rPr>
                <a:t>02</a:t>
              </a:r>
              <a:endParaRPr dirty="0"/>
            </a:p>
          </p:txBody>
        </p:sp>
      </p:grpSp>
      <p:grpSp>
        <p:nvGrpSpPr>
          <p:cNvPr id="1287" name="Google Shape;1287;p78"/>
          <p:cNvGrpSpPr/>
          <p:nvPr/>
        </p:nvGrpSpPr>
        <p:grpSpPr>
          <a:xfrm>
            <a:off x="5516677" y="6263540"/>
            <a:ext cx="1191847" cy="1195047"/>
            <a:chOff x="2402726" y="1813178"/>
            <a:chExt cx="1651793" cy="1656228"/>
          </a:xfrm>
        </p:grpSpPr>
        <p:sp>
          <p:nvSpPr>
            <p:cNvPr id="1288" name="Google Shape;1288;p78"/>
            <p:cNvSpPr/>
            <p:nvPr/>
          </p:nvSpPr>
          <p:spPr>
            <a:xfrm rot="2914627">
              <a:off x="2630136" y="2067934"/>
              <a:ext cx="1196974" cy="1146716"/>
            </a:xfrm>
            <a:prstGeom prst="roundRect">
              <a:avLst>
                <a:gd name="adj" fmla="val 16667"/>
              </a:avLst>
            </a:prstGeom>
            <a:solidFill>
              <a:srgbClr val="A5A5A5"/>
            </a:solidFill>
            <a:ln w="254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89" name="Google Shape;1289;p78"/>
            <p:cNvSpPr/>
            <p:nvPr/>
          </p:nvSpPr>
          <p:spPr>
            <a:xfrm rot="2914627">
              <a:off x="2715438" y="2149654"/>
              <a:ext cx="1026370" cy="983276"/>
            </a:xfrm>
            <a:prstGeom prst="roundRect">
              <a:avLst>
                <a:gd name="adj" fmla="val 16667"/>
              </a:avLst>
            </a:prstGeom>
            <a:solidFill>
              <a:srgbClr val="A5A5A5"/>
            </a:solidFill>
            <a:ln w="285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90" name="Google Shape;1290;p78"/>
            <p:cNvSpPr txBox="1"/>
            <p:nvPr/>
          </p:nvSpPr>
          <p:spPr>
            <a:xfrm>
              <a:off x="2875422" y="2332653"/>
              <a:ext cx="1061383" cy="6398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chemeClr val="lt1"/>
                  </a:solidFill>
                  <a:latin typeface="Open Sans"/>
                  <a:ea typeface="Open Sans"/>
                  <a:cs typeface="Open Sans"/>
                  <a:sym typeface="Open Sans"/>
                </a:rPr>
                <a:t>03</a:t>
              </a:r>
              <a:endParaRPr dirty="0"/>
            </a:p>
          </p:txBody>
        </p:sp>
      </p:grpSp>
      <p:sp>
        <p:nvSpPr>
          <p:cNvPr id="1291" name="Google Shape;1291;p78"/>
          <p:cNvSpPr/>
          <p:nvPr/>
        </p:nvSpPr>
        <p:spPr>
          <a:xfrm>
            <a:off x="7314014" y="2661585"/>
            <a:ext cx="2037927" cy="586797"/>
          </a:xfrm>
          <a:prstGeom prst="rect">
            <a:avLst/>
          </a:prstGeom>
          <a:noFill/>
          <a:ln>
            <a:noFill/>
          </a:ln>
        </p:spPr>
        <p:txBody>
          <a:bodyPr spcFirstLastPara="1" wrap="square" lIns="68550" tIns="34275" rIns="68550" bIns="34275" anchor="t" anchorCtr="0">
            <a:spAutoFit/>
          </a:bodyPr>
          <a:lstStyle/>
          <a:p>
            <a:pPr marL="0" marR="0" lvl="0" indent="0" algn="l" rtl="0">
              <a:lnSpc>
                <a:spcPct val="115000"/>
              </a:lnSpc>
              <a:spcBef>
                <a:spcPts val="1000"/>
              </a:spcBef>
              <a:spcAft>
                <a:spcPts val="0"/>
              </a:spcAft>
              <a:buNone/>
            </a:pPr>
            <a:r>
              <a:rPr lang="en-US" sz="2200" b="0" i="0" u="none" strike="noStrike" cap="none">
                <a:solidFill>
                  <a:srgbClr val="3F3F3F"/>
                </a:solidFill>
                <a:latin typeface="Open Sans"/>
                <a:ea typeface="Open Sans"/>
                <a:cs typeface="Open Sans"/>
                <a:sym typeface="Open Sans"/>
              </a:rPr>
              <a:t>YARN Web UI</a:t>
            </a:r>
            <a:endParaRPr sz="2200" b="0" i="0" u="none" strike="noStrike" cap="none">
              <a:solidFill>
                <a:srgbClr val="3F3F3F"/>
              </a:solidFill>
              <a:latin typeface="Open Sans"/>
              <a:ea typeface="Open Sans"/>
              <a:cs typeface="Open Sans"/>
              <a:sym typeface="Open Sans"/>
            </a:endParaRPr>
          </a:p>
        </p:txBody>
      </p:sp>
      <p:sp>
        <p:nvSpPr>
          <p:cNvPr id="1292" name="Google Shape;1292;p78"/>
          <p:cNvSpPr/>
          <p:nvPr/>
        </p:nvSpPr>
        <p:spPr>
          <a:xfrm>
            <a:off x="7314014" y="4628015"/>
            <a:ext cx="2447172" cy="586797"/>
          </a:xfrm>
          <a:prstGeom prst="rect">
            <a:avLst/>
          </a:prstGeom>
          <a:noFill/>
          <a:ln>
            <a:noFill/>
          </a:ln>
        </p:spPr>
        <p:txBody>
          <a:bodyPr spcFirstLastPara="1" wrap="square" lIns="68550" tIns="34275" rIns="68550" bIns="34275" anchor="t" anchorCtr="0">
            <a:spAutoFit/>
          </a:bodyPr>
          <a:lstStyle/>
          <a:p>
            <a:pPr marL="0" marR="0" lvl="0" indent="0" algn="l" rtl="0">
              <a:lnSpc>
                <a:spcPct val="115000"/>
              </a:lnSpc>
              <a:spcBef>
                <a:spcPts val="100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Hue Job Browser</a:t>
            </a:r>
            <a:endParaRPr sz="2200" b="0" i="0" u="none" strike="noStrike" cap="none">
              <a:solidFill>
                <a:srgbClr val="3F3F3F"/>
              </a:solidFill>
              <a:latin typeface="Open Sans"/>
              <a:ea typeface="Open Sans"/>
              <a:cs typeface="Open Sans"/>
              <a:sym typeface="Open Sans"/>
            </a:endParaRPr>
          </a:p>
        </p:txBody>
      </p:sp>
      <p:sp>
        <p:nvSpPr>
          <p:cNvPr id="1293" name="Google Shape;1293;p78"/>
          <p:cNvSpPr/>
          <p:nvPr/>
        </p:nvSpPr>
        <p:spPr>
          <a:xfrm>
            <a:off x="7314014" y="6513234"/>
            <a:ext cx="3073375" cy="586797"/>
          </a:xfrm>
          <a:prstGeom prst="rect">
            <a:avLst/>
          </a:prstGeom>
          <a:noFill/>
          <a:ln>
            <a:noFill/>
          </a:ln>
        </p:spPr>
        <p:txBody>
          <a:bodyPr spcFirstLastPara="1" wrap="square" lIns="68550" tIns="34275" rIns="68550" bIns="34275" anchor="t" anchorCtr="0">
            <a:spAutoFit/>
          </a:bodyPr>
          <a:lstStyle/>
          <a:p>
            <a:pPr marL="0" marR="0" lvl="0" indent="0" algn="l" rtl="0">
              <a:lnSpc>
                <a:spcPct val="115000"/>
              </a:lnSpc>
              <a:spcBef>
                <a:spcPts val="100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YARN Command Line</a:t>
            </a:r>
            <a:endParaRPr sz="2200" b="0" i="0" u="none" strike="noStrike" cap="none">
              <a:solidFill>
                <a:srgbClr val="3F3F3F"/>
              </a:solidFill>
              <a:latin typeface="Open Sans"/>
              <a:ea typeface="Open Sans"/>
              <a:cs typeface="Open Sans"/>
              <a:sym typeface="Open Sans"/>
            </a:endParaRPr>
          </a:p>
        </p:txBody>
      </p:sp>
      <p:sp>
        <p:nvSpPr>
          <p:cNvPr id="1294" name="Google Shape;1294;p78"/>
          <p:cNvSpPr txBox="1"/>
          <p:nvPr/>
        </p:nvSpPr>
        <p:spPr>
          <a:xfrm>
            <a:off x="5179993" y="1489073"/>
            <a:ext cx="6202730" cy="45717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Hadoop has three tools for YARN developers:</a:t>
            </a:r>
            <a:endParaRPr/>
          </a:p>
        </p:txBody>
      </p:sp>
      <p:sp>
        <p:nvSpPr>
          <p:cNvPr id="1295" name="Google Shape;1295;p78"/>
          <p:cNvSpPr/>
          <p:nvPr/>
        </p:nvSpPr>
        <p:spPr>
          <a:xfrm>
            <a:off x="4796286" y="1339709"/>
            <a:ext cx="6970144" cy="718886"/>
          </a:xfrm>
          <a:prstGeom prst="roundRect">
            <a:avLst>
              <a:gd name="adj" fmla="val 16667"/>
            </a:avLst>
          </a:prstGeom>
          <a:noFill/>
          <a:ln w="25400" cap="flat" cmpd="sng">
            <a:no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3" name="Brandline_LVC">
            <a:extLst>
              <a:ext uri="{FF2B5EF4-FFF2-40B4-BE49-F238E27FC236}">
                <a16:creationId xmlns:a16="http://schemas.microsoft.com/office/drawing/2014/main" id="{34EE15EF-8445-84DF-B998-AB58EFA73674}"/>
              </a:ext>
            </a:extLst>
          </p:cNvPr>
          <p:cNvSpPr/>
          <p:nvPr/>
        </p:nvSpPr>
        <p:spPr>
          <a:xfrm>
            <a:off x="5194300" y="837914"/>
            <a:ext cx="5883751"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79"/>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YARN Web UI</a:t>
            </a:r>
            <a:endParaRPr/>
          </a:p>
        </p:txBody>
      </p:sp>
      <p:grpSp>
        <p:nvGrpSpPr>
          <p:cNvPr id="9" name="Group 8">
            <a:extLst>
              <a:ext uri="{FF2B5EF4-FFF2-40B4-BE49-F238E27FC236}">
                <a16:creationId xmlns:a16="http://schemas.microsoft.com/office/drawing/2014/main" id="{56E32CB9-8618-2109-FE9E-22A2F3752BFC}"/>
              </a:ext>
            </a:extLst>
          </p:cNvPr>
          <p:cNvGrpSpPr/>
          <p:nvPr/>
        </p:nvGrpSpPr>
        <p:grpSpPr>
          <a:xfrm>
            <a:off x="3118946" y="1671776"/>
            <a:ext cx="10018109" cy="6153545"/>
            <a:chOff x="2919818" y="1671776"/>
            <a:chExt cx="10018109" cy="6153545"/>
          </a:xfrm>
        </p:grpSpPr>
        <p:grpSp>
          <p:nvGrpSpPr>
            <p:cNvPr id="6" name="Group 5">
              <a:extLst>
                <a:ext uri="{FF2B5EF4-FFF2-40B4-BE49-F238E27FC236}">
                  <a16:creationId xmlns:a16="http://schemas.microsoft.com/office/drawing/2014/main" id="{B48EB9A2-4FE9-6B5D-BFC3-7C7F2EA5F59F}"/>
                </a:ext>
              </a:extLst>
            </p:cNvPr>
            <p:cNvGrpSpPr/>
            <p:nvPr/>
          </p:nvGrpSpPr>
          <p:grpSpPr>
            <a:xfrm>
              <a:off x="2919818" y="1671776"/>
              <a:ext cx="9977519" cy="1478245"/>
              <a:chOff x="2988829" y="1671776"/>
              <a:chExt cx="9977519" cy="1478245"/>
            </a:xfrm>
          </p:grpSpPr>
          <p:sp>
            <p:nvSpPr>
              <p:cNvPr id="1303" name="Google Shape;1303;p79"/>
              <p:cNvSpPr/>
              <p:nvPr/>
            </p:nvSpPr>
            <p:spPr>
              <a:xfrm rot="5400000">
                <a:off x="7473377" y="-2353615"/>
                <a:ext cx="1467579" cy="9518362"/>
              </a:xfrm>
              <a:prstGeom prst="round2SameRect">
                <a:avLst>
                  <a:gd name="adj1" fmla="val 11318"/>
                  <a:gd name="adj2" fmla="val 0"/>
                </a:avLst>
              </a:prstGeom>
              <a:solidFill>
                <a:schemeClr val="lt1"/>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chemeClr val="lt1"/>
                    </a:solidFill>
                    <a:latin typeface="Open Sans"/>
                    <a:ea typeface="Open Sans"/>
                    <a:cs typeface="Open Sans"/>
                    <a:sym typeface="Open Sans"/>
                  </a:rPr>
                  <a:t>By default, the YARN web UI runs on port 8088.</a:t>
                </a:r>
                <a:endParaRPr/>
              </a:p>
            </p:txBody>
          </p:sp>
          <p:grpSp>
            <p:nvGrpSpPr>
              <p:cNvPr id="1304" name="Google Shape;1304;p79"/>
              <p:cNvGrpSpPr/>
              <p:nvPr/>
            </p:nvGrpSpPr>
            <p:grpSpPr>
              <a:xfrm>
                <a:off x="2988829" y="1681525"/>
                <a:ext cx="696016" cy="1468496"/>
                <a:chOff x="3393462" y="6347276"/>
                <a:chExt cx="3248355" cy="1938053"/>
              </a:xfrm>
            </p:grpSpPr>
            <p:sp>
              <p:nvSpPr>
                <p:cNvPr id="1305" name="Google Shape;1305;p79"/>
                <p:cNvSpPr/>
                <p:nvPr/>
              </p:nvSpPr>
              <p:spPr>
                <a:xfrm rot="-5400000">
                  <a:off x="3915398" y="5825339"/>
                  <a:ext cx="1938053" cy="2981926"/>
                </a:xfrm>
                <a:prstGeom prst="round2SameRect">
                  <a:avLst>
                    <a:gd name="adj1" fmla="val 11549"/>
                    <a:gd name="adj2" fmla="val 0"/>
                  </a:avLst>
                </a:prstGeom>
                <a:solidFill>
                  <a:srgbClr val="41A0CB"/>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306" name="Google Shape;1306;p79"/>
                <p:cNvSpPr/>
                <p:nvPr/>
              </p:nvSpPr>
              <p:spPr>
                <a:xfrm rot="5400000">
                  <a:off x="6279684" y="7176704"/>
                  <a:ext cx="470624" cy="253641"/>
                </a:xfrm>
                <a:prstGeom prst="triangle">
                  <a:avLst>
                    <a:gd name="adj" fmla="val 50000"/>
                  </a:avLst>
                </a:prstGeom>
                <a:solidFill>
                  <a:srgbClr val="41A0CB"/>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1307" name="Google Shape;1307;p79"/>
              <p:cNvSpPr txBox="1"/>
              <p:nvPr/>
            </p:nvSpPr>
            <p:spPr>
              <a:xfrm>
                <a:off x="3797697" y="2136279"/>
                <a:ext cx="8126082" cy="457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By default, the YARN Web UI runs on port 8088.</a:t>
                </a:r>
                <a:endParaRPr/>
              </a:p>
            </p:txBody>
          </p:sp>
        </p:grpSp>
        <p:grpSp>
          <p:nvGrpSpPr>
            <p:cNvPr id="7" name="Group 6">
              <a:extLst>
                <a:ext uri="{FF2B5EF4-FFF2-40B4-BE49-F238E27FC236}">
                  <a16:creationId xmlns:a16="http://schemas.microsoft.com/office/drawing/2014/main" id="{07683A3B-ABC9-6B3D-A8D2-5F497E3FA53E}"/>
                </a:ext>
              </a:extLst>
            </p:cNvPr>
            <p:cNvGrpSpPr/>
            <p:nvPr/>
          </p:nvGrpSpPr>
          <p:grpSpPr>
            <a:xfrm>
              <a:off x="2919818" y="4019175"/>
              <a:ext cx="9989689" cy="1468496"/>
              <a:chOff x="2948238" y="4000375"/>
              <a:chExt cx="9989689" cy="1468496"/>
            </a:xfrm>
          </p:grpSpPr>
          <p:sp>
            <p:nvSpPr>
              <p:cNvPr id="1308" name="Google Shape;1308;p79"/>
              <p:cNvSpPr/>
              <p:nvPr/>
            </p:nvSpPr>
            <p:spPr>
              <a:xfrm rot="5400000">
                <a:off x="7459168" y="-10808"/>
                <a:ext cx="1467576" cy="9489942"/>
              </a:xfrm>
              <a:prstGeom prst="round2SameRect">
                <a:avLst>
                  <a:gd name="adj1" fmla="val 11318"/>
                  <a:gd name="adj2" fmla="val 0"/>
                </a:avLst>
              </a:prstGeom>
              <a:solidFill>
                <a:schemeClr val="lt1"/>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chemeClr val="lt1"/>
                    </a:solidFill>
                    <a:latin typeface="Open Sans"/>
                    <a:ea typeface="Open Sans"/>
                    <a:cs typeface="Open Sans"/>
                    <a:sym typeface="Open Sans"/>
                  </a:rPr>
                  <a:t>By default, the YARN web UI runs on port 8088.</a:t>
                </a:r>
                <a:endParaRPr/>
              </a:p>
            </p:txBody>
          </p:sp>
          <p:grpSp>
            <p:nvGrpSpPr>
              <p:cNvPr id="1309" name="Google Shape;1309;p79"/>
              <p:cNvGrpSpPr/>
              <p:nvPr/>
            </p:nvGrpSpPr>
            <p:grpSpPr>
              <a:xfrm>
                <a:off x="2948238" y="4000375"/>
                <a:ext cx="738458" cy="1468496"/>
                <a:chOff x="3393462" y="6347276"/>
                <a:chExt cx="3248355" cy="1938053"/>
              </a:xfrm>
            </p:grpSpPr>
            <p:sp>
              <p:nvSpPr>
                <p:cNvPr id="1310" name="Google Shape;1310;p79"/>
                <p:cNvSpPr/>
                <p:nvPr/>
              </p:nvSpPr>
              <p:spPr>
                <a:xfrm rot="-5400000">
                  <a:off x="3915398" y="5825339"/>
                  <a:ext cx="1938053" cy="2981926"/>
                </a:xfrm>
                <a:prstGeom prst="round2SameRect">
                  <a:avLst>
                    <a:gd name="adj1" fmla="val 11549"/>
                    <a:gd name="adj2" fmla="val 0"/>
                  </a:avLst>
                </a:prstGeom>
                <a:solidFill>
                  <a:srgbClr val="41A0CB"/>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311" name="Google Shape;1311;p79"/>
                <p:cNvSpPr/>
                <p:nvPr/>
              </p:nvSpPr>
              <p:spPr>
                <a:xfrm rot="5400000">
                  <a:off x="6279684" y="7176704"/>
                  <a:ext cx="470624" cy="253641"/>
                </a:xfrm>
                <a:prstGeom prst="triangle">
                  <a:avLst>
                    <a:gd name="adj" fmla="val 50000"/>
                  </a:avLst>
                </a:prstGeom>
                <a:solidFill>
                  <a:srgbClr val="41A0CB"/>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1312" name="Google Shape;1312;p79"/>
              <p:cNvSpPr txBox="1"/>
              <p:nvPr/>
            </p:nvSpPr>
            <p:spPr>
              <a:xfrm>
                <a:off x="3797697" y="4389917"/>
                <a:ext cx="9029229" cy="8465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It offers a better perspective than Hue. The online UI does not allow to control or configure YARN.</a:t>
                </a:r>
                <a:endParaRPr sz="2200" b="0" i="0" u="none" strike="noStrike" cap="none">
                  <a:solidFill>
                    <a:srgbClr val="3F3F3F"/>
                  </a:solidFill>
                  <a:latin typeface="Open Sans"/>
                  <a:ea typeface="Open Sans"/>
                  <a:cs typeface="Open Sans"/>
                  <a:sym typeface="Open Sans"/>
                </a:endParaRPr>
              </a:p>
            </p:txBody>
          </p:sp>
        </p:grpSp>
        <p:grpSp>
          <p:nvGrpSpPr>
            <p:cNvPr id="8" name="Group 7">
              <a:extLst>
                <a:ext uri="{FF2B5EF4-FFF2-40B4-BE49-F238E27FC236}">
                  <a16:creationId xmlns:a16="http://schemas.microsoft.com/office/drawing/2014/main" id="{66F7631E-0291-28F6-7B15-8454618C4DB0}"/>
                </a:ext>
              </a:extLst>
            </p:cNvPr>
            <p:cNvGrpSpPr/>
            <p:nvPr/>
          </p:nvGrpSpPr>
          <p:grpSpPr>
            <a:xfrm>
              <a:off x="2919818" y="6356825"/>
              <a:ext cx="10018109" cy="1468496"/>
              <a:chOff x="2919818" y="6356825"/>
              <a:chExt cx="10018109" cy="1468496"/>
            </a:xfrm>
          </p:grpSpPr>
          <p:sp>
            <p:nvSpPr>
              <p:cNvPr id="1313" name="Google Shape;1313;p79"/>
              <p:cNvSpPr/>
              <p:nvPr/>
            </p:nvSpPr>
            <p:spPr>
              <a:xfrm rot="5400000">
                <a:off x="7444958" y="2331436"/>
                <a:ext cx="1467578" cy="9518360"/>
              </a:xfrm>
              <a:prstGeom prst="round2SameRect">
                <a:avLst>
                  <a:gd name="adj1" fmla="val 11318"/>
                  <a:gd name="adj2" fmla="val 0"/>
                </a:avLst>
              </a:prstGeom>
              <a:solidFill>
                <a:schemeClr val="lt1"/>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2400" b="1" i="0" u="none" strike="noStrike" cap="none">
                    <a:solidFill>
                      <a:schemeClr val="lt1"/>
                    </a:solidFill>
                    <a:latin typeface="Open Sans"/>
                    <a:ea typeface="Open Sans"/>
                    <a:cs typeface="Open Sans"/>
                    <a:sym typeface="Open Sans"/>
                  </a:rPr>
                  <a:t>By default, the YARN web UI runs on port 8088.</a:t>
                </a:r>
                <a:endParaRPr/>
              </a:p>
            </p:txBody>
          </p:sp>
          <p:grpSp>
            <p:nvGrpSpPr>
              <p:cNvPr id="1314" name="Google Shape;1314;p79"/>
              <p:cNvGrpSpPr/>
              <p:nvPr/>
            </p:nvGrpSpPr>
            <p:grpSpPr>
              <a:xfrm>
                <a:off x="2919818" y="6356825"/>
                <a:ext cx="739679" cy="1468496"/>
                <a:chOff x="3393462" y="6347276"/>
                <a:chExt cx="3248355" cy="1938053"/>
              </a:xfrm>
            </p:grpSpPr>
            <p:sp>
              <p:nvSpPr>
                <p:cNvPr id="1315" name="Google Shape;1315;p79"/>
                <p:cNvSpPr/>
                <p:nvPr/>
              </p:nvSpPr>
              <p:spPr>
                <a:xfrm rot="-5400000">
                  <a:off x="3915398" y="5825339"/>
                  <a:ext cx="1938053" cy="2981926"/>
                </a:xfrm>
                <a:prstGeom prst="round2SameRect">
                  <a:avLst>
                    <a:gd name="adj1" fmla="val 11549"/>
                    <a:gd name="adj2" fmla="val 0"/>
                  </a:avLst>
                </a:prstGeom>
                <a:solidFill>
                  <a:srgbClr val="41A0CB"/>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1" i="0" u="none" strike="noStrike" cap="none">
                    <a:solidFill>
                      <a:schemeClr val="lt1"/>
                    </a:solidFill>
                    <a:latin typeface="Open Sans"/>
                    <a:ea typeface="Open Sans"/>
                    <a:cs typeface="Open Sans"/>
                    <a:sym typeface="Open Sans"/>
                  </a:endParaRPr>
                </a:p>
              </p:txBody>
            </p:sp>
            <p:sp>
              <p:nvSpPr>
                <p:cNvPr id="1316" name="Google Shape;1316;p79"/>
                <p:cNvSpPr/>
                <p:nvPr/>
              </p:nvSpPr>
              <p:spPr>
                <a:xfrm rot="5400000">
                  <a:off x="6279684" y="7176704"/>
                  <a:ext cx="470624" cy="253641"/>
                </a:xfrm>
                <a:prstGeom prst="triangle">
                  <a:avLst>
                    <a:gd name="adj" fmla="val 50000"/>
                  </a:avLst>
                </a:prstGeom>
                <a:solidFill>
                  <a:srgbClr val="41A0CB"/>
                </a:solidFill>
                <a:ln w="25400" cap="flat" cmpd="sng">
                  <a:solidFill>
                    <a:srgbClr val="41A0C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1317" name="Google Shape;1317;p79"/>
              <p:cNvSpPr txBox="1"/>
              <p:nvPr/>
            </p:nvSpPr>
            <p:spPr>
              <a:xfrm>
                <a:off x="3797697" y="6625710"/>
                <a:ext cx="8126082" cy="8465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The YARN web user interface maintains a record of clusters, queues, applications, services, and flow operations.</a:t>
                </a:r>
                <a:endParaRPr sz="2200" b="0" i="0" u="none" strike="noStrike" cap="none">
                  <a:solidFill>
                    <a:srgbClr val="3F3F3F"/>
                  </a:solidFill>
                  <a:latin typeface="Open Sans"/>
                  <a:ea typeface="Open Sans"/>
                  <a:cs typeface="Open Sans"/>
                  <a:sym typeface="Open Sans"/>
                </a:endParaRPr>
              </a:p>
            </p:txBody>
          </p:sp>
        </p:grpSp>
      </p:grpSp>
      <p:sp>
        <p:nvSpPr>
          <p:cNvPr id="3" name="Brandline_LVC">
            <a:extLst>
              <a:ext uri="{FF2B5EF4-FFF2-40B4-BE49-F238E27FC236}">
                <a16:creationId xmlns:a16="http://schemas.microsoft.com/office/drawing/2014/main" id="{35564114-8445-607F-9096-9C63E8A0C06C}"/>
              </a:ext>
            </a:extLst>
          </p:cNvPr>
          <p:cNvSpPr/>
          <p:nvPr/>
        </p:nvSpPr>
        <p:spPr>
          <a:xfrm>
            <a:off x="6667501" y="837914"/>
            <a:ext cx="2927033"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pic>
        <p:nvPicPr>
          <p:cNvPr id="1323" name="Google Shape;1323;p80"/>
          <p:cNvPicPr preferRelativeResize="0"/>
          <p:nvPr/>
        </p:nvPicPr>
        <p:blipFill rotWithShape="1">
          <a:blip r:embed="rId3"/>
          <a:stretch/>
        </p:blipFill>
        <p:spPr>
          <a:xfrm>
            <a:off x="2845915" y="2973104"/>
            <a:ext cx="10564169" cy="4893051"/>
          </a:xfrm>
          <a:prstGeom prst="rect">
            <a:avLst/>
          </a:prstGeom>
        </p:spPr>
      </p:pic>
      <p:sp>
        <p:nvSpPr>
          <p:cNvPr id="1324" name="Google Shape;1324;p80"/>
          <p:cNvSpPr txBox="1"/>
          <p:nvPr/>
        </p:nvSpPr>
        <p:spPr>
          <a:xfrm>
            <a:off x="3209467" y="1543051"/>
            <a:ext cx="9976494" cy="4439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 Use the Hue task browser to check on the status of a job and see the logs</a:t>
            </a:r>
            <a:endParaRPr sz="2200" b="0" i="0" u="none" strike="noStrike" cap="none">
              <a:solidFill>
                <a:srgbClr val="3F3F3F"/>
              </a:solidFill>
              <a:latin typeface="Open Sans"/>
              <a:ea typeface="Open Sans"/>
              <a:cs typeface="Open Sans"/>
              <a:sym typeface="Open Sans"/>
            </a:endParaRPr>
          </a:p>
        </p:txBody>
      </p:sp>
      <p:sp>
        <p:nvSpPr>
          <p:cNvPr id="1325" name="Google Shape;1325;p80"/>
          <p:cNvSpPr/>
          <p:nvPr/>
        </p:nvSpPr>
        <p:spPr>
          <a:xfrm>
            <a:off x="3206615" y="1277845"/>
            <a:ext cx="9976493" cy="931652"/>
          </a:xfrm>
          <a:prstGeom prst="roundRect">
            <a:avLst>
              <a:gd name="adj" fmla="val 16667"/>
            </a:avLst>
          </a:prstGeom>
          <a:noFill/>
          <a:ln w="25400" cap="flat" cmpd="sng">
            <a:solidFill>
              <a:srgbClr val="2E75B5"/>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326" name="Google Shape;1326;p80"/>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HUE Job Browser</a:t>
            </a:r>
            <a:endParaRPr/>
          </a:p>
        </p:txBody>
      </p:sp>
      <p:sp>
        <p:nvSpPr>
          <p:cNvPr id="3" name="Brandline_LVC">
            <a:extLst>
              <a:ext uri="{FF2B5EF4-FFF2-40B4-BE49-F238E27FC236}">
                <a16:creationId xmlns:a16="http://schemas.microsoft.com/office/drawing/2014/main" id="{5891E9AB-3128-6B96-1797-A51DA8FDF9A3}"/>
              </a:ext>
            </a:extLst>
          </p:cNvPr>
          <p:cNvSpPr/>
          <p:nvPr/>
        </p:nvSpPr>
        <p:spPr>
          <a:xfrm>
            <a:off x="6286500" y="837914"/>
            <a:ext cx="370093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32"/>
        <p:cNvGrpSpPr/>
        <p:nvPr/>
      </p:nvGrpSpPr>
      <p:grpSpPr>
        <a:xfrm>
          <a:off x="0" y="0"/>
          <a:ext cx="0" cy="0"/>
          <a:chOff x="0" y="0"/>
          <a:chExt cx="0" cy="0"/>
        </a:xfrm>
      </p:grpSpPr>
      <p:sp>
        <p:nvSpPr>
          <p:cNvPr id="1333" name="Google Shape;1333;p81"/>
          <p:cNvSpPr txBox="1"/>
          <p:nvPr/>
        </p:nvSpPr>
        <p:spPr>
          <a:xfrm>
            <a:off x="1898140" y="3308644"/>
            <a:ext cx="12406789" cy="239924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One can use the job browser application to look at the Hadoop MapReduce jobs that are currently executing on the Hadoop cluster. </a:t>
            </a:r>
            <a:endParaRPr/>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The job and tasks are presented in tiers in the job browser. </a:t>
            </a:r>
            <a:endParaRPr/>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a:solidFill>
                  <a:srgbClr val="3F3F3F"/>
                </a:solidFill>
                <a:latin typeface="Open Sans"/>
                <a:ea typeface="Open Sans"/>
                <a:cs typeface="Open Sans"/>
                <a:sym typeface="Open Sans"/>
              </a:rPr>
              <a:t>The job and tasks can be linked to a list of the job duties from the top layer.</a:t>
            </a:r>
            <a:endParaRPr/>
          </a:p>
          <a:p>
            <a:pPr marL="0" marR="0" lvl="0" indent="0" algn="l" rtl="0">
              <a:lnSpc>
                <a:spcPct val="115000"/>
              </a:lnSpc>
              <a:spcBef>
                <a:spcPts val="1000"/>
              </a:spcBef>
              <a:spcAft>
                <a:spcPts val="0"/>
              </a:spcAft>
              <a:buNone/>
            </a:pPr>
            <a:endParaRPr sz="2200" b="0" i="0" u="none" strike="noStrike" cap="none">
              <a:solidFill>
                <a:srgbClr val="3F3F3F"/>
              </a:solidFill>
              <a:latin typeface="Open Sans"/>
              <a:ea typeface="Open Sans"/>
              <a:cs typeface="Open Sans"/>
              <a:sym typeface="Open Sans"/>
            </a:endParaRPr>
          </a:p>
        </p:txBody>
      </p:sp>
      <p:sp>
        <p:nvSpPr>
          <p:cNvPr id="1334" name="Google Shape;1334;p81"/>
          <p:cNvSpPr/>
          <p:nvPr/>
        </p:nvSpPr>
        <p:spPr>
          <a:xfrm>
            <a:off x="1791236" y="2988609"/>
            <a:ext cx="12816403" cy="2581835"/>
          </a:xfrm>
          <a:prstGeom prst="roundRect">
            <a:avLst>
              <a:gd name="adj" fmla="val 9289"/>
            </a:avLst>
          </a:prstGeom>
          <a:noFill/>
          <a:ln w="25400" cap="flat" cmpd="sng">
            <a:solidFill>
              <a:srgbClr val="2E75B5"/>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335" name="Google Shape;1335;p81"/>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HUE Job Browser</a:t>
            </a:r>
            <a:endParaRPr/>
          </a:p>
        </p:txBody>
      </p:sp>
      <p:sp>
        <p:nvSpPr>
          <p:cNvPr id="3" name="Brandline_LVC">
            <a:extLst>
              <a:ext uri="{FF2B5EF4-FFF2-40B4-BE49-F238E27FC236}">
                <a16:creationId xmlns:a16="http://schemas.microsoft.com/office/drawing/2014/main" id="{E6A84655-8033-166D-9677-E3BA3B1731E4}"/>
              </a:ext>
            </a:extLst>
          </p:cNvPr>
          <p:cNvSpPr/>
          <p:nvPr/>
        </p:nvSpPr>
        <p:spPr>
          <a:xfrm>
            <a:off x="6286500" y="837914"/>
            <a:ext cx="370093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sp>
        <p:nvSpPr>
          <p:cNvPr id="1342" name="Google Shape;1342;p82"/>
          <p:cNvSpPr txBox="1"/>
          <p:nvPr/>
        </p:nvSpPr>
        <p:spPr>
          <a:xfrm>
            <a:off x="2028562" y="3378966"/>
            <a:ext cx="12551114" cy="1364091"/>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properties of each try, such as status, start, end times, and output size, can then be viewed for a task's attempts. </a:t>
            </a:r>
            <a:endParaRPr dirty="0"/>
          </a:p>
          <a:p>
            <a:pPr marL="342900" marR="0" lvl="0" indent="-3429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Also look at the logs of each attempt to troubleshoot failed jobs.</a:t>
            </a:r>
            <a:endParaRPr sz="2200" b="0" i="0" u="none" strike="noStrike" cap="none" dirty="0">
              <a:solidFill>
                <a:srgbClr val="3F3F3F"/>
              </a:solidFill>
              <a:latin typeface="Open Sans"/>
              <a:ea typeface="Open Sans"/>
              <a:cs typeface="Open Sans"/>
              <a:sym typeface="Open Sans"/>
            </a:endParaRPr>
          </a:p>
        </p:txBody>
      </p:sp>
      <p:sp>
        <p:nvSpPr>
          <p:cNvPr id="1343" name="Google Shape;1343;p82"/>
          <p:cNvSpPr/>
          <p:nvPr/>
        </p:nvSpPr>
        <p:spPr>
          <a:xfrm>
            <a:off x="1882587" y="2994213"/>
            <a:ext cx="12843064" cy="2133598"/>
          </a:xfrm>
          <a:prstGeom prst="roundRect">
            <a:avLst>
              <a:gd name="adj" fmla="val 11310"/>
            </a:avLst>
          </a:prstGeom>
          <a:noFill/>
          <a:ln w="25400" cap="flat" cmpd="sng">
            <a:solidFill>
              <a:srgbClr val="2E75B5"/>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344" name="Google Shape;1344;p82"/>
          <p:cNvSpPr txBox="1">
            <a:spLocks noGrp="1"/>
          </p:cNvSpPr>
          <p:nvPr>
            <p:ph type="title"/>
          </p:nvPr>
        </p:nvSpPr>
        <p:spPr>
          <a:xfrm>
            <a:off x="-10160" y="13462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000"/>
              </a:spcBef>
              <a:spcAft>
                <a:spcPts val="0"/>
              </a:spcAft>
              <a:buSzPts val="3200"/>
              <a:buNone/>
            </a:pPr>
            <a:r>
              <a:rPr lang="en-US" sz="2800">
                <a:solidFill>
                  <a:srgbClr val="3F3F3F"/>
                </a:solidFill>
                <a:latin typeface="Open Sans"/>
                <a:ea typeface="Open Sans"/>
                <a:cs typeface="Open Sans"/>
                <a:sym typeface="Open Sans"/>
              </a:rPr>
              <a:t>HUE Job Browser</a:t>
            </a:r>
            <a:endParaRPr/>
          </a:p>
        </p:txBody>
      </p:sp>
      <p:sp>
        <p:nvSpPr>
          <p:cNvPr id="3" name="Brandline_LVC">
            <a:extLst>
              <a:ext uri="{FF2B5EF4-FFF2-40B4-BE49-F238E27FC236}">
                <a16:creationId xmlns:a16="http://schemas.microsoft.com/office/drawing/2014/main" id="{DD0FC966-8F2A-187B-972E-973F87401B1F}"/>
              </a:ext>
            </a:extLst>
          </p:cNvPr>
          <p:cNvSpPr/>
          <p:nvPr/>
        </p:nvSpPr>
        <p:spPr>
          <a:xfrm>
            <a:off x="6286500" y="837914"/>
            <a:ext cx="370093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83"/>
          <p:cNvSpPr txBox="1">
            <a:spLocks noGrp="1"/>
          </p:cNvSpPr>
          <p:nvPr>
            <p:ph type="title"/>
          </p:nvPr>
        </p:nvSpPr>
        <p:spPr>
          <a:xfrm>
            <a:off x="-10160" y="210828"/>
            <a:ext cx="16276320" cy="687244"/>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SzPts val="3200"/>
              <a:buNone/>
            </a:pPr>
            <a:r>
              <a:rPr lang="en-US" sz="2800">
                <a:solidFill>
                  <a:srgbClr val="3F3F3F"/>
                </a:solidFill>
                <a:latin typeface="Open Sans"/>
                <a:ea typeface="Open Sans"/>
                <a:cs typeface="Open Sans"/>
                <a:sym typeface="Open Sans"/>
              </a:rPr>
              <a:t>YARN Command Line</a:t>
            </a:r>
            <a:endParaRPr/>
          </a:p>
        </p:txBody>
      </p:sp>
      <p:grpSp>
        <p:nvGrpSpPr>
          <p:cNvPr id="1353" name="Google Shape;1353;p83"/>
          <p:cNvGrpSpPr/>
          <p:nvPr/>
        </p:nvGrpSpPr>
        <p:grpSpPr>
          <a:xfrm>
            <a:off x="2560248" y="4305147"/>
            <a:ext cx="917080" cy="2159189"/>
            <a:chOff x="3657600" y="2413000"/>
            <a:chExt cx="917080" cy="2159189"/>
          </a:xfrm>
        </p:grpSpPr>
        <p:sp>
          <p:nvSpPr>
            <p:cNvPr id="1354" name="Google Shape;1354;p83"/>
            <p:cNvSpPr/>
            <p:nvPr/>
          </p:nvSpPr>
          <p:spPr>
            <a:xfrm>
              <a:off x="3657600" y="2413000"/>
              <a:ext cx="917080" cy="1560988"/>
            </a:xfrm>
            <a:prstGeom prst="flowChartOffpageConnector">
              <a:avLst/>
            </a:prstGeom>
            <a:solidFill>
              <a:srgbClr val="D8D8D8"/>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1355" name="Google Shape;1355;p83"/>
            <p:cNvSpPr/>
            <p:nvPr/>
          </p:nvSpPr>
          <p:spPr>
            <a:xfrm>
              <a:off x="3898836" y="4114862"/>
              <a:ext cx="457327" cy="457327"/>
            </a:xfrm>
            <a:prstGeom prst="ellipse">
              <a:avLst/>
            </a:prstGeom>
            <a:solidFill>
              <a:schemeClr val="lt1"/>
            </a:solidFill>
            <a:ln w="1905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grpSp>
      <p:grpSp>
        <p:nvGrpSpPr>
          <p:cNvPr id="1356" name="Google Shape;1356;p83"/>
          <p:cNvGrpSpPr/>
          <p:nvPr/>
        </p:nvGrpSpPr>
        <p:grpSpPr>
          <a:xfrm>
            <a:off x="8335331" y="4305147"/>
            <a:ext cx="917080" cy="2159189"/>
            <a:chOff x="9432683" y="2413000"/>
            <a:chExt cx="917080" cy="2159189"/>
          </a:xfrm>
        </p:grpSpPr>
        <p:sp>
          <p:nvSpPr>
            <p:cNvPr id="1357" name="Google Shape;1357;p83"/>
            <p:cNvSpPr/>
            <p:nvPr/>
          </p:nvSpPr>
          <p:spPr>
            <a:xfrm>
              <a:off x="9432683" y="2413000"/>
              <a:ext cx="917080" cy="1560988"/>
            </a:xfrm>
            <a:prstGeom prst="flowChartOffpageConnector">
              <a:avLst/>
            </a:prstGeom>
            <a:solidFill>
              <a:srgbClr val="D8D8D8"/>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1358" name="Google Shape;1358;p83"/>
            <p:cNvSpPr/>
            <p:nvPr/>
          </p:nvSpPr>
          <p:spPr>
            <a:xfrm>
              <a:off x="9673919" y="4114862"/>
              <a:ext cx="457327" cy="457327"/>
            </a:xfrm>
            <a:prstGeom prst="ellipse">
              <a:avLst/>
            </a:prstGeom>
            <a:solidFill>
              <a:schemeClr val="lt1"/>
            </a:solidFill>
            <a:ln w="1905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grpSp>
      <p:grpSp>
        <p:nvGrpSpPr>
          <p:cNvPr id="1359" name="Google Shape;1359;p83"/>
          <p:cNvGrpSpPr/>
          <p:nvPr/>
        </p:nvGrpSpPr>
        <p:grpSpPr>
          <a:xfrm>
            <a:off x="5548449" y="6026059"/>
            <a:ext cx="917080" cy="2107026"/>
            <a:chOff x="6645801" y="4133912"/>
            <a:chExt cx="917080" cy="2107026"/>
          </a:xfrm>
        </p:grpSpPr>
        <p:sp>
          <p:nvSpPr>
            <p:cNvPr id="1360" name="Google Shape;1360;p83"/>
            <p:cNvSpPr/>
            <p:nvPr/>
          </p:nvSpPr>
          <p:spPr>
            <a:xfrm rot="10800000">
              <a:off x="6645801" y="4679950"/>
              <a:ext cx="917080" cy="1560988"/>
            </a:xfrm>
            <a:prstGeom prst="flowChartOffpageConnector">
              <a:avLst/>
            </a:prstGeom>
            <a:solidFill>
              <a:srgbClr val="D8D8D8"/>
            </a:solidFill>
            <a:ln w="2540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1361" name="Google Shape;1361;p83"/>
            <p:cNvSpPr/>
            <p:nvPr/>
          </p:nvSpPr>
          <p:spPr>
            <a:xfrm>
              <a:off x="6887037" y="4133912"/>
              <a:ext cx="457327" cy="457327"/>
            </a:xfrm>
            <a:prstGeom prst="ellipse">
              <a:avLst/>
            </a:prstGeom>
            <a:solidFill>
              <a:schemeClr val="lt1"/>
            </a:solidFill>
            <a:ln w="19050"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grpSp>
      <p:grpSp>
        <p:nvGrpSpPr>
          <p:cNvPr id="1362" name="Google Shape;1362;p83"/>
          <p:cNvGrpSpPr/>
          <p:nvPr/>
        </p:nvGrpSpPr>
        <p:grpSpPr>
          <a:xfrm>
            <a:off x="2560248" y="4305147"/>
            <a:ext cx="1284297" cy="2159189"/>
            <a:chOff x="3657600" y="2413000"/>
            <a:chExt cx="1284297" cy="2159189"/>
          </a:xfrm>
        </p:grpSpPr>
        <p:grpSp>
          <p:nvGrpSpPr>
            <p:cNvPr id="1363" name="Google Shape;1363;p83"/>
            <p:cNvGrpSpPr/>
            <p:nvPr/>
          </p:nvGrpSpPr>
          <p:grpSpPr>
            <a:xfrm>
              <a:off x="3657600" y="2413000"/>
              <a:ext cx="917080" cy="2159189"/>
              <a:chOff x="3657600" y="2413000"/>
              <a:chExt cx="917080" cy="2159189"/>
            </a:xfrm>
          </p:grpSpPr>
          <p:sp>
            <p:nvSpPr>
              <p:cNvPr id="1364" name="Google Shape;1364;p83"/>
              <p:cNvSpPr/>
              <p:nvPr/>
            </p:nvSpPr>
            <p:spPr>
              <a:xfrm>
                <a:off x="3657600" y="2413000"/>
                <a:ext cx="917080" cy="1560988"/>
              </a:xfrm>
              <a:prstGeom prst="flowChartOffpageConnector">
                <a:avLst/>
              </a:prstGeom>
              <a:solidFill>
                <a:srgbClr val="A5A5A5"/>
              </a:solidFill>
              <a:ln w="254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1365" name="Google Shape;1365;p83"/>
              <p:cNvSpPr/>
              <p:nvPr/>
            </p:nvSpPr>
            <p:spPr>
              <a:xfrm>
                <a:off x="3898836" y="4114862"/>
                <a:ext cx="457327" cy="457327"/>
              </a:xfrm>
              <a:prstGeom prst="ellipse">
                <a:avLst/>
              </a:prstGeom>
              <a:no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grpSp>
        <p:sp>
          <p:nvSpPr>
            <p:cNvPr id="1366" name="Google Shape;1366;p83"/>
            <p:cNvSpPr/>
            <p:nvPr/>
          </p:nvSpPr>
          <p:spPr>
            <a:xfrm>
              <a:off x="4757166" y="2822547"/>
              <a:ext cx="18473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a:solidFill>
                  <a:srgbClr val="404040"/>
                </a:solidFill>
                <a:latin typeface="Open Sans"/>
                <a:ea typeface="Open Sans"/>
                <a:cs typeface="Open Sans"/>
                <a:sym typeface="Open Sans"/>
              </a:endParaRPr>
            </a:p>
          </p:txBody>
        </p:sp>
      </p:grpSp>
      <p:grpSp>
        <p:nvGrpSpPr>
          <p:cNvPr id="1367" name="Google Shape;1367;p83"/>
          <p:cNvGrpSpPr/>
          <p:nvPr/>
        </p:nvGrpSpPr>
        <p:grpSpPr>
          <a:xfrm>
            <a:off x="8335331" y="4305147"/>
            <a:ext cx="917080" cy="2159189"/>
            <a:chOff x="9432683" y="2413000"/>
            <a:chExt cx="917080" cy="2159189"/>
          </a:xfrm>
        </p:grpSpPr>
        <p:sp>
          <p:nvSpPr>
            <p:cNvPr id="1368" name="Google Shape;1368;p83"/>
            <p:cNvSpPr/>
            <p:nvPr/>
          </p:nvSpPr>
          <p:spPr>
            <a:xfrm>
              <a:off x="9432683" y="2413000"/>
              <a:ext cx="917080" cy="1560988"/>
            </a:xfrm>
            <a:prstGeom prst="flowChartOffpageConnector">
              <a:avLst/>
            </a:prstGeom>
            <a:solidFill>
              <a:srgbClr val="68BC47"/>
            </a:solidFill>
            <a:ln w="25400" cap="flat" cmpd="sng">
              <a:solidFill>
                <a:srgbClr val="45862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1369" name="Google Shape;1369;p83"/>
            <p:cNvSpPr/>
            <p:nvPr/>
          </p:nvSpPr>
          <p:spPr>
            <a:xfrm>
              <a:off x="9673919" y="4114862"/>
              <a:ext cx="457327" cy="457327"/>
            </a:xfrm>
            <a:prstGeom prst="ellipse">
              <a:avLst/>
            </a:prstGeom>
            <a:solidFill>
              <a:schemeClr val="lt1"/>
            </a:solidFill>
            <a:ln w="19050" cap="flat" cmpd="sng">
              <a:solidFill>
                <a:srgbClr val="45862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grpSp>
      <p:grpSp>
        <p:nvGrpSpPr>
          <p:cNvPr id="1370" name="Google Shape;1370;p83"/>
          <p:cNvGrpSpPr/>
          <p:nvPr/>
        </p:nvGrpSpPr>
        <p:grpSpPr>
          <a:xfrm>
            <a:off x="5548449" y="6026059"/>
            <a:ext cx="917080" cy="2107026"/>
            <a:chOff x="6645801" y="4133912"/>
            <a:chExt cx="917080" cy="2107026"/>
          </a:xfrm>
        </p:grpSpPr>
        <p:sp>
          <p:nvSpPr>
            <p:cNvPr id="1371" name="Google Shape;1371;p83"/>
            <p:cNvSpPr/>
            <p:nvPr/>
          </p:nvSpPr>
          <p:spPr>
            <a:xfrm rot="10800000">
              <a:off x="6645801" y="4679950"/>
              <a:ext cx="917080" cy="1560988"/>
            </a:xfrm>
            <a:prstGeom prst="flowChartOffpageConnector">
              <a:avLst/>
            </a:prstGeom>
            <a:solidFill>
              <a:srgbClr val="0095C1"/>
            </a:solidFill>
            <a:ln w="25400" cap="flat" cmpd="sng">
              <a:solidFill>
                <a:srgbClr val="006C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1372" name="Google Shape;1372;p83"/>
            <p:cNvSpPr/>
            <p:nvPr/>
          </p:nvSpPr>
          <p:spPr>
            <a:xfrm>
              <a:off x="6887037" y="4133912"/>
              <a:ext cx="457327" cy="457327"/>
            </a:xfrm>
            <a:prstGeom prst="ellipse">
              <a:avLst/>
            </a:prstGeom>
            <a:solidFill>
              <a:schemeClr val="lt1"/>
            </a:solidFill>
            <a:ln w="19050" cap="flat" cmpd="sng">
              <a:solidFill>
                <a:srgbClr val="006C8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400" b="0" i="0" u="none" strike="noStrike" cap="none">
                <a:solidFill>
                  <a:srgbClr val="FFFFFF"/>
                </a:solidFill>
                <a:latin typeface="Arial"/>
                <a:ea typeface="Arial"/>
                <a:cs typeface="Arial"/>
                <a:sym typeface="Arial"/>
              </a:endParaRPr>
            </a:p>
          </p:txBody>
        </p:sp>
      </p:grpSp>
      <p:sp>
        <p:nvSpPr>
          <p:cNvPr id="1373" name="Google Shape;1373;p83"/>
          <p:cNvSpPr txBox="1"/>
          <p:nvPr/>
        </p:nvSpPr>
        <p:spPr>
          <a:xfrm>
            <a:off x="3612005" y="4449489"/>
            <a:ext cx="2853524" cy="136537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a:solidFill>
                  <a:srgbClr val="3F3F3F"/>
                </a:solidFill>
                <a:latin typeface="Open Sans"/>
                <a:ea typeface="Open Sans"/>
                <a:cs typeface="Open Sans"/>
                <a:sym typeface="Open Sans"/>
              </a:rPr>
              <a:t> </a:t>
            </a:r>
            <a:r>
              <a:rPr lang="en-US" sz="2200" b="1" i="0" u="none" strike="noStrike" cap="none">
                <a:solidFill>
                  <a:srgbClr val="3F3F3F"/>
                </a:solidFill>
                <a:latin typeface="Open Sans"/>
                <a:ea typeface="Open Sans"/>
                <a:cs typeface="Open Sans"/>
                <a:sym typeface="Open Sans"/>
              </a:rPr>
              <a:t>- yarn –help </a:t>
            </a:r>
            <a:endParaRPr/>
          </a:p>
          <a:p>
            <a:pPr marL="0" marR="0" lvl="0" indent="0" algn="l" rtl="0">
              <a:lnSpc>
                <a:spcPct val="115000"/>
              </a:lnSpc>
              <a:spcBef>
                <a:spcPts val="100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lists all commands of yarn</a:t>
            </a:r>
            <a:endParaRPr sz="2200" b="0" i="0" u="none" strike="noStrike" cap="none">
              <a:solidFill>
                <a:srgbClr val="3F3F3F"/>
              </a:solidFill>
              <a:latin typeface="Calibri"/>
              <a:ea typeface="Calibri"/>
              <a:cs typeface="Calibri"/>
              <a:sym typeface="Calibri"/>
            </a:endParaRPr>
          </a:p>
        </p:txBody>
      </p:sp>
      <p:sp>
        <p:nvSpPr>
          <p:cNvPr id="1374" name="Google Shape;1374;p83"/>
          <p:cNvSpPr txBox="1"/>
          <p:nvPr/>
        </p:nvSpPr>
        <p:spPr>
          <a:xfrm>
            <a:off x="6603551" y="6967870"/>
            <a:ext cx="2823995" cy="97475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US" sz="2200" b="1" i="0" u="none" strike="noStrike" cap="none">
                <a:solidFill>
                  <a:srgbClr val="3F3F3F"/>
                </a:solidFill>
                <a:latin typeface="Open Sans"/>
                <a:ea typeface="Open Sans"/>
                <a:cs typeface="Open Sans"/>
                <a:sym typeface="Open Sans"/>
              </a:rPr>
              <a:t> - yarn –version</a:t>
            </a:r>
            <a:endParaRPr sz="2200" b="1" i="0" u="none" strike="noStrike" cap="none">
              <a:solidFill>
                <a:srgbClr val="3F3F3F"/>
              </a:solidFill>
              <a:latin typeface="Open Sans"/>
              <a:ea typeface="Open Sans"/>
              <a:cs typeface="Open Sans"/>
              <a:sym typeface="Open Sans"/>
            </a:endParaRPr>
          </a:p>
          <a:p>
            <a:pPr marL="0" marR="0" lvl="0" indent="0" algn="l" rtl="0">
              <a:lnSpc>
                <a:spcPct val="115000"/>
              </a:lnSpc>
              <a:spcBef>
                <a:spcPts val="100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prints the version</a:t>
            </a:r>
            <a:endParaRPr sz="2200" b="0" i="0" u="none" strike="noStrike" cap="none">
              <a:solidFill>
                <a:srgbClr val="3F3F3F"/>
              </a:solidFill>
              <a:latin typeface="Open Sans"/>
              <a:ea typeface="Open Sans"/>
              <a:cs typeface="Open Sans"/>
              <a:sym typeface="Open Sans"/>
            </a:endParaRPr>
          </a:p>
        </p:txBody>
      </p:sp>
      <p:sp>
        <p:nvSpPr>
          <p:cNvPr id="1375" name="Google Shape;1375;p83"/>
          <p:cNvSpPr txBox="1"/>
          <p:nvPr/>
        </p:nvSpPr>
        <p:spPr>
          <a:xfrm>
            <a:off x="9226751" y="4133879"/>
            <a:ext cx="5280460" cy="149233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200"/>
              <a:buFont typeface="Arial"/>
              <a:buNone/>
            </a:pPr>
            <a:endParaRPr sz="2200" b="0" i="0" u="none" strike="noStrike" cap="none">
              <a:solidFill>
                <a:srgbClr val="3F3F3F"/>
              </a:solidFill>
              <a:latin typeface="Open Sans"/>
              <a:ea typeface="Open Sans"/>
              <a:cs typeface="Open Sans"/>
              <a:sym typeface="Open Sans"/>
            </a:endParaRPr>
          </a:p>
          <a:p>
            <a:pPr marL="0" marR="0" lvl="0" indent="0" algn="l" rtl="0">
              <a:lnSpc>
                <a:spcPct val="115000"/>
              </a:lnSpc>
              <a:spcBef>
                <a:spcPts val="1000"/>
              </a:spcBef>
              <a:spcAft>
                <a:spcPts val="0"/>
              </a:spcAft>
              <a:buClr>
                <a:srgbClr val="000000"/>
              </a:buClr>
              <a:buSzPts val="2200"/>
              <a:buFont typeface="Arial"/>
              <a:buNone/>
            </a:pPr>
            <a:r>
              <a:rPr lang="en-US" sz="2200" b="1" i="0" u="none" strike="noStrike" cap="none">
                <a:solidFill>
                  <a:srgbClr val="3F3F3F"/>
                </a:solidFill>
                <a:latin typeface="Open Sans"/>
                <a:ea typeface="Open Sans"/>
                <a:cs typeface="Open Sans"/>
                <a:sym typeface="Open Sans"/>
              </a:rPr>
              <a:t> - yarn logs -applicationId &lt;app-id&gt;</a:t>
            </a:r>
            <a:endParaRPr sz="2200" b="1" i="0" u="none" strike="noStrike" cap="none">
              <a:solidFill>
                <a:srgbClr val="3F3F3F"/>
              </a:solidFill>
              <a:latin typeface="Open Sans"/>
              <a:ea typeface="Open Sans"/>
              <a:cs typeface="Open Sans"/>
              <a:sym typeface="Open Sans"/>
            </a:endParaRPr>
          </a:p>
          <a:p>
            <a:pPr marL="0" marR="0" lvl="0" indent="0" algn="l" rtl="0">
              <a:lnSpc>
                <a:spcPct val="115000"/>
              </a:lnSpc>
              <a:spcBef>
                <a:spcPts val="100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 views logs of specified application ID</a:t>
            </a:r>
            <a:endParaRPr sz="2200" b="0" i="0" u="none" strike="noStrike" cap="none">
              <a:solidFill>
                <a:srgbClr val="3F3F3F"/>
              </a:solidFill>
              <a:latin typeface="Open Sans"/>
              <a:ea typeface="Open Sans"/>
              <a:cs typeface="Open Sans"/>
              <a:sym typeface="Open Sans"/>
            </a:endParaRPr>
          </a:p>
        </p:txBody>
      </p:sp>
      <p:sp>
        <p:nvSpPr>
          <p:cNvPr id="1376" name="Google Shape;1376;p83"/>
          <p:cNvSpPr/>
          <p:nvPr/>
        </p:nvSpPr>
        <p:spPr>
          <a:xfrm>
            <a:off x="1764926" y="1648016"/>
            <a:ext cx="12885846" cy="2220478"/>
          </a:xfrm>
          <a:prstGeom prst="roundRect">
            <a:avLst>
              <a:gd name="adj" fmla="val 8660"/>
            </a:avLst>
          </a:prstGeom>
          <a:noFill/>
          <a:ln w="25400" cap="flat" cmpd="sng">
            <a:solidFill>
              <a:schemeClr val="accent1"/>
            </a:solidFill>
            <a:prstDash val="solid"/>
            <a:round/>
            <a:headEnd type="none" w="sm" len="sm"/>
            <a:tailEnd type="none" w="sm" len="sm"/>
          </a:ln>
        </p:spPr>
        <p:txBody>
          <a:bodyPr spcFirstLastPara="1" wrap="square" lIns="714275" tIns="26650" rIns="660925" bIns="26650" anchor="ctr" anchorCtr="0">
            <a:noAutofit/>
          </a:bodyPr>
          <a:lstStyle/>
          <a:p>
            <a:pPr marL="0" marR="0" lvl="0" indent="0" algn="ctr" rtl="0">
              <a:lnSpc>
                <a:spcPct val="90000"/>
              </a:lnSpc>
              <a:spcBef>
                <a:spcPts val="0"/>
              </a:spcBef>
              <a:spcAft>
                <a:spcPts val="0"/>
              </a:spcAft>
              <a:buNone/>
            </a:pPr>
            <a:endParaRPr sz="2400" b="0" i="0" u="none" strike="noStrike" cap="none">
              <a:solidFill>
                <a:srgbClr val="3F3F3F"/>
              </a:solidFill>
              <a:latin typeface="Open Sans Light"/>
              <a:ea typeface="Open Sans Light"/>
              <a:cs typeface="Open Sans Light"/>
              <a:sym typeface="Open Sans Light"/>
            </a:endParaRPr>
          </a:p>
        </p:txBody>
      </p:sp>
      <p:sp>
        <p:nvSpPr>
          <p:cNvPr id="1377" name="Google Shape;1377;p83"/>
          <p:cNvSpPr txBox="1"/>
          <p:nvPr/>
        </p:nvSpPr>
        <p:spPr>
          <a:xfrm>
            <a:off x="1957914" y="1810850"/>
            <a:ext cx="12885846" cy="1881669"/>
          </a:xfrm>
          <a:prstGeom prst="rect">
            <a:avLst/>
          </a:prstGeom>
          <a:noFill/>
          <a:ln>
            <a:noFill/>
          </a:ln>
        </p:spPr>
        <p:txBody>
          <a:bodyPr spcFirstLastPara="1" wrap="square" lIns="91425" tIns="45700" rIns="91425" bIns="45700" anchor="t" anchorCtr="0">
            <a:spAutoFit/>
          </a:bodyPr>
          <a:lstStyle/>
          <a:p>
            <a:pPr marL="457200" marR="0" lvl="0" indent="-457200" algn="l" rtl="0">
              <a:lnSpc>
                <a:spcPct val="115000"/>
              </a:lnSpc>
              <a:spcBef>
                <a:spcPts val="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Yarn includes several command-line tools to assist with various parts of the Yarn package, such as installation, administration, and publishing.</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Most YARN commands are intended for administrators rather than developers.</a:t>
            </a:r>
            <a:endParaRPr dirty="0"/>
          </a:p>
          <a:p>
            <a:pPr marL="457200" marR="0" lvl="0" indent="-457200" algn="l" rtl="0">
              <a:lnSpc>
                <a:spcPct val="115000"/>
              </a:lnSpc>
              <a:spcBef>
                <a:spcPts val="1000"/>
              </a:spcBef>
              <a:spcAft>
                <a:spcPts val="0"/>
              </a:spcAft>
              <a:buClr>
                <a:srgbClr val="3F3F3F"/>
              </a:buClr>
              <a:buSzPts val="3080"/>
              <a:buFont typeface="Arial"/>
              <a:buChar char="•"/>
            </a:pPr>
            <a:r>
              <a:rPr lang="en-US" sz="2200" b="0" i="0" u="none" strike="noStrike" cap="none" dirty="0">
                <a:solidFill>
                  <a:srgbClr val="3F3F3F"/>
                </a:solidFill>
                <a:latin typeface="Open Sans"/>
                <a:ea typeface="Open Sans"/>
                <a:cs typeface="Open Sans"/>
                <a:sym typeface="Open Sans"/>
              </a:rPr>
              <a:t>The developer will find the following few commands useful:</a:t>
            </a:r>
            <a:endParaRPr sz="2200" b="0" i="0" u="none" strike="noStrike" cap="none" dirty="0">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5D5761F1-82BB-23E2-2A47-BC16D953F3B8}"/>
              </a:ext>
            </a:extLst>
          </p:cNvPr>
          <p:cNvSpPr/>
          <p:nvPr/>
        </p:nvSpPr>
        <p:spPr>
          <a:xfrm>
            <a:off x="5791200" y="850614"/>
            <a:ext cx="46851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84"/>
          <p:cNvSpPr txBox="1">
            <a:spLocks noGrp="1"/>
          </p:cNvSpPr>
          <p:nvPr>
            <p:ph type="title"/>
          </p:nvPr>
        </p:nvSpPr>
        <p:spPr>
          <a:xfrm>
            <a:off x="-10160" y="210828"/>
            <a:ext cx="16276320" cy="687244"/>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SzPts val="3200"/>
              <a:buNone/>
            </a:pPr>
            <a:r>
              <a:rPr lang="en-US" sz="2800">
                <a:solidFill>
                  <a:srgbClr val="3F3F3F"/>
                </a:solidFill>
                <a:latin typeface="Open Sans"/>
                <a:ea typeface="Open Sans"/>
                <a:cs typeface="Open Sans"/>
                <a:sym typeface="Open Sans"/>
              </a:rPr>
              <a:t>YARN Command Line</a:t>
            </a:r>
            <a:endParaRPr/>
          </a:p>
        </p:txBody>
      </p:sp>
      <p:grpSp>
        <p:nvGrpSpPr>
          <p:cNvPr id="1384" name="Google Shape;1384;p84"/>
          <p:cNvGrpSpPr/>
          <p:nvPr/>
        </p:nvGrpSpPr>
        <p:grpSpPr>
          <a:xfrm>
            <a:off x="1853921" y="2072186"/>
            <a:ext cx="1498880" cy="996660"/>
            <a:chOff x="4265613" y="2266950"/>
            <a:chExt cx="1647826" cy="1014413"/>
          </a:xfrm>
        </p:grpSpPr>
        <p:sp>
          <p:nvSpPr>
            <p:cNvPr id="1385" name="Google Shape;1385;p84"/>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525252"/>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386" name="Google Shape;1386;p84"/>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7B7B7B"/>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387" name="Google Shape;1387;p84"/>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3"/>
            </a:solidFill>
            <a:ln w="9525" cap="flat" cmpd="sng">
              <a:solidFill>
                <a:schemeClr val="accent3"/>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grpSp>
        <p:nvGrpSpPr>
          <p:cNvPr id="1388" name="Google Shape;1388;p84"/>
          <p:cNvGrpSpPr/>
          <p:nvPr/>
        </p:nvGrpSpPr>
        <p:grpSpPr>
          <a:xfrm>
            <a:off x="1853920" y="4024976"/>
            <a:ext cx="1498880" cy="996660"/>
            <a:chOff x="4265613" y="2266950"/>
            <a:chExt cx="1647826" cy="1014413"/>
          </a:xfrm>
        </p:grpSpPr>
        <p:sp>
          <p:nvSpPr>
            <p:cNvPr id="1389" name="Google Shape;1389;p84"/>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525252"/>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390" name="Google Shape;1390;p84"/>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7B7B7B"/>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391" name="Google Shape;1391;p84"/>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3"/>
            </a:solidFill>
            <a:ln w="9525" cap="flat" cmpd="sng">
              <a:solidFill>
                <a:schemeClr val="accent3"/>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grpSp>
        <p:nvGrpSpPr>
          <p:cNvPr id="1392" name="Google Shape;1392;p84"/>
          <p:cNvGrpSpPr/>
          <p:nvPr/>
        </p:nvGrpSpPr>
        <p:grpSpPr>
          <a:xfrm>
            <a:off x="1853920" y="6140084"/>
            <a:ext cx="1498880" cy="996660"/>
            <a:chOff x="4265613" y="2266950"/>
            <a:chExt cx="1647826" cy="1014413"/>
          </a:xfrm>
        </p:grpSpPr>
        <p:sp>
          <p:nvSpPr>
            <p:cNvPr id="1393" name="Google Shape;1393;p84"/>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525252"/>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394" name="Google Shape;1394;p84"/>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7B7B7B"/>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395" name="Google Shape;1395;p84"/>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3"/>
            </a:solidFill>
            <a:ln w="9525" cap="flat" cmpd="sng">
              <a:solidFill>
                <a:schemeClr val="accent3"/>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sp>
        <p:nvSpPr>
          <p:cNvPr id="1396" name="Google Shape;1396;p84"/>
          <p:cNvSpPr txBox="1"/>
          <p:nvPr/>
        </p:nvSpPr>
        <p:spPr>
          <a:xfrm>
            <a:off x="4047706" y="2315218"/>
            <a:ext cx="11117532" cy="457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yarn add:</a:t>
            </a:r>
            <a:r>
              <a:rPr lang="en-US" sz="2200" b="0" i="0" u="none" strike="noStrike" cap="none">
                <a:solidFill>
                  <a:srgbClr val="3F3F3F"/>
                </a:solidFill>
                <a:latin typeface="Open Sans"/>
                <a:ea typeface="Open Sans"/>
                <a:cs typeface="Open Sans"/>
                <a:sym typeface="Open Sans"/>
              </a:rPr>
              <a:t> This command adds a package to the current package.</a:t>
            </a:r>
            <a:endParaRPr/>
          </a:p>
        </p:txBody>
      </p:sp>
      <p:sp>
        <p:nvSpPr>
          <p:cNvPr id="1397" name="Google Shape;1397;p84"/>
          <p:cNvSpPr txBox="1"/>
          <p:nvPr/>
        </p:nvSpPr>
        <p:spPr>
          <a:xfrm>
            <a:off x="4047706" y="4221459"/>
            <a:ext cx="9505734" cy="457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yarn init:</a:t>
            </a:r>
            <a:r>
              <a:rPr lang="en-US" sz="2200" b="0" i="0" u="none" strike="noStrike" cap="none">
                <a:solidFill>
                  <a:srgbClr val="3F3F3F"/>
                </a:solidFill>
                <a:latin typeface="Open Sans"/>
                <a:ea typeface="Open Sans"/>
                <a:cs typeface="Open Sans"/>
                <a:sym typeface="Open Sans"/>
              </a:rPr>
              <a:t> This command starts the package development process.</a:t>
            </a:r>
            <a:endParaRPr/>
          </a:p>
        </p:txBody>
      </p:sp>
      <p:sp>
        <p:nvSpPr>
          <p:cNvPr id="1398" name="Google Shape;1398;p84"/>
          <p:cNvSpPr txBox="1"/>
          <p:nvPr/>
        </p:nvSpPr>
        <p:spPr>
          <a:xfrm>
            <a:off x="4047706" y="6343239"/>
            <a:ext cx="9505734" cy="8465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yarn install: </a:t>
            </a:r>
            <a:r>
              <a:rPr lang="en-US" sz="2200" b="0" i="0" u="none" strike="noStrike" cap="none">
                <a:solidFill>
                  <a:srgbClr val="3F3F3F"/>
                </a:solidFill>
                <a:latin typeface="Open Sans"/>
                <a:ea typeface="Open Sans"/>
                <a:cs typeface="Open Sans"/>
                <a:sym typeface="Open Sans"/>
              </a:rPr>
              <a:t>This command installs all of the package's dependencies in a file in JSON.</a:t>
            </a:r>
            <a:endParaRPr/>
          </a:p>
        </p:txBody>
      </p:sp>
      <p:sp>
        <p:nvSpPr>
          <p:cNvPr id="3" name="Brandline_LVC">
            <a:extLst>
              <a:ext uri="{FF2B5EF4-FFF2-40B4-BE49-F238E27FC236}">
                <a16:creationId xmlns:a16="http://schemas.microsoft.com/office/drawing/2014/main" id="{093320EC-36F2-4F13-9F23-042E24180F3D}"/>
              </a:ext>
            </a:extLst>
          </p:cNvPr>
          <p:cNvSpPr/>
          <p:nvPr/>
        </p:nvSpPr>
        <p:spPr>
          <a:xfrm>
            <a:off x="5791200" y="850614"/>
            <a:ext cx="46851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85"/>
          <p:cNvSpPr txBox="1">
            <a:spLocks noGrp="1"/>
          </p:cNvSpPr>
          <p:nvPr>
            <p:ph type="title"/>
          </p:nvPr>
        </p:nvSpPr>
        <p:spPr>
          <a:xfrm>
            <a:off x="-10160" y="210828"/>
            <a:ext cx="16276320" cy="687244"/>
          </a:xfrm>
          <a:prstGeom prst="rect">
            <a:avLst/>
          </a:prstGeom>
          <a:noFill/>
          <a:ln>
            <a:noFill/>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SzPts val="3200"/>
              <a:buNone/>
            </a:pPr>
            <a:r>
              <a:rPr lang="en-US" sz="2800">
                <a:solidFill>
                  <a:srgbClr val="3F3F3F"/>
                </a:solidFill>
                <a:latin typeface="Open Sans"/>
                <a:ea typeface="Open Sans"/>
                <a:cs typeface="Open Sans"/>
                <a:sym typeface="Open Sans"/>
              </a:rPr>
              <a:t>YARN Command Line</a:t>
            </a:r>
            <a:endParaRPr/>
          </a:p>
        </p:txBody>
      </p:sp>
      <p:grpSp>
        <p:nvGrpSpPr>
          <p:cNvPr id="1406" name="Google Shape;1406;p85"/>
          <p:cNvGrpSpPr/>
          <p:nvPr/>
        </p:nvGrpSpPr>
        <p:grpSpPr>
          <a:xfrm>
            <a:off x="1980780" y="2765364"/>
            <a:ext cx="1389950" cy="924228"/>
            <a:chOff x="4265613" y="2266950"/>
            <a:chExt cx="1647826" cy="1014413"/>
          </a:xfrm>
        </p:grpSpPr>
        <p:sp>
          <p:nvSpPr>
            <p:cNvPr id="1407" name="Google Shape;1407;p85"/>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525252"/>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408" name="Google Shape;1408;p85"/>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7B7B7B"/>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409" name="Google Shape;1409;p85"/>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3"/>
            </a:solidFill>
            <a:ln w="9525" cap="flat" cmpd="sng">
              <a:solidFill>
                <a:schemeClr val="accent3"/>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grpSp>
        <p:nvGrpSpPr>
          <p:cNvPr id="1410" name="Google Shape;1410;p85"/>
          <p:cNvGrpSpPr/>
          <p:nvPr/>
        </p:nvGrpSpPr>
        <p:grpSpPr>
          <a:xfrm>
            <a:off x="1980779" y="4718154"/>
            <a:ext cx="1389950" cy="924228"/>
            <a:chOff x="4265613" y="2266950"/>
            <a:chExt cx="1647826" cy="1014413"/>
          </a:xfrm>
        </p:grpSpPr>
        <p:sp>
          <p:nvSpPr>
            <p:cNvPr id="1411" name="Google Shape;1411;p85"/>
            <p:cNvSpPr/>
            <p:nvPr/>
          </p:nvSpPr>
          <p:spPr>
            <a:xfrm>
              <a:off x="4389438" y="2328863"/>
              <a:ext cx="1401763" cy="539750"/>
            </a:xfrm>
            <a:custGeom>
              <a:avLst/>
              <a:gdLst/>
              <a:ahLst/>
              <a:cxnLst/>
              <a:rect l="l" t="t" r="r" b="b"/>
              <a:pathLst>
                <a:path w="776" h="299" extrusionOk="0">
                  <a:moveTo>
                    <a:pt x="776" y="195"/>
                  </a:moveTo>
                  <a:cubicBezTo>
                    <a:pt x="776" y="299"/>
                    <a:pt x="776" y="299"/>
                    <a:pt x="776" y="299"/>
                  </a:cubicBezTo>
                  <a:cubicBezTo>
                    <a:pt x="776" y="192"/>
                    <a:pt x="602" y="105"/>
                    <a:pt x="388" y="104"/>
                  </a:cubicBezTo>
                  <a:cubicBezTo>
                    <a:pt x="174" y="104"/>
                    <a:pt x="0" y="190"/>
                    <a:pt x="0" y="297"/>
                  </a:cubicBezTo>
                  <a:cubicBezTo>
                    <a:pt x="0" y="194"/>
                    <a:pt x="0" y="194"/>
                    <a:pt x="0" y="194"/>
                  </a:cubicBezTo>
                  <a:cubicBezTo>
                    <a:pt x="0" y="86"/>
                    <a:pt x="174" y="0"/>
                    <a:pt x="388" y="0"/>
                  </a:cubicBezTo>
                  <a:cubicBezTo>
                    <a:pt x="603" y="1"/>
                    <a:pt x="776" y="88"/>
                    <a:pt x="776" y="195"/>
                  </a:cubicBezTo>
                  <a:close/>
                </a:path>
              </a:pathLst>
            </a:custGeom>
            <a:solidFill>
              <a:srgbClr val="525252"/>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412" name="Google Shape;1412;p85"/>
            <p:cNvSpPr/>
            <p:nvPr/>
          </p:nvSpPr>
          <p:spPr>
            <a:xfrm>
              <a:off x="4265613" y="2678113"/>
              <a:ext cx="1647826" cy="603250"/>
            </a:xfrm>
            <a:custGeom>
              <a:avLst/>
              <a:gdLst/>
              <a:ahLst/>
              <a:cxnLst/>
              <a:rect l="l" t="t" r="r" b="b"/>
              <a:pathLst>
                <a:path w="913" h="334" extrusionOk="0">
                  <a:moveTo>
                    <a:pt x="913" y="3"/>
                  </a:moveTo>
                  <a:cubicBezTo>
                    <a:pt x="913" y="107"/>
                    <a:pt x="913" y="107"/>
                    <a:pt x="913" y="107"/>
                  </a:cubicBezTo>
                  <a:cubicBezTo>
                    <a:pt x="912" y="232"/>
                    <a:pt x="708" y="334"/>
                    <a:pt x="456" y="333"/>
                  </a:cubicBezTo>
                  <a:cubicBezTo>
                    <a:pt x="204" y="333"/>
                    <a:pt x="0" y="230"/>
                    <a:pt x="1" y="104"/>
                  </a:cubicBezTo>
                  <a:cubicBezTo>
                    <a:pt x="1" y="0"/>
                    <a:pt x="1" y="0"/>
                    <a:pt x="1" y="0"/>
                  </a:cubicBezTo>
                  <a:cubicBezTo>
                    <a:pt x="1" y="126"/>
                    <a:pt x="205" y="229"/>
                    <a:pt x="456" y="229"/>
                  </a:cubicBezTo>
                  <a:cubicBezTo>
                    <a:pt x="708" y="230"/>
                    <a:pt x="912" y="128"/>
                    <a:pt x="913" y="3"/>
                  </a:cubicBezTo>
                  <a:close/>
                </a:path>
              </a:pathLst>
            </a:custGeom>
            <a:solidFill>
              <a:srgbClr val="7B7B7B"/>
            </a:solidFill>
            <a:ln>
              <a:noFill/>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sp>
          <p:nvSpPr>
            <p:cNvPr id="1413" name="Google Shape;1413;p85"/>
            <p:cNvSpPr/>
            <p:nvPr/>
          </p:nvSpPr>
          <p:spPr>
            <a:xfrm>
              <a:off x="4267200" y="2266950"/>
              <a:ext cx="1646238" cy="827088"/>
            </a:xfrm>
            <a:custGeom>
              <a:avLst/>
              <a:gdLst/>
              <a:ahLst/>
              <a:cxnLst/>
              <a:rect l="l" t="t" r="r" b="b"/>
              <a:pathLst>
                <a:path w="912" h="457" extrusionOk="0">
                  <a:moveTo>
                    <a:pt x="456" y="1"/>
                  </a:moveTo>
                  <a:cubicBezTo>
                    <a:pt x="708" y="1"/>
                    <a:pt x="912" y="104"/>
                    <a:pt x="912" y="230"/>
                  </a:cubicBezTo>
                  <a:cubicBezTo>
                    <a:pt x="911" y="355"/>
                    <a:pt x="707" y="457"/>
                    <a:pt x="455" y="456"/>
                  </a:cubicBezTo>
                  <a:cubicBezTo>
                    <a:pt x="204" y="456"/>
                    <a:pt x="0" y="353"/>
                    <a:pt x="0" y="227"/>
                  </a:cubicBezTo>
                  <a:cubicBezTo>
                    <a:pt x="0" y="101"/>
                    <a:pt x="205" y="0"/>
                    <a:pt x="456" y="1"/>
                  </a:cubicBezTo>
                  <a:close/>
                  <a:moveTo>
                    <a:pt x="455" y="422"/>
                  </a:moveTo>
                  <a:cubicBezTo>
                    <a:pt x="670" y="423"/>
                    <a:pt x="844" y="337"/>
                    <a:pt x="844" y="229"/>
                  </a:cubicBezTo>
                  <a:cubicBezTo>
                    <a:pt x="844" y="122"/>
                    <a:pt x="671" y="35"/>
                    <a:pt x="456" y="34"/>
                  </a:cubicBezTo>
                  <a:cubicBezTo>
                    <a:pt x="242" y="34"/>
                    <a:pt x="68" y="120"/>
                    <a:pt x="68" y="228"/>
                  </a:cubicBezTo>
                  <a:cubicBezTo>
                    <a:pt x="68" y="335"/>
                    <a:pt x="241" y="422"/>
                    <a:pt x="455" y="422"/>
                  </a:cubicBezTo>
                </a:path>
              </a:pathLst>
            </a:custGeom>
            <a:solidFill>
              <a:schemeClr val="accent3"/>
            </a:solidFill>
            <a:ln w="9525" cap="flat" cmpd="sng">
              <a:solidFill>
                <a:schemeClr val="accent3"/>
              </a:solidFill>
              <a:prstDash val="solid"/>
              <a:round/>
              <a:headEnd type="none" w="sm" len="sm"/>
              <a:tailEnd type="none" w="sm" len="sm"/>
            </a:ln>
            <a:effectLst>
              <a:outerShdw blurRad="25400" dist="25400" dir="5400000" algn="t" rotWithShape="0">
                <a:srgbClr val="000000">
                  <a:alpha val="40000"/>
                </a:srgbClr>
              </a:outerShdw>
            </a:effectLst>
          </p:spPr>
          <p:txBody>
            <a:bodyPr spcFirstLastPara="1" wrap="square" lIns="162550" tIns="81275" rIns="162550" bIns="81275" anchor="t" anchorCtr="0">
              <a:noAutofit/>
            </a:bodyPr>
            <a:lstStyle/>
            <a:p>
              <a:pPr marL="0" marR="0" lvl="0" indent="0" algn="l" rtl="0">
                <a:lnSpc>
                  <a:spcPct val="100000"/>
                </a:lnSpc>
                <a:spcBef>
                  <a:spcPts val="0"/>
                </a:spcBef>
                <a:spcAft>
                  <a:spcPts val="0"/>
                </a:spcAft>
                <a:buNone/>
              </a:pPr>
              <a:endParaRPr sz="3200" b="0" i="0" u="none" strike="noStrike" cap="none">
                <a:solidFill>
                  <a:srgbClr val="44494E"/>
                </a:solidFill>
                <a:latin typeface="Arial"/>
                <a:ea typeface="Arial"/>
                <a:cs typeface="Arial"/>
                <a:sym typeface="Arial"/>
              </a:endParaRPr>
            </a:p>
          </p:txBody>
        </p:sp>
      </p:grpSp>
      <p:sp>
        <p:nvSpPr>
          <p:cNvPr id="1414" name="Google Shape;1414;p85"/>
          <p:cNvSpPr txBox="1"/>
          <p:nvPr/>
        </p:nvSpPr>
        <p:spPr>
          <a:xfrm>
            <a:off x="4030453" y="2942992"/>
            <a:ext cx="11117532"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yarn publish: </a:t>
            </a:r>
            <a:r>
              <a:rPr lang="en-US" sz="2200" b="0" i="0" u="none" strike="noStrike" cap="none">
                <a:solidFill>
                  <a:srgbClr val="3F3F3F"/>
                </a:solidFill>
                <a:latin typeface="Open Sans"/>
                <a:ea typeface="Open Sans"/>
                <a:cs typeface="Open Sans"/>
                <a:sym typeface="Open Sans"/>
              </a:rPr>
              <a:t>This command sends a package to the package manager.</a:t>
            </a:r>
            <a:endParaRPr sz="2200" b="0" i="0" u="none" strike="noStrike" cap="none">
              <a:solidFill>
                <a:srgbClr val="3F3F3F"/>
              </a:solidFill>
              <a:latin typeface="Open Sans"/>
              <a:ea typeface="Open Sans"/>
              <a:cs typeface="Open Sans"/>
              <a:sym typeface="Open Sans"/>
            </a:endParaRPr>
          </a:p>
        </p:txBody>
      </p:sp>
      <p:sp>
        <p:nvSpPr>
          <p:cNvPr id="1415" name="Google Shape;1415;p85"/>
          <p:cNvSpPr txBox="1"/>
          <p:nvPr/>
        </p:nvSpPr>
        <p:spPr>
          <a:xfrm>
            <a:off x="4030453" y="4849233"/>
            <a:ext cx="9739335" cy="84651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1" i="0" u="none" strike="noStrike" cap="none">
                <a:solidFill>
                  <a:srgbClr val="3F3F3F"/>
                </a:solidFill>
                <a:latin typeface="Open Sans"/>
                <a:ea typeface="Open Sans"/>
                <a:cs typeface="Open Sans"/>
                <a:sym typeface="Open Sans"/>
              </a:rPr>
              <a:t>yarn remove: </a:t>
            </a:r>
            <a:r>
              <a:rPr lang="en-US" sz="2200" b="0" i="0" u="none" strike="noStrike" cap="none">
                <a:solidFill>
                  <a:srgbClr val="3F3F3F"/>
                </a:solidFill>
                <a:latin typeface="Open Sans"/>
                <a:ea typeface="Open Sans"/>
                <a:cs typeface="Open Sans"/>
                <a:sym typeface="Open Sans"/>
              </a:rPr>
              <a:t>This command removes an unused package from the current package.</a:t>
            </a:r>
            <a:endParaRPr sz="2200" b="0" i="0" u="none" strike="noStrike" cap="none">
              <a:solidFill>
                <a:srgbClr val="3F3F3F"/>
              </a:solidFill>
              <a:latin typeface="Open Sans"/>
              <a:ea typeface="Open Sans"/>
              <a:cs typeface="Open Sans"/>
              <a:sym typeface="Open Sans"/>
            </a:endParaRPr>
          </a:p>
        </p:txBody>
      </p:sp>
      <p:sp>
        <p:nvSpPr>
          <p:cNvPr id="3" name="Brandline_LVC">
            <a:extLst>
              <a:ext uri="{FF2B5EF4-FFF2-40B4-BE49-F238E27FC236}">
                <a16:creationId xmlns:a16="http://schemas.microsoft.com/office/drawing/2014/main" id="{BC3BB6CD-4F9B-0555-47AF-731BFEAB3C42}"/>
              </a:ext>
            </a:extLst>
          </p:cNvPr>
          <p:cNvSpPr/>
          <p:nvPr/>
        </p:nvSpPr>
        <p:spPr>
          <a:xfrm>
            <a:off x="5791200" y="850614"/>
            <a:ext cx="4685189"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87"/>
          <p:cNvSpPr txBox="1">
            <a:spLocks noGrp="1"/>
          </p:cNvSpPr>
          <p:nvPr>
            <p:ph type="body" sz="quarter" idx="15"/>
          </p:nvPr>
        </p:nvSpPr>
        <p:spPr>
          <a:xfrm>
            <a:off x="1332874" y="2348907"/>
            <a:ext cx="10973425" cy="1011600"/>
          </a:xfrm>
          <a:prstGeom prst="rect">
            <a:avLst/>
          </a:prstGeom>
          <a:noFill/>
          <a:ln>
            <a:noFill/>
          </a:ln>
        </p:spPr>
        <p:txBody>
          <a:bodyPr spcFirstLastPara="1" wrap="square" lIns="91425" tIns="45700" rIns="91425" bIns="45700" anchor="t" anchorCtr="0">
            <a:noAutofit/>
          </a:bodyPr>
          <a:lstStyle/>
          <a:p>
            <a:pPr>
              <a:lnSpc>
                <a:spcPct val="115000"/>
              </a:lnSpc>
              <a:spcBef>
                <a:spcPts val="0"/>
              </a:spcBef>
              <a:buClr>
                <a:srgbClr val="000000"/>
              </a:buClr>
              <a:buSzPts val="2200"/>
            </a:pPr>
            <a:r>
              <a:rPr lang="en-US" sz="2200" dirty="0">
                <a:solidFill>
                  <a:srgbClr val="3F3F3F"/>
                </a:solidFill>
                <a:latin typeface="Open Sans"/>
                <a:ea typeface="Open Sans"/>
                <a:cs typeface="Open Sans"/>
                <a:sym typeface="Open Sans"/>
              </a:rPr>
              <a:t>YARN is a Hadoop </a:t>
            </a:r>
            <a:r>
              <a:rPr lang="en-US" sz="2200" dirty="0" err="1">
                <a:solidFill>
                  <a:srgbClr val="3F3F3F"/>
                </a:solidFill>
                <a:latin typeface="Open Sans"/>
                <a:ea typeface="Open Sans"/>
                <a:cs typeface="Open Sans"/>
                <a:sym typeface="Open Sans"/>
              </a:rPr>
              <a:t>ResourceManager</a:t>
            </a:r>
            <a:r>
              <a:rPr lang="en-US" sz="2200" dirty="0">
                <a:solidFill>
                  <a:srgbClr val="3F3F3F"/>
                </a:solidFill>
                <a:latin typeface="Open Sans"/>
                <a:ea typeface="Open Sans"/>
                <a:cs typeface="Open Sans"/>
                <a:sym typeface="Open Sans"/>
              </a:rPr>
              <a:t> that was established by dividing the MapReduce processing engine and management function.</a:t>
            </a:r>
            <a:endParaRPr sz="2200" dirty="0">
              <a:solidFill>
                <a:srgbClr val="3F3F3F"/>
              </a:solidFill>
              <a:latin typeface="Open Sans"/>
              <a:ea typeface="Open Sans"/>
              <a:cs typeface="Open Sans"/>
              <a:sym typeface="Arial"/>
            </a:endParaRPr>
          </a:p>
        </p:txBody>
      </p:sp>
      <p:sp>
        <p:nvSpPr>
          <p:cNvPr id="1431" name="Google Shape;1431;p87"/>
          <p:cNvSpPr txBox="1">
            <a:spLocks noGrp="1"/>
          </p:cNvSpPr>
          <p:nvPr>
            <p:ph type="body" sz="quarter" idx="16"/>
          </p:nvPr>
        </p:nvSpPr>
        <p:spPr>
          <a:xfrm>
            <a:off x="1332356" y="3574705"/>
            <a:ext cx="9036000" cy="1011600"/>
          </a:xfrm>
          <a:prstGeom prst="rect">
            <a:avLst/>
          </a:prstGeom>
          <a:noFill/>
          <a:ln>
            <a:noFill/>
          </a:ln>
        </p:spPr>
        <p:txBody>
          <a:bodyPr spcFirstLastPara="1" wrap="square" lIns="91425" tIns="45700" rIns="91425" bIns="45700" anchor="t" anchorCtr="0">
            <a:noAutofit/>
          </a:bodyPr>
          <a:lstStyle/>
          <a:p>
            <a:pPr>
              <a:lnSpc>
                <a:spcPct val="115000"/>
              </a:lnSpc>
              <a:buClr>
                <a:srgbClr val="000000"/>
              </a:buClr>
              <a:buSzPts val="2200"/>
            </a:pPr>
            <a:r>
              <a:rPr lang="en-US" sz="2200" dirty="0">
                <a:solidFill>
                  <a:srgbClr val="3F3F3F"/>
                </a:solidFill>
                <a:latin typeface="Open Sans"/>
                <a:ea typeface="Open Sans"/>
                <a:cs typeface="Open Sans"/>
                <a:sym typeface="Open Sans"/>
              </a:rPr>
              <a:t>YARN was implemented due to the limitations of Hadoop 1.0.</a:t>
            </a:r>
            <a:endParaRPr sz="2200" dirty="0">
              <a:solidFill>
                <a:srgbClr val="3F3F3F"/>
              </a:solidFill>
              <a:latin typeface="Open Sans"/>
              <a:ea typeface="Open Sans"/>
              <a:cs typeface="Open Sans"/>
              <a:sym typeface="Arial"/>
            </a:endParaRPr>
          </a:p>
        </p:txBody>
      </p:sp>
      <p:sp>
        <p:nvSpPr>
          <p:cNvPr id="1432" name="Google Shape;1432;p87"/>
          <p:cNvSpPr txBox="1">
            <a:spLocks noGrp="1"/>
          </p:cNvSpPr>
          <p:nvPr>
            <p:ph type="body" sz="quarter" idx="17"/>
          </p:nvPr>
        </p:nvSpPr>
        <p:spPr>
          <a:xfrm>
            <a:off x="1331837" y="4425167"/>
            <a:ext cx="9036000" cy="1011600"/>
          </a:xfrm>
          <a:prstGeom prst="rect">
            <a:avLst/>
          </a:prstGeom>
          <a:noFill/>
          <a:ln>
            <a:noFill/>
          </a:ln>
        </p:spPr>
        <p:txBody>
          <a:bodyPr spcFirstLastPara="1" wrap="square" lIns="91425" tIns="45700" rIns="91425" bIns="45700" anchor="t" anchorCtr="0">
            <a:noAutofit/>
          </a:bodyPr>
          <a:lstStyle/>
          <a:p>
            <a:pPr>
              <a:lnSpc>
                <a:spcPct val="115000"/>
              </a:lnSpc>
              <a:buClr>
                <a:srgbClr val="000000"/>
              </a:buClr>
              <a:buSzPts val="2200"/>
            </a:pPr>
            <a:r>
              <a:rPr lang="en-US" sz="2200" dirty="0">
                <a:solidFill>
                  <a:srgbClr val="3F3F3F"/>
                </a:solidFill>
                <a:latin typeface="Open Sans"/>
                <a:ea typeface="Open Sans"/>
                <a:cs typeface="Open Sans"/>
                <a:sym typeface="Open Sans"/>
              </a:rPr>
              <a:t>YARN architecture consists of client, </a:t>
            </a:r>
            <a:r>
              <a:rPr lang="en-US" sz="2200" dirty="0" err="1">
                <a:solidFill>
                  <a:srgbClr val="3F3F3F"/>
                </a:solidFill>
                <a:latin typeface="Open Sans"/>
                <a:ea typeface="Open Sans"/>
                <a:cs typeface="Open Sans"/>
                <a:sym typeface="Open Sans"/>
              </a:rPr>
              <a:t>ResourceManager</a:t>
            </a:r>
            <a:r>
              <a:rPr lang="en-US" sz="2200" dirty="0">
                <a:solidFill>
                  <a:srgbClr val="3F3F3F"/>
                </a:solidFill>
                <a:latin typeface="Open Sans"/>
                <a:ea typeface="Open Sans"/>
                <a:cs typeface="Open Sans"/>
                <a:sym typeface="Open Sans"/>
              </a:rPr>
              <a:t>, </a:t>
            </a:r>
            <a:r>
              <a:rPr lang="en-US" sz="2200" dirty="0" err="1">
                <a:solidFill>
                  <a:srgbClr val="3F3F3F"/>
                </a:solidFill>
                <a:latin typeface="Open Sans"/>
                <a:ea typeface="Open Sans"/>
                <a:cs typeface="Open Sans"/>
                <a:sym typeface="Open Sans"/>
              </a:rPr>
              <a:t>NodeManager</a:t>
            </a:r>
            <a:r>
              <a:rPr lang="en-US" sz="2200" dirty="0">
                <a:solidFill>
                  <a:srgbClr val="3F3F3F"/>
                </a:solidFill>
                <a:latin typeface="Open Sans"/>
                <a:ea typeface="Open Sans"/>
                <a:cs typeface="Open Sans"/>
                <a:sym typeface="Open Sans"/>
              </a:rPr>
              <a:t>, </a:t>
            </a:r>
            <a:r>
              <a:rPr lang="en-US" sz="2200" dirty="0" err="1">
                <a:solidFill>
                  <a:srgbClr val="3F3F3F"/>
                </a:solidFill>
                <a:latin typeface="Open Sans"/>
                <a:ea typeface="Open Sans"/>
                <a:cs typeface="Open Sans"/>
                <a:sym typeface="Open Sans"/>
              </a:rPr>
              <a:t>ApplicationMaster</a:t>
            </a:r>
            <a:r>
              <a:rPr lang="en-US" sz="2200" dirty="0">
                <a:solidFill>
                  <a:srgbClr val="3F3F3F"/>
                </a:solidFill>
                <a:latin typeface="Open Sans"/>
                <a:ea typeface="Open Sans"/>
                <a:cs typeface="Open Sans"/>
                <a:sym typeface="Open Sans"/>
              </a:rPr>
              <a:t>, and Container.</a:t>
            </a:r>
            <a:endParaRPr sz="2200" dirty="0">
              <a:solidFill>
                <a:srgbClr val="3F3F3F"/>
              </a:solidFill>
              <a:latin typeface="Open Sans"/>
              <a:ea typeface="Open Sans"/>
              <a:cs typeface="Open Sans"/>
              <a:sym typeface="Arial"/>
            </a:endParaRPr>
          </a:p>
        </p:txBody>
      </p:sp>
      <p:pic>
        <p:nvPicPr>
          <p:cNvPr id="1434" name="Google Shape;1434;p87"/>
          <p:cNvPicPr preferRelativeResize="0"/>
          <p:nvPr/>
        </p:nvPicPr>
        <p:blipFill>
          <a:blip r:embed="rId3"/>
          <a:srcRect/>
          <a:stretch/>
        </p:blipFill>
        <p:spPr>
          <a:xfrm>
            <a:off x="600800" y="2380970"/>
            <a:ext cx="489335" cy="479068"/>
          </a:xfrm>
          <a:prstGeom prst="rect">
            <a:avLst/>
          </a:prstGeom>
          <a:noFill/>
          <a:ln>
            <a:noFill/>
          </a:ln>
        </p:spPr>
      </p:pic>
      <p:pic>
        <p:nvPicPr>
          <p:cNvPr id="1435" name="Google Shape;1435;p87"/>
          <p:cNvPicPr preferRelativeResize="0"/>
          <p:nvPr/>
        </p:nvPicPr>
        <p:blipFill>
          <a:blip r:embed="rId3"/>
          <a:srcRect/>
          <a:stretch/>
        </p:blipFill>
        <p:spPr>
          <a:xfrm>
            <a:off x="600799" y="3574820"/>
            <a:ext cx="489335" cy="479068"/>
          </a:xfrm>
          <a:prstGeom prst="rect">
            <a:avLst/>
          </a:prstGeom>
          <a:noFill/>
          <a:ln>
            <a:noFill/>
          </a:ln>
        </p:spPr>
      </p:pic>
      <p:pic>
        <p:nvPicPr>
          <p:cNvPr id="1436" name="Google Shape;1436;p87"/>
          <p:cNvPicPr preferRelativeResize="0"/>
          <p:nvPr/>
        </p:nvPicPr>
        <p:blipFill>
          <a:blip r:embed="rId3"/>
          <a:srcRect/>
          <a:stretch/>
        </p:blipFill>
        <p:spPr>
          <a:xfrm>
            <a:off x="600798" y="4429576"/>
            <a:ext cx="489335" cy="479068"/>
          </a:xfrm>
          <a:prstGeom prst="rect">
            <a:avLst/>
          </a:prstGeom>
          <a:noFill/>
          <a:ln>
            <a:noFill/>
          </a:ln>
        </p:spPr>
      </p:pic>
      <p:pic>
        <p:nvPicPr>
          <p:cNvPr id="1437" name="Google Shape;1437;p87"/>
          <p:cNvPicPr preferRelativeResize="0"/>
          <p:nvPr/>
        </p:nvPicPr>
        <p:blipFill>
          <a:blip r:embed="rId3"/>
          <a:srcRect/>
          <a:stretch/>
        </p:blipFill>
        <p:spPr>
          <a:xfrm>
            <a:off x="600797" y="5608359"/>
            <a:ext cx="489335" cy="479068"/>
          </a:xfrm>
          <a:prstGeom prst="rect">
            <a:avLst/>
          </a:prstGeom>
          <a:noFill/>
          <a:ln>
            <a:noFill/>
          </a:ln>
        </p:spPr>
      </p:pic>
      <p:sp>
        <p:nvSpPr>
          <p:cNvPr id="1438" name="Google Shape;1438;p87"/>
          <p:cNvSpPr txBox="1"/>
          <p:nvPr/>
        </p:nvSpPr>
        <p:spPr>
          <a:xfrm>
            <a:off x="1231223" y="5584176"/>
            <a:ext cx="8372186" cy="84471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200" b="0" i="0" u="none" strike="noStrike" cap="none" dirty="0">
                <a:solidFill>
                  <a:srgbClr val="3F3F3F"/>
                </a:solidFill>
                <a:latin typeface="Open Sans"/>
                <a:ea typeface="Open Sans"/>
                <a:cs typeface="Open Sans"/>
                <a:sym typeface="Open Sans"/>
              </a:rPr>
              <a:t>Hadoop has 3 tools for YARN developers, which are YARN Web UI, Hue job browser, and YARN command line.</a:t>
            </a:r>
            <a:endParaRPr sz="2200" b="0" i="0" u="none" strike="noStrike" cap="none" dirty="0">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sp>
        <p:nvSpPr>
          <p:cNvPr id="8" name="Text Placeholder 1">
            <a:extLst>
              <a:ext uri="{FF2B5EF4-FFF2-40B4-BE49-F238E27FC236}">
                <a16:creationId xmlns:a16="http://schemas.microsoft.com/office/drawing/2014/main" id="{AC601375-162C-7CFE-31AF-4C5DD0E927C1}"/>
              </a:ext>
            </a:extLst>
          </p:cNvPr>
          <p:cNvSpPr txBox="1">
            <a:spLocks/>
          </p:cNvSpPr>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rPr>
              <a:t>All the above</a:t>
            </a:r>
          </a:p>
        </p:txBody>
      </p:sp>
      <p:sp>
        <p:nvSpPr>
          <p:cNvPr id="9" name="Google Shape;1360;p2">
            <a:extLst>
              <a:ext uri="{FF2B5EF4-FFF2-40B4-BE49-F238E27FC236}">
                <a16:creationId xmlns:a16="http://schemas.microsoft.com/office/drawing/2014/main" id="{D64E84B6-4AA1-8966-B30A-0217D89DDCF4}"/>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lnSpc>
                <a:spcPct val="90000"/>
              </a:lnSpc>
              <a:spcBef>
                <a:spcPts val="1333"/>
              </a:spcBef>
              <a:buSzPts val="2400"/>
            </a:pPr>
            <a:r>
              <a:rPr lang="en-US" sz="2200" dirty="0">
                <a:solidFill>
                  <a:srgbClr val="3F3F3F"/>
                </a:solidFill>
                <a:latin typeface="Open Sans"/>
                <a:ea typeface="Open Sans"/>
                <a:cs typeface="Open Sans"/>
                <a:sym typeface="Open Sans"/>
              </a:rPr>
              <a:t>Which of the following scheduling policies can be implemented in YARN?</a:t>
            </a:r>
            <a:endParaRPr lang="en-US" sz="2200" dirty="0">
              <a:solidFill>
                <a:srgbClr val="3F3F3F"/>
              </a:solidFill>
              <a:latin typeface="Open Sans"/>
              <a:ea typeface="Open Sans"/>
              <a:cs typeface="Open Sans"/>
            </a:endParaRPr>
          </a:p>
        </p:txBody>
      </p:sp>
      <p:sp>
        <p:nvSpPr>
          <p:cNvPr id="10" name="Google Shape;1358;p2">
            <a:extLst>
              <a:ext uri="{FF2B5EF4-FFF2-40B4-BE49-F238E27FC236}">
                <a16:creationId xmlns:a16="http://schemas.microsoft.com/office/drawing/2014/main" id="{CE375EB4-8CAD-8C5A-AE62-9F76D7F4F71D}"/>
              </a:ext>
            </a:extLst>
          </p:cNvPr>
          <p:cNvSpPr txBox="1">
            <a:spLocks/>
          </p:cNvSpPr>
          <p:nvPr/>
        </p:nvSpPr>
        <p:spPr>
          <a:xfrm>
            <a:off x="1486190" y="1273233"/>
            <a:ext cx="1135063" cy="8302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57200" indent="-228600">
              <a:spcBef>
                <a:spcPts val="1000"/>
              </a:spcBef>
            </a:pPr>
            <a:r>
              <a:rPr lang="en-US" sz="2200">
                <a:latin typeface="Open Sans" panose="020B0606030504020204" pitchFamily="34" charset="0"/>
                <a:ea typeface="Open Sans" panose="020B0606030504020204" pitchFamily="34" charset="0"/>
                <a:cs typeface="Open Sans" panose="020B0606030504020204" pitchFamily="34" charset="0"/>
              </a:rPr>
              <a:t>1</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Placeholder 3">
            <a:extLst>
              <a:ext uri="{FF2B5EF4-FFF2-40B4-BE49-F238E27FC236}">
                <a16:creationId xmlns:a16="http://schemas.microsoft.com/office/drawing/2014/main" id="{5C85C5E3-B3C8-C372-62AF-FBC3F666AFD3}"/>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Fair scheduler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Placeholder 5">
            <a:extLst>
              <a:ext uri="{FF2B5EF4-FFF2-40B4-BE49-F238E27FC236}">
                <a16:creationId xmlns:a16="http://schemas.microsoft.com/office/drawing/2014/main" id="{ED02568C-48B6-42ED-989B-7C27FA040073}"/>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Capacity scheduler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Placeholder 7">
            <a:extLst>
              <a:ext uri="{FF2B5EF4-FFF2-40B4-BE49-F238E27FC236}">
                <a16:creationId xmlns:a16="http://schemas.microsoft.com/office/drawing/2014/main" id="{5B3C873D-83D0-48A8-7572-FB9E7A5E4D40}"/>
              </a:ext>
            </a:extLst>
          </p:cNvPr>
          <p:cNvSpPr>
            <a:spLocks noGrp="1"/>
          </p:cNvSpPr>
          <p:nvPr>
            <p:ph type="body" sz="quarter" idx="12"/>
          </p:nvPr>
        </p:nvSpPr>
        <p:spPr>
          <a:xfrm>
            <a:off x="2330450" y="2698180"/>
            <a:ext cx="11250613" cy="836613"/>
          </a:xfrm>
        </p:spPr>
        <p:txBody>
          <a:bodyPr/>
          <a:lstStyle/>
          <a:p>
            <a:pPr lvl="0"/>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FIFO scheduler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2" name="Text Placeholder 1">
            <a:extLst>
              <a:ext uri="{FF2B5EF4-FFF2-40B4-BE49-F238E27FC236}">
                <a16:creationId xmlns:a16="http://schemas.microsoft.com/office/drawing/2014/main" id="{3A6A5D56-F771-788B-569B-49D32052A1AB}"/>
              </a:ext>
            </a:extLst>
          </p:cNvPr>
          <p:cNvSpPr txBox="1">
            <a:spLocks/>
          </p:cNvSpPr>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rPr>
              <a:t>All the above</a:t>
            </a:r>
          </a:p>
        </p:txBody>
      </p:sp>
      <p:sp>
        <p:nvSpPr>
          <p:cNvPr id="13" name="Google Shape;1360;p2">
            <a:extLst>
              <a:ext uri="{FF2B5EF4-FFF2-40B4-BE49-F238E27FC236}">
                <a16:creationId xmlns:a16="http://schemas.microsoft.com/office/drawing/2014/main" id="{DE235462-0B5F-6E27-67EC-7027740C04B6}"/>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lnSpc>
                <a:spcPct val="90000"/>
              </a:lnSpc>
              <a:spcBef>
                <a:spcPts val="1333"/>
              </a:spcBef>
              <a:buSzPts val="2400"/>
            </a:pPr>
            <a:r>
              <a:rPr lang="en-US" sz="2200" dirty="0">
                <a:solidFill>
                  <a:srgbClr val="3F3F3F"/>
                </a:solidFill>
                <a:latin typeface="Open Sans"/>
                <a:ea typeface="Open Sans"/>
                <a:cs typeface="Open Sans"/>
                <a:sym typeface="Open Sans"/>
              </a:rPr>
              <a:t>Which of the following scheduling policies can be implemented in YARN?</a:t>
            </a:r>
            <a:endParaRPr lang="en-US" sz="2200" dirty="0">
              <a:solidFill>
                <a:srgbClr val="3F3F3F"/>
              </a:solidFill>
              <a:latin typeface="Open Sans"/>
              <a:ea typeface="Open Sans"/>
              <a:cs typeface="Open Sans"/>
            </a:endParaRPr>
          </a:p>
        </p:txBody>
      </p:sp>
      <p:sp>
        <p:nvSpPr>
          <p:cNvPr id="14" name="Google Shape;1358;p2">
            <a:extLst>
              <a:ext uri="{FF2B5EF4-FFF2-40B4-BE49-F238E27FC236}">
                <a16:creationId xmlns:a16="http://schemas.microsoft.com/office/drawing/2014/main" id="{70889DB0-FC19-7069-B8AC-F30BEE3421A6}"/>
              </a:ext>
            </a:extLst>
          </p:cNvPr>
          <p:cNvSpPr txBox="1">
            <a:spLocks/>
          </p:cNvSpPr>
          <p:nvPr/>
        </p:nvSpPr>
        <p:spPr>
          <a:xfrm>
            <a:off x="1486190" y="1273233"/>
            <a:ext cx="1135063" cy="8302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57200" indent="-228600">
              <a:spcBef>
                <a:spcPts val="1000"/>
              </a:spcBef>
            </a:pPr>
            <a:r>
              <a:rPr lang="en-US" sz="2200">
                <a:latin typeface="Open Sans" panose="020B0606030504020204" pitchFamily="34" charset="0"/>
                <a:ea typeface="Open Sans" panose="020B0606030504020204" pitchFamily="34" charset="0"/>
                <a:cs typeface="Open Sans" panose="020B0606030504020204" pitchFamily="34" charset="0"/>
              </a:rPr>
              <a:t>1</a:t>
            </a:r>
            <a:endParaRPr lang="en-US" sz="22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Placeholder 3">
            <a:extLst>
              <a:ext uri="{FF2B5EF4-FFF2-40B4-BE49-F238E27FC236}">
                <a16:creationId xmlns:a16="http://schemas.microsoft.com/office/drawing/2014/main" id="{4C6D621A-4565-11A7-89B9-367688F287D8}"/>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Fair scheduler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Placeholder 5">
            <a:extLst>
              <a:ext uri="{FF2B5EF4-FFF2-40B4-BE49-F238E27FC236}">
                <a16:creationId xmlns:a16="http://schemas.microsoft.com/office/drawing/2014/main" id="{3915EDDC-D92B-102E-A38A-5C9BBADB65B6}"/>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Capacity scheduler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7">
            <a:extLst>
              <a:ext uri="{FF2B5EF4-FFF2-40B4-BE49-F238E27FC236}">
                <a16:creationId xmlns:a16="http://schemas.microsoft.com/office/drawing/2014/main" id="{0E1425EA-004F-5EA4-D178-109BD978B17F}"/>
              </a:ext>
            </a:extLst>
          </p:cNvPr>
          <p:cNvSpPr txBox="1">
            <a:spLocks/>
          </p:cNvSpPr>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FIFO scheduler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Placeholder 6">
            <a:extLst>
              <a:ext uri="{FF2B5EF4-FFF2-40B4-BE49-F238E27FC236}">
                <a16:creationId xmlns:a16="http://schemas.microsoft.com/office/drawing/2014/main" id="{7661689D-9663-773E-60D2-4E6A1F64B429}"/>
              </a:ext>
            </a:extLst>
          </p:cNvPr>
          <p:cNvSpPr>
            <a:spLocks noGrp="1"/>
          </p:cNvSpPr>
          <p:nvPr>
            <p:ph type="body" sz="quarter" idx="18"/>
          </p:nvPr>
        </p:nvSpPr>
        <p:spPr>
          <a:xfrm>
            <a:off x="3270251" y="7296711"/>
            <a:ext cx="8834438" cy="5842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D</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Placeholder 5">
            <a:extLst>
              <a:ext uri="{FF2B5EF4-FFF2-40B4-BE49-F238E27FC236}">
                <a16:creationId xmlns:a16="http://schemas.microsoft.com/office/drawing/2014/main" id="{34AEF861-09AB-5007-A1F0-2514F4B74E3F}"/>
              </a:ext>
            </a:extLst>
          </p:cNvPr>
          <p:cNvSpPr>
            <a:spLocks noGrp="1"/>
          </p:cNvSpPr>
          <p:nvPr>
            <p:ph type="body" sz="quarter" idx="16"/>
          </p:nvPr>
        </p:nvSpPr>
        <p:spPr>
          <a:xfrm>
            <a:off x="669924" y="7935913"/>
            <a:ext cx="14855825" cy="1004887"/>
          </a:xfrm>
        </p:spPr>
        <p:txBody>
          <a:bodyPr>
            <a:noAutofit/>
          </a:bodyPr>
          <a:lstStyle/>
          <a:p>
            <a:pPr lvl="0">
              <a:lnSpc>
                <a:spcPct val="124000"/>
              </a:lnSpc>
            </a:pPr>
            <a:r>
              <a:rPr lang="en-US"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YARN provides three scheduling options: FIFO Scheduler, Capacity Scheduler, and a Fair Scheduler for scheduling resources to user applications.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68"/>
        <p:cNvGrpSpPr/>
        <p:nvPr/>
      </p:nvGrpSpPr>
      <p:grpSpPr>
        <a:xfrm>
          <a:off x="0" y="0"/>
          <a:ext cx="0" cy="0"/>
          <a:chOff x="0" y="0"/>
          <a:chExt cx="0" cy="0"/>
        </a:xfrm>
      </p:grpSpPr>
      <p:sp>
        <p:nvSpPr>
          <p:cNvPr id="8" name="Text Placeholder 1">
            <a:extLst>
              <a:ext uri="{FF2B5EF4-FFF2-40B4-BE49-F238E27FC236}">
                <a16:creationId xmlns:a16="http://schemas.microsoft.com/office/drawing/2014/main" id="{83FCA9B0-3237-6F56-A3C9-F06463CD5D2A}"/>
              </a:ext>
            </a:extLst>
          </p:cNvPr>
          <p:cNvSpPr txBox="1">
            <a:spLocks/>
          </p:cNvSpPr>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None of the above</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Google Shape;1360;p2">
            <a:extLst>
              <a:ext uri="{FF2B5EF4-FFF2-40B4-BE49-F238E27FC236}">
                <a16:creationId xmlns:a16="http://schemas.microsoft.com/office/drawing/2014/main" id="{88545C47-EDB8-9F22-FACD-FC520A570753}"/>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nSpc>
                <a:spcPct val="90000"/>
              </a:lnSpc>
              <a:spcBef>
                <a:spcPts val="1333"/>
              </a:spcBef>
              <a:buSzPts val="2400"/>
            </a:pPr>
            <a:r>
              <a:rPr lang="en-US" sz="2200" dirty="0">
                <a:solidFill>
                  <a:srgbClr val="3F3F3F"/>
                </a:solidFill>
                <a:latin typeface="Open Sans"/>
                <a:ea typeface="Open Sans"/>
                <a:cs typeface="Open Sans"/>
                <a:sym typeface="Open Sans"/>
              </a:rPr>
              <a:t>_______ negotiates resources from the </a:t>
            </a:r>
            <a:r>
              <a:rPr lang="en-US" sz="2200" dirty="0" err="1">
                <a:solidFill>
                  <a:srgbClr val="3F3F3F"/>
                </a:solidFill>
                <a:latin typeface="Open Sans"/>
                <a:ea typeface="Open Sans"/>
                <a:cs typeface="Open Sans"/>
                <a:sym typeface="Open Sans"/>
              </a:rPr>
              <a:t>ResourceManager</a:t>
            </a:r>
            <a:r>
              <a:rPr lang="en-US" sz="2200" dirty="0">
                <a:solidFill>
                  <a:srgbClr val="3F3F3F"/>
                </a:solidFill>
                <a:latin typeface="Open Sans"/>
                <a:ea typeface="Open Sans"/>
                <a:cs typeface="Open Sans"/>
                <a:sym typeface="Open Sans"/>
              </a:rPr>
              <a:t>.</a:t>
            </a:r>
            <a:endParaRPr lang="en-US" sz="2200" dirty="0">
              <a:solidFill>
                <a:srgbClr val="3F3F3F"/>
              </a:solidFill>
              <a:latin typeface="Open Sans"/>
              <a:ea typeface="Open Sans"/>
              <a:cs typeface="Open Sans"/>
            </a:endParaRPr>
          </a:p>
        </p:txBody>
      </p:sp>
      <p:sp>
        <p:nvSpPr>
          <p:cNvPr id="10" name="Google Shape;1358;p2">
            <a:extLst>
              <a:ext uri="{FF2B5EF4-FFF2-40B4-BE49-F238E27FC236}">
                <a16:creationId xmlns:a16="http://schemas.microsoft.com/office/drawing/2014/main" id="{2584C430-5FAA-D811-F9BA-9AF65E800E7B}"/>
              </a:ext>
            </a:extLst>
          </p:cNvPr>
          <p:cNvSpPr txBox="1">
            <a:spLocks/>
          </p:cNvSpPr>
          <p:nvPr/>
        </p:nvSpPr>
        <p:spPr>
          <a:xfrm>
            <a:off x="1486190" y="1273233"/>
            <a:ext cx="1135063" cy="8302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57200" indent="-228600">
              <a:spcBef>
                <a:spcPts val="1000"/>
              </a:spcBef>
            </a:pPr>
            <a:r>
              <a:rPr lang="en-US" sz="2200" dirty="0">
                <a:latin typeface="Open Sans" panose="020B0606030504020204" pitchFamily="34" charset="0"/>
                <a:ea typeface="Open Sans" panose="020B0606030504020204" pitchFamily="34" charset="0"/>
                <a:cs typeface="Open Sans" panose="020B0606030504020204" pitchFamily="34" charset="0"/>
              </a:rPr>
              <a:t>2</a:t>
            </a:r>
          </a:p>
        </p:txBody>
      </p:sp>
      <p:sp>
        <p:nvSpPr>
          <p:cNvPr id="11" name="Text Placeholder 3">
            <a:extLst>
              <a:ext uri="{FF2B5EF4-FFF2-40B4-BE49-F238E27FC236}">
                <a16:creationId xmlns:a16="http://schemas.microsoft.com/office/drawing/2014/main" id="{B5AB7EA7-6B0A-E7F3-D5EC-F3C98F09C9DD}"/>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err="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ApplicationMaster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Placeholder 5">
            <a:extLst>
              <a:ext uri="{FF2B5EF4-FFF2-40B4-BE49-F238E27FC236}">
                <a16:creationId xmlns:a16="http://schemas.microsoft.com/office/drawing/2014/main" id="{8C28B5EF-03B8-1AAC-A7AB-E96254752C88}"/>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err="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ResourceManager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Placeholder 7">
            <a:extLst>
              <a:ext uri="{FF2B5EF4-FFF2-40B4-BE49-F238E27FC236}">
                <a16:creationId xmlns:a16="http://schemas.microsoft.com/office/drawing/2014/main" id="{B11F291C-5C3A-6EAD-0F5C-E6B6CAF45528}"/>
              </a:ext>
            </a:extLst>
          </p:cNvPr>
          <p:cNvSpPr>
            <a:spLocks noGrp="1"/>
          </p:cNvSpPr>
          <p:nvPr>
            <p:ph type="body" sz="quarter" idx="12"/>
          </p:nvPr>
        </p:nvSpPr>
        <p:spPr>
          <a:xfrm>
            <a:off x="2330450" y="2698180"/>
            <a:ext cx="11250613" cy="836613"/>
          </a:xfrm>
        </p:spPr>
        <p:txBody>
          <a:bodyPr/>
          <a:lstStyle/>
          <a:p>
            <a:r>
              <a:rPr lang="en-US" dirty="0" err="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NodeManager</a:t>
            </a:r>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 </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78"/>
        <p:cNvGrpSpPr/>
        <p:nvPr/>
      </p:nvGrpSpPr>
      <p:grpSpPr>
        <a:xfrm>
          <a:off x="0" y="0"/>
          <a:ext cx="0" cy="0"/>
          <a:chOff x="0" y="0"/>
          <a:chExt cx="0" cy="0"/>
        </a:xfrm>
      </p:grpSpPr>
      <p:sp>
        <p:nvSpPr>
          <p:cNvPr id="12" name="Text Placeholder 1">
            <a:extLst>
              <a:ext uri="{FF2B5EF4-FFF2-40B4-BE49-F238E27FC236}">
                <a16:creationId xmlns:a16="http://schemas.microsoft.com/office/drawing/2014/main" id="{53E4B989-ABBB-72DB-AD48-10D9C6C205EE}"/>
              </a:ext>
            </a:extLst>
          </p:cNvPr>
          <p:cNvSpPr txBox="1">
            <a:spLocks/>
          </p:cNvSpPr>
          <p:nvPr/>
        </p:nvSpPr>
        <p:spPr>
          <a:xfrm>
            <a:off x="2338682" y="5511422"/>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None of the above</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Google Shape;1360;p2">
            <a:extLst>
              <a:ext uri="{FF2B5EF4-FFF2-40B4-BE49-F238E27FC236}">
                <a16:creationId xmlns:a16="http://schemas.microsoft.com/office/drawing/2014/main" id="{F3E95D16-4DAA-9078-E7FF-AD622B41AA3B}"/>
              </a:ext>
            </a:extLst>
          </p:cNvPr>
          <p:cNvSpPr txBox="1">
            <a:spLocks/>
          </p:cNvSpPr>
          <p:nvPr/>
        </p:nvSpPr>
        <p:spPr>
          <a:xfrm>
            <a:off x="2967015" y="580287"/>
            <a:ext cx="12401573" cy="14470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800" b="1" i="0" u="none" strike="noStrike" cap="none">
                <a:solidFill>
                  <a:schemeClr val="tx1">
                    <a:lumMod val="75000"/>
                    <a:lumOff val="25000"/>
                  </a:schemeClr>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nSpc>
                <a:spcPct val="90000"/>
              </a:lnSpc>
              <a:spcBef>
                <a:spcPts val="1333"/>
              </a:spcBef>
              <a:buSzPts val="2400"/>
            </a:pPr>
            <a:r>
              <a:rPr lang="en-US" sz="2200" dirty="0">
                <a:solidFill>
                  <a:srgbClr val="3F3F3F"/>
                </a:solidFill>
                <a:latin typeface="Open Sans"/>
                <a:ea typeface="Open Sans"/>
                <a:cs typeface="Open Sans"/>
                <a:sym typeface="Open Sans"/>
              </a:rPr>
              <a:t>_______ negotiates resources from the </a:t>
            </a:r>
            <a:r>
              <a:rPr lang="en-US" sz="2200" dirty="0" err="1">
                <a:solidFill>
                  <a:srgbClr val="3F3F3F"/>
                </a:solidFill>
                <a:latin typeface="Open Sans"/>
                <a:ea typeface="Open Sans"/>
                <a:cs typeface="Open Sans"/>
                <a:sym typeface="Open Sans"/>
              </a:rPr>
              <a:t>ResourceManager</a:t>
            </a:r>
            <a:r>
              <a:rPr lang="en-US" sz="2200" dirty="0">
                <a:solidFill>
                  <a:srgbClr val="3F3F3F"/>
                </a:solidFill>
                <a:latin typeface="Open Sans"/>
                <a:ea typeface="Open Sans"/>
                <a:cs typeface="Open Sans"/>
                <a:sym typeface="Open Sans"/>
              </a:rPr>
              <a:t>.</a:t>
            </a:r>
            <a:endParaRPr lang="en-US" sz="2200" dirty="0">
              <a:solidFill>
                <a:srgbClr val="3F3F3F"/>
              </a:solidFill>
              <a:latin typeface="Open Sans"/>
              <a:ea typeface="Open Sans"/>
              <a:cs typeface="Open Sans"/>
            </a:endParaRPr>
          </a:p>
        </p:txBody>
      </p:sp>
      <p:sp>
        <p:nvSpPr>
          <p:cNvPr id="14" name="Google Shape;1358;p2">
            <a:extLst>
              <a:ext uri="{FF2B5EF4-FFF2-40B4-BE49-F238E27FC236}">
                <a16:creationId xmlns:a16="http://schemas.microsoft.com/office/drawing/2014/main" id="{422768E0-8EEE-749C-AD89-88E1ECA2CE5C}"/>
              </a:ext>
            </a:extLst>
          </p:cNvPr>
          <p:cNvSpPr txBox="1">
            <a:spLocks/>
          </p:cNvSpPr>
          <p:nvPr/>
        </p:nvSpPr>
        <p:spPr>
          <a:xfrm>
            <a:off x="1486190" y="1273233"/>
            <a:ext cx="1135063" cy="8302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ctr" rtl="0">
              <a:lnSpc>
                <a:spcPct val="90000"/>
              </a:lnSpc>
              <a:spcBef>
                <a:spcPts val="0"/>
              </a:spcBef>
              <a:spcAft>
                <a:spcPts val="0"/>
              </a:spcAft>
              <a:buClr>
                <a:schemeClr val="dk1"/>
              </a:buClr>
              <a:buSzPts val="2800"/>
              <a:buFont typeface="Arial"/>
              <a:buNone/>
              <a:defRPr sz="2800" b="1" i="0" u="none" strike="noStrike" cap="none">
                <a:solidFill>
                  <a:schemeClr val="bg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57200" indent="-228600">
              <a:spcBef>
                <a:spcPts val="1000"/>
              </a:spcBef>
            </a:pPr>
            <a:r>
              <a:rPr lang="en-US" sz="2200" dirty="0">
                <a:latin typeface="Open Sans" panose="020B0606030504020204" pitchFamily="34" charset="0"/>
                <a:ea typeface="Open Sans" panose="020B0606030504020204" pitchFamily="34" charset="0"/>
                <a:cs typeface="Open Sans" panose="020B0606030504020204" pitchFamily="34" charset="0"/>
              </a:rPr>
              <a:t>2</a:t>
            </a:r>
          </a:p>
        </p:txBody>
      </p:sp>
      <p:sp>
        <p:nvSpPr>
          <p:cNvPr id="15" name="Text Placeholder 3">
            <a:extLst>
              <a:ext uri="{FF2B5EF4-FFF2-40B4-BE49-F238E27FC236}">
                <a16:creationId xmlns:a16="http://schemas.microsoft.com/office/drawing/2014/main" id="{D3582D38-7CED-F3BC-06A7-8CDF2AC70578}"/>
              </a:ext>
            </a:extLst>
          </p:cNvPr>
          <p:cNvSpPr txBox="1">
            <a:spLocks/>
          </p:cNvSpPr>
          <p:nvPr/>
        </p:nvSpPr>
        <p:spPr>
          <a:xfrm>
            <a:off x="2334566" y="4568181"/>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err="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ApplicationMaster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Placeholder 5">
            <a:extLst>
              <a:ext uri="{FF2B5EF4-FFF2-40B4-BE49-F238E27FC236}">
                <a16:creationId xmlns:a16="http://schemas.microsoft.com/office/drawing/2014/main" id="{31513D60-5CCA-52DA-5643-E7D6D20F4990}"/>
              </a:ext>
            </a:extLst>
          </p:cNvPr>
          <p:cNvSpPr txBox="1">
            <a:spLocks/>
          </p:cNvSpPr>
          <p:nvPr/>
        </p:nvSpPr>
        <p:spPr>
          <a:xfrm>
            <a:off x="2334566" y="3629064"/>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err="1">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ResourceManager</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7">
            <a:extLst>
              <a:ext uri="{FF2B5EF4-FFF2-40B4-BE49-F238E27FC236}">
                <a16:creationId xmlns:a16="http://schemas.microsoft.com/office/drawing/2014/main" id="{15EC28AB-EECE-57A1-C1C8-DC3331C0246E}"/>
              </a:ext>
            </a:extLst>
          </p:cNvPr>
          <p:cNvSpPr txBox="1">
            <a:spLocks/>
          </p:cNvSpPr>
          <p:nvPr/>
        </p:nvSpPr>
        <p:spPr>
          <a:xfrm>
            <a:off x="2330450" y="2698180"/>
            <a:ext cx="11250613" cy="83661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0" marR="0" lvl="0" indent="0" algn="l" rtl="0">
              <a:lnSpc>
                <a:spcPct val="114000"/>
              </a:lnSpc>
              <a:spcBef>
                <a:spcPts val="0"/>
              </a:spcBef>
              <a:spcAft>
                <a:spcPts val="0"/>
              </a:spcAft>
              <a:buClr>
                <a:schemeClr val="dk1"/>
              </a:buClr>
              <a:buSzPts val="2800"/>
              <a:buFont typeface="Arial"/>
              <a:buNone/>
              <a:defRPr sz="2000" b="0" i="0" u="none" strike="noStrike" cap="none">
                <a:solidFill>
                  <a:schemeClr val="tx1">
                    <a:lumMod val="75000"/>
                    <a:lumOff val="25000"/>
                  </a:schemeClr>
                </a:solidFill>
                <a:latin typeface="Calibri"/>
                <a:ea typeface="Calibri"/>
                <a:cs typeface="Calibri"/>
                <a:sym typeface="Calibri"/>
              </a:defRPr>
            </a:lvl1pPr>
            <a:lvl2pPr marL="457200" marR="0" lvl="1" indent="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solidFill>
                  <a:srgbClr val="3F3F3F"/>
                </a:solidFill>
                <a:latin typeface="Open Sans" panose="020B0606030504020204" pitchFamily="34" charset="0"/>
                <a:ea typeface="Open Sans" panose="020B0606030504020204" pitchFamily="34" charset="0"/>
                <a:cs typeface="Open Sans" panose="020B0606030504020204" pitchFamily="34" charset="0"/>
                <a:sym typeface="Open Sans"/>
              </a:rPr>
              <a:t>NodeManager </a:t>
            </a:r>
            <a:endParaRPr lang="en-US" dirty="0">
              <a:solidFill>
                <a:srgbClr val="3F3F3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Placeholder 6">
            <a:extLst>
              <a:ext uri="{FF2B5EF4-FFF2-40B4-BE49-F238E27FC236}">
                <a16:creationId xmlns:a16="http://schemas.microsoft.com/office/drawing/2014/main" id="{D4860A87-6BA4-63CA-EC8F-691D0D8D974A}"/>
              </a:ext>
            </a:extLst>
          </p:cNvPr>
          <p:cNvSpPr>
            <a:spLocks noGrp="1"/>
          </p:cNvSpPr>
          <p:nvPr>
            <p:ph type="body" sz="quarter" idx="18"/>
          </p:nvPr>
        </p:nvSpPr>
        <p:spPr>
          <a:xfrm>
            <a:off x="3270251" y="7296711"/>
            <a:ext cx="8834438" cy="5842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C</a:t>
            </a:r>
            <a:endParaRPr lang="en-IN"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Placeholder 5">
            <a:extLst>
              <a:ext uri="{FF2B5EF4-FFF2-40B4-BE49-F238E27FC236}">
                <a16:creationId xmlns:a16="http://schemas.microsoft.com/office/drawing/2014/main" id="{2B082832-18AF-5024-FDB3-2C5C9D484668}"/>
              </a:ext>
            </a:extLst>
          </p:cNvPr>
          <p:cNvSpPr>
            <a:spLocks noGrp="1"/>
          </p:cNvSpPr>
          <p:nvPr>
            <p:ph type="body" sz="quarter" idx="16"/>
          </p:nvPr>
        </p:nvSpPr>
        <p:spPr>
          <a:xfrm>
            <a:off x="669924" y="7935913"/>
            <a:ext cx="14855825" cy="1004887"/>
          </a:xfrm>
        </p:spPr>
        <p:txBody>
          <a:bodyPr>
            <a:noAutofit/>
          </a:bodyPr>
          <a:lstStyle/>
          <a:p>
            <a:pPr>
              <a:lnSpc>
                <a:spcPct val="124000"/>
              </a:lnSpc>
            </a:pPr>
            <a:r>
              <a:rPr lang="en-US"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sym typeface="Open Sans"/>
              </a:rPr>
              <a:t>Each </a:t>
            </a:r>
            <a:r>
              <a:rPr lang="en-US" kern="1200"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sym typeface="Open Sans"/>
              </a:rPr>
              <a:t>ApplicationMaster</a:t>
            </a:r>
            <a:r>
              <a:rPr lang="en-US"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sym typeface="Open Sans"/>
              </a:rPr>
              <a:t> is responsible for negotiating resources with the </a:t>
            </a:r>
            <a:r>
              <a:rPr lang="en-US" kern="1200"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sym typeface="Open Sans"/>
              </a:rPr>
              <a:t>ResourceManager</a:t>
            </a:r>
            <a:r>
              <a:rPr lang="en-US"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sym typeface="Open Sans"/>
              </a:rPr>
              <a:t>.</a:t>
            </a:r>
            <a:endParaRPr lang="en-US" kern="12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90"/>
        <p:cNvGrpSpPr/>
        <p:nvPr/>
      </p:nvGrpSpPr>
      <p:grpSpPr>
        <a:xfrm>
          <a:off x="0" y="0"/>
          <a:ext cx="0" cy="0"/>
          <a:chOff x="0" y="0"/>
          <a:chExt cx="0" cy="0"/>
        </a:xfrm>
      </p:grpSpPr>
      <p:sp>
        <p:nvSpPr>
          <p:cNvPr id="1491" name="Google Shape;1491;p9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Arial"/>
              <a:buNone/>
            </a:pPr>
            <a:r>
              <a:rPr lang="en-US">
                <a:solidFill>
                  <a:srgbClr val="3F3F3F"/>
                </a:solidFill>
              </a:rPr>
              <a:t>Lesson-End Project</a:t>
            </a:r>
            <a:endParaRPr>
              <a:solidFill>
                <a:srgbClr val="3F3F3F"/>
              </a:solidFill>
            </a:endParaRPr>
          </a:p>
        </p:txBody>
      </p:sp>
      <p:sp>
        <p:nvSpPr>
          <p:cNvPr id="1492" name="Google Shape;1492;p90"/>
          <p:cNvSpPr txBox="1">
            <a:spLocks noGrp="1"/>
          </p:cNvSpPr>
          <p:nvPr>
            <p:ph type="body" sz="quarter" idx="10"/>
          </p:nvPr>
        </p:nvSpPr>
        <p:spPr>
          <a:prstGeom prst="rect">
            <a:avLst/>
          </a:prstGeom>
          <a:noFill/>
          <a:ln>
            <a:noFill/>
          </a:ln>
        </p:spPr>
        <p:txBody>
          <a:bodyPr spcFirstLastPara="1" wrap="square" lIns="91425" tIns="0" rIns="91425" bIns="0" anchor="t" anchorCtr="0">
            <a:noAutofit/>
          </a:bodyPr>
          <a:lstStyle/>
          <a:p>
            <a:pPr marL="457200" lvl="0" indent="-228600" algn="l" rtl="0">
              <a:lnSpc>
                <a:spcPct val="115000"/>
              </a:lnSpc>
              <a:spcBef>
                <a:spcPts val="1000"/>
              </a:spcBef>
              <a:spcAft>
                <a:spcPts val="0"/>
              </a:spcAft>
              <a:buSzPts val="2800"/>
              <a:buFont typeface="Arial"/>
              <a:buNone/>
            </a:pPr>
            <a:r>
              <a:rPr lang="en-US" b="1" dirty="0">
                <a:solidFill>
                  <a:srgbClr val="3F3F3F"/>
                </a:solidFill>
                <a:latin typeface="Open Sans"/>
                <a:ea typeface="Open Sans"/>
                <a:cs typeface="Open Sans"/>
                <a:sym typeface="Open Sans"/>
              </a:rPr>
              <a:t>    Problem Statement: </a:t>
            </a:r>
            <a:endParaRPr dirty="0"/>
          </a:p>
          <a:p>
            <a:pPr marL="533400" lvl="1" indent="0" algn="l" rtl="0">
              <a:lnSpc>
                <a:spcPct val="115000"/>
              </a:lnSpc>
              <a:spcBef>
                <a:spcPts val="1000"/>
              </a:spcBef>
              <a:spcAft>
                <a:spcPts val="0"/>
              </a:spcAft>
              <a:buSzPts val="2400"/>
              <a:buNone/>
            </a:pPr>
            <a:r>
              <a:rPr lang="en-US" sz="2200" dirty="0">
                <a:solidFill>
                  <a:srgbClr val="3F3F3F"/>
                </a:solidFill>
                <a:latin typeface="Open Sans"/>
                <a:ea typeface="Open Sans"/>
                <a:cs typeface="Open Sans"/>
                <a:sym typeface="Open Sans"/>
              </a:rPr>
              <a:t>PV Consulting is one of the top consulting firms for big data projects. They help big and small companies to analyze their data.</a:t>
            </a:r>
            <a:endParaRPr dirty="0"/>
          </a:p>
          <a:p>
            <a:pPr marL="457200" lvl="0" indent="-228600" algn="l" rtl="0">
              <a:lnSpc>
                <a:spcPct val="115000"/>
              </a:lnSpc>
              <a:spcBef>
                <a:spcPts val="2400"/>
              </a:spcBef>
              <a:spcAft>
                <a:spcPts val="0"/>
              </a:spcAft>
              <a:buSzPts val="2800"/>
              <a:buNone/>
            </a:pPr>
            <a:r>
              <a:rPr lang="en-US" dirty="0">
                <a:solidFill>
                  <a:srgbClr val="3F3F3F"/>
                </a:solidFill>
                <a:latin typeface="Open Sans"/>
                <a:ea typeface="Open Sans"/>
                <a:cs typeface="Open Sans"/>
                <a:sym typeface="Open Sans"/>
              </a:rPr>
              <a:t>   They began using YARN as a </a:t>
            </a:r>
            <a:r>
              <a:rPr lang="en-US" dirty="0" err="1">
                <a:solidFill>
                  <a:srgbClr val="3F3F3F"/>
                </a:solidFill>
                <a:latin typeface="Open Sans"/>
                <a:ea typeface="Open Sans"/>
                <a:cs typeface="Open Sans"/>
                <a:sym typeface="Open Sans"/>
              </a:rPr>
              <a:t>ResourceManager</a:t>
            </a:r>
            <a:r>
              <a:rPr lang="en-US" dirty="0">
                <a:solidFill>
                  <a:srgbClr val="3F3F3F"/>
                </a:solidFill>
                <a:latin typeface="Open Sans"/>
                <a:ea typeface="Open Sans"/>
                <a:cs typeface="Open Sans"/>
                <a:sym typeface="Open Sans"/>
              </a:rPr>
              <a:t> for Spark and Hadoop MR applications. You must include the following information for any job submitted to YARN using the YARN console or the YARN Cluster UI.</a:t>
            </a:r>
            <a:endParaRPr sz="2200" dirty="0">
              <a:solidFill>
                <a:srgbClr val="3F3F3F"/>
              </a:solidFill>
              <a:latin typeface="Open Sans"/>
              <a:ea typeface="Open Sans"/>
              <a:cs typeface="Open Sans"/>
              <a:sym typeface="Open Sans"/>
            </a:endParaRPr>
          </a:p>
          <a:p>
            <a:pPr marL="457200" lvl="0" indent="-228600" algn="l" rtl="0">
              <a:lnSpc>
                <a:spcPct val="115000"/>
              </a:lnSpc>
              <a:spcBef>
                <a:spcPts val="3600"/>
              </a:spcBef>
              <a:spcAft>
                <a:spcPts val="0"/>
              </a:spcAft>
              <a:buSzPts val="2800"/>
              <a:buNone/>
            </a:pPr>
            <a:r>
              <a:rPr lang="en-US" b="1" dirty="0">
                <a:solidFill>
                  <a:srgbClr val="3F3F3F"/>
                </a:solidFill>
                <a:latin typeface="Open Sans"/>
                <a:ea typeface="Open Sans"/>
                <a:cs typeface="Open Sans"/>
                <a:sym typeface="Open Sans"/>
              </a:rPr>
              <a:t>   Objective:</a:t>
            </a:r>
            <a:endParaRPr dirty="0"/>
          </a:p>
          <a:p>
            <a:pPr marL="457200" lvl="0" indent="-228600" algn="l" rtl="0">
              <a:lnSpc>
                <a:spcPct val="115000"/>
              </a:lnSpc>
              <a:spcBef>
                <a:spcPts val="3600"/>
              </a:spcBef>
              <a:spcAft>
                <a:spcPts val="0"/>
              </a:spcAft>
              <a:buSzPts val="2800"/>
              <a:buNone/>
            </a:pPr>
            <a:r>
              <a:rPr lang="en-US" b="1" dirty="0">
                <a:solidFill>
                  <a:srgbClr val="3F3F3F"/>
                </a:solidFill>
                <a:latin typeface="Open Sans"/>
                <a:ea typeface="Open Sans"/>
                <a:cs typeface="Open Sans"/>
                <a:sym typeface="Open Sans"/>
              </a:rPr>
              <a:t>    </a:t>
            </a:r>
            <a:r>
              <a:rPr lang="en-US" dirty="0">
                <a:solidFill>
                  <a:srgbClr val="3F3F3F"/>
                </a:solidFill>
                <a:latin typeface="Open Sans"/>
                <a:ea typeface="Open Sans"/>
                <a:cs typeface="Open Sans"/>
                <a:sym typeface="Open Sans"/>
              </a:rPr>
              <a:t>The objective is to identify jobs submitted using the yarn application.</a:t>
            </a:r>
            <a:endParaRPr dirty="0">
              <a:solidFill>
                <a:srgbClr val="3F3F3F"/>
              </a:solidFill>
              <a:latin typeface="Open Sans"/>
              <a:ea typeface="Open Sans"/>
              <a:cs typeface="Open Sans"/>
              <a:sym typeface="Open Sans"/>
            </a:endParaRPr>
          </a:p>
          <a:p>
            <a:pPr marL="533400" lvl="1" indent="0" algn="l" rtl="0">
              <a:lnSpc>
                <a:spcPct val="115000"/>
              </a:lnSpc>
              <a:spcBef>
                <a:spcPts val="2200"/>
              </a:spcBef>
              <a:spcAft>
                <a:spcPts val="0"/>
              </a:spcAft>
              <a:buSzPts val="2400"/>
              <a:buNone/>
            </a:pPr>
            <a:endParaRPr sz="2200" dirty="0">
              <a:solidFill>
                <a:srgbClr val="3F3F3F"/>
              </a:solidFill>
              <a:latin typeface="Open Sans"/>
              <a:ea typeface="Open Sans"/>
              <a:cs typeface="Open Sans"/>
              <a:sym typeface="Open Sans"/>
            </a:endParaRPr>
          </a:p>
          <a:p>
            <a:pPr marL="457200" lvl="0" indent="-228600" algn="l" rtl="0">
              <a:lnSpc>
                <a:spcPct val="115000"/>
              </a:lnSpc>
              <a:spcBef>
                <a:spcPts val="1000"/>
              </a:spcBef>
              <a:spcAft>
                <a:spcPts val="0"/>
              </a:spcAft>
              <a:buSzPts val="2800"/>
              <a:buFont typeface="Arial"/>
              <a:buNone/>
            </a:pPr>
            <a:endParaRPr sz="2200" dirty="0">
              <a:solidFill>
                <a:srgbClr val="3F3F3F"/>
              </a:solidFill>
              <a:latin typeface="Open Sans"/>
              <a:ea typeface="Open Sans"/>
              <a:cs typeface="Open Sans"/>
              <a:sym typeface="Open Sans"/>
            </a:endParaRPr>
          </a:p>
        </p:txBody>
      </p:sp>
      <p:sp>
        <p:nvSpPr>
          <p:cNvPr id="2" name="Brandline_LVC">
            <a:extLst>
              <a:ext uri="{FF2B5EF4-FFF2-40B4-BE49-F238E27FC236}">
                <a16:creationId xmlns:a16="http://schemas.microsoft.com/office/drawing/2014/main" id="{BE4C96FA-6FB1-E79E-2476-43E7B5CFA834}"/>
              </a:ext>
            </a:extLst>
          </p:cNvPr>
          <p:cNvSpPr/>
          <p:nvPr/>
        </p:nvSpPr>
        <p:spPr>
          <a:xfrm>
            <a:off x="6197766" y="850614"/>
            <a:ext cx="3872057" cy="38100"/>
          </a:xfrm>
          <a:prstGeom prst="ellipse">
            <a:avLst/>
          </a:prstGeom>
          <a:gradFill flip="none" rotWithShape="1">
            <a:gsLst>
              <a:gs pos="50000">
                <a:srgbClr val="3645A9"/>
              </a:gs>
              <a:gs pos="0">
                <a:srgbClr val="3645A9">
                  <a:tint val="0"/>
                  <a:alpha val="0"/>
                </a:srgbClr>
              </a:gs>
              <a:gs pos="100000">
                <a:srgbClr val="3645A9">
                  <a:tint val="0"/>
                  <a:alpha val="0"/>
                </a:srgbClr>
              </a:gs>
              <a:gs pos="25000">
                <a:srgbClr val="3645A9"/>
              </a:gs>
              <a:gs pos="75000">
                <a:srgbClr val="3645A9"/>
              </a:gs>
            </a:gsLst>
            <a:lin ang="10800000" scaled="1"/>
            <a:tileRect/>
          </a:gra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9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Arial"/>
              <a:buNone/>
            </a:pPr>
            <a:r>
              <a:rPr lang="en-US">
                <a:solidFill>
                  <a:srgbClr val="3F3F3F"/>
                </a:solidFill>
              </a:rPr>
              <a:t>Lesson-End Project</a:t>
            </a:r>
            <a:endParaRPr>
              <a:solidFill>
                <a:srgbClr val="3F3F3F"/>
              </a:solidFill>
            </a:endParaRPr>
          </a:p>
        </p:txBody>
      </p:sp>
      <p:sp>
        <p:nvSpPr>
          <p:cNvPr id="2" name="Google Shape;1551;p112">
            <a:extLst>
              <a:ext uri="{FF2B5EF4-FFF2-40B4-BE49-F238E27FC236}">
                <a16:creationId xmlns:a16="http://schemas.microsoft.com/office/drawing/2014/main" id="{A5056747-4C8A-0FA7-928A-933E9A3296B3}"/>
              </a:ext>
            </a:extLst>
          </p:cNvPr>
          <p:cNvSpPr txBox="1">
            <a:spLocks noGrp="1"/>
          </p:cNvSpPr>
          <p:nvPr>
            <p:ph type="body" sz="quarter" idx="10"/>
          </p:nvPr>
        </p:nvSpPr>
        <p:spPr>
          <a:xfrm>
            <a:off x="4805363" y="917122"/>
            <a:ext cx="10344150" cy="6726458"/>
          </a:xfrm>
          <a:prstGeom prst="rect">
            <a:avLst/>
          </a:prstGeom>
          <a:noFill/>
          <a:ln>
            <a:noFill/>
          </a:ln>
        </p:spPr>
        <p:txBody>
          <a:bodyPr spcFirstLastPara="1" wrap="square" lIns="91425" tIns="45700" rIns="91425" bIns="45700" anchor="ctr" anchorCtr="0">
            <a:noAutofit/>
          </a:bodyPr>
          <a:lstStyle/>
          <a:p>
            <a:pPr marL="0" marR="0" lvl="0" indent="0" algn="l" rtl="0">
              <a:lnSpc>
                <a:spcPct val="115000"/>
              </a:lnSpc>
              <a:spcBef>
                <a:spcPts val="0"/>
              </a:spcBef>
              <a:spcAft>
                <a:spcPts val="0"/>
              </a:spcAft>
              <a:buNone/>
            </a:pPr>
            <a:r>
              <a:rPr lang="en-US" sz="2200" b="1" i="0" u="none" strike="noStrike" cap="none" dirty="0">
                <a:solidFill>
                  <a:srgbClr val="3F3F3F"/>
                </a:solidFill>
                <a:latin typeface="Open Sans"/>
                <a:ea typeface="Open Sans"/>
                <a:cs typeface="Open Sans"/>
                <a:sym typeface="Open Sans"/>
              </a:rPr>
              <a:t>Tasks to Perform:</a:t>
            </a:r>
            <a:endParaRPr dirty="0"/>
          </a:p>
          <a:p>
            <a:pPr marL="0" marR="0" lvl="0" indent="0" algn="l" rtl="0">
              <a:lnSpc>
                <a:spcPct val="115000"/>
              </a:lnSpc>
              <a:spcBef>
                <a:spcPts val="0"/>
              </a:spcBef>
              <a:spcAft>
                <a:spcPts val="0"/>
              </a:spcAft>
              <a:buNone/>
            </a:pPr>
            <a:endParaRPr sz="2200" b="1"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dirty="0">
                <a:solidFill>
                  <a:srgbClr val="3F3F3F"/>
                </a:solidFill>
                <a:latin typeface="Open Sans"/>
                <a:ea typeface="Open Sans"/>
                <a:cs typeface="Open Sans"/>
              </a:rPr>
              <a:t>Open the Readme file on the Web desktop </a:t>
            </a:r>
            <a:endParaRPr sz="2200" b="0" i="0" u="none" strike="noStrike" cap="none"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IN" dirty="0">
                <a:solidFill>
                  <a:srgbClr val="3F3F3F"/>
                </a:solidFill>
                <a:latin typeface="Open Sans"/>
                <a:ea typeface="Open Sans"/>
                <a:cs typeface="Open Sans"/>
              </a:rPr>
              <a:t>Start the </a:t>
            </a:r>
            <a:r>
              <a:rPr lang="en-IN" dirty="0" err="1">
                <a:solidFill>
                  <a:srgbClr val="3F3F3F"/>
                </a:solidFill>
                <a:latin typeface="Open Sans"/>
                <a:ea typeface="Open Sans"/>
                <a:cs typeface="Open Sans"/>
              </a:rPr>
              <a:t>JobHistory</a:t>
            </a:r>
            <a:r>
              <a:rPr lang="en-IN" dirty="0">
                <a:solidFill>
                  <a:srgbClr val="3F3F3F"/>
                </a:solidFill>
                <a:latin typeface="Open Sans"/>
                <a:ea typeface="Open Sans"/>
                <a:cs typeface="Open Sans"/>
              </a:rPr>
              <a:t> daemon by using the command from the Readme file</a:t>
            </a:r>
            <a:r>
              <a:rPr lang="en-US" dirty="0">
                <a:solidFill>
                  <a:srgbClr val="3F3F3F"/>
                </a:solidFill>
                <a:latin typeface="Open Sans"/>
                <a:ea typeface="Open Sans"/>
                <a:cs typeface="Open Sans"/>
                <a:sym typeface="Open Sans"/>
              </a:rPr>
              <a:t> </a:t>
            </a:r>
            <a:endParaRPr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dirty="0">
                <a:solidFill>
                  <a:srgbClr val="3F3F3F"/>
                </a:solidFill>
                <a:latin typeface="Open Sans"/>
                <a:ea typeface="Open Sans"/>
                <a:cs typeface="Open Sans"/>
              </a:rPr>
              <a:t>Check the list of applications in YARN</a:t>
            </a:r>
            <a:endParaRPr dirty="0">
              <a:solidFill>
                <a:srgbClr val="3F3F3F"/>
              </a:solidFill>
              <a:latin typeface="Open Sans"/>
              <a:ea typeface="Open Sans"/>
              <a:cs typeface="Open Sans"/>
              <a:sym typeface="Open Sans"/>
            </a:endParaRPr>
          </a:p>
          <a:p>
            <a:pPr marL="457200" marR="0" lvl="0" indent="-457200" algn="l" rtl="0">
              <a:lnSpc>
                <a:spcPct val="115000"/>
              </a:lnSpc>
              <a:spcBef>
                <a:spcPts val="0"/>
              </a:spcBef>
              <a:spcAft>
                <a:spcPts val="0"/>
              </a:spcAft>
              <a:buClr>
                <a:srgbClr val="3F3F3F"/>
              </a:buClr>
              <a:buSzPts val="2200"/>
              <a:buFont typeface="Arial"/>
              <a:buAutoNum type="arabicPeriod"/>
            </a:pPr>
            <a:r>
              <a:rPr lang="en-US" dirty="0">
                <a:solidFill>
                  <a:srgbClr val="3F3F3F"/>
                </a:solidFill>
                <a:latin typeface="Open Sans"/>
                <a:ea typeface="Open Sans"/>
                <a:cs typeface="Open Sans"/>
              </a:rPr>
              <a:t>Open the </a:t>
            </a:r>
            <a:r>
              <a:rPr lang="en-US" dirty="0" err="1">
                <a:solidFill>
                  <a:srgbClr val="3F3F3F"/>
                </a:solidFill>
                <a:latin typeface="Open Sans"/>
                <a:ea typeface="Open Sans"/>
                <a:cs typeface="Open Sans"/>
              </a:rPr>
              <a:t>JobHistory</a:t>
            </a:r>
            <a:r>
              <a:rPr lang="en-US" dirty="0">
                <a:solidFill>
                  <a:srgbClr val="3F3F3F"/>
                </a:solidFill>
                <a:latin typeface="Open Sans"/>
                <a:ea typeface="Open Sans"/>
                <a:cs typeface="Open Sans"/>
              </a:rPr>
              <a:t> server and check the list of applications running</a:t>
            </a:r>
          </a:p>
          <a:p>
            <a:pPr marR="0" lvl="0" algn="l" rtl="0">
              <a:lnSpc>
                <a:spcPct val="115000"/>
              </a:lnSpc>
              <a:spcBef>
                <a:spcPts val="0"/>
              </a:spcBef>
              <a:spcAft>
                <a:spcPts val="0"/>
              </a:spcAft>
              <a:buClr>
                <a:srgbClr val="3F3F3F"/>
              </a:buClr>
              <a:buSzPts val="2200"/>
            </a:pPr>
            <a:r>
              <a:rPr lang="en-US" dirty="0">
                <a:solidFill>
                  <a:srgbClr val="3F3F3F"/>
                </a:solidFill>
                <a:latin typeface="Open Sans"/>
                <a:ea typeface="Open Sans"/>
                <a:cs typeface="Open Sans"/>
              </a:rPr>
              <a:t>       on it  </a:t>
            </a:r>
            <a:endParaRPr lang="en-US" dirty="0">
              <a:solidFill>
                <a:srgbClr val="3F3F3F"/>
              </a:solidFill>
              <a:latin typeface="Open Sans"/>
              <a:ea typeface="Open Sans"/>
              <a:cs typeface="Open Sans"/>
              <a:sym typeface="Open Sans"/>
            </a:endParaRPr>
          </a:p>
          <a:p>
            <a:pPr marR="0" lvl="0" algn="l" rtl="0">
              <a:lnSpc>
                <a:spcPct val="115000"/>
              </a:lnSpc>
              <a:spcBef>
                <a:spcPts val="0"/>
              </a:spcBef>
              <a:spcAft>
                <a:spcPts val="0"/>
              </a:spcAft>
              <a:buClr>
                <a:srgbClr val="3F3F3F"/>
              </a:buClr>
              <a:buSzPts val="2200"/>
            </a:pPr>
            <a:endParaRPr sz="2200" b="0" i="0" u="none" strike="noStrike" cap="none" dirty="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Clr>
                <a:srgbClr val="3F3F3F"/>
              </a:buClr>
              <a:buSzPts val="3200"/>
              <a:buFont typeface="Open Sans ExtraBold"/>
              <a:buNone/>
            </a:pPr>
            <a:endParaRPr sz="2200" b="0" i="0" u="none" strike="noStrike" cap="none" dirty="0">
              <a:solidFill>
                <a:srgbClr val="3F3F3F"/>
              </a:solidFill>
              <a:latin typeface="Open Sans"/>
              <a:ea typeface="Open Sans"/>
              <a:cs typeface="Open Sans"/>
              <a:sym typeface="Open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92"/>
          <p:cNvSpPr txBox="1">
            <a:spLocks noGrp="1"/>
          </p:cNvSpPr>
          <p:nvPr>
            <p:ph type="body" idx="10"/>
          </p:nvPr>
        </p:nvSpPr>
        <p:spPr>
          <a:xfrm>
            <a:off x="0" y="4234070"/>
            <a:ext cx="16256000" cy="675860"/>
          </a:xfrm>
          <a:noFill/>
          <a:ln>
            <a:noFill/>
          </a:ln>
        </p:spPr>
        <p:txBody>
          <a:bodyPr spcFirstLastPara="1" wrap="square" lIns="91425" tIns="91425" rIns="91425" bIns="91425" anchor="ctr" anchorCtr="0">
            <a:spAutoFit/>
          </a:bodyPr>
          <a:lstStyle/>
          <a:p>
            <a:pPr lvl="0"/>
            <a:r>
              <a:rPr lang="en-US"/>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igital Marketing">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3098</Words>
  <Application>Microsoft Office PowerPoint</Application>
  <PresentationFormat>Custom</PresentationFormat>
  <Paragraphs>581</Paragraphs>
  <Slides>65</Slides>
  <Notes>65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Calibri</vt:lpstr>
      <vt:lpstr>Open Sans</vt:lpstr>
      <vt:lpstr>Open Sans ExtraBold</vt:lpstr>
      <vt:lpstr>Courier New</vt:lpstr>
      <vt:lpstr>Arial</vt:lpstr>
      <vt:lpstr>Open Sans Light</vt:lpstr>
      <vt:lpstr>Digital Marketing</vt:lpstr>
      <vt:lpstr>PowerPoint Presentation</vt:lpstr>
      <vt:lpstr>PowerPoint Presentation</vt:lpstr>
      <vt:lpstr>PowerPoint Presentation</vt:lpstr>
      <vt:lpstr>PowerPoint Presentation</vt:lpstr>
      <vt:lpstr>What Is YARN?</vt:lpstr>
      <vt:lpstr>Why Was YARN Implemented?</vt:lpstr>
      <vt:lpstr>Why Was YARN Implemented?</vt:lpstr>
      <vt:lpstr>Why Was YARN Implemented?</vt:lpstr>
      <vt:lpstr>Advantages of YARN</vt:lpstr>
      <vt:lpstr>Advantages of YARN</vt:lpstr>
      <vt:lpstr>Advantages of YARN</vt:lpstr>
      <vt:lpstr>Need for YARN</vt:lpstr>
      <vt:lpstr>Need for YARN</vt:lpstr>
      <vt:lpstr>PowerPoint Presentation</vt:lpstr>
      <vt:lpstr>YARN: Use Case</vt:lpstr>
      <vt:lpstr>YARN: Use Case</vt:lpstr>
      <vt:lpstr>PowerPoint Presentation</vt:lpstr>
      <vt:lpstr>YARN Infrastructure</vt:lpstr>
      <vt:lpstr>YARN Infrastructure</vt:lpstr>
      <vt:lpstr>PowerPoint Presentation</vt:lpstr>
      <vt:lpstr>YARN Architecture</vt:lpstr>
      <vt:lpstr>YARN Architecture</vt:lpstr>
      <vt:lpstr>Client</vt:lpstr>
      <vt:lpstr>ResourceManager</vt:lpstr>
      <vt:lpstr>ResourceManager</vt:lpstr>
      <vt:lpstr>Scheduler</vt:lpstr>
      <vt:lpstr>Scheduler</vt:lpstr>
      <vt:lpstr>Application Manager</vt:lpstr>
      <vt:lpstr>NodeManager</vt:lpstr>
      <vt:lpstr>NodeManager</vt:lpstr>
      <vt:lpstr>ApplicationMaster</vt:lpstr>
      <vt:lpstr>ApplicationMaster</vt:lpstr>
      <vt:lpstr>Container</vt:lpstr>
      <vt:lpstr>Application Workflow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Tools for YARN Developers</vt:lpstr>
      <vt:lpstr>YARN Web UI</vt:lpstr>
      <vt:lpstr>HUE Job Browser</vt:lpstr>
      <vt:lpstr>HUE Job Browser</vt:lpstr>
      <vt:lpstr>HUE Job Browser</vt:lpstr>
      <vt:lpstr>YARN Command Line</vt:lpstr>
      <vt:lpstr>YARN Command Line</vt:lpstr>
      <vt:lpstr>YARN Command Line</vt:lpstr>
      <vt:lpstr>PowerPoint Presentation</vt:lpstr>
      <vt:lpstr>PowerPoint Presentation</vt:lpstr>
      <vt:lpstr>PowerPoint Presentation</vt:lpstr>
      <vt:lpstr>PowerPoint Presentation</vt:lpstr>
      <vt:lpstr>PowerPoint Presentation</vt:lpstr>
      <vt:lpstr>PowerPoint Presentation</vt:lpstr>
      <vt:lpstr>Lesson-End Project</vt:lpstr>
      <vt:lpstr>Lesson-End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Balu A Anush</dc:creator>
  <cp:lastModifiedBy>Rashi Jain</cp:lastModifiedBy>
  <cp:revision>5</cp:revision>
  <dcterms:modified xsi:type="dcterms:W3CDTF">2024-03-07T09:16:02Z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0x010100730F2DDABBDF49409AAC83A5FD91EC22</vt:lpwstr>
  </property>
</Properties>
</file>